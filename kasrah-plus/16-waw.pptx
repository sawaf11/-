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EED5E"/>
          </a:solidFill>
          <a:ln w="12700">
            <a:solidFill>
              <a:srgbClr val="B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10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11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1783080"/>
            <a:ext cx="1215603" cy="155448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52E0"/>
          </a:solidFill>
          <a:ln w="12700">
            <a:solidFill>
              <a:srgbClr val="9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770"/>
          </a:solidFill>
          <a:ln w="12700">
            <a:solidFill>
              <a:srgbClr val="DBD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وِإِ</a:t>
            </a:r>
            <a:endParaRPr lang="ar-SA" sz="70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009" y="4251960"/>
            <a:ext cx="564551" cy="82296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264"/>
          </a:solidFill>
          <a:ln w="12700">
            <a:solidFill>
              <a:srgbClr val="D8B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C47"/>
          </a:solidFill>
          <a:ln w="12700">
            <a:solidFill>
              <a:srgbClr val="D18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وِبِ</a:t>
            </a:r>
            <a:endParaRPr lang="ar-SA" sz="72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وِتِ</a:t>
            </a:r>
            <a:endParaRPr lang="ar-SA" sz="72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271" y="4114800"/>
            <a:ext cx="715289" cy="96012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وِثِ</a:t>
            </a:r>
            <a:endParaRPr lang="ar-SA" sz="72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وِجِ</a:t>
            </a:r>
            <a:endParaRPr lang="ar-SA" sz="61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1ED"/>
          </a:solidFill>
          <a:ln w="12700">
            <a:solidFill>
              <a:srgbClr val="5EE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وِحِ</a:t>
            </a:r>
            <a:endParaRPr lang="ar-SA" sz="61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F52"/>
          </a:solidFill>
          <a:ln w="12700">
            <a:solidFill>
              <a:srgbClr val="E06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C"/>
          </a:solidFill>
          <a:ln w="12700">
            <a:solidFill>
              <a:srgbClr val="70DB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وِخِ</a:t>
            </a:r>
            <a:endParaRPr lang="ar-SA" sz="61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5"/>
          </a:solidFill>
          <a:ln w="12700">
            <a:solidFill>
              <a:srgbClr val="64D8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A"/>
          </a:solidFill>
          <a:ln w="12700">
            <a:solidFill>
              <a:srgbClr val="47D1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وِدِ</a:t>
            </a:r>
            <a:endParaRPr lang="ar-SA" sz="72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وِذِ</a:t>
            </a:r>
            <a:endParaRPr lang="ar-SA" sz="72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190" y="4023360"/>
            <a:ext cx="721370" cy="105156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وِرِ</a:t>
            </a:r>
            <a:endParaRPr lang="ar-SA" sz="72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وِزِ</a:t>
            </a:r>
            <a:endParaRPr lang="ar-SA" sz="72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5EED"/>
          </a:solidFill>
          <a:ln w="12700">
            <a:solidFill>
              <a:srgbClr val="D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وِسِ</a:t>
            </a:r>
            <a:endParaRPr lang="ar-SA" sz="71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E052"/>
          </a:solidFill>
          <a:ln w="12700">
            <a:solidFill>
              <a:srgbClr val="5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70DB"/>
          </a:solidFill>
          <a:ln w="12700">
            <a:solidFill>
              <a:srgbClr val="A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وِشِ</a:t>
            </a:r>
            <a:endParaRPr lang="ar-SA" sz="71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864D8"/>
          </a:solidFill>
          <a:ln w="12700">
            <a:solidFill>
              <a:srgbClr val="7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47D1"/>
          </a:solidFill>
          <a:ln w="12700">
            <a:solidFill>
              <a:srgbClr val="4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وِصِ</a:t>
            </a:r>
            <a:endParaRPr lang="ar-SA" sz="7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وِضِ</a:t>
            </a:r>
            <a:endParaRPr lang="ar-SA" sz="67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وِطِ</a:t>
            </a:r>
            <a:endParaRPr lang="ar-SA" sz="72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وِظِ</a:t>
            </a:r>
            <a:endParaRPr lang="ar-SA" sz="72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25E"/>
          </a:solidFill>
          <a:ln w="12700">
            <a:solidFill>
              <a:srgbClr val="EDB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وِعِ</a:t>
            </a:r>
            <a:endParaRPr lang="ar-SA" sz="61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BE0"/>
          </a:solidFill>
          <a:ln w="12700">
            <a:solidFill>
              <a:srgbClr val="527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770"/>
          </a:solidFill>
          <a:ln w="12700">
            <a:solidFill>
              <a:srgbClr val="DB8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وِغِ</a:t>
            </a:r>
            <a:endParaRPr lang="ar-SA" sz="61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516" y="4297680"/>
            <a:ext cx="579044" cy="77724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D"/>
          </a:solidFill>
          <a:ln w="12700">
            <a:solidFill>
              <a:srgbClr val="D864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9"/>
          </a:solidFill>
          <a:ln w="12700">
            <a:solidFill>
              <a:srgbClr val="D147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وِفِ</a:t>
            </a:r>
            <a:endParaRPr lang="ar-SA" sz="72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وِقِ</a:t>
            </a:r>
            <a:endParaRPr lang="ar-SA" sz="72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3"/>
          </a:solidFill>
          <a:ln w="12700">
            <a:solidFill>
              <a:srgbClr val="7934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وِكِ</a:t>
            </a:r>
            <a:endParaRPr lang="ar-SA" sz="72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وِلِ</a:t>
            </a:r>
            <a:endParaRPr lang="ar-SA" sz="72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E"/>
          </a:solidFill>
          <a:ln w="12700">
            <a:solidFill>
              <a:srgbClr val="5EED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وِمِ</a:t>
            </a:r>
            <a:endParaRPr lang="ar-SA" sz="71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E"/>
          </a:solidFill>
          <a:ln w="12700">
            <a:solidFill>
              <a:srgbClr val="E052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DB70"/>
          </a:solidFill>
          <a:ln w="12700">
            <a:solidFill>
              <a:srgbClr val="7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وِنِ</a:t>
            </a:r>
            <a:endParaRPr lang="ar-SA" sz="72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009" y="4251960"/>
            <a:ext cx="564551" cy="82296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D864"/>
          </a:solidFill>
          <a:ln w="12700">
            <a:solidFill>
              <a:srgbClr val="8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CD147"/>
          </a:solidFill>
          <a:ln w="12700">
            <a:solidFill>
              <a:srgbClr val="8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وِهِ</a:t>
            </a:r>
            <a:endParaRPr lang="ar-SA" sz="72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إِوِبِ</a:t>
            </a:r>
            <a:endParaRPr lang="ar-SA" sz="62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271" y="4114800"/>
            <a:ext cx="715289" cy="96012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بِوِتِ</a:t>
            </a:r>
            <a:endParaRPr lang="ar-SA" sz="6400" dirty="0"/>
          </a:p>
        </p:txBody>
      </p:sp>
      <p:pic>
        <p:nvPicPr>
          <p:cNvPr id="26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988" y="3337560"/>
            <a:ext cx="1742572" cy="1737360"/>
          </a:xfrm>
          <a:prstGeom prst="rect">
            <a:avLst/>
          </a:prstGeom>
        </p:spPr>
      </p:pic>
      <p:pic>
        <p:nvPicPr>
          <p:cNvPr id="28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تِوِثِ</a:t>
            </a:r>
            <a:endParaRPr lang="ar-SA" sz="64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5EED"/>
          </a:solidFill>
          <a:ln w="12700">
            <a:solidFill>
              <a:srgbClr val="6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ثِوِجِ</a:t>
            </a:r>
            <a:endParaRPr lang="ar-SA" sz="54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E052"/>
          </a:solidFill>
          <a:ln w="12700">
            <a:solidFill>
              <a:srgbClr val="C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FDB"/>
          </a:solidFill>
          <a:ln w="12700">
            <a:solidFill>
              <a:srgbClr val="708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جِوِحِ</a:t>
            </a:r>
            <a:endParaRPr lang="ar-SA" sz="5400" dirty="0"/>
          </a:p>
        </p:txBody>
      </p:sp>
      <p:pic>
        <p:nvPicPr>
          <p:cNvPr id="2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7D8"/>
          </a:solidFill>
          <a:ln w="12700">
            <a:solidFill>
              <a:srgbClr val="64A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ED1"/>
          </a:solidFill>
          <a:ln w="12700">
            <a:solidFill>
              <a:srgbClr val="47A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حِوِخِ</a:t>
            </a:r>
            <a:endParaRPr lang="ar-SA" sz="54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3944" y="3337560"/>
            <a:ext cx="1358616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خِوِدِ</a:t>
            </a:r>
            <a:endParaRPr lang="ar-SA" sz="64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190" y="4023360"/>
            <a:ext cx="721370" cy="105156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دِوِذِ</a:t>
            </a:r>
            <a:endParaRPr lang="ar-SA" sz="6400" dirty="0"/>
          </a:p>
        </p:txBody>
      </p:sp>
      <p:pic>
        <p:nvPicPr>
          <p:cNvPr id="26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8855" y="3337560"/>
            <a:ext cx="1483705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ذِوِرِ</a:t>
            </a:r>
            <a:endParaRPr lang="ar-SA" sz="64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5"/>
          </a:solidFill>
          <a:ln w="12700">
            <a:solidFill>
              <a:srgbClr val="ED5E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رِوِزِ</a:t>
            </a:r>
            <a:endParaRPr lang="ar-SA" sz="64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B"/>
          </a:solidFill>
          <a:ln w="12700">
            <a:solidFill>
              <a:srgbClr val="52E0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A"/>
          </a:solidFill>
          <a:ln w="12700">
            <a:solidFill>
              <a:srgbClr val="DB70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زِوِسِ</a:t>
            </a:r>
            <a:endParaRPr lang="ar-SA" sz="63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سِوِشِ</a:t>
            </a:r>
            <a:endParaRPr lang="ar-SA" sz="63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899" y="3337560"/>
            <a:ext cx="2039661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شِوِصِ</a:t>
            </a:r>
            <a:endParaRPr lang="ar-SA" sz="63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11880"/>
            <a:ext cx="1094354" cy="146304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صِوِضِ</a:t>
            </a:r>
            <a:endParaRPr lang="ar-SA" sz="6000" dirty="0"/>
          </a:p>
        </p:txBody>
      </p:sp>
      <p:pic>
        <p:nvPicPr>
          <p:cNvPr id="26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3944" y="3337560"/>
            <a:ext cx="1358616" cy="1737360"/>
          </a:xfrm>
          <a:prstGeom prst="rect">
            <a:avLst/>
          </a:prstGeom>
        </p:spPr>
      </p:pic>
      <p:pic>
        <p:nvPicPr>
          <p:cNvPr id="28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ضِوِطِ</a:t>
            </a:r>
            <a:endParaRPr lang="ar-SA" sz="64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731" y="3337560"/>
            <a:ext cx="1191829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ED5E"/>
          </a:solidFill>
          <a:ln w="12700">
            <a:solidFill>
              <a:srgbClr val="9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طِوِظِ</a:t>
            </a:r>
            <a:endParaRPr lang="ar-SA" sz="64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52E0"/>
          </a:solidFill>
          <a:ln w="12700">
            <a:solidFill>
              <a:srgbClr val="B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DB70"/>
          </a:solidFill>
          <a:ln w="12700">
            <a:solidFill>
              <a:srgbClr val="C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ظِوِعِ</a:t>
            </a:r>
            <a:endParaRPr lang="ar-SA" sz="5400" dirty="0"/>
          </a:p>
        </p:txBody>
      </p:sp>
      <p:pic>
        <p:nvPicPr>
          <p:cNvPr id="29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516" y="4297680"/>
            <a:ext cx="579044" cy="777240"/>
          </a:xfrm>
          <a:prstGeom prst="rect">
            <a:avLst/>
          </a:prstGeom>
        </p:spPr>
      </p:pic>
      <p:pic>
        <p:nvPicPr>
          <p:cNvPr id="31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F64"/>
          </a:solidFill>
          <a:ln w="12700">
            <a:solidFill>
              <a:srgbClr val="D8C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F47"/>
          </a:solidFill>
          <a:ln w="12700">
            <a:solidFill>
              <a:srgbClr val="D1A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عِوِغِ</a:t>
            </a:r>
            <a:endParaRPr lang="ar-SA" sz="54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988" y="3337560"/>
            <a:ext cx="1742572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غِوِفِ</a:t>
            </a:r>
            <a:endParaRPr lang="ar-SA" sz="64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فِوِقِ</a:t>
            </a:r>
            <a:endParaRPr lang="ar-SA" sz="6400" dirty="0"/>
          </a:p>
        </p:txBody>
      </p:sp>
      <p:pic>
        <p:nvPicPr>
          <p:cNvPr id="26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899" y="3337560"/>
            <a:ext cx="2039661" cy="1737360"/>
          </a:xfrm>
          <a:prstGeom prst="rect">
            <a:avLst/>
          </a:prstGeom>
        </p:spPr>
      </p:pic>
      <p:pic>
        <p:nvPicPr>
          <p:cNvPr id="28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قِوِكِ</a:t>
            </a:r>
            <a:endParaRPr lang="ar-SA" sz="64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818" y="3337560"/>
            <a:ext cx="1959742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DED"/>
          </a:solidFill>
          <a:ln w="12700">
            <a:solidFill>
              <a:srgbClr val="5EB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كِوِلِ</a:t>
            </a:r>
            <a:endParaRPr lang="ar-SA" sz="64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452"/>
          </a:solidFill>
          <a:ln w="12700">
            <a:solidFill>
              <a:srgbClr val="E09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8"/>
          </a:solidFill>
          <a:ln w="12700">
            <a:solidFill>
              <a:srgbClr val="70DB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4785"/>
          </a:solidFill>
          <a:ln w="12700">
            <a:solidFill>
              <a:srgbClr val="5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لِوِمِ</a:t>
            </a:r>
            <a:endParaRPr lang="ar-SA" sz="6300" dirty="0"/>
          </a:p>
        </p:txBody>
      </p:sp>
      <p:pic>
        <p:nvPicPr>
          <p:cNvPr id="2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009" y="4251960"/>
            <a:ext cx="564551" cy="822960"/>
          </a:xfrm>
          <a:prstGeom prst="rect">
            <a:avLst/>
          </a:prstGeom>
        </p:spPr>
      </p:pic>
      <p:pic>
        <p:nvPicPr>
          <p:cNvPr id="31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2"/>
          </a:solidFill>
          <a:ln w="12700">
            <a:solidFill>
              <a:srgbClr val="64D8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D"/>
          </a:solidFill>
          <a:ln w="12700">
            <a:solidFill>
              <a:srgbClr val="47D1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مِوِنِ</a:t>
            </a:r>
            <a:endParaRPr lang="ar-SA" sz="64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8855" y="3337560"/>
            <a:ext cx="1483705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نِوِهِ</a:t>
            </a:r>
            <a:endParaRPr lang="ar-SA" sz="64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271" y="4114800"/>
            <a:ext cx="715289" cy="96012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7934"/>
          </a:solidFill>
          <a:ln w="12700">
            <a:solidFill>
              <a:srgbClr val="3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هِوِإِ</a:t>
            </a:r>
            <a:endParaRPr lang="ar-SA" sz="6200" dirty="0"/>
          </a:p>
        </p:txBody>
      </p:sp>
      <p:pic>
        <p:nvPicPr>
          <p:cNvPr id="26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988" y="3337560"/>
            <a:ext cx="1742572" cy="1737360"/>
          </a:xfrm>
          <a:prstGeom prst="rect">
            <a:avLst/>
          </a:prstGeom>
        </p:spPr>
      </p:pic>
      <p:pic>
        <p:nvPicPr>
          <p:cNvPr id="28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إِوِ</a:t>
            </a:r>
            <a:endParaRPr lang="ar-SA" sz="7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0"/>
          </a:solidFill>
          <a:ln w="12700">
            <a:solidFill>
              <a:srgbClr val="ED5E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</a:t>
            </a:r>
            <a:endParaRPr lang="ar-SA" sz="72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0"/>
          </a:solidFill>
          <a:ln w="12700">
            <a:solidFill>
              <a:srgbClr val="52E0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70DB"/>
          </a:solidFill>
          <a:ln w="12700">
            <a:solidFill>
              <a:srgbClr val="B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تِوِ</a:t>
            </a:r>
            <a:endParaRPr lang="ar-SA" sz="72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64D8"/>
          </a:solidFill>
          <a:ln w="12700">
            <a:solidFill>
              <a:srgbClr val="9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47D1"/>
          </a:solidFill>
          <a:ln w="12700">
            <a:solidFill>
              <a:srgbClr val="6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ثِوِ</a:t>
            </a:r>
            <a:endParaRPr lang="ar-SA" sz="72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جِوِ</a:t>
            </a:r>
            <a:endParaRPr lang="ar-SA" sz="72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190" y="4023360"/>
            <a:ext cx="721370" cy="105156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079"/>
          </a:solidFill>
          <a:ln w="12700">
            <a:solidFill>
              <a:srgbClr val="345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حِوِ</a:t>
            </a:r>
            <a:endParaRPr lang="ar-SA" sz="72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خِوِ</a:t>
            </a:r>
            <a:endParaRPr lang="ar-SA" sz="72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65E"/>
          </a:solidFill>
          <a:ln w="12700">
            <a:solidFill>
              <a:srgbClr val="EDD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دِوِ</a:t>
            </a:r>
            <a:endParaRPr lang="ar-SA" sz="72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6E0"/>
          </a:solidFill>
          <a:ln w="12700">
            <a:solidFill>
              <a:srgbClr val="525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270"/>
          </a:solidFill>
          <a:ln w="12700">
            <a:solidFill>
              <a:srgbClr val="DBA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ذِوِ</a:t>
            </a:r>
            <a:endParaRPr lang="ar-SA" sz="72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864"/>
          </a:solidFill>
          <a:ln w="12700">
            <a:solidFill>
              <a:srgbClr val="D87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947"/>
          </a:solidFill>
          <a:ln w="12700">
            <a:solidFill>
              <a:srgbClr val="D14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رِوِ</a:t>
            </a:r>
            <a:endParaRPr lang="ar-SA" sz="72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زِوِ</a:t>
            </a:r>
            <a:endParaRPr lang="ar-SA" sz="72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سِوِ</a:t>
            </a:r>
            <a:endParaRPr lang="ar-SA" sz="72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شِوِ</a:t>
            </a:r>
            <a:endParaRPr lang="ar-SA" sz="72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3"/>
          </a:solidFill>
          <a:ln w="12700">
            <a:solidFill>
              <a:srgbClr val="5EED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صِوِ</a:t>
            </a:r>
            <a:endParaRPr lang="ar-SA" sz="72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A"/>
          </a:solidFill>
          <a:ln w="12700">
            <a:solidFill>
              <a:srgbClr val="E052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7"/>
          </a:solidFill>
          <a:ln w="12700">
            <a:solidFill>
              <a:srgbClr val="70DB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ضِوِ</a:t>
            </a:r>
            <a:endParaRPr lang="ar-SA" sz="72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516" y="4297680"/>
            <a:ext cx="579044" cy="77724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D864"/>
          </a:solidFill>
          <a:ln w="12700">
            <a:solidFill>
              <a:srgbClr val="6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D147"/>
          </a:solidFill>
          <a:ln w="12700">
            <a:solidFill>
              <a:srgbClr val="6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طِوِ</a:t>
            </a:r>
            <a:endParaRPr lang="ar-SA" sz="72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ظِوِ</a:t>
            </a:r>
            <a:endParaRPr lang="ar-SA" sz="72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عِوِ</a:t>
            </a:r>
            <a:endParaRPr lang="ar-SA" sz="72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غِوِ</a:t>
            </a:r>
            <a:endParaRPr lang="ar-SA" sz="72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F5EED"/>
          </a:solidFill>
          <a:ln w="12700">
            <a:solidFill>
              <a:srgbClr val="8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فِوِ</a:t>
            </a:r>
            <a:endParaRPr lang="ar-SA" sz="72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E052"/>
          </a:solidFill>
          <a:ln w="12700">
            <a:solidFill>
              <a:srgbClr val="9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4DB"/>
          </a:solidFill>
          <a:ln w="12700">
            <a:solidFill>
              <a:srgbClr val="707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2"/>
          </a:solidFill>
          <a:ln w="12700">
            <a:solidFill>
              <a:srgbClr val="8547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قِوِ</a:t>
            </a:r>
            <a:endParaRPr lang="ar-SA" sz="72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009" y="4251960"/>
            <a:ext cx="564551" cy="82296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AD8"/>
          </a:solidFill>
          <a:ln w="12700">
            <a:solidFill>
              <a:srgbClr val="648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BD1"/>
          </a:solidFill>
          <a:ln w="12700">
            <a:solidFill>
              <a:srgbClr val="478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كِوِ</a:t>
            </a:r>
            <a:endParaRPr lang="ar-SA" sz="72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لِوِ</a:t>
            </a:r>
            <a:endParaRPr lang="ar-SA" sz="72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271" y="4114800"/>
            <a:ext cx="715289" cy="96012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F"/>
          </a:solidFill>
          <a:ln w="12700">
            <a:solidFill>
              <a:srgbClr val="3479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مِوِ</a:t>
            </a:r>
            <a:endParaRPr lang="ar-SA" sz="72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نِوِ</a:t>
            </a:r>
            <a:endParaRPr lang="ar-SA" sz="72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C5E"/>
          </a:solidFill>
          <a:ln w="12700">
            <a:solidFill>
              <a:srgbClr val="ED6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هِوِ</a:t>
            </a:r>
            <a:endParaRPr lang="ar-SA" sz="72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1E0"/>
          </a:solidFill>
          <a:ln w="12700">
            <a:solidFill>
              <a:srgbClr val="52C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E"/>
          </a:solidFill>
          <a:ln w="12700">
            <a:solidFill>
              <a:srgbClr val="DB70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8547"/>
          </a:solidFill>
          <a:ln w="12700">
            <a:solidFill>
              <a:srgbClr val="8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5336" y="896112"/>
            <a:ext cx="18046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0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5336" y="896112"/>
            <a:ext cx="18046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24013" y="896112"/>
            <a:ext cx="21712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0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4013" y="896112"/>
            <a:ext cx="21712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33874" y="2834640"/>
            <a:ext cx="36762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33874" y="2834640"/>
            <a:ext cx="36762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 وَشَكَرَ</a:t>
            </a:r>
            <a:endParaRPr lang="ar-SA" sz="47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1783080"/>
            <a:ext cx="1753453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7"/>
          </a:solidFill>
          <a:ln w="12700">
            <a:solidFill>
              <a:srgbClr val="D864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D"/>
          </a:solidFill>
          <a:ln w="12700">
            <a:solidFill>
              <a:srgbClr val="D147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35611" y="896112"/>
            <a:ext cx="19382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35611" y="896112"/>
            <a:ext cx="19382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70141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E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70141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94899" y="2834640"/>
            <a:ext cx="35542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94899" y="2834640"/>
            <a:ext cx="35542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 وَفَرِحَ</a:t>
            </a:r>
            <a:endParaRPr lang="ar-SA" sz="4700" dirty="0"/>
          </a:p>
        </p:txBody>
      </p:sp>
      <p:pic>
        <p:nvPicPr>
          <p:cNvPr id="17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1783080"/>
            <a:ext cx="1215603" cy="1554480"/>
          </a:xfrm>
          <a:prstGeom prst="rect">
            <a:avLst/>
          </a:prstGeom>
        </p:spPr>
      </p:pic>
      <p:pic>
        <p:nvPicPr>
          <p:cNvPr id="19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46886" y="896112"/>
            <a:ext cx="18868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C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46886" y="896112"/>
            <a:ext cx="18868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10275" y="896112"/>
            <a:ext cx="21165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C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10275" y="896112"/>
            <a:ext cx="21165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وَسَمِعَ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35302" y="2834640"/>
            <a:ext cx="36733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35302" y="2834640"/>
            <a:ext cx="36733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وَسَمِعَ</a:t>
            </a:r>
            <a:endParaRPr lang="ar-SA" sz="4700" dirty="0"/>
          </a:p>
        </p:txBody>
      </p:sp>
      <p:pic>
        <p:nvPicPr>
          <p:cNvPr id="18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1783080"/>
            <a:ext cx="1066373" cy="1554480"/>
          </a:xfrm>
          <a:prstGeom prst="rect">
            <a:avLst/>
          </a:prstGeom>
        </p:spPr>
      </p:pic>
      <p:pic>
        <p:nvPicPr>
          <p:cNvPr id="20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54146" y="896112"/>
            <a:ext cx="15937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3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54146" y="896112"/>
            <a:ext cx="15937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وَثِقَ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696071" y="896112"/>
            <a:ext cx="18380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3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96071" y="896112"/>
            <a:ext cx="18380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وَأَمِنَ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45315" y="2834640"/>
            <a:ext cx="30533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45315" y="2834640"/>
            <a:ext cx="30533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وَثِقَ وَأَمِنَ</a:t>
            </a:r>
            <a:endParaRPr lang="ar-SA" sz="4400" dirty="0"/>
          </a:p>
        </p:txBody>
      </p:sp>
      <p:pic>
        <p:nvPicPr>
          <p:cNvPr id="1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1783080"/>
            <a:ext cx="1327526" cy="1554480"/>
          </a:xfrm>
          <a:prstGeom prst="rect">
            <a:avLst/>
          </a:prstGeom>
        </p:spPr>
      </p:pic>
      <p:pic>
        <p:nvPicPr>
          <p:cNvPr id="21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16-waw</dc:title>
  <dc:subject>PptxGenJS Presentation</dc:subject>
  <dc:creator>PptxGenJS</dc:creator>
  <cp:lastModifiedBy>PptxGenJS</cp:lastModifiedBy>
  <cp:revision>1</cp:revision>
  <dcterms:created xsi:type="dcterms:W3CDTF">2026-10-20T22:47:06Z</dcterms:created>
  <dcterms:modified xsi:type="dcterms:W3CDTF">2026-10-20T22:47:06Z</dcterms:modified>
</cp:coreProperties>
</file>