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</p:sldIdLst>
  <p:notesMasterIdLst>
    <p:notesMasterId r:id="rId8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notesMaster" Target="notesMasters/notesMaster1.xml"/><Relationship Id="rId86" Type="http://schemas.openxmlformats.org/officeDocument/2006/relationships/presProps" Target="presProps.xml"/><Relationship Id="rId87" Type="http://schemas.openxmlformats.org/officeDocument/2006/relationships/viewProps" Target="viewProps.xml"/><Relationship Id="rId88" Type="http://schemas.openxmlformats.org/officeDocument/2006/relationships/theme" Target="theme/theme1.xml"/><Relationship Id="rId8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2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3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6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7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image" Target="../media/image-3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image" Target="../media/image-8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image" Target="../media/image-8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EED5E"/>
          </a:solidFill>
          <a:ln w="12700">
            <a:solidFill>
              <a:srgbClr val="B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11000" dirty="0"/>
          </a:p>
        </p:txBody>
      </p:sp>
      <p:sp>
        <p:nvSpPr>
          <p:cNvPr id="20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11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589959" cy="16459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6931" y="1783080"/>
            <a:ext cx="875629" cy="16459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352E0"/>
          </a:solidFill>
          <a:ln w="12700">
            <a:solidFill>
              <a:srgbClr val="9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770"/>
          </a:solidFill>
          <a:ln w="12700">
            <a:solidFill>
              <a:srgbClr val="DBD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9"/>
          </a:solidFill>
          <a:ln w="12700">
            <a:solidFill>
              <a:srgbClr val="47855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وِإِ</a:t>
            </a:r>
            <a:endParaRPr lang="ar-SA" sz="70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3463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264"/>
          </a:solidFill>
          <a:ln w="12700">
            <a:solidFill>
              <a:srgbClr val="D8B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C47"/>
          </a:solidFill>
          <a:ln w="12700">
            <a:solidFill>
              <a:srgbClr val="D18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وِبِ</a:t>
            </a:r>
            <a:endParaRPr lang="ar-SA" sz="72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42832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2216" y="3515868"/>
            <a:ext cx="1750344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وِتِ</a:t>
            </a:r>
            <a:endParaRPr lang="ar-SA" sz="72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5196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7819" y="3835908"/>
            <a:ext cx="714741" cy="12344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3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1"/>
          </a:solidFill>
          <a:ln w="12700">
            <a:solidFill>
              <a:srgbClr val="642B5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0"/>
          </a:solidFill>
          <a:ln w="12700">
            <a:solidFill>
              <a:srgbClr val="79344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وِثِ</a:t>
            </a:r>
            <a:endParaRPr lang="ar-SA" sz="72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94013" cy="1417320"/>
          </a:xfrm>
          <a:prstGeom prst="rect">
            <a:avLst/>
          </a:prstGeom>
        </p:spPr>
      </p:pic>
      <p:pic>
        <p:nvPicPr>
          <p:cNvPr id="23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5901" y="3515868"/>
            <a:ext cx="1616659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وِجِ</a:t>
            </a:r>
            <a:endParaRPr lang="ar-SA" sz="6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9133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4908" y="3515868"/>
            <a:ext cx="1787652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1ED"/>
          </a:solidFill>
          <a:ln w="12700">
            <a:solidFill>
              <a:srgbClr val="5EE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وِحِ</a:t>
            </a:r>
            <a:endParaRPr lang="ar-SA" sz="61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2038" y="2080260"/>
            <a:ext cx="520522" cy="10515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14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F52"/>
          </a:solidFill>
          <a:ln w="12700">
            <a:solidFill>
              <a:srgbClr val="E06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C"/>
          </a:solidFill>
          <a:ln w="12700">
            <a:solidFill>
              <a:srgbClr val="70DBB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A4785"/>
          </a:solidFill>
          <a:ln w="12700">
            <a:solidFill>
              <a:srgbClr val="4A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وِخِ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76691" cy="14173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5"/>
          </a:solidFill>
          <a:ln w="12700">
            <a:solidFill>
              <a:srgbClr val="64D89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A"/>
          </a:solidFill>
          <a:ln w="12700">
            <a:solidFill>
              <a:srgbClr val="47D16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وِدِ</a:t>
            </a:r>
            <a:endParaRPr lang="ar-SA" sz="72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80470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7325" y="3515868"/>
            <a:ext cx="1105235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وِذِ</a:t>
            </a:r>
            <a:endParaRPr lang="ar-SA" sz="72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76691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9470" y="3515868"/>
            <a:ext cx="673090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2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F642B"/>
          </a:solidFill>
          <a:ln w="12700">
            <a:solidFill>
              <a:srgbClr val="5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17934"/>
          </a:solidFill>
          <a:ln w="12700">
            <a:solidFill>
              <a:srgbClr val="5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وِرِ</a:t>
            </a:r>
            <a:endParaRPr lang="ar-SA" sz="72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4141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وِزِ</a:t>
            </a:r>
            <a:endParaRPr lang="ar-SA" sz="72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8377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7266" y="3515868"/>
            <a:ext cx="2305294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65EED"/>
          </a:solidFill>
          <a:ln w="12700">
            <a:solidFill>
              <a:srgbClr val="D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0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وِسِ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7E052"/>
          </a:solidFill>
          <a:ln w="12700">
            <a:solidFill>
              <a:srgbClr val="5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170DB"/>
          </a:solidFill>
          <a:ln w="12700">
            <a:solidFill>
              <a:srgbClr val="A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4"/>
          </a:solidFill>
          <a:ln w="12700">
            <a:solidFill>
              <a:srgbClr val="85475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0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وِشِ</a:t>
            </a:r>
            <a:endParaRPr lang="ar-SA" sz="7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92282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864D8"/>
          </a:solidFill>
          <a:ln w="12700">
            <a:solidFill>
              <a:srgbClr val="7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847D1"/>
          </a:solidFill>
          <a:ln w="12700">
            <a:solidFill>
              <a:srgbClr val="4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وِصِ</a:t>
            </a:r>
            <a:endParaRPr lang="ar-SA" sz="7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71808" cy="141732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1019" y="3515868"/>
            <a:ext cx="2911541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وِضِ</a:t>
            </a:r>
            <a:endParaRPr lang="ar-SA" sz="67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62518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6709" y="3835908"/>
            <a:ext cx="725851" cy="12344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4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B"/>
          </a:solidFill>
          <a:ln w="12700">
            <a:solidFill>
              <a:srgbClr val="2B645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279"/>
          </a:solidFill>
          <a:ln w="12700">
            <a:solidFill>
              <a:srgbClr val="3462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وِطِ</a:t>
            </a:r>
            <a:endParaRPr lang="ar-SA" sz="72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12754" cy="1417320"/>
          </a:xfrm>
          <a:prstGeom prst="rect">
            <a:avLst/>
          </a:prstGeom>
        </p:spPr>
      </p:pic>
      <p:pic>
        <p:nvPicPr>
          <p:cNvPr id="23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1654" y="3515868"/>
            <a:ext cx="1580906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وِظِ</a:t>
            </a:r>
            <a:endParaRPr lang="ar-SA" sz="72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2992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636" y="3515868"/>
            <a:ext cx="2679924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25E"/>
          </a:solidFill>
          <a:ln w="12700">
            <a:solidFill>
              <a:srgbClr val="EDB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وِعِ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3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BE0"/>
          </a:solidFill>
          <a:ln w="12700">
            <a:solidFill>
              <a:srgbClr val="527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770"/>
          </a:solidFill>
          <a:ln w="12700">
            <a:solidFill>
              <a:srgbClr val="DB8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38547"/>
          </a:solidFill>
          <a:ln w="12700">
            <a:solidFill>
              <a:srgbClr val="6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وِغِ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0314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D"/>
          </a:solidFill>
          <a:ln w="12700">
            <a:solidFill>
              <a:srgbClr val="D8646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9"/>
          </a:solidFill>
          <a:ln w="12700">
            <a:solidFill>
              <a:srgbClr val="D1476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وِفِ</a:t>
            </a:r>
            <a:endParaRPr lang="ar-SA" sz="72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58108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9392" y="3515868"/>
            <a:ext cx="1203168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وِقِ</a:t>
            </a:r>
            <a:endParaRPr lang="ar-SA" sz="72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01416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7258" y="3973068"/>
            <a:ext cx="725302" cy="10972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C2B64"/>
          </a:solidFill>
          <a:ln w="12700">
            <a:solidFill>
              <a:srgbClr val="4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3"/>
          </a:solidFill>
          <a:ln w="12700">
            <a:solidFill>
              <a:srgbClr val="79347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وِكِ</a:t>
            </a:r>
            <a:endParaRPr lang="ar-SA" sz="72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819839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3673" y="3515868"/>
            <a:ext cx="1608887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وِلِ</a:t>
            </a:r>
            <a:endParaRPr lang="ar-SA" sz="72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1573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4908" y="3515868"/>
            <a:ext cx="1787652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E"/>
          </a:solidFill>
          <a:ln w="12700">
            <a:solidFill>
              <a:srgbClr val="5EED8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وِمِ</a:t>
            </a:r>
            <a:endParaRPr lang="ar-SA" sz="71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0496" y="2034540"/>
            <a:ext cx="512064" cy="11430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E"/>
          </a:solidFill>
          <a:ln w="12700">
            <a:solidFill>
              <a:srgbClr val="E0529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4DB70"/>
          </a:solidFill>
          <a:ln w="12700">
            <a:solidFill>
              <a:srgbClr val="7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385"/>
          </a:solidFill>
          <a:ln w="12700">
            <a:solidFill>
              <a:srgbClr val="4773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وِنِ</a:t>
            </a:r>
            <a:endParaRPr lang="ar-SA" sz="72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29920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AD864"/>
          </a:solidFill>
          <a:ln w="12700">
            <a:solidFill>
              <a:srgbClr val="8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CD147"/>
          </a:solidFill>
          <a:ln w="12700">
            <a:solidFill>
              <a:srgbClr val="8C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وِهِ</a:t>
            </a:r>
            <a:endParaRPr lang="ar-SA" sz="72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55588" cy="141732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6608" y="3515868"/>
            <a:ext cx="1995952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إِوِبِ</a:t>
            </a:r>
            <a:endParaRPr lang="ar-SA" sz="62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80029" cy="15087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9478" y="4064508"/>
            <a:ext cx="703082" cy="10058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3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E2B"/>
          </a:solidFill>
          <a:ln w="12700">
            <a:solidFill>
              <a:srgbClr val="643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E34"/>
          </a:solidFill>
          <a:ln w="12700">
            <a:solidFill>
              <a:srgbClr val="796E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8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بِوِتِ</a:t>
            </a:r>
            <a:endParaRPr lang="ar-SA" sz="64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34409" cy="1508760"/>
          </a:xfrm>
          <a:prstGeom prst="rect">
            <a:avLst/>
          </a:prstGeom>
        </p:spPr>
      </p:pic>
      <p:pic>
        <p:nvPicPr>
          <p:cNvPr id="27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2231" y="3332988"/>
            <a:ext cx="1810329" cy="17373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تِوِثِ</a:t>
            </a:r>
            <a:endParaRPr lang="ar-SA" sz="64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03082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6055" y="3332988"/>
            <a:ext cx="2576505" cy="17373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B5EED"/>
          </a:solidFill>
          <a:ln w="12700">
            <a:solidFill>
              <a:srgbClr val="6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ثِوِجِ</a:t>
            </a:r>
            <a:endParaRPr lang="ar-SA" sz="5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433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2E052"/>
          </a:solidFill>
          <a:ln w="12700">
            <a:solidFill>
              <a:srgbClr val="C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FDB"/>
          </a:solidFill>
          <a:ln w="12700">
            <a:solidFill>
              <a:srgbClr val="708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2"/>
          </a:solidFill>
          <a:ln w="12700">
            <a:solidFill>
              <a:srgbClr val="85478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جِوِحِ</a:t>
            </a:r>
            <a:endParaRPr lang="ar-SA" sz="54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93608" cy="15087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7D8"/>
          </a:solidFill>
          <a:ln w="12700">
            <a:solidFill>
              <a:srgbClr val="64A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ED1"/>
          </a:solidFill>
          <a:ln w="12700">
            <a:solidFill>
              <a:srgbClr val="47A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حِوِخِ</a:t>
            </a:r>
            <a:endParaRPr lang="ar-SA" sz="5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2213351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2312" y="3332988"/>
            <a:ext cx="1890248" cy="17373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خِوِدِ</a:t>
            </a:r>
            <a:endParaRPr lang="ar-SA" sz="6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6661" cy="15087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3991" y="3835908"/>
            <a:ext cx="708569" cy="12344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2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0"/>
          </a:solidFill>
          <a:ln w="12700">
            <a:solidFill>
              <a:srgbClr val="2B643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D"/>
          </a:solidFill>
          <a:ln w="12700">
            <a:solidFill>
              <a:srgbClr val="34795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دِوِذِ</a:t>
            </a:r>
            <a:endParaRPr lang="ar-SA" sz="64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744127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0331" y="3332988"/>
            <a:ext cx="1652229" cy="17373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ذِوِرِ</a:t>
            </a:r>
            <a:endParaRPr lang="ar-SA" sz="64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42310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7351" y="3332988"/>
            <a:ext cx="2995209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5"/>
          </a:solidFill>
          <a:ln w="12700">
            <a:solidFill>
              <a:srgbClr val="ED5E7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رِوِزِ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4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B"/>
          </a:solidFill>
          <a:ln w="12700">
            <a:solidFill>
              <a:srgbClr val="52E0D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A"/>
          </a:solidFill>
          <a:ln w="12700">
            <a:solidFill>
              <a:srgbClr val="DB70A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847"/>
          </a:solidFill>
          <a:ln w="12700">
            <a:solidFill>
              <a:srgbClr val="857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5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زِوِسِ</a:t>
            </a:r>
            <a:endParaRPr lang="ar-SA" sz="63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75924" cy="15087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4"/>
          </a:solidFill>
          <a:ln w="12700">
            <a:solidFill>
              <a:srgbClr val="D864C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D0"/>
          </a:solidFill>
          <a:ln w="12700">
            <a:solidFill>
              <a:srgbClr val="D147D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سِوِشِ</a:t>
            </a:r>
            <a:endParaRPr lang="ar-SA" sz="63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2524155" cy="1508760"/>
          </a:xfrm>
          <a:prstGeom prst="rect">
            <a:avLst/>
          </a:prstGeom>
        </p:spPr>
      </p:pic>
      <p:pic>
        <p:nvPicPr>
          <p:cNvPr id="25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5706" y="3332988"/>
            <a:ext cx="1806854" cy="17373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شِوِصِ</a:t>
            </a:r>
            <a:endParaRPr lang="ar-SA" sz="63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34766" cy="15087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4814" y="3973068"/>
            <a:ext cx="707746" cy="10972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3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464"/>
          </a:solidFill>
          <a:ln w="12700">
            <a:solidFill>
              <a:srgbClr val="2B3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C3479"/>
          </a:solidFill>
          <a:ln w="12700">
            <a:solidFill>
              <a:srgbClr val="4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3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صِوِضِ</a:t>
            </a:r>
            <a:endParaRPr lang="ar-SA" sz="60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911599" cy="1508760"/>
          </a:xfrm>
          <a:prstGeom prst="rect">
            <a:avLst/>
          </a:prstGeom>
        </p:spPr>
      </p:pic>
      <p:pic>
        <p:nvPicPr>
          <p:cNvPr id="27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4172" y="3332988"/>
            <a:ext cx="2008388" cy="17373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ضِوِطِ</a:t>
            </a:r>
            <a:endParaRPr lang="ar-SA" sz="64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04591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4596" y="3332988"/>
            <a:ext cx="1997964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9ED5E"/>
          </a:solidFill>
          <a:ln w="12700">
            <a:solidFill>
              <a:srgbClr val="9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طِوِظِ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852E0"/>
          </a:solidFill>
          <a:ln w="12700">
            <a:solidFill>
              <a:srgbClr val="B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4DB70"/>
          </a:solidFill>
          <a:ln w="12700">
            <a:solidFill>
              <a:srgbClr val="C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9"/>
          </a:solidFill>
          <a:ln w="12700">
            <a:solidFill>
              <a:srgbClr val="47856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ظِوِعِ</a:t>
            </a:r>
            <a:endParaRPr lang="ar-SA" sz="54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86486" cy="15087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F64"/>
          </a:solidFill>
          <a:ln w="12700">
            <a:solidFill>
              <a:srgbClr val="D8C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F47"/>
          </a:solidFill>
          <a:ln w="12700">
            <a:solidFill>
              <a:srgbClr val="D1A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عِوِغِ</a:t>
            </a:r>
            <a:endParaRPr lang="ar-SA" sz="5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041044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غِوِفِ</a:t>
            </a:r>
            <a:endParaRPr lang="ar-SA" sz="6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42310" cy="15087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1373" y="4064508"/>
            <a:ext cx="721187" cy="10058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31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2"/>
          </a:solidFill>
          <a:ln w="12700">
            <a:solidFill>
              <a:srgbClr val="642B4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A34"/>
          </a:solidFill>
          <a:ln w="12700">
            <a:solidFill>
              <a:srgbClr val="793A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فِوِقِ</a:t>
            </a:r>
            <a:endParaRPr lang="ar-SA" sz="64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463497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2835" y="3332988"/>
            <a:ext cx="1549725" cy="17373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قِوِكِ</a:t>
            </a:r>
            <a:endParaRPr lang="ar-SA" sz="64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81960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6055" y="3332988"/>
            <a:ext cx="2576505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DED"/>
          </a:solidFill>
          <a:ln w="12700">
            <a:solidFill>
              <a:srgbClr val="5EB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كِوِلِ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431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452"/>
          </a:solidFill>
          <a:ln w="12700">
            <a:solidFill>
              <a:srgbClr val="E09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8"/>
          </a:solidFill>
          <a:ln w="12700">
            <a:solidFill>
              <a:srgbClr val="70DBD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A4785"/>
          </a:solidFill>
          <a:ln w="12700">
            <a:solidFill>
              <a:srgbClr val="5A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لِوِمِ</a:t>
            </a:r>
            <a:endParaRPr lang="ar-SA" sz="63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2135" cy="15087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2"/>
          </a:solidFill>
          <a:ln w="12700">
            <a:solidFill>
              <a:srgbClr val="64D8B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D"/>
          </a:solidFill>
          <a:ln w="12700">
            <a:solidFill>
              <a:srgbClr val="47D18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مِوِنِ</a:t>
            </a:r>
            <a:endParaRPr lang="ar-SA" sz="6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391077" cy="1508760"/>
          </a:xfrm>
          <a:prstGeom prst="rect">
            <a:avLst/>
          </a:prstGeom>
        </p:spPr>
      </p:pic>
      <p:pic>
        <p:nvPicPr>
          <p:cNvPr id="25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5665" y="3332988"/>
            <a:ext cx="1766895" cy="17373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نِوِهِ</a:t>
            </a:r>
            <a:endParaRPr lang="ar-SA" sz="6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24205" cy="15087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8596" y="3607308"/>
            <a:ext cx="713964" cy="14630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433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1642B"/>
          </a:solidFill>
          <a:ln w="12700">
            <a:solidFill>
              <a:srgbClr val="5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F7934"/>
          </a:solidFill>
          <a:ln w="12700">
            <a:solidFill>
              <a:srgbClr val="3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هِوِإِ</a:t>
            </a:r>
            <a:endParaRPr lang="ar-SA" sz="62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707916" cy="1508760"/>
          </a:xfrm>
          <a:prstGeom prst="rect">
            <a:avLst/>
          </a:prstGeom>
        </p:spPr>
      </p:pic>
      <p:pic>
        <p:nvPicPr>
          <p:cNvPr id="27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7647" y="3332988"/>
            <a:ext cx="2004913" cy="17373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إِوِ</a:t>
            </a:r>
            <a:endParaRPr lang="ar-SA" sz="7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732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636" y="3515868"/>
            <a:ext cx="2679924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0"/>
          </a:solidFill>
          <a:ln w="12700">
            <a:solidFill>
              <a:srgbClr val="ED5EE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بِوِ</a:t>
            </a:r>
            <a:endParaRPr lang="ar-SA" sz="72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2541" y="2103120"/>
            <a:ext cx="520019" cy="10058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2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0"/>
          </a:solidFill>
          <a:ln w="12700">
            <a:solidFill>
              <a:srgbClr val="52E07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D70DB"/>
          </a:solidFill>
          <a:ln w="12700">
            <a:solidFill>
              <a:srgbClr val="B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A47"/>
          </a:solidFill>
          <a:ln w="12700">
            <a:solidFill>
              <a:srgbClr val="854A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تِوِ</a:t>
            </a:r>
            <a:endParaRPr lang="ar-SA" sz="72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2676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564D8"/>
          </a:solidFill>
          <a:ln w="12700">
            <a:solidFill>
              <a:srgbClr val="9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B47D1"/>
          </a:solidFill>
          <a:ln w="12700">
            <a:solidFill>
              <a:srgbClr val="6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ثِوِ</a:t>
            </a:r>
            <a:endParaRPr lang="ar-SA" sz="72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96690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3673" y="3515868"/>
            <a:ext cx="1608887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جِوِ</a:t>
            </a:r>
            <a:endParaRPr lang="ar-SA" sz="72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60313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2607" y="3744468"/>
            <a:ext cx="719953" cy="13258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44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F64"/>
          </a:solidFill>
          <a:ln w="12700">
            <a:solidFill>
              <a:srgbClr val="2B5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079"/>
          </a:solidFill>
          <a:ln w="12700">
            <a:solidFill>
              <a:srgbClr val="3450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حِوِ</a:t>
            </a:r>
            <a:endParaRPr lang="ar-SA" sz="72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0802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2293" y="3515868"/>
            <a:ext cx="1220267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خِوِ</a:t>
            </a:r>
            <a:endParaRPr lang="ar-SA" sz="72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00786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4908" y="3515868"/>
            <a:ext cx="1787652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65E"/>
          </a:solidFill>
          <a:ln w="12700">
            <a:solidFill>
              <a:srgbClr val="EDD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دِوِ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42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6E0"/>
          </a:solidFill>
          <a:ln w="12700">
            <a:solidFill>
              <a:srgbClr val="525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270"/>
          </a:solidFill>
          <a:ln w="12700">
            <a:solidFill>
              <a:srgbClr val="DBA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48547"/>
          </a:solidFill>
          <a:ln w="12700">
            <a:solidFill>
              <a:srgbClr val="5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ذِوِ</a:t>
            </a:r>
            <a:endParaRPr lang="ar-SA" sz="72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928573" cy="13716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864"/>
          </a:solidFill>
          <a:ln w="12700">
            <a:solidFill>
              <a:srgbClr val="D87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947"/>
          </a:solidFill>
          <a:ln w="12700">
            <a:solidFill>
              <a:srgbClr val="D14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رِوِ</a:t>
            </a:r>
            <a:endParaRPr lang="ar-SA" sz="72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14801" cy="141732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2792" y="3515868"/>
            <a:ext cx="1619768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زِوِ</a:t>
            </a:r>
            <a:endParaRPr lang="ar-SA" sz="72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17794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5272" y="3881628"/>
            <a:ext cx="707288" cy="11887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2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B2B64"/>
          </a:solidFill>
          <a:ln w="12700">
            <a:solidFill>
              <a:srgbClr val="5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2"/>
          </a:solidFill>
          <a:ln w="12700">
            <a:solidFill>
              <a:srgbClr val="79346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سِوِ</a:t>
            </a:r>
            <a:endParaRPr lang="ar-SA" sz="72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739052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891" y="3515868"/>
            <a:ext cx="1602669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شِوِ</a:t>
            </a:r>
            <a:endParaRPr lang="ar-SA" sz="72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77163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7266" y="3515868"/>
            <a:ext cx="2305294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3"/>
          </a:solidFill>
          <a:ln w="12700">
            <a:solidFill>
              <a:srgbClr val="5EEDB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صِوِ</a:t>
            </a:r>
            <a:endParaRPr lang="ar-SA" sz="72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4977" y="2011680"/>
            <a:ext cx="507583" cy="11887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4314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A"/>
          </a:solidFill>
          <a:ln w="12700">
            <a:solidFill>
              <a:srgbClr val="E0527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7"/>
          </a:solidFill>
          <a:ln w="12700">
            <a:solidFill>
              <a:srgbClr val="70DB8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385"/>
          </a:solidFill>
          <a:ln w="12700">
            <a:solidFill>
              <a:srgbClr val="4763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ضِوِ</a:t>
            </a:r>
            <a:endParaRPr lang="ar-SA" sz="72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7321" cy="14173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DD864"/>
          </a:solidFill>
          <a:ln w="12700">
            <a:solidFill>
              <a:srgbClr val="6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9D147"/>
          </a:solidFill>
          <a:ln w="12700">
            <a:solidFill>
              <a:srgbClr val="6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طِوِ</a:t>
            </a:r>
            <a:endParaRPr lang="ar-SA" sz="72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692280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4250" y="3515868"/>
            <a:ext cx="1478310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ظِوِ</a:t>
            </a:r>
            <a:endParaRPr lang="ar-SA" sz="72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32125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5226" y="3835908"/>
            <a:ext cx="707334" cy="12344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431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D2B"/>
          </a:solidFill>
          <a:ln w="12700">
            <a:solidFill>
              <a:srgbClr val="644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37934"/>
          </a:solidFill>
          <a:ln w="12700">
            <a:solidFill>
              <a:srgbClr val="73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عِوِ</a:t>
            </a:r>
            <a:endParaRPr lang="ar-SA" sz="72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05981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2216" y="3515868"/>
            <a:ext cx="1750344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غِوِ</a:t>
            </a:r>
            <a:endParaRPr lang="ar-SA" sz="72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636" y="3515868"/>
            <a:ext cx="2679924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F5EED"/>
          </a:solidFill>
          <a:ln w="12700">
            <a:solidFill>
              <a:srgbClr val="8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فِوِ</a:t>
            </a:r>
            <a:endParaRPr lang="ar-SA" sz="72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0130" y="2057400"/>
            <a:ext cx="512430" cy="10972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434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EE052"/>
          </a:solidFill>
          <a:ln w="12700">
            <a:solidFill>
              <a:srgbClr val="9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4DB"/>
          </a:solidFill>
          <a:ln w="12700">
            <a:solidFill>
              <a:srgbClr val="707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2"/>
          </a:solidFill>
          <a:ln w="12700">
            <a:solidFill>
              <a:srgbClr val="85477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قِوِ</a:t>
            </a:r>
            <a:endParaRPr lang="ar-SA" sz="72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8975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AD8"/>
          </a:solidFill>
          <a:ln w="12700">
            <a:solidFill>
              <a:srgbClr val="648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BD1"/>
          </a:solidFill>
          <a:ln w="12700">
            <a:solidFill>
              <a:srgbClr val="478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كِوِ</a:t>
            </a:r>
            <a:endParaRPr lang="ar-SA" sz="72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81257" cy="141732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5581" y="3515868"/>
            <a:ext cx="1796979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لِوِ</a:t>
            </a:r>
            <a:endParaRPr lang="ar-SA" sz="72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25668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1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E"/>
          </a:solidFill>
          <a:ln w="12700">
            <a:solidFill>
              <a:srgbClr val="2B643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F"/>
          </a:solidFill>
          <a:ln w="12700">
            <a:solidFill>
              <a:srgbClr val="3479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مِوِ</a:t>
            </a:r>
            <a:endParaRPr lang="ar-SA" sz="72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11809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7325" y="3515868"/>
            <a:ext cx="1105235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نِوِ</a:t>
            </a:r>
            <a:endParaRPr lang="ar-SA" sz="72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8975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4908" y="3515868"/>
            <a:ext cx="1787652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C5E"/>
          </a:solidFill>
          <a:ln w="12700">
            <a:solidFill>
              <a:srgbClr val="ED6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هِوِ</a:t>
            </a:r>
            <a:endParaRPr lang="ar-SA" sz="72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1352" y="2057400"/>
            <a:ext cx="521208" cy="10972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1443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1E0"/>
          </a:solidFill>
          <a:ln w="12700">
            <a:solidFill>
              <a:srgbClr val="52C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9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E"/>
          </a:solidFill>
          <a:ln w="12700">
            <a:solidFill>
              <a:srgbClr val="DB708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18547"/>
          </a:solidFill>
          <a:ln w="12700">
            <a:solidFill>
              <a:srgbClr val="81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15336" y="896112"/>
            <a:ext cx="18046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A0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15336" y="896112"/>
            <a:ext cx="18046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وَرِثَ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424013" y="896112"/>
            <a:ext cx="217128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A0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24013" y="896112"/>
            <a:ext cx="217128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6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733874" y="2834640"/>
            <a:ext cx="367625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733874" y="2834640"/>
            <a:ext cx="367625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وَرِثَ وَشَكَرَ</a:t>
            </a:r>
            <a:endParaRPr lang="ar-SA" sz="47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868680" cy="182880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4123" y="1783080"/>
            <a:ext cx="1578437" cy="16459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7"/>
          </a:solidFill>
          <a:ln w="12700">
            <a:solidFill>
              <a:srgbClr val="D864A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D"/>
          </a:solidFill>
          <a:ln w="12700">
            <a:solidFill>
              <a:srgbClr val="D147A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35611" y="896112"/>
            <a:ext cx="193824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E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35611" y="896112"/>
            <a:ext cx="193824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وَصَلَ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470141" y="896112"/>
            <a:ext cx="19454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E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70141" y="896112"/>
            <a:ext cx="19454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وَفَرِحَ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94899" y="2834640"/>
            <a:ext cx="35542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94899" y="2834640"/>
            <a:ext cx="35542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وَصَلَ وَفَرِحَ</a:t>
            </a:r>
            <a:endParaRPr lang="ar-SA" sz="4700" dirty="0"/>
          </a:p>
        </p:txBody>
      </p:sp>
      <p:pic>
        <p:nvPicPr>
          <p:cNvPr id="17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1828800" cy="1828800"/>
          </a:xfrm>
          <a:prstGeom prst="rect">
            <a:avLst/>
          </a:prstGeom>
        </p:spPr>
      </p:pic>
      <p:pic>
        <p:nvPicPr>
          <p:cNvPr id="18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1270" y="3241548"/>
            <a:ext cx="1631290" cy="18288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846886" y="896112"/>
            <a:ext cx="188683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C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846886" y="896112"/>
            <a:ext cx="188683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وَقَفَ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410275" y="896112"/>
            <a:ext cx="211657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3C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410275" y="896112"/>
            <a:ext cx="211657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وَسَمِعَ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735302" y="2834640"/>
            <a:ext cx="367339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735302" y="2834640"/>
            <a:ext cx="367339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وَقَفَ وَسَمِعَ</a:t>
            </a:r>
            <a:endParaRPr lang="ar-SA" sz="4700" dirty="0"/>
          </a:p>
        </p:txBody>
      </p:sp>
      <p:pic>
        <p:nvPicPr>
          <p:cNvPr id="1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929030" cy="1828800"/>
          </a:xfrm>
          <a:prstGeom prst="rect">
            <a:avLst/>
          </a:prstGeom>
        </p:spPr>
      </p:pic>
      <p:pic>
        <p:nvPicPr>
          <p:cNvPr id="19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8549" y="1783080"/>
            <a:ext cx="1004011" cy="16459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02B64"/>
          </a:solidFill>
          <a:ln w="12700">
            <a:solidFill>
              <a:srgbClr val="3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D3479"/>
          </a:solidFill>
          <a:ln w="12700">
            <a:solidFill>
              <a:srgbClr val="5D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854146" y="896112"/>
            <a:ext cx="159378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3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854146" y="896112"/>
            <a:ext cx="159378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وَثِقَ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2696071" y="896112"/>
            <a:ext cx="18380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63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696071" y="896112"/>
            <a:ext cx="18380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وَأَمِنَ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3045315" y="2834640"/>
            <a:ext cx="305337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3045315" y="2834640"/>
            <a:ext cx="305337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وَثِقَ وَأَمِنَ</a:t>
            </a:r>
            <a:endParaRPr lang="ar-SA" sz="4400" dirty="0"/>
          </a:p>
        </p:txBody>
      </p:sp>
      <p:pic>
        <p:nvPicPr>
          <p:cNvPr id="1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2832720" cy="1188720"/>
          </a:xfrm>
          <a:prstGeom prst="rect">
            <a:avLst/>
          </a:prstGeom>
        </p:spPr>
      </p:pic>
      <p:pic>
        <p:nvPicPr>
          <p:cNvPr id="20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6653" y="3561588"/>
            <a:ext cx="2825907" cy="15087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83</Slides>
  <Notes>83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83</vt:i4>
      </vt:variant>
    </vt:vector>
  </HeadingPairs>
  <TitlesOfParts>
    <vt:vector size="8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16-waw</dc:title>
  <dc:subject>PptxGenJS Presentation</dc:subject>
  <dc:creator>PptxGenJS</dc:creator>
  <cp:lastModifiedBy>PptxGenJS</cp:lastModifiedBy>
  <cp:revision>1</cp:revision>
  <dcterms:created xsi:type="dcterms:W3CDTF">2026-10-20T23:35:48Z</dcterms:created>
  <dcterms:modified xsi:type="dcterms:W3CDTF">2026-10-20T23:35:48Z</dcterms:modified>
</cp:coreProperties>
</file>