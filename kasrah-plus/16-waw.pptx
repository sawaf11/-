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</p:sldIdLst>
  <p:notesMasterIdLst>
    <p:notesMasterId r:id="rId8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notesMaster" Target="notesMasters/notesMaster1.xml"/><Relationship Id="rId86" Type="http://schemas.openxmlformats.org/officeDocument/2006/relationships/presProps" Target="presProps.xml"/><Relationship Id="rId87" Type="http://schemas.openxmlformats.org/officeDocument/2006/relationships/viewProps" Target="viewProps.xml"/><Relationship Id="rId88" Type="http://schemas.openxmlformats.org/officeDocument/2006/relationships/theme" Target="theme/theme1.xml"/><Relationship Id="rId8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2.png"/><Relationship Id="rId2" Type="http://schemas.openxmlformats.org/officeDocument/2006/relationships/image" Target="../media/image-15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2.png"/><Relationship Id="rId2" Type="http://schemas.openxmlformats.org/officeDocument/2006/relationships/image" Target="../media/image-24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3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2.png"/><Relationship Id="rId2" Type="http://schemas.openxmlformats.org/officeDocument/2006/relationships/image" Target="../media/image-15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2.png"/><Relationship Id="rId2" Type="http://schemas.openxmlformats.org/officeDocument/2006/relationships/image" Target="../media/image-24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3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2.png"/><Relationship Id="rId2" Type="http://schemas.openxmlformats.org/officeDocument/2006/relationships/image" Target="../media/image-15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2.png"/><Relationship Id="rId2" Type="http://schemas.openxmlformats.org/officeDocument/2006/relationships/image" Target="../media/image-23-1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30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EED5E"/>
          </a:solidFill>
          <a:ln w="12700">
            <a:solidFill>
              <a:srgbClr val="B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11000" dirty="0"/>
          </a:p>
        </p:txBody>
      </p:sp>
      <p:sp>
        <p:nvSpPr>
          <p:cNvPr id="20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11000" dirty="0"/>
          </a:p>
        </p:txBody>
      </p:sp>
      <p:pic>
        <p:nvPicPr>
          <p:cNvPr id="21" name="Image 0" descr="hippopotam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2276490" cy="1463040"/>
          </a:xfrm>
          <a:prstGeom prst="rect">
            <a:avLst/>
          </a:prstGeom>
        </p:spPr>
      </p:pic>
      <p:pic>
        <p:nvPicPr>
          <p:cNvPr id="22" name="Image 1" descr="lla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7544" y="1828800"/>
            <a:ext cx="1365016" cy="1463040"/>
          </a:xfrm>
          <a:prstGeom prst="rect">
            <a:avLst/>
          </a:prstGeom>
        </p:spPr>
      </p:pic>
      <p:pic>
        <p:nvPicPr>
          <p:cNvPr id="23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0058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352E0"/>
          </a:solidFill>
          <a:ln w="12700">
            <a:solidFill>
              <a:srgbClr val="9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770"/>
          </a:solidFill>
          <a:ln w="12700">
            <a:solidFill>
              <a:srgbClr val="DBD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9"/>
          </a:solidFill>
          <a:ln w="12700">
            <a:solidFill>
              <a:srgbClr val="47855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وِإِ</a:t>
            </a:r>
            <a:endParaRPr lang="ar-SA" sz="7000" dirty="0"/>
          </a:p>
        </p:txBody>
      </p:sp>
      <p:pic>
        <p:nvPicPr>
          <p:cNvPr id="25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1668"/>
            <a:ext cx="926882" cy="86868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264"/>
          </a:solidFill>
          <a:ln w="12700">
            <a:solidFill>
              <a:srgbClr val="D8B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C47"/>
          </a:solidFill>
          <a:ln w="12700">
            <a:solidFill>
              <a:srgbClr val="D18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وِبِ</a:t>
            </a:r>
            <a:endParaRPr lang="ar-SA" sz="7200" dirty="0"/>
          </a:p>
        </p:txBody>
      </p:sp>
      <p:pic>
        <p:nvPicPr>
          <p:cNvPr id="20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sn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470099" y="3515868"/>
            <a:ext cx="1582461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وِتِ</a:t>
            </a:r>
            <a:endParaRPr lang="ar-SA" sz="7200" dirty="0"/>
          </a:p>
        </p:txBody>
      </p:sp>
      <p:pic>
        <p:nvPicPr>
          <p:cNvPr id="21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1075334" cy="960120"/>
          </a:xfrm>
          <a:prstGeom prst="rect">
            <a:avLst/>
          </a:prstGeom>
        </p:spPr>
      </p:pic>
      <p:pic>
        <p:nvPicPr>
          <p:cNvPr id="22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1"/>
          </a:solidFill>
          <a:ln w="12700">
            <a:solidFill>
              <a:srgbClr val="642B5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0"/>
          </a:solidFill>
          <a:ln w="12700">
            <a:solidFill>
              <a:srgbClr val="79344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وِثِ</a:t>
            </a:r>
            <a:endParaRPr lang="ar-SA" sz="7200" dirty="0"/>
          </a:p>
        </p:txBody>
      </p:sp>
      <p:pic>
        <p:nvPicPr>
          <p:cNvPr id="22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3" name="Image 1" descr="c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9475" y="3515868"/>
            <a:ext cx="1643085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وِجِ</a:t>
            </a:r>
            <a:endParaRPr lang="ar-SA" sz="6100" dirty="0"/>
          </a:p>
        </p:txBody>
      </p:sp>
      <p:pic>
        <p:nvPicPr>
          <p:cNvPr id="20" name="Image 0" descr="cra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87398" cy="1417320"/>
          </a:xfrm>
          <a:prstGeom prst="rect">
            <a:avLst/>
          </a:prstGeom>
        </p:spPr>
      </p:pic>
      <p:pic>
        <p:nvPicPr>
          <p:cNvPr id="21" name="Image 1" descr="se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0646" y="3515868"/>
            <a:ext cx="2051914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14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1ED"/>
          </a:solidFill>
          <a:ln w="12700">
            <a:solidFill>
              <a:srgbClr val="5EE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وِحِ</a:t>
            </a:r>
            <a:endParaRPr lang="ar-SA" sz="61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14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F52"/>
          </a:solidFill>
          <a:ln w="12700">
            <a:solidFill>
              <a:srgbClr val="E06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C"/>
          </a:solidFill>
          <a:ln w="12700">
            <a:solidFill>
              <a:srgbClr val="70DBB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A4785"/>
          </a:solidFill>
          <a:ln w="12700">
            <a:solidFill>
              <a:srgbClr val="4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وِخِ</a:t>
            </a:r>
            <a:endParaRPr lang="ar-SA" sz="6100" dirty="0"/>
          </a:p>
        </p:txBody>
      </p:sp>
      <p:pic>
        <p:nvPicPr>
          <p:cNvPr id="25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18195" cy="86868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5"/>
          </a:solidFill>
          <a:ln w="12700">
            <a:solidFill>
              <a:srgbClr val="64D89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A"/>
          </a:solidFill>
          <a:ln w="12700">
            <a:solidFill>
              <a:srgbClr val="47D16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وِدِ</a:t>
            </a:r>
            <a:endParaRPr lang="ar-SA" sz="7200" dirty="0"/>
          </a:p>
        </p:txBody>
      </p:sp>
      <p:pic>
        <p:nvPicPr>
          <p:cNvPr id="20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29446" cy="1417320"/>
          </a:xfrm>
          <a:prstGeom prst="rect">
            <a:avLst/>
          </a:prstGeom>
        </p:spPr>
      </p:pic>
      <p:pic>
        <p:nvPicPr>
          <p:cNvPr id="21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739" y="3515868"/>
            <a:ext cx="1221821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وِذِ</a:t>
            </a:r>
            <a:endParaRPr lang="ar-SA" sz="7200" dirty="0"/>
          </a:p>
        </p:txBody>
      </p:sp>
      <p:pic>
        <p:nvPicPr>
          <p:cNvPr id="21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881628"/>
            <a:ext cx="1109076" cy="1188720"/>
          </a:xfrm>
          <a:prstGeom prst="rect">
            <a:avLst/>
          </a:prstGeom>
        </p:spPr>
      </p:pic>
      <p:pic>
        <p:nvPicPr>
          <p:cNvPr id="22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3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642B"/>
          </a:solidFill>
          <a:ln w="12700">
            <a:solidFill>
              <a:srgbClr val="5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17934"/>
          </a:solidFill>
          <a:ln w="12700">
            <a:solidFill>
              <a:srgbClr val="5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وِرِ</a:t>
            </a:r>
            <a:endParaRPr lang="ar-SA" sz="7200" dirty="0"/>
          </a:p>
        </p:txBody>
      </p:sp>
      <p:pic>
        <p:nvPicPr>
          <p:cNvPr id="22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66296" cy="1417320"/>
          </a:xfrm>
          <a:prstGeom prst="rect">
            <a:avLst/>
          </a:prstGeom>
        </p:spPr>
      </p:pic>
      <p:pic>
        <p:nvPicPr>
          <p:cNvPr id="23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738" y="3515868"/>
            <a:ext cx="2505822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وِزِ</a:t>
            </a:r>
            <a:endParaRPr lang="ar-SA" sz="7200" dirty="0"/>
          </a:p>
        </p:txBody>
      </p:sp>
      <p:pic>
        <p:nvPicPr>
          <p:cNvPr id="20" name="Image 0" descr="octop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62674" cy="1417320"/>
          </a:xfrm>
          <a:prstGeom prst="rect">
            <a:avLst/>
          </a:prstGeom>
        </p:spPr>
      </p:pic>
      <p:pic>
        <p:nvPicPr>
          <p:cNvPr id="21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0981" y="3515868"/>
            <a:ext cx="1571579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65EED"/>
          </a:solidFill>
          <a:ln w="12700">
            <a:solidFill>
              <a:srgbClr val="D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وِسِ</a:t>
            </a:r>
            <a:endParaRPr lang="ar-SA" sz="71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7E052"/>
          </a:solidFill>
          <a:ln w="12700">
            <a:solidFill>
              <a:srgbClr val="5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170DB"/>
          </a:solidFill>
          <a:ln w="12700">
            <a:solidFill>
              <a:srgbClr val="A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4"/>
          </a:solidFill>
          <a:ln w="12700">
            <a:solidFill>
              <a:srgbClr val="85475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0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وِشِ</a:t>
            </a:r>
            <a:endParaRPr lang="ar-SA" sz="7100" dirty="0"/>
          </a:p>
        </p:txBody>
      </p:sp>
      <p:pic>
        <p:nvPicPr>
          <p:cNvPr id="25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864D8"/>
          </a:solidFill>
          <a:ln w="12700">
            <a:solidFill>
              <a:srgbClr val="7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847D1"/>
          </a:solidFill>
          <a:ln w="12700">
            <a:solidFill>
              <a:srgbClr val="4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وِصِ</a:t>
            </a:r>
            <a:endParaRPr lang="ar-SA" sz="7100" dirty="0"/>
          </a:p>
        </p:txBody>
      </p:sp>
      <p:pic>
        <p:nvPicPr>
          <p:cNvPr id="20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1" name="Image 1" descr="hedgeh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8627" y="3515868"/>
            <a:ext cx="2023933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وِضِ</a:t>
            </a:r>
            <a:endParaRPr lang="ar-SA" sz="6700" dirty="0"/>
          </a:p>
        </p:txBody>
      </p:sp>
      <p:pic>
        <p:nvPicPr>
          <p:cNvPr id="21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64508"/>
            <a:ext cx="1083290" cy="1005840"/>
          </a:xfrm>
          <a:prstGeom prst="rect">
            <a:avLst/>
          </a:prstGeom>
        </p:spPr>
      </p:pic>
      <p:pic>
        <p:nvPicPr>
          <p:cNvPr id="22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385" y="4384548"/>
            <a:ext cx="711175" cy="685800"/>
          </a:xfrm>
          <a:prstGeom prst="rect">
            <a:avLst/>
          </a:prstGeom>
        </p:spPr>
      </p:pic>
      <p:pic>
        <p:nvPicPr>
          <p:cNvPr id="23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4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B"/>
          </a:solidFill>
          <a:ln w="12700">
            <a:solidFill>
              <a:srgbClr val="2B64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279"/>
          </a:solidFill>
          <a:ln w="12700">
            <a:solidFill>
              <a:srgbClr val="346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وِطِ</a:t>
            </a:r>
            <a:endParaRPr lang="ar-SA" sz="7200" dirty="0"/>
          </a:p>
        </p:txBody>
      </p:sp>
      <p:pic>
        <p:nvPicPr>
          <p:cNvPr id="22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3" name="Image 1" descr="peac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3930" y="3515868"/>
            <a:ext cx="1658630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وِظِ</a:t>
            </a:r>
            <a:endParaRPr lang="ar-SA" sz="7200" dirty="0"/>
          </a:p>
        </p:txBody>
      </p:sp>
      <p:pic>
        <p:nvPicPr>
          <p:cNvPr id="20" name="Image 0" descr="spouting_wh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42202" cy="1417320"/>
          </a:xfrm>
          <a:prstGeom prst="rect">
            <a:avLst/>
          </a:prstGeom>
        </p:spPr>
      </p:pic>
      <p:pic>
        <p:nvPicPr>
          <p:cNvPr id="21" name="Image 1" descr="dolph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739" y="3515868"/>
            <a:ext cx="1221821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6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25E"/>
          </a:solidFill>
          <a:ln w="12700">
            <a:solidFill>
              <a:srgbClr val="EDB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وِعِ</a:t>
            </a:r>
            <a:endParaRPr lang="ar-SA" sz="61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BE0"/>
          </a:solidFill>
          <a:ln w="12700">
            <a:solidFill>
              <a:srgbClr val="527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770"/>
          </a:solidFill>
          <a:ln w="12700">
            <a:solidFill>
              <a:srgbClr val="DB8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38547"/>
          </a:solidFill>
          <a:ln w="12700">
            <a:solidFill>
              <a:srgbClr val="6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وِغِ</a:t>
            </a:r>
            <a:endParaRPr lang="ar-SA" sz="6100" dirty="0"/>
          </a:p>
        </p:txBody>
      </p:sp>
      <p:pic>
        <p:nvPicPr>
          <p:cNvPr id="25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D"/>
          </a:solidFill>
          <a:ln w="12700">
            <a:solidFill>
              <a:srgbClr val="D8646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9"/>
          </a:solidFill>
          <a:ln w="12700">
            <a:solidFill>
              <a:srgbClr val="D1476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وِفِ</a:t>
            </a:r>
            <a:endParaRPr lang="ar-SA" sz="7200" dirty="0"/>
          </a:p>
        </p:txBody>
      </p:sp>
      <p:pic>
        <p:nvPicPr>
          <p:cNvPr id="20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3515868"/>
            <a:ext cx="1882475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وِقِ</a:t>
            </a:r>
            <a:endParaRPr lang="ar-SA" sz="7200" dirty="0"/>
          </a:p>
        </p:txBody>
      </p:sp>
      <p:pic>
        <p:nvPicPr>
          <p:cNvPr id="21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7255" cy="1005840"/>
          </a:xfrm>
          <a:prstGeom prst="rect">
            <a:avLst/>
          </a:prstGeom>
        </p:spPr>
      </p:pic>
      <p:pic>
        <p:nvPicPr>
          <p:cNvPr id="22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C2B64"/>
          </a:solidFill>
          <a:ln w="12700">
            <a:solidFill>
              <a:srgbClr val="4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3"/>
          </a:solidFill>
          <a:ln w="12700">
            <a:solidFill>
              <a:srgbClr val="79347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وِكِ</a:t>
            </a:r>
            <a:endParaRPr lang="ar-SA" sz="7200" dirty="0"/>
          </a:p>
        </p:txBody>
      </p:sp>
      <p:pic>
        <p:nvPicPr>
          <p:cNvPr id="22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612910" cy="1417320"/>
          </a:xfrm>
          <a:prstGeom prst="rect">
            <a:avLst/>
          </a:prstGeom>
        </p:spPr>
      </p:pic>
      <p:pic>
        <p:nvPicPr>
          <p:cNvPr id="23" name="Image 1" descr="hor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وِلِ</a:t>
            </a:r>
            <a:endParaRPr lang="ar-SA" sz="72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84720" cy="1417320"/>
          </a:xfrm>
          <a:prstGeom prst="rect">
            <a:avLst/>
          </a:prstGeom>
        </p:spPr>
      </p:pic>
      <p:pic>
        <p:nvPicPr>
          <p:cNvPr id="21" name="Image 1" descr="tropical_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0758" y="3515868"/>
            <a:ext cx="1891802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83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E"/>
          </a:solidFill>
          <a:ln w="12700">
            <a:solidFill>
              <a:srgbClr val="5EED8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وِمِ</a:t>
            </a:r>
            <a:endParaRPr lang="ar-SA" sz="71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E"/>
          </a:solidFill>
          <a:ln w="12700">
            <a:solidFill>
              <a:srgbClr val="E0529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4DB70"/>
          </a:solidFill>
          <a:ln w="12700">
            <a:solidFill>
              <a:srgbClr val="7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385"/>
          </a:solidFill>
          <a:ln w="12700">
            <a:solidFill>
              <a:srgbClr val="477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وِنِ</a:t>
            </a:r>
            <a:endParaRPr lang="ar-SA" sz="7200" dirty="0"/>
          </a:p>
        </p:txBody>
      </p:sp>
      <p:pic>
        <p:nvPicPr>
          <p:cNvPr id="25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881628"/>
            <a:ext cx="928390" cy="11887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AD864"/>
          </a:solidFill>
          <a:ln w="12700">
            <a:solidFill>
              <a:srgbClr val="8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CD147"/>
          </a:solidFill>
          <a:ln w="12700">
            <a:solidFill>
              <a:srgbClr val="8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وِهِ</a:t>
            </a:r>
            <a:endParaRPr lang="ar-SA" sz="7200" dirty="0"/>
          </a:p>
        </p:txBody>
      </p:sp>
      <p:pic>
        <p:nvPicPr>
          <p:cNvPr id="20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9367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إِوِبِ</a:t>
            </a:r>
            <a:endParaRPr lang="ar-SA" sz="6200" dirty="0"/>
          </a:p>
        </p:txBody>
      </p:sp>
      <p:pic>
        <p:nvPicPr>
          <p:cNvPr id="25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101669" cy="1097280"/>
          </a:xfrm>
          <a:prstGeom prst="rect">
            <a:avLst/>
          </a:prstGeom>
        </p:spPr>
      </p:pic>
      <p:pic>
        <p:nvPicPr>
          <p:cNvPr id="26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3168" y="4247388"/>
            <a:ext cx="709392" cy="822960"/>
          </a:xfrm>
          <a:prstGeom prst="rect">
            <a:avLst/>
          </a:prstGeom>
        </p:spPr>
      </p:pic>
      <p:pic>
        <p:nvPicPr>
          <p:cNvPr id="27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E2B"/>
          </a:solidFill>
          <a:ln w="12700">
            <a:solidFill>
              <a:srgbClr val="643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E34"/>
          </a:solidFill>
          <a:ln w="12700">
            <a:solidFill>
              <a:srgbClr val="796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8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بِوِتِ</a:t>
            </a:r>
            <a:endParaRPr lang="ar-SA" sz="6400" dirty="0"/>
          </a:p>
        </p:txBody>
      </p:sp>
      <p:pic>
        <p:nvPicPr>
          <p:cNvPr id="26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64584" cy="1508760"/>
          </a:xfrm>
          <a:prstGeom prst="rect">
            <a:avLst/>
          </a:prstGeom>
        </p:spPr>
      </p:pic>
      <p:pic>
        <p:nvPicPr>
          <p:cNvPr id="27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5682" y="3332988"/>
            <a:ext cx="1356878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تِوِثِ</a:t>
            </a:r>
            <a:endParaRPr lang="ar-SA" sz="64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5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2988"/>
            <a:ext cx="1871137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4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B5EED"/>
          </a:solidFill>
          <a:ln w="12700">
            <a:solidFill>
              <a:srgbClr val="6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ثِوِجِ</a:t>
            </a:r>
            <a:endParaRPr lang="ar-SA" sz="5400" dirty="0"/>
          </a:p>
        </p:txBody>
      </p:sp>
      <p:pic>
        <p:nvPicPr>
          <p:cNvPr id="3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2E052"/>
          </a:solidFill>
          <a:ln w="12700">
            <a:solidFill>
              <a:srgbClr val="C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FDB"/>
          </a:solidFill>
          <a:ln w="12700">
            <a:solidFill>
              <a:srgbClr val="708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2"/>
          </a:solidFill>
          <a:ln w="12700">
            <a:solidFill>
              <a:srgbClr val="85478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جِوِحِ</a:t>
            </a:r>
            <a:endParaRPr lang="ar-SA" sz="5400" dirty="0"/>
          </a:p>
        </p:txBody>
      </p:sp>
      <p:pic>
        <p:nvPicPr>
          <p:cNvPr id="29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1668"/>
            <a:ext cx="926882" cy="868680"/>
          </a:xfrm>
          <a:prstGeom prst="rect">
            <a:avLst/>
          </a:prstGeom>
        </p:spPr>
      </p:pic>
      <p:pic>
        <p:nvPicPr>
          <p:cNvPr id="30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7D8"/>
          </a:solidFill>
          <a:ln w="12700">
            <a:solidFill>
              <a:srgbClr val="64A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ED1"/>
          </a:solidFill>
          <a:ln w="12700">
            <a:solidFill>
              <a:srgbClr val="47A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حِوِخِ</a:t>
            </a:r>
            <a:endParaRPr lang="ar-SA" sz="5400" dirty="0"/>
          </a:p>
        </p:txBody>
      </p:sp>
      <p:pic>
        <p:nvPicPr>
          <p:cNvPr id="24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5" name="Image 1" descr="sn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283928" y="3332988"/>
            <a:ext cx="1768632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خِوِدِ</a:t>
            </a:r>
            <a:endParaRPr lang="ar-SA" sz="6400" dirty="0"/>
          </a:p>
        </p:txBody>
      </p:sp>
      <p:pic>
        <p:nvPicPr>
          <p:cNvPr id="25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1075334" cy="96012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0"/>
          </a:solidFill>
          <a:ln w="12700">
            <a:solidFill>
              <a:srgbClr val="2B64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D"/>
          </a:solidFill>
          <a:ln w="12700">
            <a:solidFill>
              <a:srgbClr val="34795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دِوِذِ</a:t>
            </a:r>
            <a:endParaRPr lang="ar-SA" sz="6400" dirty="0"/>
          </a:p>
        </p:txBody>
      </p:sp>
      <p:pic>
        <p:nvPicPr>
          <p:cNvPr id="26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7" name="Image 1" descr="c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6170" y="3332988"/>
            <a:ext cx="1836390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ذِوِرِ</a:t>
            </a:r>
            <a:endParaRPr lang="ar-SA" sz="6400" dirty="0"/>
          </a:p>
        </p:txBody>
      </p:sp>
      <p:pic>
        <p:nvPicPr>
          <p:cNvPr id="24" name="Image 0" descr="cra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89811" cy="1508760"/>
          </a:xfrm>
          <a:prstGeom prst="rect">
            <a:avLst/>
          </a:prstGeom>
        </p:spPr>
      </p:pic>
      <p:pic>
        <p:nvPicPr>
          <p:cNvPr id="25" name="Image 1" descr="se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9245" y="3332988"/>
            <a:ext cx="2293315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14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5"/>
          </a:solidFill>
          <a:ln w="12700">
            <a:solidFill>
              <a:srgbClr val="ED5E7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رِوِزِ</a:t>
            </a:r>
            <a:endParaRPr lang="ar-SA" sz="6400" dirty="0"/>
          </a:p>
        </p:txBody>
      </p:sp>
      <p:pic>
        <p:nvPicPr>
          <p:cNvPr id="32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4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B"/>
          </a:solidFill>
          <a:ln w="12700">
            <a:solidFill>
              <a:srgbClr val="52E0D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A"/>
          </a:solidFill>
          <a:ln w="12700">
            <a:solidFill>
              <a:srgbClr val="DB70A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847"/>
          </a:solidFill>
          <a:ln w="12700">
            <a:solidFill>
              <a:srgbClr val="857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5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زِوِسِ</a:t>
            </a:r>
            <a:endParaRPr lang="ar-SA" sz="6300" dirty="0"/>
          </a:p>
        </p:txBody>
      </p:sp>
      <p:pic>
        <p:nvPicPr>
          <p:cNvPr id="29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18195" cy="868680"/>
          </a:xfrm>
          <a:prstGeom prst="rect">
            <a:avLst/>
          </a:prstGeom>
        </p:spPr>
      </p:pic>
      <p:pic>
        <p:nvPicPr>
          <p:cNvPr id="30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4"/>
          </a:solidFill>
          <a:ln w="12700">
            <a:solidFill>
              <a:srgbClr val="D864C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D0"/>
          </a:solidFill>
          <a:ln w="12700">
            <a:solidFill>
              <a:srgbClr val="D147D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سِوِشِ</a:t>
            </a:r>
            <a:endParaRPr lang="ar-SA" sz="6300" dirty="0"/>
          </a:p>
        </p:txBody>
      </p:sp>
      <p:pic>
        <p:nvPicPr>
          <p:cNvPr id="24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415217" cy="1508760"/>
          </a:xfrm>
          <a:prstGeom prst="rect">
            <a:avLst/>
          </a:prstGeom>
        </p:spPr>
      </p:pic>
      <p:pic>
        <p:nvPicPr>
          <p:cNvPr id="25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6995" y="3332988"/>
            <a:ext cx="1365565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شِوِصِ</a:t>
            </a:r>
            <a:endParaRPr lang="ar-SA" sz="6300" dirty="0"/>
          </a:p>
        </p:txBody>
      </p:sp>
      <p:pic>
        <p:nvPicPr>
          <p:cNvPr id="25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881628"/>
            <a:ext cx="1109076" cy="1188720"/>
          </a:xfrm>
          <a:prstGeom prst="rect">
            <a:avLst/>
          </a:prstGeom>
        </p:spPr>
      </p:pic>
      <p:pic>
        <p:nvPicPr>
          <p:cNvPr id="26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7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464"/>
          </a:solidFill>
          <a:ln w="12700">
            <a:solidFill>
              <a:srgbClr val="2B3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C3479"/>
          </a:solidFill>
          <a:ln w="12700">
            <a:solidFill>
              <a:srgbClr val="4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صِوِضِ</a:t>
            </a:r>
            <a:endParaRPr lang="ar-SA" sz="6000" dirty="0"/>
          </a:p>
        </p:txBody>
      </p:sp>
      <p:pic>
        <p:nvPicPr>
          <p:cNvPr id="26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454445" cy="1508760"/>
          </a:xfrm>
          <a:prstGeom prst="rect">
            <a:avLst/>
          </a:prstGeom>
        </p:spPr>
      </p:pic>
      <p:pic>
        <p:nvPicPr>
          <p:cNvPr id="27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1936" y="3332988"/>
            <a:ext cx="2800624" cy="17373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ضِوِطِ</a:t>
            </a:r>
            <a:endParaRPr lang="ar-SA" sz="6400" dirty="0"/>
          </a:p>
        </p:txBody>
      </p:sp>
      <p:pic>
        <p:nvPicPr>
          <p:cNvPr id="24" name="Image 0" descr="octop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57040" cy="1508760"/>
          </a:xfrm>
          <a:prstGeom prst="rect">
            <a:avLst/>
          </a:prstGeom>
        </p:spPr>
      </p:pic>
      <p:pic>
        <p:nvPicPr>
          <p:cNvPr id="25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6089" y="3332988"/>
            <a:ext cx="1756471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9ED5E"/>
          </a:solidFill>
          <a:ln w="12700">
            <a:solidFill>
              <a:srgbClr val="9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طِوِظِ</a:t>
            </a:r>
            <a:endParaRPr lang="ar-SA" sz="6400" dirty="0"/>
          </a:p>
        </p:txBody>
      </p:sp>
      <p:pic>
        <p:nvPicPr>
          <p:cNvPr id="32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852E0"/>
          </a:solidFill>
          <a:ln w="12700">
            <a:solidFill>
              <a:srgbClr val="B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4DB70"/>
          </a:solidFill>
          <a:ln w="12700">
            <a:solidFill>
              <a:srgbClr val="C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9"/>
          </a:solidFill>
          <a:ln w="12700">
            <a:solidFill>
              <a:srgbClr val="47856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ظِوِعِ</a:t>
            </a:r>
            <a:endParaRPr lang="ar-SA" sz="5400" dirty="0"/>
          </a:p>
        </p:txBody>
      </p:sp>
      <p:pic>
        <p:nvPicPr>
          <p:cNvPr id="29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30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F64"/>
          </a:solidFill>
          <a:ln w="12700">
            <a:solidFill>
              <a:srgbClr val="D8C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F47"/>
          </a:solidFill>
          <a:ln w="12700">
            <a:solidFill>
              <a:srgbClr val="D1A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عِوِغِ</a:t>
            </a:r>
            <a:endParaRPr lang="ar-SA" sz="5400" dirty="0"/>
          </a:p>
        </p:txBody>
      </p:sp>
      <p:pic>
        <p:nvPicPr>
          <p:cNvPr id="24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25356" cy="1508760"/>
          </a:xfrm>
          <a:prstGeom prst="rect">
            <a:avLst/>
          </a:prstGeom>
        </p:spPr>
      </p:pic>
      <p:pic>
        <p:nvPicPr>
          <p:cNvPr id="25" name="Image 1" descr="hedgeh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0517" y="3332988"/>
            <a:ext cx="2262043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غِوِفِ</a:t>
            </a:r>
            <a:endParaRPr lang="ar-SA" sz="6400" dirty="0"/>
          </a:p>
        </p:txBody>
      </p:sp>
      <p:pic>
        <p:nvPicPr>
          <p:cNvPr id="25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64508"/>
            <a:ext cx="1083290" cy="1005840"/>
          </a:xfrm>
          <a:prstGeom prst="rect">
            <a:avLst/>
          </a:prstGeom>
        </p:spPr>
      </p:pic>
      <p:pic>
        <p:nvPicPr>
          <p:cNvPr id="26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385" y="4384548"/>
            <a:ext cx="711175" cy="685800"/>
          </a:xfrm>
          <a:prstGeom prst="rect">
            <a:avLst/>
          </a:prstGeom>
        </p:spPr>
      </p:pic>
      <p:pic>
        <p:nvPicPr>
          <p:cNvPr id="27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2"/>
          </a:solidFill>
          <a:ln w="12700">
            <a:solidFill>
              <a:srgbClr val="642B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A34"/>
          </a:solidFill>
          <a:ln w="12700">
            <a:solidFill>
              <a:srgbClr val="793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فِوِقِ</a:t>
            </a:r>
            <a:endParaRPr lang="ar-SA" sz="6400" dirty="0"/>
          </a:p>
        </p:txBody>
      </p:sp>
      <p:pic>
        <p:nvPicPr>
          <p:cNvPr id="26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7" name="Image 1" descr="peac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8797" y="3332988"/>
            <a:ext cx="1853763" cy="17373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قِوِكِ</a:t>
            </a:r>
            <a:endParaRPr lang="ar-SA" sz="6400" dirty="0"/>
          </a:p>
        </p:txBody>
      </p:sp>
      <p:pic>
        <p:nvPicPr>
          <p:cNvPr id="24" name="Image 0" descr="spouting_wh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428796" cy="1508760"/>
          </a:xfrm>
          <a:prstGeom prst="rect">
            <a:avLst/>
          </a:prstGeom>
        </p:spPr>
      </p:pic>
      <p:pic>
        <p:nvPicPr>
          <p:cNvPr id="25" name="Image 1" descr="dolph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6995" y="3332988"/>
            <a:ext cx="1365565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6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DED"/>
          </a:solidFill>
          <a:ln w="12700">
            <a:solidFill>
              <a:srgbClr val="5EB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كِوِلِ</a:t>
            </a:r>
            <a:endParaRPr lang="ar-SA" sz="6400" dirty="0"/>
          </a:p>
        </p:txBody>
      </p:sp>
      <p:pic>
        <p:nvPicPr>
          <p:cNvPr id="32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452"/>
          </a:solidFill>
          <a:ln w="12700">
            <a:solidFill>
              <a:srgbClr val="E09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8"/>
          </a:solidFill>
          <a:ln w="12700">
            <a:solidFill>
              <a:srgbClr val="70DBD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A4785"/>
          </a:solidFill>
          <a:ln w="12700">
            <a:solidFill>
              <a:srgbClr val="5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لِوِمِ</a:t>
            </a:r>
            <a:endParaRPr lang="ar-SA" sz="6300" dirty="0"/>
          </a:p>
        </p:txBody>
      </p:sp>
      <p:pic>
        <p:nvPicPr>
          <p:cNvPr id="29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2"/>
          </a:solidFill>
          <a:ln w="12700">
            <a:solidFill>
              <a:srgbClr val="64D8B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D"/>
          </a:solidFill>
          <a:ln w="12700">
            <a:solidFill>
              <a:srgbClr val="47D18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مِوِنِ</a:t>
            </a:r>
            <a:endParaRPr lang="ar-SA" sz="6400" dirty="0"/>
          </a:p>
        </p:txBody>
      </p:sp>
      <p:pic>
        <p:nvPicPr>
          <p:cNvPr id="24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5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8617" y="3332988"/>
            <a:ext cx="2103943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نِوِهِ</a:t>
            </a:r>
            <a:endParaRPr lang="ar-SA" sz="6400" dirty="0"/>
          </a:p>
        </p:txBody>
      </p:sp>
      <p:pic>
        <p:nvPicPr>
          <p:cNvPr id="25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7255" cy="100584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433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1642B"/>
          </a:solidFill>
          <a:ln w="12700">
            <a:solidFill>
              <a:srgbClr val="5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F7934"/>
          </a:solidFill>
          <a:ln w="12700">
            <a:solidFill>
              <a:srgbClr val="3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هِوِإِ</a:t>
            </a:r>
            <a:endParaRPr lang="ar-SA" sz="6200" dirty="0"/>
          </a:p>
        </p:txBody>
      </p:sp>
      <p:pic>
        <p:nvPicPr>
          <p:cNvPr id="26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716969" cy="1508760"/>
          </a:xfrm>
          <a:prstGeom prst="rect">
            <a:avLst/>
          </a:prstGeom>
        </p:spPr>
      </p:pic>
      <p:pic>
        <p:nvPicPr>
          <p:cNvPr id="27" name="Image 1" descr="hor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إِوِ</a:t>
            </a:r>
            <a:endParaRPr lang="ar-SA" sz="70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84720" cy="1417320"/>
          </a:xfrm>
          <a:prstGeom prst="rect">
            <a:avLst/>
          </a:prstGeom>
        </p:spPr>
      </p:pic>
      <p:pic>
        <p:nvPicPr>
          <p:cNvPr id="21" name="Image 1" descr="tropical_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0758" y="3515868"/>
            <a:ext cx="1891802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83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0"/>
          </a:solidFill>
          <a:ln w="12700">
            <a:solidFill>
              <a:srgbClr val="ED5EE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بِوِ</a:t>
            </a:r>
            <a:endParaRPr lang="ar-SA" sz="72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0"/>
          </a:solidFill>
          <a:ln w="12700">
            <a:solidFill>
              <a:srgbClr val="52E07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D70DB"/>
          </a:solidFill>
          <a:ln w="12700">
            <a:solidFill>
              <a:srgbClr val="B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A47"/>
          </a:solidFill>
          <a:ln w="12700">
            <a:solidFill>
              <a:srgbClr val="854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تِوِ</a:t>
            </a:r>
            <a:endParaRPr lang="ar-SA" sz="7200" dirty="0"/>
          </a:p>
        </p:txBody>
      </p:sp>
      <p:pic>
        <p:nvPicPr>
          <p:cNvPr id="25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881628"/>
            <a:ext cx="928390" cy="11887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564D8"/>
          </a:solidFill>
          <a:ln w="12700">
            <a:solidFill>
              <a:srgbClr val="9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B47D1"/>
          </a:solidFill>
          <a:ln w="12700">
            <a:solidFill>
              <a:srgbClr val="6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ثِوِ</a:t>
            </a:r>
            <a:endParaRPr lang="ar-SA" sz="7200" dirty="0"/>
          </a:p>
        </p:txBody>
      </p:sp>
      <p:pic>
        <p:nvPicPr>
          <p:cNvPr id="20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9367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جِوِ</a:t>
            </a:r>
            <a:endParaRPr lang="ar-SA" sz="7200" dirty="0"/>
          </a:p>
        </p:txBody>
      </p:sp>
      <p:pic>
        <p:nvPicPr>
          <p:cNvPr id="21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101669" cy="1097280"/>
          </a:xfrm>
          <a:prstGeom prst="rect">
            <a:avLst/>
          </a:prstGeom>
        </p:spPr>
      </p:pic>
      <p:pic>
        <p:nvPicPr>
          <p:cNvPr id="22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3168" y="4247388"/>
            <a:ext cx="709392" cy="82296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F64"/>
          </a:solidFill>
          <a:ln w="12700">
            <a:solidFill>
              <a:srgbClr val="2B5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079"/>
          </a:solidFill>
          <a:ln w="12700">
            <a:solidFill>
              <a:srgbClr val="345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حِوِ</a:t>
            </a:r>
            <a:endParaRPr lang="ar-SA" sz="7200" dirty="0"/>
          </a:p>
        </p:txBody>
      </p:sp>
      <p:pic>
        <p:nvPicPr>
          <p:cNvPr id="22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69761" cy="1417320"/>
          </a:xfrm>
          <a:prstGeom prst="rect">
            <a:avLst/>
          </a:prstGeom>
        </p:spPr>
      </p:pic>
      <p:pic>
        <p:nvPicPr>
          <p:cNvPr id="23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8511" y="3515868"/>
            <a:ext cx="1214049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خِوِ</a:t>
            </a:r>
            <a:endParaRPr lang="ar-SA" sz="72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4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65E"/>
          </a:solidFill>
          <a:ln w="12700">
            <a:solidFill>
              <a:srgbClr val="EDD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دِوِ</a:t>
            </a:r>
            <a:endParaRPr lang="ar-SA" sz="72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6E0"/>
          </a:solidFill>
          <a:ln w="12700">
            <a:solidFill>
              <a:srgbClr val="525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270"/>
          </a:solidFill>
          <a:ln w="12700">
            <a:solidFill>
              <a:srgbClr val="DBA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48547"/>
          </a:solidFill>
          <a:ln w="12700">
            <a:solidFill>
              <a:srgbClr val="5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ذِوِ</a:t>
            </a:r>
            <a:endParaRPr lang="ar-SA" sz="7200" dirty="0"/>
          </a:p>
        </p:txBody>
      </p:sp>
      <p:pic>
        <p:nvPicPr>
          <p:cNvPr id="25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1668"/>
            <a:ext cx="926882" cy="86868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864"/>
          </a:solidFill>
          <a:ln w="12700">
            <a:solidFill>
              <a:srgbClr val="D87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947"/>
          </a:solidFill>
          <a:ln w="12700">
            <a:solidFill>
              <a:srgbClr val="D14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رِوِ</a:t>
            </a:r>
            <a:endParaRPr lang="ar-SA" sz="7200" dirty="0"/>
          </a:p>
        </p:txBody>
      </p:sp>
      <p:pic>
        <p:nvPicPr>
          <p:cNvPr id="20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sn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470099" y="3515868"/>
            <a:ext cx="1582461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زِوِ</a:t>
            </a:r>
            <a:endParaRPr lang="ar-SA" sz="7200" dirty="0"/>
          </a:p>
        </p:txBody>
      </p:sp>
      <p:pic>
        <p:nvPicPr>
          <p:cNvPr id="21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1075334" cy="960120"/>
          </a:xfrm>
          <a:prstGeom prst="rect">
            <a:avLst/>
          </a:prstGeom>
        </p:spPr>
      </p:pic>
      <p:pic>
        <p:nvPicPr>
          <p:cNvPr id="22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B2B64"/>
          </a:solidFill>
          <a:ln w="12700">
            <a:solidFill>
              <a:srgbClr val="5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2"/>
          </a:solidFill>
          <a:ln w="12700">
            <a:solidFill>
              <a:srgbClr val="79346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سِوِ</a:t>
            </a:r>
            <a:endParaRPr lang="ar-SA" sz="7200" dirty="0"/>
          </a:p>
        </p:txBody>
      </p:sp>
      <p:pic>
        <p:nvPicPr>
          <p:cNvPr id="22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3" name="Image 1" descr="c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9475" y="3515868"/>
            <a:ext cx="1643085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شِوِ</a:t>
            </a:r>
            <a:endParaRPr lang="ar-SA" sz="7200" dirty="0"/>
          </a:p>
        </p:txBody>
      </p:sp>
      <p:pic>
        <p:nvPicPr>
          <p:cNvPr id="20" name="Image 0" descr="cra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87398" cy="1417320"/>
          </a:xfrm>
          <a:prstGeom prst="rect">
            <a:avLst/>
          </a:prstGeom>
        </p:spPr>
      </p:pic>
      <p:pic>
        <p:nvPicPr>
          <p:cNvPr id="21" name="Image 1" descr="se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0646" y="3515868"/>
            <a:ext cx="2051914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14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3"/>
          </a:solidFill>
          <a:ln w="12700">
            <a:solidFill>
              <a:srgbClr val="5EEDB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صِوِ</a:t>
            </a:r>
            <a:endParaRPr lang="ar-SA" sz="72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A"/>
          </a:solidFill>
          <a:ln w="12700">
            <a:solidFill>
              <a:srgbClr val="E0527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7"/>
          </a:solidFill>
          <a:ln w="12700">
            <a:solidFill>
              <a:srgbClr val="70DB8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385"/>
          </a:solidFill>
          <a:ln w="12700">
            <a:solidFill>
              <a:srgbClr val="476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ضِوِ</a:t>
            </a:r>
            <a:endParaRPr lang="ar-SA" sz="7200" dirty="0"/>
          </a:p>
        </p:txBody>
      </p:sp>
      <p:pic>
        <p:nvPicPr>
          <p:cNvPr id="25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18195" cy="86868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DD864"/>
          </a:solidFill>
          <a:ln w="12700">
            <a:solidFill>
              <a:srgbClr val="6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9D147"/>
          </a:solidFill>
          <a:ln w="12700">
            <a:solidFill>
              <a:srgbClr val="6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طِوِ</a:t>
            </a:r>
            <a:endParaRPr lang="ar-SA" sz="7200" dirty="0"/>
          </a:p>
        </p:txBody>
      </p:sp>
      <p:pic>
        <p:nvPicPr>
          <p:cNvPr id="20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29446" cy="1417320"/>
          </a:xfrm>
          <a:prstGeom prst="rect">
            <a:avLst/>
          </a:prstGeom>
        </p:spPr>
      </p:pic>
      <p:pic>
        <p:nvPicPr>
          <p:cNvPr id="21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739" y="3515868"/>
            <a:ext cx="1221821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ظِوِ</a:t>
            </a:r>
            <a:endParaRPr lang="ar-SA" sz="7200" dirty="0"/>
          </a:p>
        </p:txBody>
      </p:sp>
      <p:pic>
        <p:nvPicPr>
          <p:cNvPr id="21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881628"/>
            <a:ext cx="1109076" cy="1188720"/>
          </a:xfrm>
          <a:prstGeom prst="rect">
            <a:avLst/>
          </a:prstGeom>
        </p:spPr>
      </p:pic>
      <p:pic>
        <p:nvPicPr>
          <p:cNvPr id="22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3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D2B"/>
          </a:solidFill>
          <a:ln w="12700">
            <a:solidFill>
              <a:srgbClr val="644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37934"/>
          </a:solidFill>
          <a:ln w="12700">
            <a:solidFill>
              <a:srgbClr val="7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عِوِ</a:t>
            </a:r>
            <a:endParaRPr lang="ar-SA" sz="7200" dirty="0"/>
          </a:p>
        </p:txBody>
      </p:sp>
      <p:pic>
        <p:nvPicPr>
          <p:cNvPr id="22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66296" cy="1417320"/>
          </a:xfrm>
          <a:prstGeom prst="rect">
            <a:avLst/>
          </a:prstGeom>
        </p:spPr>
      </p:pic>
      <p:pic>
        <p:nvPicPr>
          <p:cNvPr id="23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738" y="3515868"/>
            <a:ext cx="2505822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غِوِ</a:t>
            </a:r>
            <a:endParaRPr lang="ar-SA" sz="7200" dirty="0"/>
          </a:p>
        </p:txBody>
      </p:sp>
      <p:pic>
        <p:nvPicPr>
          <p:cNvPr id="20" name="Image 0" descr="octop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62674" cy="1417320"/>
          </a:xfrm>
          <a:prstGeom prst="rect">
            <a:avLst/>
          </a:prstGeom>
        </p:spPr>
      </p:pic>
      <p:pic>
        <p:nvPicPr>
          <p:cNvPr id="21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0981" y="3515868"/>
            <a:ext cx="1571579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F5EED"/>
          </a:solidFill>
          <a:ln w="12700">
            <a:solidFill>
              <a:srgbClr val="8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فِوِ</a:t>
            </a:r>
            <a:endParaRPr lang="ar-SA" sz="72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EE052"/>
          </a:solidFill>
          <a:ln w="12700">
            <a:solidFill>
              <a:srgbClr val="9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4DB"/>
          </a:solidFill>
          <a:ln w="12700">
            <a:solidFill>
              <a:srgbClr val="707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2"/>
          </a:solidFill>
          <a:ln w="12700">
            <a:solidFill>
              <a:srgbClr val="85477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قِوِ</a:t>
            </a:r>
            <a:endParaRPr lang="ar-SA" sz="7200" dirty="0"/>
          </a:p>
        </p:txBody>
      </p:sp>
      <p:pic>
        <p:nvPicPr>
          <p:cNvPr id="25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AD8"/>
          </a:solidFill>
          <a:ln w="12700">
            <a:solidFill>
              <a:srgbClr val="648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BD1"/>
          </a:solidFill>
          <a:ln w="12700">
            <a:solidFill>
              <a:srgbClr val="478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كِوِ</a:t>
            </a:r>
            <a:endParaRPr lang="ar-SA" sz="7200" dirty="0"/>
          </a:p>
        </p:txBody>
      </p:sp>
      <p:pic>
        <p:nvPicPr>
          <p:cNvPr id="20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1" name="Image 1" descr="hedgeh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8627" y="3515868"/>
            <a:ext cx="2023933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لِوِ</a:t>
            </a:r>
            <a:endParaRPr lang="ar-SA" sz="7200" dirty="0"/>
          </a:p>
        </p:txBody>
      </p:sp>
      <p:pic>
        <p:nvPicPr>
          <p:cNvPr id="21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64508"/>
            <a:ext cx="1083290" cy="1005840"/>
          </a:xfrm>
          <a:prstGeom prst="rect">
            <a:avLst/>
          </a:prstGeom>
        </p:spPr>
      </p:pic>
      <p:pic>
        <p:nvPicPr>
          <p:cNvPr id="22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385" y="4384548"/>
            <a:ext cx="711175" cy="685800"/>
          </a:xfrm>
          <a:prstGeom prst="rect">
            <a:avLst/>
          </a:prstGeom>
        </p:spPr>
      </p:pic>
      <p:pic>
        <p:nvPicPr>
          <p:cNvPr id="23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E"/>
          </a:solidFill>
          <a:ln w="12700">
            <a:solidFill>
              <a:srgbClr val="2B643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F"/>
          </a:solidFill>
          <a:ln w="12700">
            <a:solidFill>
              <a:srgbClr val="3479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مِوِ</a:t>
            </a:r>
            <a:endParaRPr lang="ar-SA" sz="7200" dirty="0"/>
          </a:p>
        </p:txBody>
      </p:sp>
      <p:pic>
        <p:nvPicPr>
          <p:cNvPr id="22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3" name="Image 1" descr="peac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3930" y="3515868"/>
            <a:ext cx="1658630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نِوِ</a:t>
            </a:r>
            <a:endParaRPr lang="ar-SA" sz="7200" dirty="0"/>
          </a:p>
        </p:txBody>
      </p:sp>
      <p:pic>
        <p:nvPicPr>
          <p:cNvPr id="20" name="Image 0" descr="spouting_wh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42202" cy="1417320"/>
          </a:xfrm>
          <a:prstGeom prst="rect">
            <a:avLst/>
          </a:prstGeom>
        </p:spPr>
      </p:pic>
      <p:pic>
        <p:nvPicPr>
          <p:cNvPr id="21" name="Image 1" descr="dolph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739" y="3515868"/>
            <a:ext cx="1221821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6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C5E"/>
          </a:solidFill>
          <a:ln w="12700">
            <a:solidFill>
              <a:srgbClr val="ED6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هِوِ</a:t>
            </a:r>
            <a:endParaRPr lang="ar-SA" sz="72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1E0"/>
          </a:solidFill>
          <a:ln w="12700">
            <a:solidFill>
              <a:srgbClr val="52C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E"/>
          </a:solidFill>
          <a:ln w="12700">
            <a:solidFill>
              <a:srgbClr val="DB708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18547"/>
          </a:solidFill>
          <a:ln w="12700">
            <a:solidFill>
              <a:srgbClr val="81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15336" y="896112"/>
            <a:ext cx="18046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0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15336" y="896112"/>
            <a:ext cx="18046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وَرِثَ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424013" y="896112"/>
            <a:ext cx="217128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A0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24013" y="896112"/>
            <a:ext cx="217128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33874" y="2834640"/>
            <a:ext cx="367625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33874" y="2834640"/>
            <a:ext cx="367625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وَرِثَ وَشَكَرَ</a:t>
            </a:r>
            <a:endParaRPr lang="ar-SA" sz="4700" dirty="0"/>
          </a:p>
        </p:txBody>
      </p:sp>
      <p:pic>
        <p:nvPicPr>
          <p:cNvPr id="22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74520"/>
            <a:ext cx="2211019" cy="1371600"/>
          </a:xfrm>
          <a:prstGeom prst="rect">
            <a:avLst/>
          </a:prstGeom>
        </p:spPr>
      </p:pic>
      <p:pic>
        <p:nvPicPr>
          <p:cNvPr id="23" name="Image 1" descr="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7620" y="1828800"/>
            <a:ext cx="1664940" cy="1463040"/>
          </a:xfrm>
          <a:prstGeom prst="rect">
            <a:avLst/>
          </a:prstGeom>
        </p:spPr>
      </p:pic>
      <p:pic>
        <p:nvPicPr>
          <p:cNvPr id="24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7"/>
          </a:solidFill>
          <a:ln w="12700">
            <a:solidFill>
              <a:srgbClr val="D864A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D"/>
          </a:solidFill>
          <a:ln w="12700">
            <a:solidFill>
              <a:srgbClr val="D147A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35611" y="896112"/>
            <a:ext cx="193824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E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35611" y="896112"/>
            <a:ext cx="193824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وَصَلَ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70141" y="896112"/>
            <a:ext cx="19454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E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70141" y="896112"/>
            <a:ext cx="19454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وَفَرِحَ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94899" y="2834640"/>
            <a:ext cx="35542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94899" y="2834640"/>
            <a:ext cx="35542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وَصَلَ وَفَرِحَ</a:t>
            </a:r>
            <a:endParaRPr lang="ar-SA" sz="4700" dirty="0"/>
          </a:p>
        </p:txBody>
      </p:sp>
      <p:pic>
        <p:nvPicPr>
          <p:cNvPr id="17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463040" cy="1463040"/>
          </a:xfrm>
          <a:prstGeom prst="rect">
            <a:avLst/>
          </a:prstGeom>
        </p:spPr>
      </p:pic>
      <p:pic>
        <p:nvPicPr>
          <p:cNvPr id="18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0819" y="1828800"/>
            <a:ext cx="1771741" cy="1463040"/>
          </a:xfrm>
          <a:prstGeom prst="rect">
            <a:avLst/>
          </a:prstGeom>
        </p:spPr>
      </p:pic>
      <p:pic>
        <p:nvPicPr>
          <p:cNvPr id="19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46886" y="896112"/>
            <a:ext cx="188683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C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46886" y="896112"/>
            <a:ext cx="188683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410275" y="896112"/>
            <a:ext cx="21165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3C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410275" y="896112"/>
            <a:ext cx="21165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وَسَمِعَ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35302" y="2834640"/>
            <a:ext cx="367339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35302" y="2834640"/>
            <a:ext cx="367339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 وَسَمِعَ</a:t>
            </a:r>
            <a:endParaRPr lang="ar-SA" sz="4700" dirty="0"/>
          </a:p>
        </p:txBody>
      </p:sp>
      <p:pic>
        <p:nvPicPr>
          <p:cNvPr id="18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566916" cy="1463040"/>
          </a:xfrm>
          <a:prstGeom prst="rect">
            <a:avLst/>
          </a:prstGeom>
        </p:spPr>
      </p:pic>
      <p:pic>
        <p:nvPicPr>
          <p:cNvPr id="19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6866" y="1828800"/>
            <a:ext cx="1575694" cy="1463040"/>
          </a:xfrm>
          <a:prstGeom prst="rect">
            <a:avLst/>
          </a:prstGeom>
        </p:spPr>
      </p:pic>
      <p:pic>
        <p:nvPicPr>
          <p:cNvPr id="20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02B64"/>
          </a:solidFill>
          <a:ln w="12700">
            <a:solidFill>
              <a:srgbClr val="3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D3479"/>
          </a:solidFill>
          <a:ln w="12700">
            <a:solidFill>
              <a:srgbClr val="5D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54146" y="896112"/>
            <a:ext cx="159378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3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54146" y="896112"/>
            <a:ext cx="159378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وَثِقَ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2696071" y="896112"/>
            <a:ext cx="18380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63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696071" y="896112"/>
            <a:ext cx="18380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وَأَمِنَ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045315" y="2834640"/>
            <a:ext cx="305337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045315" y="2834640"/>
            <a:ext cx="305337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وَثِقَ وَأَمِنَ</a:t>
            </a:r>
            <a:endParaRPr lang="ar-SA" sz="4400" dirty="0"/>
          </a:p>
        </p:txBody>
      </p:sp>
      <p:pic>
        <p:nvPicPr>
          <p:cNvPr id="19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664940" cy="1463040"/>
          </a:xfrm>
          <a:prstGeom prst="rect">
            <a:avLst/>
          </a:prstGeom>
        </p:spPr>
      </p:pic>
      <p:pic>
        <p:nvPicPr>
          <p:cNvPr id="20" name="Image 1" descr="hor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28800"/>
            <a:ext cx="1463040" cy="14630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83</Slides>
  <Notes>83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8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16-waw</dc:title>
  <dc:subject>PptxGenJS Presentation</dc:subject>
  <dc:creator>PptxGenJS</dc:creator>
  <cp:lastModifiedBy>PptxGenJS</cp:lastModifiedBy>
  <cp:revision>1</cp:revision>
  <dcterms:created xsi:type="dcterms:W3CDTF">2026-10-20T23:11:24Z</dcterms:created>
  <dcterms:modified xsi:type="dcterms:W3CDTF">2026-10-20T23:11:24Z</dcterms:modified>
</cp:coreProperties>
</file>