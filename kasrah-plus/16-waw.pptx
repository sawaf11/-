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notesMasterIdLst>
    <p:notesMasterId r:id="rId8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2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6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EED5E"/>
          </a:solidFill>
          <a:ln w="12700">
            <a:solidFill>
              <a:srgbClr val="B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1000" dirty="0"/>
          </a:p>
        </p:txBody>
      </p:sp>
      <p:sp>
        <p:nvSpPr>
          <p:cNvPr id="20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11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88820"/>
            <a:ext cx="1301100" cy="123444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370" y="1783080"/>
            <a:ext cx="831190" cy="16459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352E0"/>
          </a:solidFill>
          <a:ln w="12700">
            <a:solidFill>
              <a:srgbClr val="9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770"/>
          </a:solidFill>
          <a:ln w="12700">
            <a:solidFill>
              <a:srgbClr val="DBD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9"/>
          </a:solidFill>
          <a:ln w="12700">
            <a:solidFill>
              <a:srgbClr val="4785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وِإِ</a:t>
            </a:r>
            <a:endParaRPr lang="ar-SA" sz="70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53385" cy="14173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264"/>
          </a:solidFill>
          <a:ln w="12700">
            <a:solidFill>
              <a:srgbClr val="D8B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C47"/>
          </a:solidFill>
          <a:ln w="12700">
            <a:solidFill>
              <a:srgbClr val="D18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وِبِ</a:t>
            </a:r>
            <a:endParaRPr lang="ar-SA" sz="7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648526" cy="9601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545" y="3790188"/>
            <a:ext cx="1083015" cy="12801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وِتِ</a:t>
            </a:r>
            <a:endParaRPr lang="ar-SA" sz="72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03778" cy="14173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441" y="3881628"/>
            <a:ext cx="725119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1"/>
          </a:solidFill>
          <a:ln w="12700">
            <a:solidFill>
              <a:srgbClr val="642B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0"/>
          </a:solidFill>
          <a:ln w="12700">
            <a:solidFill>
              <a:srgbClr val="7934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وِثِ</a:t>
            </a:r>
            <a:endParaRPr lang="ar-SA" sz="72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09762" cy="1417320"/>
          </a:xfrm>
          <a:prstGeom prst="rect">
            <a:avLst/>
          </a:prstGeom>
        </p:spPr>
      </p:pic>
      <p:pic>
        <p:nvPicPr>
          <p:cNvPr id="23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372" y="3881628"/>
            <a:ext cx="1645188" cy="11887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وِجِ</a:t>
            </a:r>
            <a:endParaRPr lang="ar-SA" sz="6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488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753" y="4018788"/>
            <a:ext cx="1790807" cy="10515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1ED"/>
          </a:solidFill>
          <a:ln w="12700">
            <a:solidFill>
              <a:srgbClr val="5EE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وِحِ</a:t>
            </a:r>
            <a:endParaRPr lang="ar-SA" sz="61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4657" y="2125980"/>
            <a:ext cx="507903" cy="9601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F52"/>
          </a:solidFill>
          <a:ln w="12700">
            <a:solidFill>
              <a:srgbClr val="E06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C"/>
          </a:solidFill>
          <a:ln w="12700">
            <a:solidFill>
              <a:srgbClr val="70DBB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A4785"/>
          </a:solidFill>
          <a:ln w="12700">
            <a:solidFill>
              <a:srgbClr val="4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وِخِ</a:t>
            </a:r>
            <a:endParaRPr lang="ar-SA" sz="6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19953" cy="13258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5"/>
          </a:solidFill>
          <a:ln w="12700">
            <a:solidFill>
              <a:srgbClr val="64D89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A"/>
          </a:solidFill>
          <a:ln w="12700">
            <a:solidFill>
              <a:srgbClr val="47D16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وِدِ</a:t>
            </a:r>
            <a:endParaRPr lang="ar-SA" sz="7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92596" cy="1417320"/>
          </a:xfrm>
          <a:prstGeom prst="rect">
            <a:avLst/>
          </a:prstGeom>
        </p:spPr>
      </p:pic>
      <p:pic>
        <p:nvPicPr>
          <p:cNvPr id="21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576" y="3698748"/>
            <a:ext cx="1468984" cy="13716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وِذِ</a:t>
            </a:r>
            <a:endParaRPr lang="ar-SA" sz="72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88132" cy="132588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034" y="3515868"/>
            <a:ext cx="685526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642B"/>
          </a:solidFill>
          <a:ln w="12700">
            <a:solidFill>
              <a:srgbClr val="5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7934"/>
          </a:solidFill>
          <a:ln w="12700">
            <a:solidFill>
              <a:srgbClr val="5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وِرِ</a:t>
            </a:r>
            <a:endParaRPr lang="ar-SA" sz="72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66612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420" y="4064508"/>
            <a:ext cx="1574140" cy="10058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وِزِ</a:t>
            </a:r>
            <a:endParaRPr lang="ar-SA" sz="72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94761" cy="132588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395" y="3927348"/>
            <a:ext cx="1320165" cy="11430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65EED"/>
          </a:solidFill>
          <a:ln w="12700">
            <a:solidFill>
              <a:srgbClr val="D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وِسِ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7E052"/>
          </a:solidFill>
          <a:ln w="12700">
            <a:solidFill>
              <a:srgbClr val="5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170DB"/>
          </a:solidFill>
          <a:ln w="12700">
            <a:solidFill>
              <a:srgbClr val="A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4"/>
          </a:solidFill>
          <a:ln w="12700">
            <a:solidFill>
              <a:srgbClr val="85475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0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وِشِ</a:t>
            </a:r>
            <a:endParaRPr lang="ar-SA" sz="7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69010" cy="13258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864D8"/>
          </a:solidFill>
          <a:ln w="12700">
            <a:solidFill>
              <a:srgbClr val="7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847D1"/>
          </a:solidFill>
          <a:ln w="12700">
            <a:solidFill>
              <a:srgbClr val="4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وِصِ</a:t>
            </a:r>
            <a:endParaRPr lang="ar-SA" sz="7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19841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382" y="3653028"/>
            <a:ext cx="1651178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وِضِ</a:t>
            </a:r>
            <a:endParaRPr lang="ar-SA" sz="67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54985" cy="132588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240" y="3835908"/>
            <a:ext cx="728320" cy="12344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B"/>
          </a:solidFill>
          <a:ln w="12700">
            <a:solidFill>
              <a:srgbClr val="2B64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279"/>
          </a:solidFill>
          <a:ln w="12700">
            <a:solidFill>
              <a:srgbClr val="346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وِطِ</a:t>
            </a:r>
            <a:endParaRPr lang="ar-SA" sz="72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01100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081" y="3881628"/>
            <a:ext cx="1319479" cy="11887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وِظِ</a:t>
            </a:r>
            <a:endParaRPr lang="ar-SA" sz="72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3275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119" y="3927348"/>
            <a:ext cx="1242441" cy="11430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25E"/>
          </a:solidFill>
          <a:ln w="12700">
            <a:solidFill>
              <a:srgbClr val="EDB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وِعِ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BE0"/>
          </a:solidFill>
          <a:ln w="12700">
            <a:solidFill>
              <a:srgbClr val="527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770"/>
          </a:solidFill>
          <a:ln w="12700">
            <a:solidFill>
              <a:srgbClr val="DB8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38547"/>
          </a:solidFill>
          <a:ln w="12700">
            <a:solidFill>
              <a:srgbClr val="6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وِغِ</a:t>
            </a:r>
            <a:endParaRPr lang="ar-SA" sz="6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4566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D"/>
          </a:solidFill>
          <a:ln w="12700">
            <a:solidFill>
              <a:srgbClr val="D8646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9"/>
          </a:solidFill>
          <a:ln w="12700">
            <a:solidFill>
              <a:srgbClr val="D1476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وِفِ</a:t>
            </a:r>
            <a:endParaRPr lang="ar-SA" sz="7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485900" cy="11887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108" y="3790188"/>
            <a:ext cx="1377452" cy="12801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وِقِ</a:t>
            </a:r>
            <a:endParaRPr lang="ar-SA" sz="72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34014" cy="14173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169" y="4018788"/>
            <a:ext cx="701391" cy="10515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2B64"/>
          </a:solidFill>
          <a:ln w="12700">
            <a:solidFill>
              <a:srgbClr val="4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3"/>
          </a:solidFill>
          <a:ln w="12700">
            <a:solidFill>
              <a:srgbClr val="79347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وِكِ</a:t>
            </a:r>
            <a:endParaRPr lang="ar-SA" sz="72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671569" cy="960120"/>
          </a:xfrm>
          <a:prstGeom prst="rect">
            <a:avLst/>
          </a:prstGeom>
        </p:spPr>
      </p:pic>
      <p:pic>
        <p:nvPicPr>
          <p:cNvPr id="23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738" y="4155948"/>
            <a:ext cx="1315822" cy="9144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وِلِ</a:t>
            </a:r>
            <a:endParaRPr lang="ar-SA" sz="72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976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070" y="3881628"/>
            <a:ext cx="1634490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E"/>
          </a:solidFill>
          <a:ln w="12700">
            <a:solidFill>
              <a:srgbClr val="5EED8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وِمِ</a:t>
            </a:r>
            <a:endParaRPr lang="ar-SA" sz="71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6760" y="2080260"/>
            <a:ext cx="505800" cy="10515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E"/>
          </a:solidFill>
          <a:ln w="12700">
            <a:solidFill>
              <a:srgbClr val="E0529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4DB70"/>
          </a:solidFill>
          <a:ln w="12700">
            <a:solidFill>
              <a:srgbClr val="7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385"/>
          </a:solidFill>
          <a:ln w="12700">
            <a:solidFill>
              <a:srgbClr val="477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وِنِ</a:t>
            </a:r>
            <a:endParaRPr lang="ar-SA" sz="7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7164" cy="14173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AD864"/>
          </a:solidFill>
          <a:ln w="12700">
            <a:solidFill>
              <a:srgbClr val="8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CD147"/>
          </a:solidFill>
          <a:ln w="12700">
            <a:solidFill>
              <a:srgbClr val="8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وِهِ</a:t>
            </a:r>
            <a:endParaRPr lang="ar-SA" sz="7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87872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720" y="4110228"/>
            <a:ext cx="1279840" cy="9601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إِوِبِ</a:t>
            </a:r>
            <a:endParaRPr lang="ar-SA" sz="6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54380" cy="15087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379" y="4064508"/>
            <a:ext cx="720181" cy="10058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E2B"/>
          </a:solidFill>
          <a:ln w="12700">
            <a:solidFill>
              <a:srgbClr val="643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E34"/>
          </a:solidFill>
          <a:ln w="12700">
            <a:solidFill>
              <a:srgbClr val="796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8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بِوِتِ</a:t>
            </a:r>
            <a:endParaRPr lang="ar-SA" sz="64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50548" cy="141732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126" y="3835908"/>
            <a:ext cx="1413434" cy="12344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تِوِثِ</a:t>
            </a:r>
            <a:endParaRPr lang="ar-SA" sz="64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86486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392" y="3835908"/>
            <a:ext cx="1117168" cy="12344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B5EED"/>
          </a:solidFill>
          <a:ln w="12700">
            <a:solidFill>
              <a:srgbClr val="6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ثِوِجِ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2E052"/>
          </a:solidFill>
          <a:ln w="12700">
            <a:solidFill>
              <a:srgbClr val="C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FDB"/>
          </a:solidFill>
          <a:ln w="12700">
            <a:solidFill>
              <a:srgbClr val="708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2"/>
          </a:solidFill>
          <a:ln w="12700">
            <a:solidFill>
              <a:srgbClr val="8547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جِوِحِ</a:t>
            </a:r>
            <a:endParaRPr lang="ar-SA" sz="54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92099" cy="15087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7D8"/>
          </a:solidFill>
          <a:ln w="12700">
            <a:solidFill>
              <a:srgbClr val="64A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ED1"/>
          </a:solidFill>
          <a:ln w="12700">
            <a:solidFill>
              <a:srgbClr val="47A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حِوِخِ</a:t>
            </a:r>
            <a:endParaRPr lang="ar-SA" sz="54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810512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042" y="3698748"/>
            <a:ext cx="1404518" cy="13716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خِوِدِ</a:t>
            </a:r>
            <a:endParaRPr lang="ar-SA" sz="6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77011" cy="15087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3881628"/>
            <a:ext cx="713232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0"/>
          </a:solidFill>
          <a:ln w="12700">
            <a:solidFill>
              <a:srgbClr val="2B64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D"/>
          </a:solidFill>
          <a:ln w="12700">
            <a:solidFill>
              <a:srgbClr val="34795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دِوِذِ</a:t>
            </a:r>
            <a:endParaRPr lang="ar-SA" sz="64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07308"/>
            <a:ext cx="1249436" cy="146304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582" y="3698748"/>
            <a:ext cx="1420978" cy="13716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ذِوِرِ</a:t>
            </a:r>
            <a:endParaRPr lang="ar-SA" sz="64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0626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17" y="4018788"/>
            <a:ext cx="1512143" cy="10515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5"/>
          </a:solidFill>
          <a:ln w="12700">
            <a:solidFill>
              <a:srgbClr val="ED5E7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رِوِزِ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B"/>
          </a:solidFill>
          <a:ln w="12700">
            <a:solidFill>
              <a:srgbClr val="52E0D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A"/>
          </a:solidFill>
          <a:ln w="12700">
            <a:solidFill>
              <a:srgbClr val="DB70A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847"/>
          </a:solidFill>
          <a:ln w="12700">
            <a:solidFill>
              <a:srgbClr val="857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5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زِوِسِ</a:t>
            </a:r>
            <a:endParaRPr lang="ar-SA" sz="63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25714" cy="15087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4"/>
          </a:solidFill>
          <a:ln w="12700">
            <a:solidFill>
              <a:srgbClr val="D864C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D0"/>
          </a:solidFill>
          <a:ln w="12700">
            <a:solidFill>
              <a:srgbClr val="D147D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سِوِشِ</a:t>
            </a:r>
            <a:endParaRPr lang="ar-SA" sz="63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787743" cy="960120"/>
          </a:xfrm>
          <a:prstGeom prst="rect">
            <a:avLst/>
          </a:prstGeom>
        </p:spPr>
      </p:pic>
      <p:pic>
        <p:nvPicPr>
          <p:cNvPr id="25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452" y="4018788"/>
            <a:ext cx="1185108" cy="10515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شِوِصِ</a:t>
            </a:r>
            <a:endParaRPr lang="ar-SA" sz="63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31749" cy="15087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035" y="4018788"/>
            <a:ext cx="724525" cy="10515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464"/>
          </a:solidFill>
          <a:ln w="12700">
            <a:solidFill>
              <a:srgbClr val="2B3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3479"/>
          </a:solidFill>
          <a:ln w="12700">
            <a:solidFill>
              <a:srgbClr val="4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صِوِضِ</a:t>
            </a:r>
            <a:endParaRPr lang="ar-SA" sz="60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426098" cy="1280160"/>
          </a:xfrm>
          <a:prstGeom prst="rect">
            <a:avLst/>
          </a:prstGeom>
        </p:spPr>
      </p:pic>
      <p:pic>
        <p:nvPicPr>
          <p:cNvPr id="27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476" y="3653028"/>
            <a:ext cx="1267084" cy="14173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ضِوِطِ</a:t>
            </a:r>
            <a:endParaRPr lang="ar-SA" sz="64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39292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516" y="3835908"/>
            <a:ext cx="1722044" cy="12344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9ED5E"/>
          </a:solidFill>
          <a:ln w="12700">
            <a:solidFill>
              <a:srgbClr val="9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طِوِظِ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852E0"/>
          </a:solidFill>
          <a:ln w="12700">
            <a:solidFill>
              <a:srgbClr val="B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4DB70"/>
          </a:solidFill>
          <a:ln w="12700">
            <a:solidFill>
              <a:srgbClr val="C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9"/>
          </a:solidFill>
          <a:ln w="12700">
            <a:solidFill>
              <a:srgbClr val="47856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ظِوِعِ</a:t>
            </a:r>
            <a:endParaRPr lang="ar-SA" sz="54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75924" cy="15087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F64"/>
          </a:solidFill>
          <a:ln w="12700">
            <a:solidFill>
              <a:srgbClr val="D8C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F47"/>
          </a:solidFill>
          <a:ln w="12700">
            <a:solidFill>
              <a:srgbClr val="D1A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عِوِغِ</a:t>
            </a:r>
            <a:endParaRPr lang="ar-SA" sz="54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400312" cy="118872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476" y="3653028"/>
            <a:ext cx="1087084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غِوِفِ</a:t>
            </a:r>
            <a:endParaRPr lang="ar-SA" sz="6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8170" cy="15087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912" y="4110228"/>
            <a:ext cx="706648" cy="9601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2"/>
          </a:solidFill>
          <a:ln w="12700">
            <a:solidFill>
              <a:srgbClr val="642B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A34"/>
          </a:solidFill>
          <a:ln w="12700">
            <a:solidFill>
              <a:srgbClr val="793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فِوِقِ</a:t>
            </a:r>
            <a:endParaRPr lang="ar-SA" sz="64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07308"/>
            <a:ext cx="1047537" cy="146304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187" y="3607308"/>
            <a:ext cx="1113373" cy="14630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قِوِكِ</a:t>
            </a:r>
            <a:endParaRPr lang="ar-SA" sz="64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04591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452" y="3881628"/>
            <a:ext cx="958108" cy="11887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DED"/>
          </a:solidFill>
          <a:ln w="12700">
            <a:solidFill>
              <a:srgbClr val="5EB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كِوِلِ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452"/>
          </a:solidFill>
          <a:ln w="12700">
            <a:solidFill>
              <a:srgbClr val="E09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8"/>
          </a:solidFill>
          <a:ln w="12700">
            <a:solidFill>
              <a:srgbClr val="70DBD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A4785"/>
          </a:solidFill>
          <a:ln w="12700">
            <a:solidFill>
              <a:srgbClr val="5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لِوِمِ</a:t>
            </a:r>
            <a:endParaRPr lang="ar-SA" sz="63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25714" cy="15087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2"/>
          </a:solidFill>
          <a:ln w="12700">
            <a:solidFill>
              <a:srgbClr val="64D8B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D"/>
          </a:solidFill>
          <a:ln w="12700">
            <a:solidFill>
              <a:srgbClr val="47D18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مِوِنِ</a:t>
            </a:r>
            <a:endParaRPr lang="ar-SA" sz="64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199510" cy="12801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108" y="3790188"/>
            <a:ext cx="1377452" cy="12801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نِوِهِ</a:t>
            </a:r>
            <a:endParaRPr lang="ar-SA" sz="6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25714" cy="15087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355" y="3607308"/>
            <a:ext cx="724205" cy="14630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642B"/>
          </a:solidFill>
          <a:ln w="12700">
            <a:solidFill>
              <a:srgbClr val="5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F7934"/>
          </a:solidFill>
          <a:ln w="12700">
            <a:solidFill>
              <a:srgbClr val="3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هِوِإِ</a:t>
            </a:r>
            <a:endParaRPr lang="ar-SA" sz="62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07308"/>
            <a:ext cx="1170432" cy="146304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545" y="3790188"/>
            <a:ext cx="1083015" cy="12801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إِوِ</a:t>
            </a:r>
            <a:endParaRPr lang="ar-SA" sz="7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606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234" y="4064508"/>
            <a:ext cx="1606326" cy="10058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0"/>
          </a:solidFill>
          <a:ln w="12700">
            <a:solidFill>
              <a:srgbClr val="ED5EE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بِوِ</a:t>
            </a:r>
            <a:endParaRPr lang="ar-SA" sz="72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2103120"/>
            <a:ext cx="502920" cy="10058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0"/>
          </a:solidFill>
          <a:ln w="12700">
            <a:solidFill>
              <a:srgbClr val="52E07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D70DB"/>
          </a:solidFill>
          <a:ln w="12700">
            <a:solidFill>
              <a:srgbClr val="B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A47"/>
          </a:solidFill>
          <a:ln w="12700">
            <a:solidFill>
              <a:srgbClr val="854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تِوِ</a:t>
            </a:r>
            <a:endParaRPr lang="ar-SA" sz="7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1258" cy="14173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564D8"/>
          </a:solidFill>
          <a:ln w="12700">
            <a:solidFill>
              <a:srgbClr val="9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B47D1"/>
          </a:solidFill>
          <a:ln w="12700">
            <a:solidFill>
              <a:srgbClr val="6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ثِوِ</a:t>
            </a:r>
            <a:endParaRPr lang="ar-SA" sz="7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633347" cy="1143000"/>
          </a:xfrm>
          <a:prstGeom prst="rect">
            <a:avLst/>
          </a:prstGeom>
        </p:spPr>
      </p:pic>
      <p:pic>
        <p:nvPicPr>
          <p:cNvPr id="21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598" y="3515868"/>
            <a:ext cx="1339962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جِوِ</a:t>
            </a:r>
            <a:endParaRPr lang="ar-SA" sz="72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99998" cy="14173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585" y="3744468"/>
            <a:ext cx="715975" cy="13258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F64"/>
          </a:solidFill>
          <a:ln w="12700">
            <a:solidFill>
              <a:srgbClr val="2B5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079"/>
          </a:solidFill>
          <a:ln w="12700">
            <a:solidFill>
              <a:srgbClr val="345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حِوِ</a:t>
            </a:r>
            <a:endParaRPr lang="ar-SA" sz="72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217066" cy="1005840"/>
          </a:xfrm>
          <a:prstGeom prst="rect">
            <a:avLst/>
          </a:prstGeom>
        </p:spPr>
      </p:pic>
      <p:pic>
        <p:nvPicPr>
          <p:cNvPr id="23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576" y="3698748"/>
            <a:ext cx="1468984" cy="13716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خِوِ</a:t>
            </a:r>
            <a:endParaRPr lang="ar-SA" sz="72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196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653" y="3835908"/>
            <a:ext cx="1494907" cy="12344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65E"/>
          </a:solidFill>
          <a:ln w="12700">
            <a:solidFill>
              <a:srgbClr val="EDD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دِوِ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6E0"/>
          </a:solidFill>
          <a:ln w="12700">
            <a:solidFill>
              <a:srgbClr val="525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270"/>
          </a:solidFill>
          <a:ln w="12700">
            <a:solidFill>
              <a:srgbClr val="DBA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48547"/>
          </a:solidFill>
          <a:ln w="12700">
            <a:solidFill>
              <a:srgbClr val="5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ذِوِ</a:t>
            </a:r>
            <a:endParaRPr lang="ar-SA" sz="7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906353" cy="12801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864"/>
          </a:solidFill>
          <a:ln w="12700">
            <a:solidFill>
              <a:srgbClr val="D87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947"/>
          </a:solidFill>
          <a:ln w="12700">
            <a:solidFill>
              <a:srgbClr val="D14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رِوِ</a:t>
            </a:r>
            <a:endParaRPr lang="ar-SA" sz="7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56533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301" y="3835908"/>
            <a:ext cx="1070259" cy="12344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زِوِ</a:t>
            </a:r>
            <a:endParaRPr lang="ar-SA" sz="72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77321" cy="14173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573" y="3881628"/>
            <a:ext cx="717987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2B64"/>
          </a:solidFill>
          <a:ln w="12700">
            <a:solidFill>
              <a:srgbClr val="5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2"/>
          </a:solidFill>
          <a:ln w="12700">
            <a:solidFill>
              <a:srgbClr val="79346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سِوِ</a:t>
            </a:r>
            <a:endParaRPr lang="ar-SA" sz="72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099657" cy="128016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382" y="3653028"/>
            <a:ext cx="1651178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شِوِ</a:t>
            </a:r>
            <a:endParaRPr lang="ar-SA" sz="72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2251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223" y="3744468"/>
            <a:ext cx="1600337" cy="13258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3"/>
          </a:solidFill>
          <a:ln w="12700">
            <a:solidFill>
              <a:srgbClr val="5EEDB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صِوِ</a:t>
            </a:r>
            <a:endParaRPr lang="ar-SA" sz="72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6165" y="2011680"/>
            <a:ext cx="506395" cy="11887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A"/>
          </a:solidFill>
          <a:ln w="12700">
            <a:solidFill>
              <a:srgbClr val="E0527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7"/>
          </a:solidFill>
          <a:ln w="12700">
            <a:solidFill>
              <a:srgbClr val="70DB8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385"/>
          </a:solidFill>
          <a:ln w="12700">
            <a:solidFill>
              <a:srgbClr val="476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ضِوِ</a:t>
            </a:r>
            <a:endParaRPr lang="ar-SA" sz="7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5904" cy="14173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DD864"/>
          </a:solidFill>
          <a:ln w="12700">
            <a:solidFill>
              <a:srgbClr val="6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9D147"/>
          </a:solidFill>
          <a:ln w="12700">
            <a:solidFill>
              <a:srgbClr val="6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طِوِ</a:t>
            </a:r>
            <a:endParaRPr lang="ar-SA" sz="7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745772" cy="109728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937" y="3561588"/>
            <a:ext cx="1054623" cy="15087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ظِوِ</a:t>
            </a:r>
            <a:endParaRPr lang="ar-SA" sz="72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26455" cy="14173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083" y="3881628"/>
            <a:ext cx="708477" cy="11887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D2B"/>
          </a:solidFill>
          <a:ln w="12700">
            <a:solidFill>
              <a:srgbClr val="644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37934"/>
          </a:solidFill>
          <a:ln w="12700">
            <a:solidFill>
              <a:srgbClr val="7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عِوِ</a:t>
            </a:r>
            <a:endParaRPr lang="ar-SA" sz="72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6708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108" y="3790188"/>
            <a:ext cx="1377452" cy="12801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غِوِ</a:t>
            </a:r>
            <a:endParaRPr lang="ar-SA" sz="72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755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881" y="4018788"/>
            <a:ext cx="1502679" cy="10515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F5EED"/>
          </a:solidFill>
          <a:ln w="12700">
            <a:solidFill>
              <a:srgbClr val="8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فِوِ</a:t>
            </a:r>
            <a:endParaRPr lang="ar-SA" sz="72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7296" y="2080260"/>
            <a:ext cx="515264" cy="10515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EE052"/>
          </a:solidFill>
          <a:ln w="12700">
            <a:solidFill>
              <a:srgbClr val="9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4DB"/>
          </a:solidFill>
          <a:ln w="12700">
            <a:solidFill>
              <a:srgbClr val="707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2"/>
          </a:solidFill>
          <a:ln w="12700">
            <a:solidFill>
              <a:srgbClr val="85477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قِوِ</a:t>
            </a:r>
            <a:endParaRPr lang="ar-SA" sz="7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AD8"/>
          </a:solidFill>
          <a:ln w="12700">
            <a:solidFill>
              <a:srgbClr val="648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BD1"/>
          </a:solidFill>
          <a:ln w="12700">
            <a:solidFill>
              <a:srgbClr val="478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كِوِ</a:t>
            </a:r>
            <a:endParaRPr lang="ar-SA" sz="7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422669" cy="1325880"/>
          </a:xfrm>
          <a:prstGeom prst="rect">
            <a:avLst/>
          </a:prstGeom>
        </p:spPr>
      </p:pic>
      <p:pic>
        <p:nvPicPr>
          <p:cNvPr id="21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027" y="3653028"/>
            <a:ext cx="1156533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لِوِ</a:t>
            </a:r>
            <a:endParaRPr lang="ar-SA" sz="72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4644" cy="14173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E"/>
          </a:solidFill>
          <a:ln w="12700">
            <a:solidFill>
              <a:srgbClr val="2B643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F"/>
          </a:solidFill>
          <a:ln w="12700">
            <a:solidFill>
              <a:srgbClr val="3479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مِوِ</a:t>
            </a:r>
            <a:endParaRPr lang="ar-SA" sz="72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673352" cy="114300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720" y="4110228"/>
            <a:ext cx="1279840" cy="9601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نِوِ</a:t>
            </a:r>
            <a:endParaRPr lang="ar-SA" sz="72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881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529" y="3927348"/>
            <a:ext cx="1391031" cy="11430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C5E"/>
          </a:solidFill>
          <a:ln w="12700">
            <a:solidFill>
              <a:srgbClr val="ED6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هِوِ</a:t>
            </a:r>
            <a:endParaRPr lang="ar-SA" sz="72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7844" y="2011680"/>
            <a:ext cx="514716" cy="11887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1E0"/>
          </a:solidFill>
          <a:ln w="12700">
            <a:solidFill>
              <a:srgbClr val="52C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E"/>
          </a:solidFill>
          <a:ln w="12700">
            <a:solidFill>
              <a:srgbClr val="DB708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18547"/>
          </a:solidFill>
          <a:ln w="12700">
            <a:solidFill>
              <a:srgbClr val="81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15336" y="896112"/>
            <a:ext cx="18046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0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15336" y="896112"/>
            <a:ext cx="18046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وَرِثَ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424013" y="896112"/>
            <a:ext cx="21712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0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24013" y="896112"/>
            <a:ext cx="21712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33874" y="2834640"/>
            <a:ext cx="36762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33874" y="2834640"/>
            <a:ext cx="36762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وَرِثَ وَشَكَرَ</a:t>
            </a:r>
            <a:endParaRPr lang="ar-SA" sz="47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78708"/>
            <a:ext cx="732480" cy="169164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476" y="1897380"/>
            <a:ext cx="1087084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7"/>
          </a:solidFill>
          <a:ln w="12700">
            <a:solidFill>
              <a:srgbClr val="D864A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D"/>
          </a:solidFill>
          <a:ln w="12700">
            <a:solidFill>
              <a:srgbClr val="D147A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35611" y="896112"/>
            <a:ext cx="193824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E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35611" y="896112"/>
            <a:ext cx="193824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وَصَلَ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70141" y="896112"/>
            <a:ext cx="1945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E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70141" y="896112"/>
            <a:ext cx="1945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وَفَرِحَ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94899" y="2834640"/>
            <a:ext cx="35542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94899" y="2834640"/>
            <a:ext cx="35542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وَصَلَ وَفَرِحَ</a:t>
            </a:r>
            <a:endParaRPr lang="ar-SA" sz="4700" dirty="0"/>
          </a:p>
        </p:txBody>
      </p:sp>
      <p:pic>
        <p:nvPicPr>
          <p:cNvPr id="17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11680"/>
            <a:ext cx="973562" cy="1188720"/>
          </a:xfrm>
          <a:prstGeom prst="rect">
            <a:avLst/>
          </a:prstGeom>
        </p:spPr>
      </p:pic>
      <p:pic>
        <p:nvPicPr>
          <p:cNvPr id="18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769" y="1943100"/>
            <a:ext cx="1341791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46886" y="896112"/>
            <a:ext cx="188683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C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46886" y="896112"/>
            <a:ext cx="188683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410275" y="896112"/>
            <a:ext cx="21165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3C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410275" y="896112"/>
            <a:ext cx="21165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وَسَمِعَ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735302" y="2834640"/>
            <a:ext cx="367339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735302" y="2834640"/>
            <a:ext cx="367339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 وَسَمِعَ</a:t>
            </a:r>
            <a:endParaRPr lang="ar-SA" sz="4700" dirty="0"/>
          </a:p>
        </p:txBody>
      </p:sp>
      <p:pic>
        <p:nvPicPr>
          <p:cNvPr id="1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87268"/>
            <a:ext cx="832698" cy="1783080"/>
          </a:xfrm>
          <a:prstGeom prst="rect">
            <a:avLst/>
          </a:prstGeom>
        </p:spPr>
      </p:pic>
      <p:pic>
        <p:nvPicPr>
          <p:cNvPr id="19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879" y="1783080"/>
            <a:ext cx="1056681" cy="16459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2B64"/>
          </a:solidFill>
          <a:ln w="12700">
            <a:solidFill>
              <a:srgbClr val="3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D3479"/>
          </a:solidFill>
          <a:ln w="12700">
            <a:solidFill>
              <a:srgbClr val="5D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54146" y="896112"/>
            <a:ext cx="15937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3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54146" y="896112"/>
            <a:ext cx="15937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وَثِقَ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2696071" y="896112"/>
            <a:ext cx="18380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3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96071" y="896112"/>
            <a:ext cx="18380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وَأَمِنَ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45315" y="2834640"/>
            <a:ext cx="30533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45315" y="2834640"/>
            <a:ext cx="30533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وَثِقَ وَأَمِنَ</a:t>
            </a:r>
            <a:endParaRPr lang="ar-SA" sz="4400" dirty="0"/>
          </a:p>
        </p:txBody>
      </p:sp>
      <p:pic>
        <p:nvPicPr>
          <p:cNvPr id="1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97380"/>
            <a:ext cx="1183462" cy="1417320"/>
          </a:xfrm>
          <a:prstGeom prst="rect">
            <a:avLst/>
          </a:prstGeom>
        </p:spPr>
      </p:pic>
      <p:pic>
        <p:nvPicPr>
          <p:cNvPr id="2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042" y="1920240"/>
            <a:ext cx="1404518" cy="13716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16-waw</dc:title>
  <dc:subject>PptxGenJS Presentation</dc:subject>
  <dc:creator>PptxGenJS</dc:creator>
  <cp:lastModifiedBy>PptxGenJS</cp:lastModifiedBy>
  <cp:revision>1</cp:revision>
  <dcterms:created xsi:type="dcterms:W3CDTF">2026-10-21T00:09:48Z</dcterms:created>
  <dcterms:modified xsi:type="dcterms:W3CDTF">2026-10-21T00:09:48Z</dcterms:modified>
</cp:coreProperties>
</file>