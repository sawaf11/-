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طَأُّ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08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أَطُّبَ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7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بَطُّتَ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88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تَطُّثَ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ثَطُّجَ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جَطُّحَ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حَطُّخَ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خَطُّدَ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دَطُّذَ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ذَطُّرَ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رَطُّزَ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زَطُّسَ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769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سَطُّشَ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69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شَطُّصَ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71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صَطُّضَ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38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ضَطُّأَ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أَطُّ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46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بَطُّ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تَطُّ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6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جَطُّ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دَطُّ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ذَطُّ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رَطُّ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سَطُّ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964"/>
          </a:solidFill>
          <a:ln w="12700">
            <a:solidFill>
              <a:srgbClr val="D88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شَطُّ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ظَأُّ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ظَبُّ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ظَتُّ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ظَثُّ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ظَجُّ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ظَحُّ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ظَخُّ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ظَدُّ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ظَذُّ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ظَرُّ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3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ظَزُّ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ظَسُّ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ظَشُّ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26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ظَصُّ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99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ظَضُّ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ظَطُّ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08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أَظُّبَ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7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بَظُّتَ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8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تَظُّثَ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ثَظُّجَ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جَظُّحَ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75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حَظُّخَ</a:t>
            </a:r>
            <a:endParaRPr lang="ar-SA" sz="4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خَظُّدَ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925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دَظُّذَ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ذَظُّرَ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رَظُّزَ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5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زَظُّسَ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69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سَظُّشَ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769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شَظُّصَ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71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صَظُّضَ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75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ضَظُّطَ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339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20006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طَظُّأَ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أَظُّ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446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بَظُّ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تَظُّ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ثَظُّ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46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جَظُّ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حَظُّ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رَظُّ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زَظُّ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سَظُّ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شَظُّ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صَظُّ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ضَظُّ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طَظُّ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6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22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3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9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B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09-ta-dha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