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notesMasterIdLst>
    <p:notesMasterId r:id="rId10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65E"/>
          </a:solidFill>
          <a:ln w="12700">
            <a:solidFill>
              <a:srgbClr val="EDC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2064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700" dirty="0"/>
          </a:p>
        </p:txBody>
      </p:sp>
      <p:sp>
        <p:nvSpPr>
          <p:cNvPr id="20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22" name="C3 W2 word"/>
          <p:cNvSpPr txBox="1"/>
          <p:nvPr/>
        </p:nvSpPr>
        <p:spPr>
          <a:xfrm>
            <a:off x="91440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8700" dirty="0"/>
          </a:p>
        </p:txBody>
      </p:sp>
      <p:sp>
        <p:nvSpPr>
          <p:cNvPr id="23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4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7E0"/>
          </a:solidFill>
          <a:ln w="12700">
            <a:solidFill>
              <a:srgbClr val="526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670"/>
          </a:solidFill>
          <a:ln w="12700">
            <a:solidFill>
              <a:srgbClr val="DB9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8547"/>
          </a:solidFill>
          <a:ln w="12700">
            <a:solidFill>
              <a:srgbClr val="5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B64"/>
          </a:solidFill>
          <a:ln w="12700">
            <a:solidFill>
              <a:srgbClr val="D86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6"/>
          </a:solidFill>
          <a:ln w="12700">
            <a:solidFill>
              <a:srgbClr val="D1475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2007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طَأُّ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طَبُّ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2B64"/>
          </a:solidFill>
          <a:ln w="12700">
            <a:solidFill>
              <a:srgbClr val="5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A"/>
          </a:solidFill>
          <a:ln w="12700">
            <a:solidFill>
              <a:srgbClr val="79346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طَتُّ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طَثُّ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2"/>
          </a:solidFill>
          <a:ln w="12700">
            <a:solidFill>
              <a:srgbClr val="5EEDA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طَجُّ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B"/>
          </a:solidFill>
          <a:ln w="12700">
            <a:solidFill>
              <a:srgbClr val="E0528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B"/>
          </a:solidFill>
          <a:ln w="12700">
            <a:solidFill>
              <a:srgbClr val="70DB7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A85"/>
          </a:solidFill>
          <a:ln w="12700">
            <a:solidFill>
              <a:srgbClr val="476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طَحُّ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AD864"/>
          </a:solidFill>
          <a:ln w="12700">
            <a:solidFill>
              <a:srgbClr val="7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9D147"/>
          </a:solidFill>
          <a:ln w="12700">
            <a:solidFill>
              <a:srgbClr val="7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طَدُّ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62B"/>
          </a:solidFill>
          <a:ln w="12700">
            <a:solidFill>
              <a:srgbClr val="644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834"/>
          </a:solidFill>
          <a:ln w="12700">
            <a:solidFill>
              <a:srgbClr val="797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طَذُّ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طَرُّ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F5EED"/>
          </a:solidFill>
          <a:ln w="12700">
            <a:solidFill>
              <a:srgbClr val="7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طَزُّ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EE052"/>
          </a:solidFill>
          <a:ln w="12700">
            <a:solidFill>
              <a:srgbClr val="A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0DB"/>
          </a:solidFill>
          <a:ln w="12700">
            <a:solidFill>
              <a:srgbClr val="708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9"/>
          </a:solidFill>
          <a:ln w="12700">
            <a:solidFill>
              <a:srgbClr val="8547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طَسُّ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7D8"/>
          </a:solidFill>
          <a:ln w="12700">
            <a:solidFill>
              <a:srgbClr val="649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BD1"/>
          </a:solidFill>
          <a:ln w="12700">
            <a:solidFill>
              <a:srgbClr val="479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طَشُّ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طَصُّ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8"/>
          </a:solidFill>
          <a:ln w="12700">
            <a:solidFill>
              <a:srgbClr val="2B64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6"/>
          </a:solidFill>
          <a:ln w="12700">
            <a:solidFill>
              <a:srgbClr val="3479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99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99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طَضُّ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008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أَطُّبَ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2"/>
          </a:solidFill>
          <a:ln w="12700">
            <a:solidFill>
              <a:srgbClr val="ED5E6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076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بَطُّتَ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2E0"/>
          </a:solidFill>
          <a:ln w="12700">
            <a:solidFill>
              <a:srgbClr val="52D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B"/>
          </a:solidFill>
          <a:ln w="12700">
            <a:solidFill>
              <a:srgbClr val="DB709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147"/>
          </a:solidFill>
          <a:ln w="12700">
            <a:solidFill>
              <a:srgbClr val="858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887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تَطُّثَ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4"/>
          </a:solidFill>
          <a:ln w="12700">
            <a:solidFill>
              <a:srgbClr val="D864B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D"/>
          </a:solidFill>
          <a:ln w="12700">
            <a:solidFill>
              <a:srgbClr val="D147B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75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ثَطُّجَ</a:t>
            </a:r>
            <a:endParaRPr lang="ar-SA" sz="4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275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جَطُّحَ</a:t>
            </a:r>
            <a:endParaRPr lang="ar-SA" sz="4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C64"/>
          </a:solidFill>
          <a:ln w="12700">
            <a:solidFill>
              <a:srgbClr val="2B2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3479"/>
          </a:solidFill>
          <a:ln w="12700">
            <a:solidFill>
              <a:srgbClr val="5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275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حَطُّخَ</a:t>
            </a:r>
            <a:endParaRPr lang="ar-SA" sz="4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خَطُّدَ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5ED5E"/>
          </a:solidFill>
          <a:ln w="12700">
            <a:solidFill>
              <a:srgbClr val="8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دَطُّذَ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B52E0"/>
          </a:solidFill>
          <a:ln w="12700">
            <a:solidFill>
              <a:srgbClr val="C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5DB70"/>
          </a:solidFill>
          <a:ln w="12700">
            <a:solidFill>
              <a:srgbClr val="B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1"/>
          </a:solidFill>
          <a:ln w="12700">
            <a:solidFill>
              <a:srgbClr val="4785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85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ذَطُّرَ</a:t>
            </a:r>
            <a:endParaRPr lang="ar-SA" sz="5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1D864"/>
          </a:solidFill>
          <a:ln w="12700">
            <a:solidFill>
              <a:srgbClr val="D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347"/>
          </a:solidFill>
          <a:ln w="12700">
            <a:solidFill>
              <a:srgbClr val="D1C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85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رَطُّزَ</a:t>
            </a:r>
            <a:endParaRPr lang="ar-SA" sz="5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85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زَطُّسَ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A"/>
          </a:solidFill>
          <a:ln w="12700">
            <a:solidFill>
              <a:srgbClr val="642B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434"/>
          </a:solidFill>
          <a:ln w="12700">
            <a:solidFill>
              <a:srgbClr val="794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769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سَطُّشَ</a:t>
            </a:r>
            <a:endParaRPr lang="ar-SA" sz="5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769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شَطُّصَ</a:t>
            </a:r>
            <a:endParaRPr lang="ar-SA" sz="5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9ED"/>
          </a:solidFill>
          <a:ln w="12700">
            <a:solidFill>
              <a:srgbClr val="5EA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7138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صَطُّضَ</a:t>
            </a:r>
            <a:endParaRPr lang="ar-SA" sz="4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852"/>
          </a:solidFill>
          <a:ln w="12700">
            <a:solidFill>
              <a:srgbClr val="E0A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0DB"/>
          </a:solidFill>
          <a:ln w="12700">
            <a:solidFill>
              <a:srgbClr val="70D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4785"/>
          </a:solidFill>
          <a:ln w="12700">
            <a:solidFill>
              <a:srgbClr val="6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387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ضَطُّأَ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2"/>
          </a:solidFill>
          <a:ln w="12700">
            <a:solidFill>
              <a:srgbClr val="64D8C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0"/>
          </a:solidFill>
          <a:ln w="12700">
            <a:solidFill>
              <a:srgbClr val="47D1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أَطُّ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446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بَطُّ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642B"/>
          </a:solidFill>
          <a:ln w="12700">
            <a:solidFill>
              <a:srgbClr val="4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7934"/>
          </a:solidFill>
          <a:ln w="12700">
            <a:solidFill>
              <a:srgbClr val="3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تَطُّ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ثَطُّ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C"/>
          </a:solidFill>
          <a:ln w="12700">
            <a:solidFill>
              <a:srgbClr val="ED5EC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466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جَطُّ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4"/>
          </a:solidFill>
          <a:ln w="12700">
            <a:solidFill>
              <a:srgbClr val="52E08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C70DB"/>
          </a:solidFill>
          <a:ln w="12700">
            <a:solidFill>
              <a:srgbClr val="C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347"/>
          </a:solidFill>
          <a:ln w="12700">
            <a:solidFill>
              <a:srgbClr val="855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حَطُّ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564D8"/>
          </a:solidFill>
          <a:ln w="12700">
            <a:solidFill>
              <a:srgbClr val="A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E47D1"/>
          </a:solidFill>
          <a:ln w="12700">
            <a:solidFill>
              <a:srgbClr val="7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خَطُّ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دَطُّ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764"/>
          </a:solidFill>
          <a:ln w="12700">
            <a:solidFill>
              <a:srgbClr val="2B5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779"/>
          </a:solidFill>
          <a:ln w="12700">
            <a:solidFill>
              <a:srgbClr val="344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ذَطُّ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162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رَطُّ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A5E"/>
          </a:solidFill>
          <a:ln w="12700">
            <a:solidFill>
              <a:srgbClr val="EDE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162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زَطُّ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152E0"/>
          </a:solidFill>
          <a:ln w="12700">
            <a:solidFill>
              <a:srgbClr val="6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170"/>
          </a:solidFill>
          <a:ln w="12700">
            <a:solidFill>
              <a:srgbClr val="DBB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8547"/>
          </a:solidFill>
          <a:ln w="12700">
            <a:solidFill>
              <a:srgbClr val="4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سَطُّ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964"/>
          </a:solidFill>
          <a:ln w="12700">
            <a:solidFill>
              <a:srgbClr val="D88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C47"/>
          </a:solidFill>
          <a:ln w="12700">
            <a:solidFill>
              <a:srgbClr val="D15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شَطُّ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صَطُّ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2B64"/>
          </a:solidFill>
          <a:ln w="12700">
            <a:solidFill>
              <a:srgbClr val="6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8"/>
          </a:solidFill>
          <a:ln w="12700">
            <a:solidFill>
              <a:srgbClr val="79345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ضَطُّ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2007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ظَأُّ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7"/>
          </a:solidFill>
          <a:ln w="12700">
            <a:solidFill>
              <a:srgbClr val="5EEDC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ظَبُّ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6"/>
          </a:solidFill>
          <a:ln w="12700">
            <a:solidFill>
              <a:srgbClr val="E0526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6"/>
          </a:solidFill>
          <a:ln w="12700">
            <a:solidFill>
              <a:srgbClr val="70DB9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ظَتُّ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C"/>
          </a:solidFill>
          <a:ln w="12700">
            <a:solidFill>
              <a:srgbClr val="64D86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5D147"/>
          </a:solidFill>
          <a:ln w="12700">
            <a:solidFill>
              <a:srgbClr val="5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ظَثُّ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ظَجُّ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ظَحُّ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ظَخُّ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35EED"/>
          </a:solidFill>
          <a:ln w="12700">
            <a:solidFill>
              <a:srgbClr val="A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ظَدُّ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AE052"/>
          </a:solidFill>
          <a:ln w="12700">
            <a:solidFill>
              <a:srgbClr val="8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C70DB"/>
          </a:solidFill>
          <a:ln w="12700">
            <a:solidFill>
              <a:srgbClr val="7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A"/>
          </a:solidFill>
          <a:ln w="12700">
            <a:solidFill>
              <a:srgbClr val="8547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ظَذُّ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9D8"/>
          </a:solidFill>
          <a:ln w="12700">
            <a:solidFill>
              <a:srgbClr val="647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8D1"/>
          </a:solidFill>
          <a:ln w="12700">
            <a:solidFill>
              <a:srgbClr val="477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ظَرُّ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ظَزُّ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6"/>
          </a:solidFill>
          <a:ln w="12700">
            <a:solidFill>
              <a:srgbClr val="2B64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8"/>
          </a:solidFill>
          <a:ln w="12700">
            <a:solidFill>
              <a:srgbClr val="3479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ظَسُّ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ظَشُّ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05E"/>
          </a:solidFill>
          <a:ln w="12700">
            <a:solidFill>
              <a:srgbClr val="ED8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ظَصُّ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DE0"/>
          </a:solidFill>
          <a:ln w="12700">
            <a:solidFill>
              <a:srgbClr val="52A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F"/>
          </a:solidFill>
          <a:ln w="12700">
            <a:solidFill>
              <a:srgbClr val="DB707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8547"/>
          </a:solidFill>
          <a:ln w="12700">
            <a:solidFill>
              <a:srgbClr val="7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99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99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ظَضُّ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6"/>
          </a:solidFill>
          <a:ln w="12700">
            <a:solidFill>
              <a:srgbClr val="D8649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A"/>
          </a:solidFill>
          <a:ln w="12700">
            <a:solidFill>
              <a:srgbClr val="D1479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ظَطُّ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008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أَظُّبَ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2B64"/>
          </a:solidFill>
          <a:ln w="12700">
            <a:solidFill>
              <a:srgbClr val="3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3479"/>
          </a:solidFill>
          <a:ln w="12700">
            <a:solidFill>
              <a:srgbClr val="6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076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بَظُّتَ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87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تَظُّثَ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1ED5E"/>
          </a:solidFill>
          <a:ln w="12700">
            <a:solidFill>
              <a:srgbClr val="6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275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ثَظُّجَ</a:t>
            </a:r>
            <a:endParaRPr lang="ar-SA" sz="4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1"/>
          </a:solidFill>
          <a:ln w="12700">
            <a:solidFill>
              <a:srgbClr val="E052D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ADB70"/>
          </a:solidFill>
          <a:ln w="12700">
            <a:solidFill>
              <a:srgbClr val="9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1"/>
          </a:solidFill>
          <a:ln w="12700">
            <a:solidFill>
              <a:srgbClr val="4785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275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جَظُّحَ</a:t>
            </a:r>
            <a:endParaRPr lang="ar-SA" sz="4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3D864"/>
          </a:solidFill>
          <a:ln w="12700">
            <a:solidFill>
              <a:srgbClr val="B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CD147"/>
          </a:solidFill>
          <a:ln w="12700">
            <a:solidFill>
              <a:srgbClr val="B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75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حَظُّخَ</a:t>
            </a:r>
            <a:endParaRPr lang="ar-SA" sz="4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خَظُّدَ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C"/>
          </a:solidFill>
          <a:ln w="12700">
            <a:solidFill>
              <a:srgbClr val="642B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دَظُّذَ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85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ذَظُّرَ</a:t>
            </a:r>
            <a:endParaRPr lang="ar-SA" sz="5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4ED"/>
          </a:solidFill>
          <a:ln w="12700">
            <a:solidFill>
              <a:srgbClr val="5E8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85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رَظُّزَ</a:t>
            </a:r>
            <a:endParaRPr lang="ar-SA" sz="5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C52"/>
          </a:solidFill>
          <a:ln w="12700">
            <a:solidFill>
              <a:srgbClr val="E0C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5DB"/>
          </a:solidFill>
          <a:ln w="12700">
            <a:solidFill>
              <a:srgbClr val="70B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85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زَظُّسَ</a:t>
            </a:r>
            <a:endParaRPr lang="ar-SA" sz="5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0D8"/>
          </a:solidFill>
          <a:ln w="12700">
            <a:solidFill>
              <a:srgbClr val="64D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4"/>
          </a:solidFill>
          <a:ln w="12700">
            <a:solidFill>
              <a:srgbClr val="47D1C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769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سَظُّشَ</a:t>
            </a:r>
            <a:endParaRPr lang="ar-SA" sz="5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769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شَظُّصَ</a:t>
            </a:r>
            <a:endParaRPr lang="ar-SA" sz="5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642B"/>
          </a:solidFill>
          <a:ln w="12700">
            <a:solidFill>
              <a:srgbClr val="3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4"/>
          </a:solidFill>
          <a:ln w="12700">
            <a:solidFill>
              <a:srgbClr val="3479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7138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صَظُّضَ</a:t>
            </a:r>
            <a:endParaRPr lang="ar-SA" sz="4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755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ضَظُّطَ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8"/>
          </a:solidFill>
          <a:ln w="12700">
            <a:solidFill>
              <a:srgbClr val="ED5EA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339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20006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طَظُّأَ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9"/>
          </a:solidFill>
          <a:ln w="12700">
            <a:solidFill>
              <a:srgbClr val="52E0A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F"/>
          </a:solidFill>
          <a:ln w="12700">
            <a:solidFill>
              <a:srgbClr val="DB70C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347"/>
          </a:solidFill>
          <a:ln w="12700">
            <a:solidFill>
              <a:srgbClr val="856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أَظُّ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64D8"/>
          </a:solidFill>
          <a:ln w="12700">
            <a:solidFill>
              <a:srgbClr val="C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147D1"/>
          </a:solidFill>
          <a:ln w="12700">
            <a:solidFill>
              <a:srgbClr val="A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446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بَظُّ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تَظُّ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579"/>
          </a:solidFill>
          <a:ln w="12700">
            <a:solidFill>
              <a:srgbClr val="343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ثَظُّ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466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جَظُّ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BED5E"/>
          </a:solidFill>
          <a:ln w="12700">
            <a:solidFill>
              <a:srgbClr val="C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حَظُّ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552E0"/>
          </a:solidFill>
          <a:ln w="12700">
            <a:solidFill>
              <a:srgbClr val="8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C70"/>
          </a:solidFill>
          <a:ln w="12700">
            <a:solidFill>
              <a:srgbClr val="DBC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خَظُّ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664"/>
          </a:solidFill>
          <a:ln w="12700">
            <a:solidFill>
              <a:srgbClr val="D8A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F47"/>
          </a:solidFill>
          <a:ln w="12700">
            <a:solidFill>
              <a:srgbClr val="D17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دَظُّ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ذَظُّ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6"/>
          </a:solidFill>
          <a:ln w="12700">
            <a:solidFill>
              <a:srgbClr val="7934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162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رَظُّ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162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زَظُّ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B"/>
          </a:solidFill>
          <a:ln w="12700">
            <a:solidFill>
              <a:srgbClr val="5EEDE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سَظُّ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252"/>
          </a:solidFill>
          <a:ln w="12700">
            <a:solidFill>
              <a:srgbClr val="E06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2"/>
          </a:solidFill>
          <a:ln w="12700">
            <a:solidFill>
              <a:srgbClr val="70DBB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B85"/>
          </a:solidFill>
          <a:ln w="12700">
            <a:solidFill>
              <a:srgbClr val="474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شَظُّ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9"/>
          </a:solidFill>
          <a:ln w="12700">
            <a:solidFill>
              <a:srgbClr val="64D88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D"/>
          </a:solidFill>
          <a:ln w="12700">
            <a:solidFill>
              <a:srgbClr val="47D15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صَظُّ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ضَظُّ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32B"/>
          </a:solidFill>
          <a:ln w="12700">
            <a:solidFill>
              <a:srgbClr val="646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7934"/>
          </a:solidFill>
          <a:ln w="12700">
            <a:solidFill>
              <a:srgbClr val="5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طَظُّ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718689" y="896112"/>
            <a:ext cx="1652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718689" y="896112"/>
            <a:ext cx="1652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4637385" y="896112"/>
            <a:ext cx="17612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637385" y="896112"/>
            <a:ext cx="17612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يُحِبُّ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772850" y="896112"/>
            <a:ext cx="3544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6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772850" y="896112"/>
            <a:ext cx="3544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ٱلۡمُحۡسِنِينَ</a:t>
            </a:r>
            <a:endParaRPr lang="ar-SA" sz="40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1608372" y="2834640"/>
            <a:ext cx="59272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1608372" y="2834640"/>
            <a:ext cx="59272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 يُحِبُّ ٱلۡمُحۡسِنِينَ</a:t>
            </a:r>
            <a:endParaRPr lang="ar-SA" sz="4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85EED"/>
          </a:solidFill>
          <a:ln w="12700">
            <a:solidFill>
              <a:srgbClr val="C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497043" y="896112"/>
            <a:ext cx="19182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3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497043" y="896112"/>
            <a:ext cx="19182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3725222" y="896112"/>
            <a:ext cx="14517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3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725222" y="896112"/>
            <a:ext cx="14517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4600" dirty="0"/>
          </a:p>
        </p:txBody>
      </p:sp>
      <p:sp>
        <p:nvSpPr>
          <p:cNvPr id="22" name="C3 W3 pill"/>
          <p:cNvSpPr/>
          <p:nvPr/>
        </p:nvSpPr>
        <p:spPr>
          <a:xfrm>
            <a:off x="1728720" y="896112"/>
            <a:ext cx="1676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3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728720" y="896112"/>
            <a:ext cx="1676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رَّبِّكَ</a:t>
            </a:r>
            <a:endParaRPr lang="ar-SA" sz="46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516104" y="2834640"/>
            <a:ext cx="41117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516104" y="2834640"/>
            <a:ext cx="41117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 مِن رَّبِّكَ</a:t>
            </a:r>
            <a:endParaRPr lang="ar-SA" sz="4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5E052"/>
          </a:solidFill>
          <a:ln w="12700">
            <a:solidFill>
              <a:srgbClr val="6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770DB"/>
          </a:solidFill>
          <a:ln w="12700">
            <a:solidFill>
              <a:srgbClr val="9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A"/>
          </a:solidFill>
          <a:ln w="12700">
            <a:solidFill>
              <a:srgbClr val="85475A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232080" y="896112"/>
            <a:ext cx="1632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B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232080" y="896112"/>
            <a:ext cx="1632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</a:t>
            </a:r>
            <a:endParaRPr lang="ar-SA" sz="4500" dirty="0"/>
          </a:p>
        </p:txBody>
      </p:sp>
      <p:sp>
        <p:nvSpPr>
          <p:cNvPr id="17" name="C2 W2 pill"/>
          <p:cNvSpPr/>
          <p:nvPr/>
        </p:nvSpPr>
        <p:spPr>
          <a:xfrm>
            <a:off x="3935809" y="896112"/>
            <a:ext cx="1976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B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935809" y="896112"/>
            <a:ext cx="1976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ٱلۡعَلِيُّ</a:t>
            </a:r>
            <a:endParaRPr lang="ar-SA" sz="4500" dirty="0"/>
          </a:p>
        </p:txBody>
      </p:sp>
      <p:sp>
        <p:nvSpPr>
          <p:cNvPr id="19" name="C3 W3 pill"/>
          <p:cNvSpPr/>
          <p:nvPr/>
        </p:nvSpPr>
        <p:spPr>
          <a:xfrm>
            <a:off x="1279186" y="896112"/>
            <a:ext cx="23365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B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279186" y="896112"/>
            <a:ext cx="23365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ٱلۡعَظِيمُ</a:t>
            </a:r>
            <a:endParaRPr lang="ar-SA" sz="45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143502" y="2834640"/>
            <a:ext cx="4856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143502" y="2834640"/>
            <a:ext cx="4856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 ٱلۡعَلِيُّ ٱلۡعَظِيمُ</a:t>
            </a:r>
            <a:endParaRPr lang="ar-SA" sz="4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damma 09-ta-dha</dc:title>
  <dc:subject>PptxGenJS Presentation</dc:subject>
  <dc:creator>PptxGenJS</dc:creator>
  <cp:lastModifiedBy>PptxGenJS</cp:lastModifiedBy>
  <cp:revision>1</cp:revision>
  <dcterms:created xsi:type="dcterms:W3CDTF">2026-10-21T19:04:21Z</dcterms:created>
  <dcterms:modified xsi:type="dcterms:W3CDTF">2026-10-21T19:04:21Z</dcterms:modified>
</cp:coreProperties>
</file>