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7"/>
          </a:solidFill>
          <a:ln w="12700">
            <a:solidFill>
              <a:srgbClr val="E052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0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بَأُّ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7"/>
          </a:solidFill>
          <a:ln w="12700">
            <a:solidFill>
              <a:srgbClr val="4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23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بَتُّ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76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بَجُّ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5EED"/>
          </a:solidFill>
          <a:ln w="12700">
            <a:solidFill>
              <a:srgbClr val="B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E052"/>
          </a:solidFill>
          <a:ln w="12700">
            <a:solidFill>
              <a:srgbClr val="7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2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أَبُّتَ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25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تَبُّثَ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ثَبُّجَ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جَبُّحَ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E5E"/>
          </a:solidFill>
          <a:ln w="12700">
            <a:solidFill>
              <a:srgbClr val="ED8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حَبُّخَ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4"/>
          </a:solidFill>
          <a:ln w="12700">
            <a:solidFill>
              <a:srgbClr val="DB70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25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خَبُّدَ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A"/>
          </a:solidFill>
          <a:ln w="12700">
            <a:solidFill>
              <a:srgbClr val="D864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29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56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دَبُّأَ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أَبُّ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ثَبُّ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B"/>
          </a:solidFill>
          <a:ln w="12700">
            <a:solidFill>
              <a:srgbClr val="5EED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جَبُّ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2"/>
          </a:solidFill>
          <a:ln w="12700">
            <a:solidFill>
              <a:srgbClr val="E052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حَبُّ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D864"/>
          </a:solidFill>
          <a:ln w="12700">
            <a:solidFill>
              <a:srgbClr val="A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D147"/>
          </a:solidFill>
          <a:ln w="12700">
            <a:solidFill>
              <a:srgbClr val="A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دَبُّ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تَأُّ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4D8"/>
          </a:solidFill>
          <a:ln w="12700">
            <a:solidFill>
              <a:srgbClr val="64C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00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أَتُّبَ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9"/>
          </a:solidFill>
          <a:ln w="12700">
            <a:solidFill>
              <a:srgbClr val="ED5E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14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بَتُّثَ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ثَتُّجَ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جَتُّحَ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61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حَتُّخَ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14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خَتُّدَ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6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دَتُّأَ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أَتُّ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52E0"/>
          </a:solidFill>
          <a:ln w="12700">
            <a:solidFill>
              <a:srgbClr val="9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23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حَتُّ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0ED"/>
          </a:solidFill>
          <a:ln w="12700">
            <a:solidFill>
              <a:srgbClr val="5EE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D"/>
          </a:solidFill>
          <a:ln w="12700">
            <a:solidFill>
              <a:srgbClr val="70DB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ثَأُّ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B"/>
          </a:solidFill>
          <a:ln w="12700">
            <a:solidFill>
              <a:srgbClr val="47D1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ثَتُّ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ثَحُّ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ثَخُّ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30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أَثُّبَ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15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بَثُّتَ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77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تَثُّجَ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7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جَثُّحَ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35E"/>
          </a:solidFill>
          <a:ln w="12700">
            <a:solidFill>
              <a:srgbClr val="EDB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773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حَثُّخَ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27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خَثُّدَ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64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81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دَثُّأَ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أَثُّ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6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بَثُّ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تَثُّ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84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حَثُّ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خَثُّ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دَثُّ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E36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0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0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5EED"/>
          </a:solidFill>
          <a:ln w="12700">
            <a:solidFill>
              <a:srgbClr val="6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2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22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2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02-ba-ta-tha</dc:title>
  <dc:subject>PptxGenJS Presentation</dc:subject>
  <dc:creator>PptxGenJS</dc:creator>
  <cp:lastModifiedBy>PptxGenJS</cp:lastModifiedBy>
  <cp:revision>1</cp:revision>
  <dcterms:created xsi:type="dcterms:W3CDTF">2026-10-21T19:04:20Z</dcterms:created>
  <dcterms:modified xsi:type="dcterms:W3CDTF">2026-10-21T19:04:20Z</dcterms:modified>
</cp:coreProperties>
</file>