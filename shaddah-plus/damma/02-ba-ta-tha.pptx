
<file path=[Content_Types].xml><?xml version="1.0" encoding="utf-8"?>
<Types xmlns="http://schemas.openxmlformats.org/package/2006/content-types">
  <Default Extension="wav" ContentType="audio/wav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notesMaster" Target="notesMasters/notesMaster1.xml"/><Relationship Id="rId72" Type="http://schemas.openxmlformats.org/officeDocument/2006/relationships/presProps" Target="presProps.xml"/><Relationship Id="rId73" Type="http://schemas.openxmlformats.org/officeDocument/2006/relationships/viewProps" Target="viewProps.xml"/><Relationship Id="rId74" Type="http://schemas.openxmlformats.org/officeDocument/2006/relationships/theme" Target="theme/theme1.xml"/><Relationship Id="rId7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الشدة حرفان مكتوبان حرفاً واحداً: الأول ساكن (بسكون المصحف «ۡ»)، والثاني متحرك. نضغطهما معاً فنكتب الحرف مرة واحدة وفوقه شدة «ّ»، ونقرؤه حرفين: نقف عليه أولاً ثم ننطلق بالحركة.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لا تكون الشدة في أول الكلمة، لأن أول الحرفين ساكن، ولا نبدأ بساكن أبداً. لا بد من حرف متحرك قبل الشدة.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الطريقة الصحيحة: حرف متحرك أولاً، ثم الحرفان اللذان يصنعان الشدة.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TrSnd" Type="http://schemas.openxmlformats.org/officeDocument/2006/relationships/audio" Target="../media/whoosh.wav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TrSnd" Type="http://schemas.openxmlformats.org/officeDocument/2006/relationships/audio" Target="../media/bubbles.wav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TrSnd" Type="http://schemas.openxmlformats.org/officeDocument/2006/relationships/audio" Target="../media/sparkle.wav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TrSnd" Type="http://schemas.openxmlformats.org/officeDocument/2006/relationships/audio" Target="../media/marimba.wav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TrSnd" Type="http://schemas.openxmlformats.org/officeDocument/2006/relationships/audio" Target="../media/harp.wav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TrSnd" Type="http://schemas.openxmlformats.org/officeDocument/2006/relationships/audio" Target="../media/chime.wav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TrSnd" Type="http://schemas.openxmlformats.org/officeDocument/2006/relationships/audio" Target="../media/whoosh.wav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TrSnd" Type="http://schemas.openxmlformats.org/officeDocument/2006/relationships/audio" Target="../media/bubbles.wav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TrSnd" Type="http://schemas.openxmlformats.org/officeDocument/2006/relationships/audio" Target="../media/sparkle.wav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TrSnd" Type="http://schemas.openxmlformats.org/officeDocument/2006/relationships/audio" Target="../media/marimba.wav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TrSnd" Type="http://schemas.openxmlformats.org/officeDocument/2006/relationships/audio" Target="../media/harp.wav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TrSnd" Type="http://schemas.openxmlformats.org/officeDocument/2006/relationships/audio" Target="../media/chime.wav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TrSnd" Type="http://schemas.openxmlformats.org/officeDocument/2006/relationships/audio" Target="../media/whoosh.wav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TrSnd" Type="http://schemas.openxmlformats.org/officeDocument/2006/relationships/audio" Target="../media/bubbles.wav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TrSnd" Type="http://schemas.openxmlformats.org/officeDocument/2006/relationships/audio" Target="../media/sparkle.wav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TrSnd" Type="http://schemas.openxmlformats.org/officeDocument/2006/relationships/audio" Target="../media/marimba.wav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TrSnd" Type="http://schemas.openxmlformats.org/officeDocument/2006/relationships/audio" Target="../media/harp.wav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TrSnd" Type="http://schemas.openxmlformats.org/officeDocument/2006/relationships/audio" Target="../media/chime.wav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TrSnd" Type="http://schemas.openxmlformats.org/officeDocument/2006/relationships/audio" Target="../media/whoosh.wav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TrSnd" Type="http://schemas.openxmlformats.org/officeDocument/2006/relationships/audio" Target="../media/bubbles.wav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TrSnd" Type="http://schemas.openxmlformats.org/officeDocument/2006/relationships/audio" Target="../media/sparkle.wav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TrSnd" Type="http://schemas.openxmlformats.org/officeDocument/2006/relationships/audio" Target="../media/marimba.wav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TrSnd" Type="http://schemas.openxmlformats.org/officeDocument/2006/relationships/audio" Target="../media/harp.wav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TrSnd" Type="http://schemas.openxmlformats.org/officeDocument/2006/relationships/audio" Target="../media/chime.wav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TrSnd" Type="http://schemas.openxmlformats.org/officeDocument/2006/relationships/audio" Target="../media/whoosh.wav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TrSnd" Type="http://schemas.openxmlformats.org/officeDocument/2006/relationships/audio" Target="../media/bubbles.wav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TrSnd" Type="http://schemas.openxmlformats.org/officeDocument/2006/relationships/audio" Target="../media/sparkle.wav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TrSnd" Type="http://schemas.openxmlformats.org/officeDocument/2006/relationships/audio" Target="../media/marimba.wav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TrSnd" Type="http://schemas.openxmlformats.org/officeDocument/2006/relationships/audio" Target="../media/harp.wav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TrSnd" Type="http://schemas.openxmlformats.org/officeDocument/2006/relationships/audio" Target="../media/chime.wav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TrSnd" Type="http://schemas.openxmlformats.org/officeDocument/2006/relationships/audio" Target="../media/whoosh.wav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TrSnd" Type="http://schemas.openxmlformats.org/officeDocument/2006/relationships/audio" Target="../media/bubbles.wav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TrSnd" Type="http://schemas.openxmlformats.org/officeDocument/2006/relationships/audio" Target="../media/sparkle.wav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TrSnd" Type="http://schemas.openxmlformats.org/officeDocument/2006/relationships/audio" Target="../media/marimba.wav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TrSnd" Type="http://schemas.openxmlformats.org/officeDocument/2006/relationships/audio" Target="../media/harp.wav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Relationship Id="rIdTrSnd" Type="http://schemas.openxmlformats.org/officeDocument/2006/relationships/audio" Target="../media/chime.wav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TrSnd" Type="http://schemas.openxmlformats.org/officeDocument/2006/relationships/audio" Target="../media/whoosh.wav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Relationship Id="rIdTrSnd" Type="http://schemas.openxmlformats.org/officeDocument/2006/relationships/audio" Target="../media/bubbles.wav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Relationship Id="rIdTrSnd" Type="http://schemas.openxmlformats.org/officeDocument/2006/relationships/audio" Target="../media/sparkle.wav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Relationship Id="rIdTrSnd" Type="http://schemas.openxmlformats.org/officeDocument/2006/relationships/audio" Target="../media/marimba.wav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Relationship Id="rIdTrSnd" Type="http://schemas.openxmlformats.org/officeDocument/2006/relationships/audio" Target="../media/harp.wav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Relationship Id="rIdTrSnd" Type="http://schemas.openxmlformats.org/officeDocument/2006/relationships/audio" Target="../media/chime.wav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Relationship Id="rIdTrSnd" Type="http://schemas.openxmlformats.org/officeDocument/2006/relationships/audio" Target="../media/whoosh.wav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Relationship Id="rIdTrSnd" Type="http://schemas.openxmlformats.org/officeDocument/2006/relationships/audio" Target="../media/bubbles.wav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Relationship Id="rIdTrSnd" Type="http://schemas.openxmlformats.org/officeDocument/2006/relationships/audio" Target="../media/sparkle.wav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Relationship Id="rIdTrSnd" Type="http://schemas.openxmlformats.org/officeDocument/2006/relationships/audio" Target="../media/marimba.wav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Relationship Id="rIdTrSnd" Type="http://schemas.openxmlformats.org/officeDocument/2006/relationships/audio" Target="../media/harp.wav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Relationship Id="rIdTrSnd" Type="http://schemas.openxmlformats.org/officeDocument/2006/relationships/audio" Target="../media/chime.wav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Relationship Id="rIdTrSnd" Type="http://schemas.openxmlformats.org/officeDocument/2006/relationships/audio" Target="../media/whoosh.wav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Relationship Id="rIdTrSnd" Type="http://schemas.openxmlformats.org/officeDocument/2006/relationships/audio" Target="../media/bubbles.wav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Relationship Id="rIdTrSnd" Type="http://schemas.openxmlformats.org/officeDocument/2006/relationships/audio" Target="../media/sparkle.wav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Relationship Id="rIdTrSnd" Type="http://schemas.openxmlformats.org/officeDocument/2006/relationships/audio" Target="../media/marimba.wav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Relationship Id="rIdTrSnd" Type="http://schemas.openxmlformats.org/officeDocument/2006/relationships/audio" Target="../media/harp.wav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Relationship Id="rIdTrSnd" Type="http://schemas.openxmlformats.org/officeDocument/2006/relationships/audio" Target="../media/chime.wav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Relationship Id="rIdTrSnd" Type="http://schemas.openxmlformats.org/officeDocument/2006/relationships/audio" Target="../media/whoosh.wav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Relationship Id="rIdTrSnd" Type="http://schemas.openxmlformats.org/officeDocument/2006/relationships/audio" Target="../media/bubbles.wav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Relationship Id="rIdTrSnd" Type="http://schemas.openxmlformats.org/officeDocument/2006/relationships/audio" Target="../media/sparkle.wav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Relationship Id="rIdTrSnd" Type="http://schemas.openxmlformats.org/officeDocument/2006/relationships/audio" Target="../media/marimba.wav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Relationship Id="rIdTrSnd" Type="http://schemas.openxmlformats.org/officeDocument/2006/relationships/audio" Target="../media/harp.wav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Relationship Id="rIdTrSnd" Type="http://schemas.openxmlformats.org/officeDocument/2006/relationships/audio" Target="../media/chime.wav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Relationship Id="rIdTrSnd" Type="http://schemas.openxmlformats.org/officeDocument/2006/relationships/audio" Target="../media/whoosh.wav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Relationship Id="rIdTrSnd" Type="http://schemas.openxmlformats.org/officeDocument/2006/relationships/audio" Target="../media/bubbles.wav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Relationship Id="rIdTrSnd" Type="http://schemas.openxmlformats.org/officeDocument/2006/relationships/audio" Target="../media/sparkle.wav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Relationship Id="rIdTrSnd" Type="http://schemas.openxmlformats.org/officeDocument/2006/relationships/audio" Target="../media/marimba.wav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Relationship Id="rIdTrSnd" Type="http://schemas.openxmlformats.org/officeDocument/2006/relationships/audio" Target="../media/harp.wav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Relationship Id="rIdTrSnd" Type="http://schemas.openxmlformats.org/officeDocument/2006/relationships/audio" Target="../media/chime.wav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8.xml"/><Relationship Id="rIdTrSnd" Type="http://schemas.openxmlformats.org/officeDocument/2006/relationships/audio" Target="../media/whoosh.wav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9.xml"/><Relationship Id="rIdTrSnd" Type="http://schemas.openxmlformats.org/officeDocument/2006/relationships/audio" Target="../media/bubbles.wav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F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2B5F"/>
          </a:solidFill>
          <a:ln w="12700">
            <a:solidFill>
              <a:srgbClr val="642B5F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451"/>
          </a:solidFill>
          <a:ln w="12700">
            <a:solidFill>
              <a:srgbClr val="79345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19453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5600" dirty="0"/>
          </a:p>
        </p:txBody>
      </p:sp>
      <p:sp>
        <p:nvSpPr>
          <p:cNvPr id="16" name="C2 M1 mark"/>
          <p:cNvSpPr txBox="1"/>
          <p:nvPr/>
        </p:nvSpPr>
        <p:spPr>
          <a:xfrm>
            <a:off x="6720840" y="1619453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بۡ</a:t>
            </a:r>
            <a:endParaRPr lang="ar-SA" sz="56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71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45179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5600" dirty="0"/>
          </a:p>
        </p:txBody>
      </p:sp>
      <p:sp>
        <p:nvSpPr>
          <p:cNvPr id="19" name="C5 M2 mark"/>
          <p:cNvSpPr txBox="1"/>
          <p:nvPr/>
        </p:nvSpPr>
        <p:spPr>
          <a:xfrm>
            <a:off x="4343400" y="1645179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بُ</a:t>
            </a:r>
            <a:endParaRPr lang="ar-SA" sz="5600" dirty="0"/>
          </a:p>
        </p:txBody>
      </p:sp>
      <p:sp>
        <p:nvSpPr>
          <p:cNvPr id="20" name="C6 H shaddah bar"/>
          <p:cNvSpPr/>
          <p:nvPr/>
        </p:nvSpPr>
        <p:spPr>
          <a:xfrm>
            <a:off x="4480560" y="1472184"/>
            <a:ext cx="384048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5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8 R result"/>
          <p:cNvSpPr txBox="1"/>
          <p:nvPr/>
        </p:nvSpPr>
        <p:spPr>
          <a:xfrm>
            <a:off x="685800" y="1640486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بُّ</a:t>
            </a:r>
            <a:endParaRPr lang="ar-SA" sz="8500" dirty="0"/>
          </a:p>
        </p:txBody>
      </p:sp>
    </p:spTree>
  </p:cSld>
  <p:clrMapOvr>
    <a:masterClrMapping/>
  </p:clrMapOvr>
  <p:transition spd="med">
    <p:cover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1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70D6"/>
          </a:solidFill>
          <a:ln w="12700">
            <a:solidFill>
              <a:srgbClr val="5C70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40CC"/>
          </a:solidFill>
          <a:ln w="12700">
            <a:solidFill>
              <a:srgbClr val="3340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Panel 1"/>
          <p:cNvSpPr/>
          <p:nvPr/>
        </p:nvSpPr>
        <p:spPr>
          <a:xfrm>
            <a:off x="5120640" y="1143000"/>
            <a:ext cx="3108960" cy="2103120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01600">
            <a:solidFill>
              <a:srgbClr val="E03131"/>
            </a:solidFill>
            <a:prstDash val="solid"/>
          </a:ln>
        </p:spPr>
      </p:sp>
      <p:sp>
        <p:nvSpPr>
          <p:cNvPr id="11" name="C1 W1 word"/>
          <p:cNvSpPr txBox="1"/>
          <p:nvPr/>
        </p:nvSpPr>
        <p:spPr>
          <a:xfrm>
            <a:off x="5120640" y="1231029"/>
            <a:ext cx="3108960" cy="21031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بُّ</a:t>
            </a:r>
            <a:endParaRPr lang="ar-SA" sz="8700" dirty="0"/>
          </a:p>
        </p:txBody>
      </p:sp>
      <p:sp>
        <p:nvSpPr>
          <p:cNvPr id="12" name="C2 X wrong"/>
          <p:cNvSpPr/>
          <p:nvPr/>
        </p:nvSpPr>
        <p:spPr>
          <a:xfrm>
            <a:off x="6355080" y="3429000"/>
            <a:ext cx="640080" cy="640080"/>
          </a:xfrm>
          <a:prstGeom prst="mathMultiply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Panel 2"/>
          <p:cNvSpPr/>
          <p:nvPr/>
        </p:nvSpPr>
        <p:spPr>
          <a:xfrm>
            <a:off x="914400" y="1143000"/>
            <a:ext cx="3108960" cy="2103120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01600">
            <a:solidFill>
              <a:srgbClr val="2F9E44"/>
            </a:solidFill>
            <a:prstDash val="solid"/>
          </a:ln>
        </p:spPr>
      </p:sp>
      <p:sp>
        <p:nvSpPr>
          <p:cNvPr id="14" name="C3 W2 word"/>
          <p:cNvSpPr txBox="1"/>
          <p:nvPr/>
        </p:nvSpPr>
        <p:spPr>
          <a:xfrm>
            <a:off x="914400" y="1231029"/>
            <a:ext cx="3108960" cy="21031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تَبُّ</a:t>
            </a:r>
            <a:endParaRPr lang="ar-SA" sz="8700" dirty="0"/>
          </a:p>
        </p:txBody>
      </p:sp>
      <p:sp>
        <p:nvSpPr>
          <p:cNvPr id="15" name="C4 V tick a"/>
          <p:cNvSpPr/>
          <p:nvPr/>
        </p:nvSpPr>
        <p:spPr>
          <a:xfrm>
            <a:off x="2194560" y="3703320"/>
            <a:ext cx="201168" cy="274320"/>
          </a:xfrm>
          <a:prstGeom prst="line">
            <a:avLst/>
          </a:prstGeom>
          <a:noFill/>
          <a:ln w="152400">
            <a:solidFill>
              <a:srgbClr val="2F9E44"/>
            </a:solidFill>
            <a:prstDash val="solid"/>
          </a:ln>
        </p:spPr>
      </p:sp>
      <p:sp>
        <p:nvSpPr>
          <p:cNvPr id="16" name="C4 V tick b"/>
          <p:cNvSpPr/>
          <p:nvPr/>
        </p:nvSpPr>
        <p:spPr>
          <a:xfrm flipV="1">
            <a:off x="2395728" y="3447288"/>
            <a:ext cx="384048" cy="530352"/>
          </a:xfrm>
          <a:prstGeom prst="line">
            <a:avLst/>
          </a:prstGeom>
          <a:noFill/>
          <a:ln w="152400">
            <a:solidFill>
              <a:srgbClr val="2F9E44"/>
            </a:solidFill>
            <a:prstDash val="solid"/>
          </a:ln>
        </p:spPr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4" grpId="0" animBg="1"/>
      <p:bldP spid="15" grpId="0" animBg="1"/>
      <p:bldP spid="16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C5EE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8C53C6"/>
          </a:solidFill>
          <a:ln w="12700">
            <a:solidFill>
              <a:srgbClr val="8C5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EDD5"/>
          </a:solidFill>
          <a:ln w="12700">
            <a:solidFill>
              <a:srgbClr val="5EEDD5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9077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3900" dirty="0"/>
          </a:p>
        </p:txBody>
      </p:sp>
      <p:sp>
        <p:nvSpPr>
          <p:cNvPr id="23" name="C2 M1 mark"/>
          <p:cNvSpPr txBox="1"/>
          <p:nvPr/>
        </p:nvSpPr>
        <p:spPr>
          <a:xfrm>
            <a:off x="7269480" y="19077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39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44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471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3900" dirty="0"/>
          </a:p>
        </p:txBody>
      </p:sp>
      <p:sp>
        <p:nvSpPr>
          <p:cNvPr id="26" name="C5 M2 mark"/>
          <p:cNvSpPr txBox="1"/>
          <p:nvPr/>
        </p:nvSpPr>
        <p:spPr>
          <a:xfrm>
            <a:off x="5486400" y="18471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بۡ</a:t>
            </a:r>
            <a:endParaRPr lang="ar-SA" sz="39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44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86502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3900" dirty="0"/>
          </a:p>
        </p:txBody>
      </p:sp>
      <p:sp>
        <p:nvSpPr>
          <p:cNvPr id="29" name="C8 M3 mark"/>
          <p:cNvSpPr txBox="1"/>
          <p:nvPr/>
        </p:nvSpPr>
        <p:spPr>
          <a:xfrm>
            <a:off x="3703320" y="186502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بُ</a:t>
            </a:r>
            <a:endParaRPr lang="ar-SA" sz="3900" dirty="0"/>
          </a:p>
        </p:txBody>
      </p:sp>
      <p:sp>
        <p:nvSpPr>
          <p:cNvPr id="30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A1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1 R result"/>
          <p:cNvSpPr txBox="1"/>
          <p:nvPr/>
        </p:nvSpPr>
        <p:spPr>
          <a:xfrm>
            <a:off x="502920" y="172180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تَبُّ</a:t>
            </a:r>
            <a:endParaRPr lang="ar-SA" sz="7500" dirty="0"/>
          </a:p>
        </p:txBody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314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5257"/>
          </a:solidFill>
          <a:ln w="12700">
            <a:solidFill>
              <a:srgbClr val="E05257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BB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DBA1"/>
          </a:solidFill>
          <a:ln w="12700">
            <a:solidFill>
              <a:srgbClr val="70DBA1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5485"/>
          </a:solidFill>
          <a:ln w="12700">
            <a:solidFill>
              <a:srgbClr val="4754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2101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4000" dirty="0"/>
          </a:p>
        </p:txBody>
      </p:sp>
      <p:sp>
        <p:nvSpPr>
          <p:cNvPr id="20" name="C2 M1 mark"/>
          <p:cNvSpPr txBox="1"/>
          <p:nvPr/>
        </p:nvSpPr>
        <p:spPr>
          <a:xfrm>
            <a:off x="7269480" y="182101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40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7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98424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4000" dirty="0"/>
          </a:p>
        </p:txBody>
      </p:sp>
      <p:sp>
        <p:nvSpPr>
          <p:cNvPr id="23" name="C5 M2 mark"/>
          <p:cNvSpPr txBox="1"/>
          <p:nvPr/>
        </p:nvSpPr>
        <p:spPr>
          <a:xfrm>
            <a:off x="5486400" y="198424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أۡ</a:t>
            </a:r>
            <a:endParaRPr lang="ar-SA" sz="40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7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205472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4000" dirty="0"/>
          </a:p>
        </p:txBody>
      </p:sp>
      <p:sp>
        <p:nvSpPr>
          <p:cNvPr id="26" name="C8 M3 mark"/>
          <p:cNvSpPr txBox="1"/>
          <p:nvPr/>
        </p:nvSpPr>
        <p:spPr>
          <a:xfrm>
            <a:off x="3703320" y="205472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أُ</a:t>
            </a:r>
            <a:endParaRPr lang="ar-SA" sz="4000" dirty="0"/>
          </a:p>
        </p:txBody>
      </p:sp>
      <p:sp>
        <p:nvSpPr>
          <p:cNvPr id="27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A6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1 R result"/>
          <p:cNvSpPr txBox="1"/>
          <p:nvPr/>
        </p:nvSpPr>
        <p:spPr>
          <a:xfrm>
            <a:off x="502920" y="1908335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بَأُّ</a:t>
            </a:r>
            <a:endParaRPr lang="ar-SA" sz="5400" dirty="0"/>
          </a:p>
        </p:txBody>
      </p:sp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D1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D877"/>
          </a:solidFill>
          <a:ln w="12700">
            <a:solidFill>
              <a:srgbClr val="64D877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D147"/>
          </a:solidFill>
          <a:ln w="12700">
            <a:solidFill>
              <a:srgbClr val="47D1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2674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37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82674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37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AC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315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37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9315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تۡ</a:t>
            </a:r>
            <a:endParaRPr lang="ar-SA" sz="37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AC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93074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37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93074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تُ</a:t>
            </a:r>
            <a:endParaRPr lang="ar-SA" sz="37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7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732305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بَتُّ</a:t>
            </a:r>
            <a:endParaRPr lang="ar-SA" sz="7600" dirty="0"/>
          </a:p>
        </p:txBody>
      </p:sp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C7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66"/>
          </a:solidFill>
          <a:ln w="12700">
            <a:solidFill>
              <a:srgbClr val="CC66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6A40"/>
          </a:solidFill>
          <a:ln w="12700">
            <a:solidFill>
              <a:srgbClr val="BF6A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2865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36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82865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36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1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91841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36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91841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ثۡ</a:t>
            </a:r>
            <a:endParaRPr lang="ar-SA" sz="36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1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95498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3600" dirty="0"/>
          </a:p>
        </p:txBody>
      </p:sp>
      <p:sp>
        <p:nvSpPr>
          <p:cNvPr id="22" name="C8 M3 mark"/>
          <p:cNvSpPr txBox="1"/>
          <p:nvPr/>
        </p:nvSpPr>
        <p:spPr>
          <a:xfrm>
            <a:off x="3703320" y="195498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ثُ</a:t>
            </a:r>
            <a:endParaRPr lang="ar-SA" sz="3600" dirty="0"/>
          </a:p>
        </p:txBody>
      </p:sp>
      <p:sp>
        <p:nvSpPr>
          <p:cNvPr id="23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6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1 R result"/>
          <p:cNvSpPr txBox="1"/>
          <p:nvPr/>
        </p:nvSpPr>
        <p:spPr>
          <a:xfrm>
            <a:off x="502920" y="1776216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بَثُّ</a:t>
            </a:r>
            <a:endParaRPr lang="ar-SA" sz="71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32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5A2B"/>
          </a:solidFill>
          <a:ln w="12700">
            <a:solidFill>
              <a:srgbClr val="645A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627934"/>
          </a:solidFill>
          <a:ln w="12700">
            <a:solidFill>
              <a:srgbClr val="6279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2483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3800" dirty="0"/>
          </a:p>
        </p:txBody>
      </p:sp>
      <p:sp>
        <p:nvSpPr>
          <p:cNvPr id="17" name="C2 M1 mark"/>
          <p:cNvSpPr txBox="1"/>
          <p:nvPr/>
        </p:nvSpPr>
        <p:spPr>
          <a:xfrm>
            <a:off x="7269480" y="182483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38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9D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196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3800" dirty="0"/>
          </a:p>
        </p:txBody>
      </p:sp>
      <p:sp>
        <p:nvSpPr>
          <p:cNvPr id="20" name="C5 M2 mark"/>
          <p:cNvSpPr txBox="1"/>
          <p:nvPr/>
        </p:nvSpPr>
        <p:spPr>
          <a:xfrm>
            <a:off x="5486400" y="18196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جۡ</a:t>
            </a:r>
            <a:endParaRPr lang="ar-SA" sz="38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9D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2209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3800" dirty="0"/>
          </a:p>
        </p:txBody>
      </p:sp>
      <p:sp>
        <p:nvSpPr>
          <p:cNvPr id="23" name="C8 M3 mark"/>
          <p:cNvSpPr txBox="1"/>
          <p:nvPr/>
        </p:nvSpPr>
        <p:spPr>
          <a:xfrm>
            <a:off x="3703320" y="182209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جُ</a:t>
            </a:r>
            <a:endParaRPr lang="ar-SA" sz="3800" dirty="0"/>
          </a:p>
        </p:txBody>
      </p:sp>
      <p:sp>
        <p:nvSpPr>
          <p:cNvPr id="24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1 R result"/>
          <p:cNvSpPr txBox="1"/>
          <p:nvPr/>
        </p:nvSpPr>
        <p:spPr>
          <a:xfrm>
            <a:off x="502920" y="163415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بَجُّ</a:t>
            </a:r>
            <a:endParaRPr lang="ar-SA" sz="6700" dirty="0"/>
          </a:p>
        </p:txBody>
      </p:sp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C5F7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5C70"/>
          </a:solidFill>
          <a:ln w="12700">
            <a:solidFill>
              <a:srgbClr val="D65C70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3340"/>
          </a:solidFill>
          <a:ln w="12700">
            <a:solidFill>
              <a:srgbClr val="CC3340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2483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38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82483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38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6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196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38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196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حۡ</a:t>
            </a:r>
            <a:endParaRPr lang="ar-SA" sz="38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6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2209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38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82209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حُ</a:t>
            </a:r>
            <a:endParaRPr lang="ar-SA" sz="38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56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63415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بَحُّ</a:t>
            </a:r>
            <a:endParaRPr lang="ar-SA" sz="67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8C53"/>
          </a:solidFill>
          <a:ln w="12700">
            <a:solidFill>
              <a:srgbClr val="C68C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B25EED"/>
          </a:solidFill>
          <a:ln w="12700">
            <a:solidFill>
              <a:srgbClr val="B25E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3055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3500" dirty="0"/>
          </a:p>
        </p:txBody>
      </p:sp>
      <p:sp>
        <p:nvSpPr>
          <p:cNvPr id="23" name="C2 M1 mark"/>
          <p:cNvSpPr txBox="1"/>
          <p:nvPr/>
        </p:nvSpPr>
        <p:spPr>
          <a:xfrm>
            <a:off x="7269480" y="183055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35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35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7071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3500" dirty="0"/>
          </a:p>
        </p:txBody>
      </p:sp>
      <p:sp>
        <p:nvSpPr>
          <p:cNvPr id="26" name="C5 M2 mark"/>
          <p:cNvSpPr txBox="1"/>
          <p:nvPr/>
        </p:nvSpPr>
        <p:spPr>
          <a:xfrm>
            <a:off x="5486400" y="187071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خۡ</a:t>
            </a:r>
            <a:endParaRPr lang="ar-SA" sz="35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35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87293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3500" dirty="0"/>
          </a:p>
        </p:txBody>
      </p:sp>
      <p:sp>
        <p:nvSpPr>
          <p:cNvPr id="29" name="C8 M3 mark"/>
          <p:cNvSpPr txBox="1"/>
          <p:nvPr/>
        </p:nvSpPr>
        <p:spPr>
          <a:xfrm>
            <a:off x="3703320" y="187293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خُ</a:t>
            </a:r>
            <a:endParaRPr lang="ar-SA" sz="3500" dirty="0"/>
          </a:p>
        </p:txBody>
      </p:sp>
      <p:sp>
        <p:nvSpPr>
          <p:cNvPr id="30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7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1 R result"/>
          <p:cNvSpPr txBox="1"/>
          <p:nvPr/>
        </p:nvSpPr>
        <p:spPr>
          <a:xfrm>
            <a:off x="502920" y="168309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بَخُّ</a:t>
            </a:r>
            <a:endParaRPr lang="ar-SA" sz="6200" dirty="0"/>
          </a:p>
        </p:txBody>
      </p:sp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39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7BE052"/>
          </a:solidFill>
          <a:ln w="12700">
            <a:solidFill>
              <a:srgbClr val="7BE0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F2A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8770DB"/>
          </a:solidFill>
          <a:ln w="12700">
            <a:solidFill>
              <a:srgbClr val="8770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4763"/>
          </a:solidFill>
          <a:ln w="12700">
            <a:solidFill>
              <a:srgbClr val="854763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0955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4600" dirty="0"/>
          </a:p>
        </p:txBody>
      </p:sp>
      <p:sp>
        <p:nvSpPr>
          <p:cNvPr id="20" name="C2 M1 mark"/>
          <p:cNvSpPr txBox="1"/>
          <p:nvPr/>
        </p:nvSpPr>
        <p:spPr>
          <a:xfrm>
            <a:off x="7269480" y="180955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46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4C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7956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4600" dirty="0"/>
          </a:p>
        </p:txBody>
      </p:sp>
      <p:sp>
        <p:nvSpPr>
          <p:cNvPr id="23" name="C5 M2 mark"/>
          <p:cNvSpPr txBox="1"/>
          <p:nvPr/>
        </p:nvSpPr>
        <p:spPr>
          <a:xfrm>
            <a:off x="5486400" y="187956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دۡ</a:t>
            </a:r>
            <a:endParaRPr lang="ar-SA" sz="46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4C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92921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4600" dirty="0"/>
          </a:p>
        </p:txBody>
      </p:sp>
      <p:sp>
        <p:nvSpPr>
          <p:cNvPr id="26" name="C8 M3 mark"/>
          <p:cNvSpPr txBox="1"/>
          <p:nvPr/>
        </p:nvSpPr>
        <p:spPr>
          <a:xfrm>
            <a:off x="3703320" y="192921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دُ</a:t>
            </a:r>
            <a:endParaRPr lang="ar-SA" sz="4600" dirty="0"/>
          </a:p>
        </p:txBody>
      </p:sp>
      <p:sp>
        <p:nvSpPr>
          <p:cNvPr id="27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A7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1 R result"/>
          <p:cNvSpPr txBox="1"/>
          <p:nvPr/>
        </p:nvSpPr>
        <p:spPr>
          <a:xfrm>
            <a:off x="502920" y="173247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بَدُّ</a:t>
            </a:r>
            <a:endParaRPr lang="ar-SA" sz="7600" dirty="0"/>
          </a:p>
        </p:txBody>
      </p:sp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C5DE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6DD8"/>
          </a:solidFill>
          <a:ln w="12700">
            <a:solidFill>
              <a:srgbClr val="646D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6AD1"/>
          </a:solidFill>
          <a:ln w="12700">
            <a:solidFill>
              <a:srgbClr val="476A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205099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3300" dirty="0"/>
          </a:p>
        </p:txBody>
      </p:sp>
      <p:sp>
        <p:nvSpPr>
          <p:cNvPr id="16" name="C2 M1 mark"/>
          <p:cNvSpPr txBox="1"/>
          <p:nvPr/>
        </p:nvSpPr>
        <p:spPr>
          <a:xfrm>
            <a:off x="7589520" y="205099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</a:t>
            </a:r>
            <a:endParaRPr lang="ar-SA" sz="33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80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91427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3300" dirty="0"/>
          </a:p>
        </p:txBody>
      </p:sp>
      <p:sp>
        <p:nvSpPr>
          <p:cNvPr id="19" name="C5 M2 mark"/>
          <p:cNvSpPr txBox="1"/>
          <p:nvPr/>
        </p:nvSpPr>
        <p:spPr>
          <a:xfrm>
            <a:off x="6108192" y="191427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بۡ</a:t>
            </a:r>
            <a:endParaRPr lang="ar-SA" sz="33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80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4626864" y="192943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3300" dirty="0"/>
          </a:p>
        </p:txBody>
      </p:sp>
      <p:sp>
        <p:nvSpPr>
          <p:cNvPr id="22" name="C8 M3 mark"/>
          <p:cNvSpPr txBox="1"/>
          <p:nvPr/>
        </p:nvSpPr>
        <p:spPr>
          <a:xfrm>
            <a:off x="4626864" y="192943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بُ</a:t>
            </a:r>
            <a:endParaRPr lang="ar-SA" sz="3300" dirty="0"/>
          </a:p>
        </p:txBody>
      </p:sp>
      <p:sp>
        <p:nvSpPr>
          <p:cNvPr id="23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80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L4 letter"/>
          <p:cNvSpPr txBox="1"/>
          <p:nvPr/>
        </p:nvSpPr>
        <p:spPr>
          <a:xfrm>
            <a:off x="3145536" y="196561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3300" dirty="0"/>
          </a:p>
        </p:txBody>
      </p:sp>
      <p:sp>
        <p:nvSpPr>
          <p:cNvPr id="25" name="C11 M4 mark"/>
          <p:cNvSpPr txBox="1"/>
          <p:nvPr/>
        </p:nvSpPr>
        <p:spPr>
          <a:xfrm>
            <a:off x="3145536" y="196561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3300" dirty="0"/>
          </a:p>
        </p:txBody>
      </p:sp>
      <p:sp>
        <p:nvSpPr>
          <p:cNvPr id="26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A0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4 R result"/>
          <p:cNvSpPr txBox="1"/>
          <p:nvPr/>
        </p:nvSpPr>
        <p:spPr>
          <a:xfrm>
            <a:off x="384048" y="1839954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أَبُّتَ</a:t>
            </a:r>
            <a:endParaRPr lang="ar-SA" sz="6300" dirty="0"/>
          </a:p>
        </p:txBody>
      </p:sp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C5C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CC66"/>
          </a:solidFill>
          <a:ln w="12700">
            <a:solidFill>
              <a:srgbClr val="AA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BF40"/>
          </a:solidFill>
          <a:ln w="12700">
            <a:solidFill>
              <a:srgbClr val="6A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589520" y="196561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3300" dirty="0"/>
          </a:p>
        </p:txBody>
      </p:sp>
      <p:sp>
        <p:nvSpPr>
          <p:cNvPr id="17" name="C2 M1 mark"/>
          <p:cNvSpPr txBox="1"/>
          <p:nvPr/>
        </p:nvSpPr>
        <p:spPr>
          <a:xfrm>
            <a:off x="7589520" y="196561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3300" dirty="0"/>
          </a:p>
        </p:txBody>
      </p:sp>
      <p:sp>
        <p:nvSpPr>
          <p:cNvPr id="18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D9B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6108192" y="191427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3300" dirty="0"/>
          </a:p>
        </p:txBody>
      </p:sp>
      <p:sp>
        <p:nvSpPr>
          <p:cNvPr id="20" name="C5 M2 mark"/>
          <p:cNvSpPr txBox="1"/>
          <p:nvPr/>
        </p:nvSpPr>
        <p:spPr>
          <a:xfrm>
            <a:off x="6108192" y="191427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بۡ</a:t>
            </a:r>
            <a:endParaRPr lang="ar-SA" sz="3300" dirty="0"/>
          </a:p>
        </p:txBody>
      </p:sp>
      <p:sp>
        <p:nvSpPr>
          <p:cNvPr id="21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D9B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4626864" y="192943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3300" dirty="0"/>
          </a:p>
        </p:txBody>
      </p:sp>
      <p:sp>
        <p:nvSpPr>
          <p:cNvPr id="23" name="C8 M3 mark"/>
          <p:cNvSpPr txBox="1"/>
          <p:nvPr/>
        </p:nvSpPr>
        <p:spPr>
          <a:xfrm>
            <a:off x="4626864" y="192943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بُ</a:t>
            </a:r>
            <a:endParaRPr lang="ar-SA" sz="3300" dirty="0"/>
          </a:p>
        </p:txBody>
      </p:sp>
      <p:sp>
        <p:nvSpPr>
          <p:cNvPr id="24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D9B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L4 letter"/>
          <p:cNvSpPr txBox="1"/>
          <p:nvPr/>
        </p:nvSpPr>
        <p:spPr>
          <a:xfrm>
            <a:off x="3145536" y="198866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3300" dirty="0"/>
          </a:p>
        </p:txBody>
      </p:sp>
      <p:sp>
        <p:nvSpPr>
          <p:cNvPr id="26" name="C11 M4 mark"/>
          <p:cNvSpPr txBox="1"/>
          <p:nvPr/>
        </p:nvSpPr>
        <p:spPr>
          <a:xfrm>
            <a:off x="3145536" y="198866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</a:t>
            </a:r>
            <a:endParaRPr lang="ar-SA" sz="3300" dirty="0"/>
          </a:p>
        </p:txBody>
      </p:sp>
      <p:sp>
        <p:nvSpPr>
          <p:cNvPr id="27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78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4 R result"/>
          <p:cNvSpPr txBox="1"/>
          <p:nvPr/>
        </p:nvSpPr>
        <p:spPr>
          <a:xfrm>
            <a:off x="384048" y="1812523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تَبُّثَ</a:t>
            </a:r>
            <a:endParaRPr lang="ar-SA" sz="6600" dirty="0"/>
          </a:p>
        </p:txBody>
      </p:sp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443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644C"/>
          </a:solidFill>
          <a:ln w="12700">
            <a:solidFill>
              <a:srgbClr val="2B644C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7379"/>
          </a:solidFill>
          <a:ln w="12700">
            <a:solidFill>
              <a:srgbClr val="3473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1 L1 letter"/>
          <p:cNvSpPr txBox="1"/>
          <p:nvPr/>
        </p:nvSpPr>
        <p:spPr>
          <a:xfrm>
            <a:off x="7589520" y="198866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3300" dirty="0"/>
          </a:p>
        </p:txBody>
      </p:sp>
      <p:sp>
        <p:nvSpPr>
          <p:cNvPr id="18" name="C2 M1 mark"/>
          <p:cNvSpPr txBox="1"/>
          <p:nvPr/>
        </p:nvSpPr>
        <p:spPr>
          <a:xfrm>
            <a:off x="7589520" y="198866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</a:t>
            </a:r>
            <a:endParaRPr lang="ar-SA" sz="3300" dirty="0"/>
          </a:p>
        </p:txBody>
      </p:sp>
      <p:sp>
        <p:nvSpPr>
          <p:cNvPr id="19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26C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4 L2 letter"/>
          <p:cNvSpPr txBox="1"/>
          <p:nvPr/>
        </p:nvSpPr>
        <p:spPr>
          <a:xfrm>
            <a:off x="6108192" y="191427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3300" dirty="0"/>
          </a:p>
        </p:txBody>
      </p:sp>
      <p:sp>
        <p:nvSpPr>
          <p:cNvPr id="21" name="C5 M2 mark"/>
          <p:cNvSpPr txBox="1"/>
          <p:nvPr/>
        </p:nvSpPr>
        <p:spPr>
          <a:xfrm>
            <a:off x="6108192" y="191427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بۡ</a:t>
            </a:r>
            <a:endParaRPr lang="ar-SA" sz="3300" dirty="0"/>
          </a:p>
        </p:txBody>
      </p:sp>
      <p:sp>
        <p:nvSpPr>
          <p:cNvPr id="22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26C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7 L3 letter"/>
          <p:cNvSpPr txBox="1"/>
          <p:nvPr/>
        </p:nvSpPr>
        <p:spPr>
          <a:xfrm>
            <a:off x="4626864" y="192943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3300" dirty="0"/>
          </a:p>
        </p:txBody>
      </p:sp>
      <p:sp>
        <p:nvSpPr>
          <p:cNvPr id="24" name="C8 M3 mark"/>
          <p:cNvSpPr txBox="1"/>
          <p:nvPr/>
        </p:nvSpPr>
        <p:spPr>
          <a:xfrm>
            <a:off x="4626864" y="192943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بُ</a:t>
            </a:r>
            <a:endParaRPr lang="ar-SA" sz="3300" dirty="0"/>
          </a:p>
        </p:txBody>
      </p:sp>
      <p:sp>
        <p:nvSpPr>
          <p:cNvPr id="25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26C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0 L4 letter"/>
          <p:cNvSpPr txBox="1"/>
          <p:nvPr/>
        </p:nvSpPr>
        <p:spPr>
          <a:xfrm>
            <a:off x="3145536" y="187048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3300" dirty="0"/>
          </a:p>
        </p:txBody>
      </p:sp>
      <p:sp>
        <p:nvSpPr>
          <p:cNvPr id="27" name="C11 M4 mark"/>
          <p:cNvSpPr txBox="1"/>
          <p:nvPr/>
        </p:nvSpPr>
        <p:spPr>
          <a:xfrm>
            <a:off x="3145536" y="187048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</a:t>
            </a:r>
            <a:endParaRPr lang="ar-SA" sz="3300" dirty="0"/>
          </a:p>
        </p:txBody>
      </p:sp>
      <p:sp>
        <p:nvSpPr>
          <p:cNvPr id="28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2E5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C14 R result"/>
          <p:cNvSpPr txBox="1"/>
          <p:nvPr/>
        </p:nvSpPr>
        <p:spPr>
          <a:xfrm>
            <a:off x="384048" y="1727174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ثَبُّجَ</a:t>
            </a:r>
            <a:endParaRPr lang="ar-SA" sz="5800" dirty="0"/>
          </a:p>
        </p:txBody>
      </p:sp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D8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ADD65C"/>
          </a:solidFill>
          <a:ln w="12700">
            <a:solidFill>
              <a:srgbClr val="ADD6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8CCC33"/>
          </a:solidFill>
          <a:ln w="12700">
            <a:solidFill>
              <a:srgbClr val="8CCC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87048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3300" dirty="0"/>
          </a:p>
        </p:txBody>
      </p:sp>
      <p:sp>
        <p:nvSpPr>
          <p:cNvPr id="16" name="C2 M1 mark"/>
          <p:cNvSpPr txBox="1"/>
          <p:nvPr/>
        </p:nvSpPr>
        <p:spPr>
          <a:xfrm>
            <a:off x="7589520" y="187048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</a:t>
            </a:r>
            <a:endParaRPr lang="ar-SA" sz="33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96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91427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3300" dirty="0"/>
          </a:p>
        </p:txBody>
      </p:sp>
      <p:sp>
        <p:nvSpPr>
          <p:cNvPr id="19" name="C5 M2 mark"/>
          <p:cNvSpPr txBox="1"/>
          <p:nvPr/>
        </p:nvSpPr>
        <p:spPr>
          <a:xfrm>
            <a:off x="6108192" y="191427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بۡ</a:t>
            </a:r>
            <a:endParaRPr lang="ar-SA" sz="33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96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4626864" y="192943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3300" dirty="0"/>
          </a:p>
        </p:txBody>
      </p:sp>
      <p:sp>
        <p:nvSpPr>
          <p:cNvPr id="22" name="C8 M3 mark"/>
          <p:cNvSpPr txBox="1"/>
          <p:nvPr/>
        </p:nvSpPr>
        <p:spPr>
          <a:xfrm>
            <a:off x="4626864" y="192943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بُ</a:t>
            </a:r>
            <a:endParaRPr lang="ar-SA" sz="3300" dirty="0"/>
          </a:p>
        </p:txBody>
      </p:sp>
      <p:sp>
        <p:nvSpPr>
          <p:cNvPr id="23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96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L4 letter"/>
          <p:cNvSpPr txBox="1"/>
          <p:nvPr/>
        </p:nvSpPr>
        <p:spPr>
          <a:xfrm>
            <a:off x="3145536" y="187048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3300" dirty="0"/>
          </a:p>
        </p:txBody>
      </p:sp>
      <p:sp>
        <p:nvSpPr>
          <p:cNvPr id="25" name="C11 M4 mark"/>
          <p:cNvSpPr txBox="1"/>
          <p:nvPr/>
        </p:nvSpPr>
        <p:spPr>
          <a:xfrm>
            <a:off x="3145536" y="187048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</a:t>
            </a:r>
            <a:endParaRPr lang="ar-SA" sz="3300" dirty="0"/>
          </a:p>
        </p:txBody>
      </p:sp>
      <p:sp>
        <p:nvSpPr>
          <p:cNvPr id="26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B83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4 R result"/>
          <p:cNvSpPr txBox="1"/>
          <p:nvPr/>
        </p:nvSpPr>
        <p:spPr>
          <a:xfrm>
            <a:off x="384048" y="1727174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جَبُّحَ</a:t>
            </a:r>
            <a:endParaRPr lang="ar-SA" sz="5800" dirty="0"/>
          </a:p>
        </p:txBody>
      </p:sp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E6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C68C"/>
          </a:solidFill>
          <a:ln w="12700">
            <a:solidFill>
              <a:srgbClr val="53C68C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8E5E"/>
          </a:solidFill>
          <a:ln w="12700">
            <a:solidFill>
              <a:srgbClr val="ED8E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22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3" name="C1 L1 letter"/>
          <p:cNvSpPr txBox="1"/>
          <p:nvPr/>
        </p:nvSpPr>
        <p:spPr>
          <a:xfrm>
            <a:off x="7589520" y="187048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3300" dirty="0"/>
          </a:p>
        </p:txBody>
      </p:sp>
      <p:sp>
        <p:nvSpPr>
          <p:cNvPr id="24" name="C2 M1 mark"/>
          <p:cNvSpPr txBox="1"/>
          <p:nvPr/>
        </p:nvSpPr>
        <p:spPr>
          <a:xfrm>
            <a:off x="7589520" y="187048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</a:t>
            </a:r>
            <a:endParaRPr lang="ar-SA" sz="3300" dirty="0"/>
          </a:p>
        </p:txBody>
      </p:sp>
      <p:sp>
        <p:nvSpPr>
          <p:cNvPr id="25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61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4 L2 letter"/>
          <p:cNvSpPr txBox="1"/>
          <p:nvPr/>
        </p:nvSpPr>
        <p:spPr>
          <a:xfrm>
            <a:off x="6108192" y="191427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3300" dirty="0"/>
          </a:p>
        </p:txBody>
      </p:sp>
      <p:sp>
        <p:nvSpPr>
          <p:cNvPr id="27" name="C5 M2 mark"/>
          <p:cNvSpPr txBox="1"/>
          <p:nvPr/>
        </p:nvSpPr>
        <p:spPr>
          <a:xfrm>
            <a:off x="6108192" y="191427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بۡ</a:t>
            </a:r>
            <a:endParaRPr lang="ar-SA" sz="3300" dirty="0"/>
          </a:p>
        </p:txBody>
      </p:sp>
      <p:sp>
        <p:nvSpPr>
          <p:cNvPr id="28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61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7 L3 letter"/>
          <p:cNvSpPr txBox="1"/>
          <p:nvPr/>
        </p:nvSpPr>
        <p:spPr>
          <a:xfrm>
            <a:off x="4626864" y="192943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3300" dirty="0"/>
          </a:p>
        </p:txBody>
      </p:sp>
      <p:sp>
        <p:nvSpPr>
          <p:cNvPr id="30" name="C8 M3 mark"/>
          <p:cNvSpPr txBox="1"/>
          <p:nvPr/>
        </p:nvSpPr>
        <p:spPr>
          <a:xfrm>
            <a:off x="4626864" y="192943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بُ</a:t>
            </a:r>
            <a:endParaRPr lang="ar-SA" sz="3300" dirty="0"/>
          </a:p>
        </p:txBody>
      </p:sp>
      <p:sp>
        <p:nvSpPr>
          <p:cNvPr id="31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61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0 L4 letter"/>
          <p:cNvSpPr txBox="1"/>
          <p:nvPr/>
        </p:nvSpPr>
        <p:spPr>
          <a:xfrm>
            <a:off x="3145536" y="191281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3300" dirty="0"/>
          </a:p>
        </p:txBody>
      </p:sp>
      <p:sp>
        <p:nvSpPr>
          <p:cNvPr id="33" name="C11 M4 mark"/>
          <p:cNvSpPr txBox="1"/>
          <p:nvPr/>
        </p:nvSpPr>
        <p:spPr>
          <a:xfrm>
            <a:off x="3145536" y="191281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</a:t>
            </a:r>
            <a:endParaRPr lang="ar-SA" sz="3300" dirty="0"/>
          </a:p>
        </p:txBody>
      </p:sp>
      <p:sp>
        <p:nvSpPr>
          <p:cNvPr id="34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5C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C14 R result"/>
          <p:cNvSpPr txBox="1"/>
          <p:nvPr/>
        </p:nvSpPr>
        <p:spPr>
          <a:xfrm>
            <a:off x="384048" y="1727174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حَبُّخَ</a:t>
            </a:r>
            <a:endParaRPr lang="ar-SA" sz="5800" dirty="0"/>
          </a:p>
        </p:txBody>
      </p:sp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443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9FE0"/>
          </a:solidFill>
          <a:ln w="12700">
            <a:solidFill>
              <a:srgbClr val="529F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90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7074"/>
          </a:solidFill>
          <a:ln w="12700">
            <a:solidFill>
              <a:srgbClr val="DB7074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738547"/>
          </a:solidFill>
          <a:ln w="12700">
            <a:solidFill>
              <a:srgbClr val="7385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9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1 L1 letter"/>
          <p:cNvSpPr txBox="1"/>
          <p:nvPr/>
        </p:nvSpPr>
        <p:spPr>
          <a:xfrm>
            <a:off x="7589520" y="191281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3300" dirty="0"/>
          </a:p>
        </p:txBody>
      </p:sp>
      <p:sp>
        <p:nvSpPr>
          <p:cNvPr id="21" name="C2 M1 mark"/>
          <p:cNvSpPr txBox="1"/>
          <p:nvPr/>
        </p:nvSpPr>
        <p:spPr>
          <a:xfrm>
            <a:off x="7589520" y="191281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</a:t>
            </a:r>
            <a:endParaRPr lang="ar-SA" sz="3300" dirty="0"/>
          </a:p>
        </p:txBody>
      </p:sp>
      <p:sp>
        <p:nvSpPr>
          <p:cNvPr id="22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262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4 L2 letter"/>
          <p:cNvSpPr txBox="1"/>
          <p:nvPr/>
        </p:nvSpPr>
        <p:spPr>
          <a:xfrm>
            <a:off x="6108192" y="191427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3300" dirty="0"/>
          </a:p>
        </p:txBody>
      </p:sp>
      <p:sp>
        <p:nvSpPr>
          <p:cNvPr id="24" name="C5 M2 mark"/>
          <p:cNvSpPr txBox="1"/>
          <p:nvPr/>
        </p:nvSpPr>
        <p:spPr>
          <a:xfrm>
            <a:off x="6108192" y="191427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بۡ</a:t>
            </a:r>
            <a:endParaRPr lang="ar-SA" sz="3300" dirty="0"/>
          </a:p>
        </p:txBody>
      </p:sp>
      <p:sp>
        <p:nvSpPr>
          <p:cNvPr id="25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262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7 L3 letter"/>
          <p:cNvSpPr txBox="1"/>
          <p:nvPr/>
        </p:nvSpPr>
        <p:spPr>
          <a:xfrm>
            <a:off x="4626864" y="192943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3300" dirty="0"/>
          </a:p>
        </p:txBody>
      </p:sp>
      <p:sp>
        <p:nvSpPr>
          <p:cNvPr id="27" name="C8 M3 mark"/>
          <p:cNvSpPr txBox="1"/>
          <p:nvPr/>
        </p:nvSpPr>
        <p:spPr>
          <a:xfrm>
            <a:off x="4626864" y="192943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بُ</a:t>
            </a:r>
            <a:endParaRPr lang="ar-SA" sz="3300" dirty="0"/>
          </a:p>
        </p:txBody>
      </p:sp>
      <p:sp>
        <p:nvSpPr>
          <p:cNvPr id="28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262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0 L4 letter"/>
          <p:cNvSpPr txBox="1"/>
          <p:nvPr/>
        </p:nvSpPr>
        <p:spPr>
          <a:xfrm>
            <a:off x="3145536" y="195870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3300" dirty="0"/>
          </a:p>
        </p:txBody>
      </p:sp>
      <p:sp>
        <p:nvSpPr>
          <p:cNvPr id="30" name="C11 M4 mark"/>
          <p:cNvSpPr txBox="1"/>
          <p:nvPr/>
        </p:nvSpPr>
        <p:spPr>
          <a:xfrm>
            <a:off x="3145536" y="195870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</a:t>
            </a:r>
            <a:endParaRPr lang="ar-SA" sz="3300" dirty="0"/>
          </a:p>
        </p:txBody>
      </p:sp>
      <p:sp>
        <p:nvSpPr>
          <p:cNvPr id="31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84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C14 R result"/>
          <p:cNvSpPr txBox="1"/>
          <p:nvPr/>
        </p:nvSpPr>
        <p:spPr>
          <a:xfrm>
            <a:off x="384048" y="1812523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خَبُّدَ</a:t>
            </a:r>
            <a:endParaRPr lang="ar-SA" sz="66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C5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648A"/>
          </a:solidFill>
          <a:ln w="12700">
            <a:solidFill>
              <a:srgbClr val="D8648A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478C"/>
          </a:solidFill>
          <a:ln w="12700">
            <a:solidFill>
              <a:srgbClr val="D1478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95870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3300" dirty="0"/>
          </a:p>
        </p:txBody>
      </p:sp>
      <p:sp>
        <p:nvSpPr>
          <p:cNvPr id="16" name="C2 M1 mark"/>
          <p:cNvSpPr txBox="1"/>
          <p:nvPr/>
        </p:nvSpPr>
        <p:spPr>
          <a:xfrm>
            <a:off x="7589520" y="195870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</a:t>
            </a:r>
            <a:endParaRPr lang="ar-SA" sz="33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D95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91427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3300" dirty="0"/>
          </a:p>
        </p:txBody>
      </p:sp>
      <p:sp>
        <p:nvSpPr>
          <p:cNvPr id="19" name="C5 M2 mark"/>
          <p:cNvSpPr txBox="1"/>
          <p:nvPr/>
        </p:nvSpPr>
        <p:spPr>
          <a:xfrm>
            <a:off x="6108192" y="191427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بۡ</a:t>
            </a:r>
            <a:endParaRPr lang="ar-SA" sz="33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D95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4626864" y="192943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3300" dirty="0"/>
          </a:p>
        </p:txBody>
      </p:sp>
      <p:sp>
        <p:nvSpPr>
          <p:cNvPr id="22" name="C8 M3 mark"/>
          <p:cNvSpPr txBox="1"/>
          <p:nvPr/>
        </p:nvSpPr>
        <p:spPr>
          <a:xfrm>
            <a:off x="4626864" y="192943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بُ</a:t>
            </a:r>
            <a:endParaRPr lang="ar-SA" sz="3300" dirty="0"/>
          </a:p>
        </p:txBody>
      </p:sp>
      <p:sp>
        <p:nvSpPr>
          <p:cNvPr id="23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D95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L4 letter"/>
          <p:cNvSpPr txBox="1"/>
          <p:nvPr/>
        </p:nvSpPr>
        <p:spPr>
          <a:xfrm>
            <a:off x="3145536" y="205099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3300" dirty="0"/>
          </a:p>
        </p:txBody>
      </p:sp>
      <p:sp>
        <p:nvSpPr>
          <p:cNvPr id="25" name="C11 M4 mark"/>
          <p:cNvSpPr txBox="1"/>
          <p:nvPr/>
        </p:nvSpPr>
        <p:spPr>
          <a:xfrm>
            <a:off x="3145536" y="205099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</a:t>
            </a:r>
            <a:endParaRPr lang="ar-SA" sz="3300" dirty="0"/>
          </a:p>
        </p:txBody>
      </p:sp>
      <p:sp>
        <p:nvSpPr>
          <p:cNvPr id="26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B8A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4 R result"/>
          <p:cNvSpPr txBox="1"/>
          <p:nvPr/>
        </p:nvSpPr>
        <p:spPr>
          <a:xfrm>
            <a:off x="384048" y="1855611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دَبُّأَ</a:t>
            </a:r>
            <a:endParaRPr lang="ar-SA" sz="6100" dirty="0"/>
          </a:p>
        </p:txBody>
      </p:sp>
    </p:spTree>
  </p:cSld>
  <p:clrMapOvr>
    <a:masterClrMapping/>
  </p:clrMapOvr>
  <p:transition spd="med">
    <p:push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DC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AACC"/>
          </a:solidFill>
          <a:ln w="12700">
            <a:solidFill>
              <a:srgbClr val="66AA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6ABF"/>
          </a:solidFill>
          <a:ln w="12700">
            <a:solidFill>
              <a:srgbClr val="406A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200868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39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200868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</a:t>
            </a:r>
            <a:endParaRPr lang="ar-SA" sz="39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87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471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39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8471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بۡ</a:t>
            </a:r>
            <a:endParaRPr lang="ar-SA" sz="39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87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6502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3900" dirty="0"/>
          </a:p>
        </p:txBody>
      </p:sp>
      <p:sp>
        <p:nvSpPr>
          <p:cNvPr id="22" name="C8 M3 mark"/>
          <p:cNvSpPr txBox="1"/>
          <p:nvPr/>
        </p:nvSpPr>
        <p:spPr>
          <a:xfrm>
            <a:off x="3703320" y="186502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بُ</a:t>
            </a:r>
            <a:endParaRPr lang="ar-SA" sz="3900" dirty="0"/>
          </a:p>
        </p:txBody>
      </p:sp>
      <p:sp>
        <p:nvSpPr>
          <p:cNvPr id="23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9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1 R result"/>
          <p:cNvSpPr txBox="1"/>
          <p:nvPr/>
        </p:nvSpPr>
        <p:spPr>
          <a:xfrm>
            <a:off x="502920" y="1752525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أَبُّ</a:t>
            </a:r>
            <a:endParaRPr lang="ar-SA" sz="71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41B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3E2B64"/>
          </a:solidFill>
          <a:ln w="12700">
            <a:solidFill>
              <a:srgbClr val="3E2B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6E3479"/>
          </a:solidFill>
          <a:ln w="12700">
            <a:solidFill>
              <a:srgbClr val="6E34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9077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3900" dirty="0"/>
          </a:p>
        </p:txBody>
      </p:sp>
      <p:sp>
        <p:nvSpPr>
          <p:cNvPr id="17" name="C2 M1 mark"/>
          <p:cNvSpPr txBox="1"/>
          <p:nvPr/>
        </p:nvSpPr>
        <p:spPr>
          <a:xfrm>
            <a:off x="7269480" y="19077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39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BB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471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3900" dirty="0"/>
          </a:p>
        </p:txBody>
      </p:sp>
      <p:sp>
        <p:nvSpPr>
          <p:cNvPr id="20" name="C5 M2 mark"/>
          <p:cNvSpPr txBox="1"/>
          <p:nvPr/>
        </p:nvSpPr>
        <p:spPr>
          <a:xfrm>
            <a:off x="5486400" y="18471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بۡ</a:t>
            </a:r>
            <a:endParaRPr lang="ar-SA" sz="39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BB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6502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3900" dirty="0"/>
          </a:p>
        </p:txBody>
      </p:sp>
      <p:sp>
        <p:nvSpPr>
          <p:cNvPr id="23" name="C8 M3 mark"/>
          <p:cNvSpPr txBox="1"/>
          <p:nvPr/>
        </p:nvSpPr>
        <p:spPr>
          <a:xfrm>
            <a:off x="3703320" y="186502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بُ</a:t>
            </a:r>
            <a:endParaRPr lang="ar-SA" sz="3900" dirty="0"/>
          </a:p>
        </p:txBody>
      </p:sp>
      <p:sp>
        <p:nvSpPr>
          <p:cNvPr id="24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2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1 R result"/>
          <p:cNvSpPr txBox="1"/>
          <p:nvPr/>
        </p:nvSpPr>
        <p:spPr>
          <a:xfrm>
            <a:off x="502920" y="172180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تَبُّ</a:t>
            </a:r>
            <a:endParaRPr lang="ar-SA" sz="7500" dirty="0"/>
          </a:p>
        </p:txBody>
      </p:sp>
    </p:spTree>
  </p:cSld>
  <p:clrMapOvr>
    <a:masterClrMapping/>
  </p:clrMapOvr>
  <p:transition spd="med">
    <p:pull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7CB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ADD6"/>
          </a:solidFill>
          <a:ln w="12700">
            <a:solidFill>
              <a:srgbClr val="5CAD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8CCC"/>
          </a:solidFill>
          <a:ln w="12700">
            <a:solidFill>
              <a:srgbClr val="338C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93502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39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93502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</a:t>
            </a:r>
            <a:endParaRPr lang="ar-SA" sz="39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C2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471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39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471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بۡ</a:t>
            </a:r>
            <a:endParaRPr lang="ar-SA" sz="39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C2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6502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39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86502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بُ</a:t>
            </a:r>
            <a:endParaRPr lang="ar-SA" sz="39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4A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72180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ثَبُّ</a:t>
            </a:r>
            <a:endParaRPr lang="ar-SA" sz="7500" dirty="0"/>
          </a:p>
        </p:txBody>
      </p:sp>
    </p:spTree>
  </p:cSld>
  <p:clrMapOvr>
    <a:masterClrMapping/>
  </p:clrMapOvr>
  <p:transition spd="med">
    <p:fade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C5F7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66C6"/>
          </a:solidFill>
          <a:ln w="12700">
            <a:solidFill>
              <a:srgbClr val="5366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ED6B"/>
          </a:solidFill>
          <a:ln w="12700">
            <a:solidFill>
              <a:srgbClr val="5EED6B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79534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3900" dirty="0"/>
          </a:p>
        </p:txBody>
      </p:sp>
      <p:sp>
        <p:nvSpPr>
          <p:cNvPr id="23" name="C2 M1 mark"/>
          <p:cNvSpPr txBox="1"/>
          <p:nvPr/>
        </p:nvSpPr>
        <p:spPr>
          <a:xfrm>
            <a:off x="7269480" y="179534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</a:t>
            </a:r>
            <a:endParaRPr lang="ar-SA" sz="39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8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471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3900" dirty="0"/>
          </a:p>
        </p:txBody>
      </p:sp>
      <p:sp>
        <p:nvSpPr>
          <p:cNvPr id="26" name="C5 M2 mark"/>
          <p:cNvSpPr txBox="1"/>
          <p:nvPr/>
        </p:nvSpPr>
        <p:spPr>
          <a:xfrm>
            <a:off x="5486400" y="18471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بۡ</a:t>
            </a:r>
            <a:endParaRPr lang="ar-SA" sz="39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8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86502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3900" dirty="0"/>
          </a:p>
        </p:txBody>
      </p:sp>
      <p:sp>
        <p:nvSpPr>
          <p:cNvPr id="29" name="C8 M3 mark"/>
          <p:cNvSpPr txBox="1"/>
          <p:nvPr/>
        </p:nvSpPr>
        <p:spPr>
          <a:xfrm>
            <a:off x="3703320" y="186502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بُ</a:t>
            </a:r>
            <a:endParaRPr lang="ar-SA" sz="3900" dirty="0"/>
          </a:p>
        </p:txBody>
      </p:sp>
      <p:sp>
        <p:nvSpPr>
          <p:cNvPr id="30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3A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1 R result"/>
          <p:cNvSpPr txBox="1"/>
          <p:nvPr/>
        </p:nvSpPr>
        <p:spPr>
          <a:xfrm>
            <a:off x="502920" y="172180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جَبُّ</a:t>
            </a:r>
            <a:endParaRPr lang="ar-SA" sz="7500" dirty="0"/>
          </a:p>
        </p:txBody>
      </p:sp>
    </p:spTree>
  </p:cSld>
  <p:clrMapOvr>
    <a:masterClrMapping/>
  </p:clrMapOvr>
  <p:transition spd="med">
    <p:cover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35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52C2"/>
          </a:solidFill>
          <a:ln w="12700">
            <a:solidFill>
              <a:srgbClr val="E052C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8CAA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8FDB70"/>
          </a:solidFill>
          <a:ln w="12700">
            <a:solidFill>
              <a:srgbClr val="8FDB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8285"/>
          </a:solidFill>
          <a:ln w="12700">
            <a:solidFill>
              <a:srgbClr val="4782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79534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3900" dirty="0"/>
          </a:p>
        </p:txBody>
      </p:sp>
      <p:sp>
        <p:nvSpPr>
          <p:cNvPr id="20" name="C2 M1 mark"/>
          <p:cNvSpPr txBox="1"/>
          <p:nvPr/>
        </p:nvSpPr>
        <p:spPr>
          <a:xfrm>
            <a:off x="7269480" y="179534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</a:t>
            </a:r>
            <a:endParaRPr lang="ar-SA" sz="39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5A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471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3900" dirty="0"/>
          </a:p>
        </p:txBody>
      </p:sp>
      <p:sp>
        <p:nvSpPr>
          <p:cNvPr id="23" name="C5 M2 mark"/>
          <p:cNvSpPr txBox="1"/>
          <p:nvPr/>
        </p:nvSpPr>
        <p:spPr>
          <a:xfrm>
            <a:off x="5486400" y="18471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بۡ</a:t>
            </a:r>
            <a:endParaRPr lang="ar-SA" sz="39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5A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86502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3900" dirty="0"/>
          </a:p>
        </p:txBody>
      </p:sp>
      <p:sp>
        <p:nvSpPr>
          <p:cNvPr id="26" name="C8 M3 mark"/>
          <p:cNvSpPr txBox="1"/>
          <p:nvPr/>
        </p:nvSpPr>
        <p:spPr>
          <a:xfrm>
            <a:off x="3703320" y="186502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بُ</a:t>
            </a:r>
            <a:endParaRPr lang="ar-SA" sz="3900" dirty="0"/>
          </a:p>
        </p:txBody>
      </p:sp>
      <p:sp>
        <p:nvSpPr>
          <p:cNvPr id="27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6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1 R result"/>
          <p:cNvSpPr txBox="1"/>
          <p:nvPr/>
        </p:nvSpPr>
        <p:spPr>
          <a:xfrm>
            <a:off x="502920" y="172180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حَبُّ</a:t>
            </a:r>
            <a:endParaRPr lang="ar-SA" sz="7500" dirty="0"/>
          </a:p>
        </p:txBody>
      </p:sp>
    </p:spTree>
  </p:cSld>
  <p:clrMapOvr>
    <a:masterClrMapping/>
  </p:clrMapOvr>
  <p:transition spd="med">
    <p:zoom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7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A7D864"/>
          </a:solidFill>
          <a:ln w="12700">
            <a:solidFill>
              <a:srgbClr val="A7D8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AED147"/>
          </a:solidFill>
          <a:ln w="12700">
            <a:solidFill>
              <a:srgbClr val="AED1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4537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39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84537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</a:t>
            </a:r>
            <a:endParaRPr lang="ar-SA" sz="39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7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471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39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471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بۡ</a:t>
            </a:r>
            <a:endParaRPr lang="ar-SA" sz="39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7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6502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39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86502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بُ</a:t>
            </a:r>
            <a:endParaRPr lang="ar-SA" sz="39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8A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72180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خَبُّ</a:t>
            </a:r>
            <a:endParaRPr lang="ar-SA" sz="7500" dirty="0"/>
          </a:p>
        </p:txBody>
      </p:sp>
    </p:spTree>
  </p:cSld>
  <p:clrMapOvr>
    <a:masterClrMapping/>
  </p:clrMapOvr>
  <p:transition spd="med">
    <p:wheel spokes="4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C5E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66CC"/>
          </a:solidFill>
          <a:ln w="12700">
            <a:solidFill>
              <a:srgbClr val="AA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BF"/>
          </a:solidFill>
          <a:ln w="12700">
            <a:solidFill>
              <a:srgbClr val="BF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996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39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8996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</a:t>
            </a:r>
            <a:endParaRPr lang="ar-SA" sz="39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5B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471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39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8471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بۡ</a:t>
            </a:r>
            <a:endParaRPr lang="ar-SA" sz="39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5B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6502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3900" dirty="0"/>
          </a:p>
        </p:txBody>
      </p:sp>
      <p:sp>
        <p:nvSpPr>
          <p:cNvPr id="22" name="C8 M3 mark"/>
          <p:cNvSpPr txBox="1"/>
          <p:nvPr/>
        </p:nvSpPr>
        <p:spPr>
          <a:xfrm>
            <a:off x="3703320" y="186502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بُ</a:t>
            </a:r>
            <a:endParaRPr lang="ar-SA" sz="3900" dirty="0"/>
          </a:p>
        </p:txBody>
      </p:sp>
      <p:sp>
        <p:nvSpPr>
          <p:cNvPr id="23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B2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1 R result"/>
          <p:cNvSpPr txBox="1"/>
          <p:nvPr/>
        </p:nvSpPr>
        <p:spPr>
          <a:xfrm>
            <a:off x="502920" y="172180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دَبُّ</a:t>
            </a:r>
            <a:endParaRPr lang="ar-SA" sz="7500" dirty="0"/>
          </a:p>
        </p:txBody>
      </p:sp>
    </p:spTree>
  </p:cSld>
  <p:clrMapOvr>
    <a:masterClrMapping/>
  </p:clrMapOvr>
  <p:transition spd="med">
    <p:wipe dir="l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4314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302B"/>
          </a:solidFill>
          <a:ln w="12700">
            <a:solidFill>
              <a:srgbClr val="6430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5D34"/>
          </a:solidFill>
          <a:ln w="12700">
            <a:solidFill>
              <a:srgbClr val="795D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90804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4000" dirty="0"/>
          </a:p>
        </p:txBody>
      </p:sp>
      <p:sp>
        <p:nvSpPr>
          <p:cNvPr id="17" name="C2 M1 mark"/>
          <p:cNvSpPr txBox="1"/>
          <p:nvPr/>
        </p:nvSpPr>
        <p:spPr>
          <a:xfrm>
            <a:off x="7269480" y="190804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40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8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98424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4000" dirty="0"/>
          </a:p>
        </p:txBody>
      </p:sp>
      <p:sp>
        <p:nvSpPr>
          <p:cNvPr id="20" name="C5 M2 mark"/>
          <p:cNvSpPr txBox="1"/>
          <p:nvPr/>
        </p:nvSpPr>
        <p:spPr>
          <a:xfrm>
            <a:off x="5486400" y="198424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أۡ</a:t>
            </a:r>
            <a:endParaRPr lang="ar-SA" sz="40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8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205472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4000" dirty="0"/>
          </a:p>
        </p:txBody>
      </p:sp>
      <p:sp>
        <p:nvSpPr>
          <p:cNvPr id="23" name="C8 M3 mark"/>
          <p:cNvSpPr txBox="1"/>
          <p:nvPr/>
        </p:nvSpPr>
        <p:spPr>
          <a:xfrm>
            <a:off x="3703320" y="205472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أُ</a:t>
            </a:r>
            <a:endParaRPr lang="ar-SA" sz="4000" dirty="0"/>
          </a:p>
        </p:txBody>
      </p:sp>
      <p:sp>
        <p:nvSpPr>
          <p:cNvPr id="24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95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1 R result"/>
          <p:cNvSpPr txBox="1"/>
          <p:nvPr/>
        </p:nvSpPr>
        <p:spPr>
          <a:xfrm>
            <a:off x="502920" y="2007215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تَأُّ</a:t>
            </a:r>
            <a:endParaRPr lang="ar-SA" sz="6000" dirty="0"/>
          </a:p>
        </p:txBody>
      </p:sp>
    </p:spTree>
  </p:cSld>
  <p:clrMapOvr>
    <a:masterClrMapping/>
  </p:clrMapOvr>
  <p:transition spd="med">
    <p:circle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CB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C25CD6"/>
          </a:solidFill>
          <a:ln w="12700">
            <a:solidFill>
              <a:srgbClr val="C25C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BF33CC"/>
          </a:solidFill>
          <a:ln w="12700">
            <a:solidFill>
              <a:srgbClr val="BF33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9077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39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9077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39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C3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471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39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471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بۡ</a:t>
            </a:r>
            <a:endParaRPr lang="ar-SA" sz="39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C3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6502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39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86502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بُ</a:t>
            </a:r>
            <a:endParaRPr lang="ar-SA" sz="39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6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72180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تَبُّ</a:t>
            </a:r>
            <a:endParaRPr lang="ar-SA" sz="75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CD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66"/>
          </a:solidFill>
          <a:ln w="12700">
            <a:solidFill>
              <a:srgbClr val="C6536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76ED"/>
          </a:solidFill>
          <a:ln w="12700">
            <a:solidFill>
              <a:srgbClr val="5E76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9069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3600" dirty="0"/>
          </a:p>
        </p:txBody>
      </p:sp>
      <p:sp>
        <p:nvSpPr>
          <p:cNvPr id="23" name="C2 M1 mark"/>
          <p:cNvSpPr txBox="1"/>
          <p:nvPr/>
        </p:nvSpPr>
        <p:spPr>
          <a:xfrm>
            <a:off x="7269480" y="19069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36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BA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91841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3600" dirty="0"/>
          </a:p>
        </p:txBody>
      </p:sp>
      <p:sp>
        <p:nvSpPr>
          <p:cNvPr id="26" name="C5 M2 mark"/>
          <p:cNvSpPr txBox="1"/>
          <p:nvPr/>
        </p:nvSpPr>
        <p:spPr>
          <a:xfrm>
            <a:off x="5486400" y="191841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ثۡ</a:t>
            </a:r>
            <a:endParaRPr lang="ar-SA" sz="36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BA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95498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3600" dirty="0"/>
          </a:p>
        </p:txBody>
      </p:sp>
      <p:sp>
        <p:nvSpPr>
          <p:cNvPr id="29" name="C8 M3 mark"/>
          <p:cNvSpPr txBox="1"/>
          <p:nvPr/>
        </p:nvSpPr>
        <p:spPr>
          <a:xfrm>
            <a:off x="3703320" y="195498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ثُ</a:t>
            </a:r>
            <a:endParaRPr lang="ar-SA" sz="3600" dirty="0"/>
          </a:p>
        </p:txBody>
      </p:sp>
      <p:sp>
        <p:nvSpPr>
          <p:cNvPr id="30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44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1 R result"/>
          <p:cNvSpPr txBox="1"/>
          <p:nvPr/>
        </p:nvSpPr>
        <p:spPr>
          <a:xfrm>
            <a:off x="502920" y="1872666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تَثُّ</a:t>
            </a:r>
            <a:endParaRPr lang="ar-SA" sz="7900" dirty="0"/>
          </a:p>
        </p:txBody>
      </p:sp>
    </p:spTree>
  </p:cSld>
  <p:clrMapOvr>
    <a:masterClrMapping/>
  </p:clrMapOvr>
  <p:transition spd="med">
    <p:push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432A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DB52"/>
          </a:solidFill>
          <a:ln w="12700">
            <a:solidFill>
              <a:srgbClr val="E0DB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C3F2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AADB"/>
          </a:solidFill>
          <a:ln w="12700">
            <a:solidFill>
              <a:srgbClr val="70AA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784785"/>
          </a:solidFill>
          <a:ln w="12700">
            <a:solidFill>
              <a:srgbClr val="7847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90751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3800" dirty="0"/>
          </a:p>
        </p:txBody>
      </p:sp>
      <p:sp>
        <p:nvSpPr>
          <p:cNvPr id="20" name="C2 M1 mark"/>
          <p:cNvSpPr txBox="1"/>
          <p:nvPr/>
        </p:nvSpPr>
        <p:spPr>
          <a:xfrm>
            <a:off x="7269480" y="190751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38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8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196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3800" dirty="0"/>
          </a:p>
        </p:txBody>
      </p:sp>
      <p:sp>
        <p:nvSpPr>
          <p:cNvPr id="23" name="C5 M2 mark"/>
          <p:cNvSpPr txBox="1"/>
          <p:nvPr/>
        </p:nvSpPr>
        <p:spPr>
          <a:xfrm>
            <a:off x="5486400" y="18196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جۡ</a:t>
            </a:r>
            <a:endParaRPr lang="ar-SA" sz="38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8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82209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3800" dirty="0"/>
          </a:p>
        </p:txBody>
      </p:sp>
      <p:sp>
        <p:nvSpPr>
          <p:cNvPr id="26" name="C8 M3 mark"/>
          <p:cNvSpPr txBox="1"/>
          <p:nvPr/>
        </p:nvSpPr>
        <p:spPr>
          <a:xfrm>
            <a:off x="3703320" y="182209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جُ</a:t>
            </a:r>
            <a:endParaRPr lang="ar-SA" sz="3800" dirty="0"/>
          </a:p>
        </p:txBody>
      </p:sp>
      <p:sp>
        <p:nvSpPr>
          <p:cNvPr id="27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40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1 R result"/>
          <p:cNvSpPr txBox="1"/>
          <p:nvPr/>
        </p:nvSpPr>
        <p:spPr>
          <a:xfrm>
            <a:off x="502920" y="163415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تَجُّ</a:t>
            </a:r>
            <a:endParaRPr lang="ar-SA" sz="67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C5F7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C4D8"/>
          </a:solidFill>
          <a:ln w="12700">
            <a:solidFill>
              <a:srgbClr val="64C4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D1D1"/>
          </a:solidFill>
          <a:ln w="12700">
            <a:solidFill>
              <a:srgbClr val="47D1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90751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38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90751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38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5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196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38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196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حۡ</a:t>
            </a:r>
            <a:endParaRPr lang="ar-SA" sz="38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5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2209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38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82209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حُ</a:t>
            </a:r>
            <a:endParaRPr lang="ar-SA" sz="38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6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63415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تَحُّ</a:t>
            </a:r>
            <a:endParaRPr lang="ar-SA" sz="6700" dirty="0"/>
          </a:p>
        </p:txBody>
      </p:sp>
    </p:spTree>
  </p:cSld>
  <p:clrMapOvr>
    <a:masterClrMapping/>
  </p:clrMapOvr>
  <p:transition spd="med">
    <p:pull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7C5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AA66"/>
          </a:solidFill>
          <a:ln w="12700">
            <a:solidFill>
              <a:srgbClr val="CCAA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BF40"/>
          </a:solidFill>
          <a:ln w="12700">
            <a:solidFill>
              <a:srgbClr val="BF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90671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35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90671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35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7071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35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87071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خۡ</a:t>
            </a:r>
            <a:endParaRPr lang="ar-SA" sz="35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7293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3500" dirty="0"/>
          </a:p>
        </p:txBody>
      </p:sp>
      <p:sp>
        <p:nvSpPr>
          <p:cNvPr id="22" name="C8 M3 mark"/>
          <p:cNvSpPr txBox="1"/>
          <p:nvPr/>
        </p:nvSpPr>
        <p:spPr>
          <a:xfrm>
            <a:off x="3703320" y="187293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خُ</a:t>
            </a:r>
            <a:endParaRPr lang="ar-SA" sz="3500" dirty="0"/>
          </a:p>
        </p:txBody>
      </p:sp>
      <p:sp>
        <p:nvSpPr>
          <p:cNvPr id="23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9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1 R result"/>
          <p:cNvSpPr txBox="1"/>
          <p:nvPr/>
        </p:nvSpPr>
        <p:spPr>
          <a:xfrm>
            <a:off x="502920" y="168309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تَخُّ</a:t>
            </a:r>
            <a:endParaRPr lang="ar-SA" sz="6200" dirty="0"/>
          </a:p>
        </p:txBody>
      </p:sp>
    </p:spTree>
  </p:cSld>
  <p:clrMapOvr>
    <a:masterClrMapping/>
  </p:clrMapOvr>
  <p:transition spd="med">
    <p:fade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33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34642B"/>
          </a:solidFill>
          <a:ln w="12700">
            <a:solidFill>
              <a:srgbClr val="3464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794B"/>
          </a:solidFill>
          <a:ln w="12700">
            <a:solidFill>
              <a:srgbClr val="34794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90964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4600" dirty="0"/>
          </a:p>
        </p:txBody>
      </p:sp>
      <p:sp>
        <p:nvSpPr>
          <p:cNvPr id="17" name="C2 M1 mark"/>
          <p:cNvSpPr txBox="1"/>
          <p:nvPr/>
        </p:nvSpPr>
        <p:spPr>
          <a:xfrm>
            <a:off x="7269480" y="190964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46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62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7956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4600" dirty="0"/>
          </a:p>
        </p:txBody>
      </p:sp>
      <p:sp>
        <p:nvSpPr>
          <p:cNvPr id="20" name="C5 M2 mark"/>
          <p:cNvSpPr txBox="1"/>
          <p:nvPr/>
        </p:nvSpPr>
        <p:spPr>
          <a:xfrm>
            <a:off x="5486400" y="187956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دۡ</a:t>
            </a:r>
            <a:endParaRPr lang="ar-SA" sz="46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62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92921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4600" dirty="0"/>
          </a:p>
        </p:txBody>
      </p:sp>
      <p:sp>
        <p:nvSpPr>
          <p:cNvPr id="23" name="C8 M3 mark"/>
          <p:cNvSpPr txBox="1"/>
          <p:nvPr/>
        </p:nvSpPr>
        <p:spPr>
          <a:xfrm>
            <a:off x="3703320" y="192921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دُ</a:t>
            </a:r>
            <a:endParaRPr lang="ar-SA" sz="4600" dirty="0"/>
          </a:p>
        </p:txBody>
      </p:sp>
      <p:sp>
        <p:nvSpPr>
          <p:cNvPr id="24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B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1 R result"/>
          <p:cNvSpPr txBox="1"/>
          <p:nvPr/>
        </p:nvSpPr>
        <p:spPr>
          <a:xfrm>
            <a:off x="502920" y="1838335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تَدُّ</a:t>
            </a:r>
            <a:endParaRPr lang="ar-SA" sz="8600" dirty="0"/>
          </a:p>
        </p:txBody>
      </p:sp>
    </p:spTree>
  </p:cSld>
  <p:clrMapOvr>
    <a:masterClrMapping/>
  </p:clrMapOvr>
  <p:transition spd="med">
    <p:cover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C5D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C25C"/>
          </a:solidFill>
          <a:ln w="12700">
            <a:solidFill>
              <a:srgbClr val="D6C2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BF33"/>
          </a:solidFill>
          <a:ln w="12700">
            <a:solidFill>
              <a:srgbClr val="CCBF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204814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3200" dirty="0"/>
          </a:p>
        </p:txBody>
      </p:sp>
      <p:sp>
        <p:nvSpPr>
          <p:cNvPr id="16" name="C2 M1 mark"/>
          <p:cNvSpPr txBox="1"/>
          <p:nvPr/>
        </p:nvSpPr>
        <p:spPr>
          <a:xfrm>
            <a:off x="7589520" y="204814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</a:t>
            </a:r>
            <a:endParaRPr lang="ar-SA" sz="32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97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95315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3200" dirty="0"/>
          </a:p>
        </p:txBody>
      </p:sp>
      <p:sp>
        <p:nvSpPr>
          <p:cNvPr id="19" name="C5 M2 mark"/>
          <p:cNvSpPr txBox="1"/>
          <p:nvPr/>
        </p:nvSpPr>
        <p:spPr>
          <a:xfrm>
            <a:off x="6108192" y="195315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تۡ</a:t>
            </a:r>
            <a:endParaRPr lang="ar-SA" sz="32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97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4626864" y="198567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3200" dirty="0"/>
          </a:p>
        </p:txBody>
      </p:sp>
      <p:sp>
        <p:nvSpPr>
          <p:cNvPr id="22" name="C8 M3 mark"/>
          <p:cNvSpPr txBox="1"/>
          <p:nvPr/>
        </p:nvSpPr>
        <p:spPr>
          <a:xfrm>
            <a:off x="4626864" y="198567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تُ</a:t>
            </a:r>
            <a:endParaRPr lang="ar-SA" sz="3200" dirty="0"/>
          </a:p>
        </p:txBody>
      </p:sp>
      <p:sp>
        <p:nvSpPr>
          <p:cNvPr id="23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97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L4 letter"/>
          <p:cNvSpPr txBox="1"/>
          <p:nvPr/>
        </p:nvSpPr>
        <p:spPr>
          <a:xfrm>
            <a:off x="3145536" y="189572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3200" dirty="0"/>
          </a:p>
        </p:txBody>
      </p:sp>
      <p:sp>
        <p:nvSpPr>
          <p:cNvPr id="25" name="C11 M4 mark"/>
          <p:cNvSpPr txBox="1"/>
          <p:nvPr/>
        </p:nvSpPr>
        <p:spPr>
          <a:xfrm>
            <a:off x="3145536" y="189572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3200" dirty="0"/>
          </a:p>
        </p:txBody>
      </p:sp>
      <p:sp>
        <p:nvSpPr>
          <p:cNvPr id="26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8F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4 R result"/>
          <p:cNvSpPr txBox="1"/>
          <p:nvPr/>
        </p:nvSpPr>
        <p:spPr>
          <a:xfrm>
            <a:off x="384048" y="1840008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أَتُّبَ</a:t>
            </a:r>
            <a:endParaRPr lang="ar-SA" sz="6100" dirty="0"/>
          </a:p>
        </p:txBody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7C5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B3C653"/>
          </a:solidFill>
          <a:ln w="12700">
            <a:solidFill>
              <a:srgbClr val="B3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5E99"/>
          </a:solidFill>
          <a:ln w="12700">
            <a:solidFill>
              <a:srgbClr val="ED5E99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22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3" name="C1 L1 letter"/>
          <p:cNvSpPr txBox="1"/>
          <p:nvPr/>
        </p:nvSpPr>
        <p:spPr>
          <a:xfrm>
            <a:off x="7589520" y="189572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3200" dirty="0"/>
          </a:p>
        </p:txBody>
      </p:sp>
      <p:sp>
        <p:nvSpPr>
          <p:cNvPr id="24" name="C2 M1 mark"/>
          <p:cNvSpPr txBox="1"/>
          <p:nvPr/>
        </p:nvSpPr>
        <p:spPr>
          <a:xfrm>
            <a:off x="7589520" y="189572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3200" dirty="0"/>
          </a:p>
        </p:txBody>
      </p:sp>
      <p:sp>
        <p:nvSpPr>
          <p:cNvPr id="25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D9C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4 L2 letter"/>
          <p:cNvSpPr txBox="1"/>
          <p:nvPr/>
        </p:nvSpPr>
        <p:spPr>
          <a:xfrm>
            <a:off x="6108192" y="195315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3200" dirty="0"/>
          </a:p>
        </p:txBody>
      </p:sp>
      <p:sp>
        <p:nvSpPr>
          <p:cNvPr id="27" name="C5 M2 mark"/>
          <p:cNvSpPr txBox="1"/>
          <p:nvPr/>
        </p:nvSpPr>
        <p:spPr>
          <a:xfrm>
            <a:off x="6108192" y="195315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تۡ</a:t>
            </a:r>
            <a:endParaRPr lang="ar-SA" sz="3200" dirty="0"/>
          </a:p>
        </p:txBody>
      </p:sp>
      <p:sp>
        <p:nvSpPr>
          <p:cNvPr id="28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D9C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7 L3 letter"/>
          <p:cNvSpPr txBox="1"/>
          <p:nvPr/>
        </p:nvSpPr>
        <p:spPr>
          <a:xfrm>
            <a:off x="4626864" y="198567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3200" dirty="0"/>
          </a:p>
        </p:txBody>
      </p:sp>
      <p:sp>
        <p:nvSpPr>
          <p:cNvPr id="30" name="C8 M3 mark"/>
          <p:cNvSpPr txBox="1"/>
          <p:nvPr/>
        </p:nvSpPr>
        <p:spPr>
          <a:xfrm>
            <a:off x="4626864" y="198567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تُ</a:t>
            </a:r>
            <a:endParaRPr lang="ar-SA" sz="3200" dirty="0"/>
          </a:p>
        </p:txBody>
      </p:sp>
      <p:sp>
        <p:nvSpPr>
          <p:cNvPr id="31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D9C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0 L4 letter"/>
          <p:cNvSpPr txBox="1"/>
          <p:nvPr/>
        </p:nvSpPr>
        <p:spPr>
          <a:xfrm>
            <a:off x="3145536" y="198770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3200" dirty="0"/>
          </a:p>
        </p:txBody>
      </p:sp>
      <p:sp>
        <p:nvSpPr>
          <p:cNvPr id="33" name="C11 M4 mark"/>
          <p:cNvSpPr txBox="1"/>
          <p:nvPr/>
        </p:nvSpPr>
        <p:spPr>
          <a:xfrm>
            <a:off x="3145536" y="198770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</a:t>
            </a:r>
            <a:endParaRPr lang="ar-SA" sz="3200" dirty="0"/>
          </a:p>
        </p:txBody>
      </p:sp>
      <p:sp>
        <p:nvSpPr>
          <p:cNvPr id="34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67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C14 R result"/>
          <p:cNvSpPr txBox="1"/>
          <p:nvPr/>
        </p:nvSpPr>
        <p:spPr>
          <a:xfrm>
            <a:off x="384048" y="1821461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بَتُّثَ</a:t>
            </a:r>
            <a:endParaRPr lang="ar-SA" sz="6500" dirty="0"/>
          </a:p>
        </p:txBody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1443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E0B7"/>
          </a:solidFill>
          <a:ln w="12700">
            <a:solidFill>
              <a:srgbClr val="52E0B7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DD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70C5"/>
          </a:solidFill>
          <a:ln w="12700">
            <a:solidFill>
              <a:srgbClr val="DB70C5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6947"/>
          </a:solidFill>
          <a:ln w="12700">
            <a:solidFill>
              <a:srgbClr val="8569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9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1 L1 letter"/>
          <p:cNvSpPr txBox="1"/>
          <p:nvPr/>
        </p:nvSpPr>
        <p:spPr>
          <a:xfrm>
            <a:off x="7589520" y="198770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3200" dirty="0"/>
          </a:p>
        </p:txBody>
      </p:sp>
      <p:sp>
        <p:nvSpPr>
          <p:cNvPr id="21" name="C2 M1 mark"/>
          <p:cNvSpPr txBox="1"/>
          <p:nvPr/>
        </p:nvSpPr>
        <p:spPr>
          <a:xfrm>
            <a:off x="7589520" y="198770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</a:t>
            </a:r>
            <a:endParaRPr lang="ar-SA" sz="3200" dirty="0"/>
          </a:p>
        </p:txBody>
      </p:sp>
      <p:sp>
        <p:nvSpPr>
          <p:cNvPr id="22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26B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4 L2 letter"/>
          <p:cNvSpPr txBox="1"/>
          <p:nvPr/>
        </p:nvSpPr>
        <p:spPr>
          <a:xfrm>
            <a:off x="6108192" y="195315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3200" dirty="0"/>
          </a:p>
        </p:txBody>
      </p:sp>
      <p:sp>
        <p:nvSpPr>
          <p:cNvPr id="24" name="C5 M2 mark"/>
          <p:cNvSpPr txBox="1"/>
          <p:nvPr/>
        </p:nvSpPr>
        <p:spPr>
          <a:xfrm>
            <a:off x="6108192" y="195315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تۡ</a:t>
            </a:r>
            <a:endParaRPr lang="ar-SA" sz="3200" dirty="0"/>
          </a:p>
        </p:txBody>
      </p:sp>
      <p:sp>
        <p:nvSpPr>
          <p:cNvPr id="25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26B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7 L3 letter"/>
          <p:cNvSpPr txBox="1"/>
          <p:nvPr/>
        </p:nvSpPr>
        <p:spPr>
          <a:xfrm>
            <a:off x="4626864" y="198567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3200" dirty="0"/>
          </a:p>
        </p:txBody>
      </p:sp>
      <p:sp>
        <p:nvSpPr>
          <p:cNvPr id="27" name="C8 M3 mark"/>
          <p:cNvSpPr txBox="1"/>
          <p:nvPr/>
        </p:nvSpPr>
        <p:spPr>
          <a:xfrm>
            <a:off x="4626864" y="198567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تُ</a:t>
            </a:r>
            <a:endParaRPr lang="ar-SA" sz="3200" dirty="0"/>
          </a:p>
        </p:txBody>
      </p:sp>
      <p:sp>
        <p:nvSpPr>
          <p:cNvPr id="28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26B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0 L4 letter"/>
          <p:cNvSpPr txBox="1"/>
          <p:nvPr/>
        </p:nvSpPr>
        <p:spPr>
          <a:xfrm>
            <a:off x="3145536" y="187309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3200" dirty="0"/>
          </a:p>
        </p:txBody>
      </p:sp>
      <p:sp>
        <p:nvSpPr>
          <p:cNvPr id="30" name="C11 M4 mark"/>
          <p:cNvSpPr txBox="1"/>
          <p:nvPr/>
        </p:nvSpPr>
        <p:spPr>
          <a:xfrm>
            <a:off x="3145536" y="187309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</a:t>
            </a:r>
            <a:endParaRPr lang="ar-SA" sz="3200" dirty="0"/>
          </a:p>
        </p:txBody>
      </p:sp>
      <p:sp>
        <p:nvSpPr>
          <p:cNvPr id="31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2E3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C14 R result"/>
          <p:cNvSpPr txBox="1"/>
          <p:nvPr/>
        </p:nvSpPr>
        <p:spPr>
          <a:xfrm>
            <a:off x="384048" y="1736186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ثَتُّجَ</a:t>
            </a:r>
            <a:endParaRPr lang="ar-SA" sz="5700" dirty="0"/>
          </a:p>
        </p:txBody>
      </p:sp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DE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CF64D8"/>
          </a:solidFill>
          <a:ln w="12700">
            <a:solidFill>
              <a:srgbClr val="CF64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AF47D1"/>
          </a:solidFill>
          <a:ln w="12700">
            <a:solidFill>
              <a:srgbClr val="AF47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87309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3200" dirty="0"/>
          </a:p>
        </p:txBody>
      </p:sp>
      <p:sp>
        <p:nvSpPr>
          <p:cNvPr id="16" name="C2 M1 mark"/>
          <p:cNvSpPr txBox="1"/>
          <p:nvPr/>
        </p:nvSpPr>
        <p:spPr>
          <a:xfrm>
            <a:off x="7589520" y="187309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</a:t>
            </a:r>
            <a:endParaRPr lang="ar-SA" sz="32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7F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95315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3200" dirty="0"/>
          </a:p>
        </p:txBody>
      </p:sp>
      <p:sp>
        <p:nvSpPr>
          <p:cNvPr id="19" name="C5 M2 mark"/>
          <p:cNvSpPr txBox="1"/>
          <p:nvPr/>
        </p:nvSpPr>
        <p:spPr>
          <a:xfrm>
            <a:off x="6108192" y="195315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تۡ</a:t>
            </a:r>
            <a:endParaRPr lang="ar-SA" sz="32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7F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4626864" y="198567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3200" dirty="0"/>
          </a:p>
        </p:txBody>
      </p:sp>
      <p:sp>
        <p:nvSpPr>
          <p:cNvPr id="22" name="C8 M3 mark"/>
          <p:cNvSpPr txBox="1"/>
          <p:nvPr/>
        </p:nvSpPr>
        <p:spPr>
          <a:xfrm>
            <a:off x="4626864" y="198567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تُ</a:t>
            </a:r>
            <a:endParaRPr lang="ar-SA" sz="3200" dirty="0"/>
          </a:p>
        </p:txBody>
      </p:sp>
      <p:sp>
        <p:nvSpPr>
          <p:cNvPr id="23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7F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L4 letter"/>
          <p:cNvSpPr txBox="1"/>
          <p:nvPr/>
        </p:nvSpPr>
        <p:spPr>
          <a:xfrm>
            <a:off x="3145536" y="187309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3200" dirty="0"/>
          </a:p>
        </p:txBody>
      </p:sp>
      <p:sp>
        <p:nvSpPr>
          <p:cNvPr id="25" name="C11 M4 mark"/>
          <p:cNvSpPr txBox="1"/>
          <p:nvPr/>
        </p:nvSpPr>
        <p:spPr>
          <a:xfrm>
            <a:off x="3145536" y="187309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</a:t>
            </a:r>
            <a:endParaRPr lang="ar-SA" sz="3200" dirty="0"/>
          </a:p>
        </p:txBody>
      </p:sp>
      <p:sp>
        <p:nvSpPr>
          <p:cNvPr id="26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B84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4 R result"/>
          <p:cNvSpPr txBox="1"/>
          <p:nvPr/>
        </p:nvSpPr>
        <p:spPr>
          <a:xfrm>
            <a:off x="384048" y="1736186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جَتُّحَ</a:t>
            </a:r>
            <a:endParaRPr lang="ar-SA" sz="5700" dirty="0"/>
          </a:p>
        </p:txBody>
      </p:sp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7ED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AA"/>
          </a:solidFill>
          <a:ln w="12700">
            <a:solidFill>
              <a:srgbClr val="66CC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BF"/>
          </a:solidFill>
          <a:ln w="12700">
            <a:solidFill>
              <a:srgbClr val="40BF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589520" y="187309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3200" dirty="0"/>
          </a:p>
        </p:txBody>
      </p:sp>
      <p:sp>
        <p:nvSpPr>
          <p:cNvPr id="17" name="C2 M1 mark"/>
          <p:cNvSpPr txBox="1"/>
          <p:nvPr/>
        </p:nvSpPr>
        <p:spPr>
          <a:xfrm>
            <a:off x="7589520" y="187309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</a:t>
            </a:r>
            <a:endParaRPr lang="ar-SA" sz="3200" dirty="0"/>
          </a:p>
        </p:txBody>
      </p:sp>
      <p:sp>
        <p:nvSpPr>
          <p:cNvPr id="18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4B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6108192" y="195315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3200" dirty="0"/>
          </a:p>
        </p:txBody>
      </p:sp>
      <p:sp>
        <p:nvSpPr>
          <p:cNvPr id="20" name="C5 M2 mark"/>
          <p:cNvSpPr txBox="1"/>
          <p:nvPr/>
        </p:nvSpPr>
        <p:spPr>
          <a:xfrm>
            <a:off x="6108192" y="195315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تۡ</a:t>
            </a:r>
            <a:endParaRPr lang="ar-SA" sz="3200" dirty="0"/>
          </a:p>
        </p:txBody>
      </p:sp>
      <p:sp>
        <p:nvSpPr>
          <p:cNvPr id="21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4B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4626864" y="198567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3200" dirty="0"/>
          </a:p>
        </p:txBody>
      </p:sp>
      <p:sp>
        <p:nvSpPr>
          <p:cNvPr id="23" name="C8 M3 mark"/>
          <p:cNvSpPr txBox="1"/>
          <p:nvPr/>
        </p:nvSpPr>
        <p:spPr>
          <a:xfrm>
            <a:off x="4626864" y="198567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تُ</a:t>
            </a:r>
            <a:endParaRPr lang="ar-SA" sz="3200" dirty="0"/>
          </a:p>
        </p:txBody>
      </p:sp>
      <p:sp>
        <p:nvSpPr>
          <p:cNvPr id="24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4B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L4 letter"/>
          <p:cNvSpPr txBox="1"/>
          <p:nvPr/>
        </p:nvSpPr>
        <p:spPr>
          <a:xfrm>
            <a:off x="3145536" y="191414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3200" dirty="0"/>
          </a:p>
        </p:txBody>
      </p:sp>
      <p:sp>
        <p:nvSpPr>
          <p:cNvPr id="26" name="C11 M4 mark"/>
          <p:cNvSpPr txBox="1"/>
          <p:nvPr/>
        </p:nvSpPr>
        <p:spPr>
          <a:xfrm>
            <a:off x="3145536" y="191414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</a:t>
            </a:r>
            <a:endParaRPr lang="ar-SA" sz="3200" dirty="0"/>
          </a:p>
        </p:txBody>
      </p:sp>
      <p:sp>
        <p:nvSpPr>
          <p:cNvPr id="27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6E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4 R result"/>
          <p:cNvSpPr txBox="1"/>
          <p:nvPr/>
        </p:nvSpPr>
        <p:spPr>
          <a:xfrm>
            <a:off x="384048" y="1736186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حَتُّخَ</a:t>
            </a:r>
            <a:endParaRPr lang="ar-SA" sz="57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143F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4264"/>
          </a:solidFill>
          <a:ln w="12700">
            <a:solidFill>
              <a:srgbClr val="2B42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A3479"/>
          </a:solidFill>
          <a:ln w="12700">
            <a:solidFill>
              <a:srgbClr val="3A34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1 L1 letter"/>
          <p:cNvSpPr txBox="1"/>
          <p:nvPr/>
        </p:nvSpPr>
        <p:spPr>
          <a:xfrm>
            <a:off x="7589520" y="191414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3200" dirty="0"/>
          </a:p>
        </p:txBody>
      </p:sp>
      <p:sp>
        <p:nvSpPr>
          <p:cNvPr id="18" name="C2 M1 mark"/>
          <p:cNvSpPr txBox="1"/>
          <p:nvPr/>
        </p:nvSpPr>
        <p:spPr>
          <a:xfrm>
            <a:off x="7589520" y="191414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</a:t>
            </a:r>
            <a:endParaRPr lang="ar-SA" sz="3200" dirty="0"/>
          </a:p>
        </p:txBody>
      </p:sp>
      <p:sp>
        <p:nvSpPr>
          <p:cNvPr id="19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3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4 L2 letter"/>
          <p:cNvSpPr txBox="1"/>
          <p:nvPr/>
        </p:nvSpPr>
        <p:spPr>
          <a:xfrm>
            <a:off x="6108192" y="195315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3200" dirty="0"/>
          </a:p>
        </p:txBody>
      </p:sp>
      <p:sp>
        <p:nvSpPr>
          <p:cNvPr id="21" name="C5 M2 mark"/>
          <p:cNvSpPr txBox="1"/>
          <p:nvPr/>
        </p:nvSpPr>
        <p:spPr>
          <a:xfrm>
            <a:off x="6108192" y="195315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تۡ</a:t>
            </a:r>
            <a:endParaRPr lang="ar-SA" sz="3200" dirty="0"/>
          </a:p>
        </p:txBody>
      </p:sp>
      <p:sp>
        <p:nvSpPr>
          <p:cNvPr id="22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3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7 L3 letter"/>
          <p:cNvSpPr txBox="1"/>
          <p:nvPr/>
        </p:nvSpPr>
        <p:spPr>
          <a:xfrm>
            <a:off x="4626864" y="198567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3200" dirty="0"/>
          </a:p>
        </p:txBody>
      </p:sp>
      <p:sp>
        <p:nvSpPr>
          <p:cNvPr id="24" name="C8 M3 mark"/>
          <p:cNvSpPr txBox="1"/>
          <p:nvPr/>
        </p:nvSpPr>
        <p:spPr>
          <a:xfrm>
            <a:off x="4626864" y="198567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تُ</a:t>
            </a:r>
            <a:endParaRPr lang="ar-SA" sz="3200" dirty="0"/>
          </a:p>
        </p:txBody>
      </p:sp>
      <p:sp>
        <p:nvSpPr>
          <p:cNvPr id="25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3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0 L4 letter"/>
          <p:cNvSpPr txBox="1"/>
          <p:nvPr/>
        </p:nvSpPr>
        <p:spPr>
          <a:xfrm>
            <a:off x="3145536" y="195864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3200" dirty="0"/>
          </a:p>
        </p:txBody>
      </p:sp>
      <p:sp>
        <p:nvSpPr>
          <p:cNvPr id="27" name="C11 M4 mark"/>
          <p:cNvSpPr txBox="1"/>
          <p:nvPr/>
        </p:nvSpPr>
        <p:spPr>
          <a:xfrm>
            <a:off x="3145536" y="195864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</a:t>
            </a:r>
            <a:endParaRPr lang="ar-SA" sz="3200" dirty="0"/>
          </a:p>
        </p:txBody>
      </p:sp>
      <p:sp>
        <p:nvSpPr>
          <p:cNvPr id="28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96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C14 R result"/>
          <p:cNvSpPr txBox="1"/>
          <p:nvPr/>
        </p:nvSpPr>
        <p:spPr>
          <a:xfrm>
            <a:off x="384048" y="1914398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خَتُّدَ</a:t>
            </a:r>
            <a:endParaRPr lang="ar-SA" sz="7400" dirty="0"/>
          </a:p>
        </p:txBody>
      </p:sp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7C5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D685"/>
          </a:solidFill>
          <a:ln w="12700">
            <a:solidFill>
              <a:srgbClr val="5CD685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CC73"/>
          </a:solidFill>
          <a:ln w="12700">
            <a:solidFill>
              <a:srgbClr val="33CC7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95864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3200" dirty="0"/>
          </a:p>
        </p:txBody>
      </p:sp>
      <p:sp>
        <p:nvSpPr>
          <p:cNvPr id="16" name="C2 M1 mark"/>
          <p:cNvSpPr txBox="1"/>
          <p:nvPr/>
        </p:nvSpPr>
        <p:spPr>
          <a:xfrm>
            <a:off x="7589520" y="195864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</a:t>
            </a:r>
            <a:endParaRPr lang="ar-SA" sz="32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D96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95315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3200" dirty="0"/>
          </a:p>
        </p:txBody>
      </p:sp>
      <p:sp>
        <p:nvSpPr>
          <p:cNvPr id="19" name="C5 M2 mark"/>
          <p:cNvSpPr txBox="1"/>
          <p:nvPr/>
        </p:nvSpPr>
        <p:spPr>
          <a:xfrm>
            <a:off x="6108192" y="195315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تۡ</a:t>
            </a:r>
            <a:endParaRPr lang="ar-SA" sz="32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D96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4626864" y="198567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3200" dirty="0"/>
          </a:p>
        </p:txBody>
      </p:sp>
      <p:sp>
        <p:nvSpPr>
          <p:cNvPr id="22" name="C8 M3 mark"/>
          <p:cNvSpPr txBox="1"/>
          <p:nvPr/>
        </p:nvSpPr>
        <p:spPr>
          <a:xfrm>
            <a:off x="4626864" y="198567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تُ</a:t>
            </a:r>
            <a:endParaRPr lang="ar-SA" sz="3200" dirty="0"/>
          </a:p>
        </p:txBody>
      </p:sp>
      <p:sp>
        <p:nvSpPr>
          <p:cNvPr id="23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D96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L4 letter"/>
          <p:cNvSpPr txBox="1"/>
          <p:nvPr/>
        </p:nvSpPr>
        <p:spPr>
          <a:xfrm>
            <a:off x="3145536" y="204814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3200" dirty="0"/>
          </a:p>
        </p:txBody>
      </p:sp>
      <p:sp>
        <p:nvSpPr>
          <p:cNvPr id="25" name="C11 M4 mark"/>
          <p:cNvSpPr txBox="1"/>
          <p:nvPr/>
        </p:nvSpPr>
        <p:spPr>
          <a:xfrm>
            <a:off x="3145536" y="204814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</a:t>
            </a:r>
            <a:endParaRPr lang="ar-SA" sz="3200" dirty="0"/>
          </a:p>
        </p:txBody>
      </p:sp>
      <p:sp>
        <p:nvSpPr>
          <p:cNvPr id="26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B1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4 R result"/>
          <p:cNvSpPr txBox="1"/>
          <p:nvPr/>
        </p:nvSpPr>
        <p:spPr>
          <a:xfrm>
            <a:off x="384048" y="1946919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دَتُّأَ</a:t>
            </a:r>
            <a:endParaRPr lang="ar-SA" sz="69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D5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B3C6"/>
          </a:solidFill>
          <a:ln w="12700">
            <a:solidFill>
              <a:srgbClr val="53B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BDED5E"/>
          </a:solidFill>
          <a:ln w="12700">
            <a:solidFill>
              <a:srgbClr val="BDED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200297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3700" dirty="0"/>
          </a:p>
        </p:txBody>
      </p:sp>
      <p:sp>
        <p:nvSpPr>
          <p:cNvPr id="23" name="C2 M1 mark"/>
          <p:cNvSpPr txBox="1"/>
          <p:nvPr/>
        </p:nvSpPr>
        <p:spPr>
          <a:xfrm>
            <a:off x="7269480" y="200297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</a:t>
            </a:r>
            <a:endParaRPr lang="ar-SA" sz="37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9E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9315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3700" dirty="0"/>
          </a:p>
        </p:txBody>
      </p:sp>
      <p:sp>
        <p:nvSpPr>
          <p:cNvPr id="26" name="C5 M2 mark"/>
          <p:cNvSpPr txBox="1"/>
          <p:nvPr/>
        </p:nvSpPr>
        <p:spPr>
          <a:xfrm>
            <a:off x="5486400" y="189315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تۡ</a:t>
            </a:r>
            <a:endParaRPr lang="ar-SA" sz="37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9E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93074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3700" dirty="0"/>
          </a:p>
        </p:txBody>
      </p:sp>
      <p:sp>
        <p:nvSpPr>
          <p:cNvPr id="29" name="C8 M3 mark"/>
          <p:cNvSpPr txBox="1"/>
          <p:nvPr/>
        </p:nvSpPr>
        <p:spPr>
          <a:xfrm>
            <a:off x="3703320" y="193074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تُ</a:t>
            </a:r>
            <a:endParaRPr lang="ar-SA" sz="3700" dirty="0"/>
          </a:p>
        </p:txBody>
      </p:sp>
      <p:sp>
        <p:nvSpPr>
          <p:cNvPr id="30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8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1 R result"/>
          <p:cNvSpPr txBox="1"/>
          <p:nvPr/>
        </p:nvSpPr>
        <p:spPr>
          <a:xfrm>
            <a:off x="502920" y="1861666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أَتُّ</a:t>
            </a:r>
            <a:endParaRPr lang="ar-SA" sz="8100" dirty="0"/>
          </a:p>
        </p:txBody>
      </p:sp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1415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9452E0"/>
          </a:solidFill>
          <a:ln w="12700">
            <a:solidFill>
              <a:srgbClr val="9452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EF8C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D770"/>
          </a:solidFill>
          <a:ln w="12700">
            <a:solidFill>
              <a:srgbClr val="DBD7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855A"/>
          </a:solidFill>
          <a:ln w="12700">
            <a:solidFill>
              <a:srgbClr val="47855A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2674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3700" dirty="0"/>
          </a:p>
        </p:txBody>
      </p:sp>
      <p:sp>
        <p:nvSpPr>
          <p:cNvPr id="20" name="C2 M1 mark"/>
          <p:cNvSpPr txBox="1"/>
          <p:nvPr/>
        </p:nvSpPr>
        <p:spPr>
          <a:xfrm>
            <a:off x="7269480" y="182674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37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D2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9315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3700" dirty="0"/>
          </a:p>
        </p:txBody>
      </p:sp>
      <p:sp>
        <p:nvSpPr>
          <p:cNvPr id="23" name="C5 M2 mark"/>
          <p:cNvSpPr txBox="1"/>
          <p:nvPr/>
        </p:nvSpPr>
        <p:spPr>
          <a:xfrm>
            <a:off x="5486400" y="189315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تۡ</a:t>
            </a:r>
            <a:endParaRPr lang="ar-SA" sz="37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D2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93074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3700" dirty="0"/>
          </a:p>
        </p:txBody>
      </p:sp>
      <p:sp>
        <p:nvSpPr>
          <p:cNvPr id="26" name="C8 M3 mark"/>
          <p:cNvSpPr txBox="1"/>
          <p:nvPr/>
        </p:nvSpPr>
        <p:spPr>
          <a:xfrm>
            <a:off x="3703320" y="193074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تُ</a:t>
            </a:r>
            <a:endParaRPr lang="ar-SA" sz="3700" dirty="0"/>
          </a:p>
        </p:txBody>
      </p:sp>
      <p:sp>
        <p:nvSpPr>
          <p:cNvPr id="27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61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1 R result"/>
          <p:cNvSpPr txBox="1"/>
          <p:nvPr/>
        </p:nvSpPr>
        <p:spPr>
          <a:xfrm>
            <a:off x="502920" y="1732305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بَتُّ</a:t>
            </a:r>
            <a:endParaRPr lang="ar-SA" sz="7600" dirty="0"/>
          </a:p>
        </p:txBody>
      </p:sp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7D2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B264"/>
          </a:solidFill>
          <a:ln w="12700">
            <a:solidFill>
              <a:srgbClr val="D8B2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8D47"/>
          </a:solidFill>
          <a:ln w="12700">
            <a:solidFill>
              <a:srgbClr val="D18D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93309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37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93309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</a:t>
            </a:r>
            <a:endParaRPr lang="ar-SA" sz="37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AB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315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37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9315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تۡ</a:t>
            </a:r>
            <a:endParaRPr lang="ar-SA" sz="37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AB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93074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37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93074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تُ</a:t>
            </a:r>
            <a:endParaRPr lang="ar-SA" sz="37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39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832686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ثَتُّ</a:t>
            </a:r>
            <a:endParaRPr lang="ar-SA" sz="8600" dirty="0"/>
          </a:p>
        </p:txBody>
      </p:sp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C5F7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66CC"/>
          </a:solidFill>
          <a:ln w="12700">
            <a:solidFill>
              <a:srgbClr val="66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40BF"/>
          </a:solidFill>
          <a:ln w="12700">
            <a:solidFill>
              <a:srgbClr val="6A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005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37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8005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</a:t>
            </a:r>
            <a:endParaRPr lang="ar-SA" sz="37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7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9315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37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89315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تۡ</a:t>
            </a:r>
            <a:endParaRPr lang="ar-SA" sz="37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7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93074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3700" dirty="0"/>
          </a:p>
        </p:txBody>
      </p:sp>
      <p:sp>
        <p:nvSpPr>
          <p:cNvPr id="22" name="C8 M3 mark"/>
          <p:cNvSpPr txBox="1"/>
          <p:nvPr/>
        </p:nvSpPr>
        <p:spPr>
          <a:xfrm>
            <a:off x="3703320" y="193074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تُ</a:t>
            </a:r>
            <a:endParaRPr lang="ar-SA" sz="3700" dirty="0"/>
          </a:p>
        </p:txBody>
      </p:sp>
      <p:sp>
        <p:nvSpPr>
          <p:cNvPr id="23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4B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1 R result"/>
          <p:cNvSpPr txBox="1"/>
          <p:nvPr/>
        </p:nvSpPr>
        <p:spPr>
          <a:xfrm>
            <a:off x="502920" y="1734718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جَتُّ</a:t>
            </a:r>
            <a:endParaRPr lang="ar-SA" sz="7600" dirty="0"/>
          </a:p>
        </p:txBody>
      </p:sp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3C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2B51"/>
          </a:solidFill>
          <a:ln w="12700">
            <a:solidFill>
              <a:srgbClr val="642B51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43F"/>
          </a:solidFill>
          <a:ln w="12700">
            <a:solidFill>
              <a:srgbClr val="79343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005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3700" dirty="0"/>
          </a:p>
        </p:txBody>
      </p:sp>
      <p:sp>
        <p:nvSpPr>
          <p:cNvPr id="17" name="C2 M1 mark"/>
          <p:cNvSpPr txBox="1"/>
          <p:nvPr/>
        </p:nvSpPr>
        <p:spPr>
          <a:xfrm>
            <a:off x="7269480" y="18005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</a:t>
            </a:r>
            <a:endParaRPr lang="ar-SA" sz="37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43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9315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3700" dirty="0"/>
          </a:p>
        </p:txBody>
      </p:sp>
      <p:sp>
        <p:nvSpPr>
          <p:cNvPr id="20" name="C5 M2 mark"/>
          <p:cNvSpPr txBox="1"/>
          <p:nvPr/>
        </p:nvSpPr>
        <p:spPr>
          <a:xfrm>
            <a:off x="5486400" y="189315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تۡ</a:t>
            </a:r>
            <a:endParaRPr lang="ar-SA" sz="37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43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93074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3700" dirty="0"/>
          </a:p>
        </p:txBody>
      </p:sp>
      <p:sp>
        <p:nvSpPr>
          <p:cNvPr id="23" name="C8 M3 mark"/>
          <p:cNvSpPr txBox="1"/>
          <p:nvPr/>
        </p:nvSpPr>
        <p:spPr>
          <a:xfrm>
            <a:off x="3703320" y="193074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تُ</a:t>
            </a:r>
            <a:endParaRPr lang="ar-SA" sz="3700" dirty="0"/>
          </a:p>
        </p:txBody>
      </p:sp>
      <p:sp>
        <p:nvSpPr>
          <p:cNvPr id="24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7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1 R result"/>
          <p:cNvSpPr txBox="1"/>
          <p:nvPr/>
        </p:nvSpPr>
        <p:spPr>
          <a:xfrm>
            <a:off x="502920" y="1832686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حَتُّ</a:t>
            </a:r>
            <a:endParaRPr lang="ar-SA" sz="8600" dirty="0"/>
          </a:p>
        </p:txBody>
      </p:sp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0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855CD6"/>
          </a:solidFill>
          <a:ln w="12700">
            <a:solidFill>
              <a:srgbClr val="855C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7333CC"/>
          </a:solidFill>
          <a:ln w="12700">
            <a:solidFill>
              <a:srgbClr val="7333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4804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37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84804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</a:t>
            </a:r>
            <a:endParaRPr lang="ar-SA" sz="37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3E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315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37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9315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تۡ</a:t>
            </a:r>
            <a:endParaRPr lang="ar-SA" sz="37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3E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93074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37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93074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تُ</a:t>
            </a:r>
            <a:endParaRPr lang="ar-SA" sz="37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9C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832686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خَتُّ</a:t>
            </a:r>
            <a:endParaRPr lang="ar-SA" sz="8600" dirty="0"/>
          </a:p>
        </p:txBody>
      </p:sp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C5E2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B3"/>
          </a:solidFill>
          <a:ln w="12700">
            <a:solidFill>
              <a:srgbClr val="C653B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E0ED"/>
          </a:solidFill>
          <a:ln w="12700">
            <a:solidFill>
              <a:srgbClr val="5EE0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9949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3700" dirty="0"/>
          </a:p>
        </p:txBody>
      </p:sp>
      <p:sp>
        <p:nvSpPr>
          <p:cNvPr id="23" name="C2 M1 mark"/>
          <p:cNvSpPr txBox="1"/>
          <p:nvPr/>
        </p:nvSpPr>
        <p:spPr>
          <a:xfrm>
            <a:off x="7269480" y="189949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</a:t>
            </a:r>
            <a:endParaRPr lang="ar-SA" sz="37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72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9315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3700" dirty="0"/>
          </a:p>
        </p:txBody>
      </p:sp>
      <p:sp>
        <p:nvSpPr>
          <p:cNvPr id="26" name="C5 M2 mark"/>
          <p:cNvSpPr txBox="1"/>
          <p:nvPr/>
        </p:nvSpPr>
        <p:spPr>
          <a:xfrm>
            <a:off x="5486400" y="189315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تۡ</a:t>
            </a:r>
            <a:endParaRPr lang="ar-SA" sz="37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72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93074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3700" dirty="0"/>
          </a:p>
        </p:txBody>
      </p:sp>
      <p:sp>
        <p:nvSpPr>
          <p:cNvPr id="29" name="C8 M3 mark"/>
          <p:cNvSpPr txBox="1"/>
          <p:nvPr/>
        </p:nvSpPr>
        <p:spPr>
          <a:xfrm>
            <a:off x="3703320" y="193074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تُ</a:t>
            </a:r>
            <a:endParaRPr lang="ar-SA" sz="3700" dirty="0"/>
          </a:p>
        </p:txBody>
      </p:sp>
      <p:sp>
        <p:nvSpPr>
          <p:cNvPr id="30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AB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1 R result"/>
          <p:cNvSpPr txBox="1"/>
          <p:nvPr/>
        </p:nvSpPr>
        <p:spPr>
          <a:xfrm>
            <a:off x="502920" y="1832686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دَتُّ</a:t>
            </a:r>
            <a:endParaRPr lang="ar-SA" sz="8600" dirty="0"/>
          </a:p>
        </p:txBody>
      </p:sp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4314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7052"/>
          </a:solidFill>
          <a:ln w="12700">
            <a:solidFill>
              <a:srgbClr val="E070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D5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DBBD"/>
          </a:solidFill>
          <a:ln w="12700">
            <a:solidFill>
              <a:srgbClr val="70DBBD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A4785"/>
          </a:solidFill>
          <a:ln w="12700">
            <a:solidFill>
              <a:srgbClr val="4A47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93598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4000" dirty="0"/>
          </a:p>
        </p:txBody>
      </p:sp>
      <p:sp>
        <p:nvSpPr>
          <p:cNvPr id="20" name="C2 M1 mark"/>
          <p:cNvSpPr txBox="1"/>
          <p:nvPr/>
        </p:nvSpPr>
        <p:spPr>
          <a:xfrm>
            <a:off x="7269480" y="193598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</a:t>
            </a:r>
            <a:endParaRPr lang="ar-SA" sz="40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A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98424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4000" dirty="0"/>
          </a:p>
        </p:txBody>
      </p:sp>
      <p:sp>
        <p:nvSpPr>
          <p:cNvPr id="23" name="C5 M2 mark"/>
          <p:cNvSpPr txBox="1"/>
          <p:nvPr/>
        </p:nvSpPr>
        <p:spPr>
          <a:xfrm>
            <a:off x="5486400" y="198424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أۡ</a:t>
            </a:r>
            <a:endParaRPr lang="ar-SA" sz="40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A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205472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4000" dirty="0"/>
          </a:p>
        </p:txBody>
      </p:sp>
      <p:sp>
        <p:nvSpPr>
          <p:cNvPr id="26" name="C8 M3 mark"/>
          <p:cNvSpPr txBox="1"/>
          <p:nvPr/>
        </p:nvSpPr>
        <p:spPr>
          <a:xfrm>
            <a:off x="3703320" y="205472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أُ</a:t>
            </a:r>
            <a:endParaRPr lang="ar-SA" sz="4000" dirty="0"/>
          </a:p>
        </p:txBody>
      </p:sp>
      <p:sp>
        <p:nvSpPr>
          <p:cNvPr id="27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83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1 R result"/>
          <p:cNvSpPr txBox="1"/>
          <p:nvPr/>
        </p:nvSpPr>
        <p:spPr>
          <a:xfrm>
            <a:off x="502920" y="2007215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ثَأُّ</a:t>
            </a:r>
            <a:endParaRPr lang="ar-SA" sz="60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C5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D895"/>
          </a:solidFill>
          <a:ln w="12700">
            <a:solidFill>
              <a:srgbClr val="64D895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D16B"/>
          </a:solidFill>
          <a:ln w="12700">
            <a:solidFill>
              <a:srgbClr val="47D16B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93502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39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93502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</a:t>
            </a:r>
            <a:endParaRPr lang="ar-SA" sz="39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D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471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39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471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بۡ</a:t>
            </a:r>
            <a:endParaRPr lang="ar-SA" sz="39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D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6502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39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86502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بُ</a:t>
            </a:r>
            <a:endParaRPr lang="ar-SA" sz="39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5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72180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ثَبُّ</a:t>
            </a:r>
            <a:endParaRPr lang="ar-SA" sz="7500" dirty="0"/>
          </a:p>
        </p:txBody>
      </p:sp>
    </p:spTree>
  </p:cSld>
  <p:clrMapOvr>
    <a:masterClrMapping/>
  </p:clrMapOvr>
  <p:transition spd="med">
    <p:push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D4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66"/>
          </a:solidFill>
          <a:ln w="12700">
            <a:solidFill>
              <a:srgbClr val="CC66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6A40"/>
          </a:solidFill>
          <a:ln w="12700">
            <a:solidFill>
              <a:srgbClr val="BF6A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93309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37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93309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</a:t>
            </a:r>
            <a:endParaRPr lang="ar-SA" sz="37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A4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9315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37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89315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تۡ</a:t>
            </a:r>
            <a:endParaRPr lang="ar-SA" sz="37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A4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93074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3700" dirty="0"/>
          </a:p>
        </p:txBody>
      </p:sp>
      <p:sp>
        <p:nvSpPr>
          <p:cNvPr id="22" name="C8 M3 mark"/>
          <p:cNvSpPr txBox="1"/>
          <p:nvPr/>
        </p:nvSpPr>
        <p:spPr>
          <a:xfrm>
            <a:off x="3703320" y="193074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تُ</a:t>
            </a:r>
            <a:endParaRPr lang="ar-SA" sz="3700" dirty="0"/>
          </a:p>
        </p:txBody>
      </p:sp>
      <p:sp>
        <p:nvSpPr>
          <p:cNvPr id="23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3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1 R result"/>
          <p:cNvSpPr txBox="1"/>
          <p:nvPr/>
        </p:nvSpPr>
        <p:spPr>
          <a:xfrm>
            <a:off x="502920" y="1832686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ثَتُّ</a:t>
            </a:r>
            <a:endParaRPr lang="ar-SA" sz="86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4330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5F642B"/>
          </a:solidFill>
          <a:ln w="12700">
            <a:solidFill>
              <a:srgbClr val="5F64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507934"/>
          </a:solidFill>
          <a:ln w="12700">
            <a:solidFill>
              <a:srgbClr val="5079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93405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3800" dirty="0"/>
          </a:p>
        </p:txBody>
      </p:sp>
      <p:sp>
        <p:nvSpPr>
          <p:cNvPr id="17" name="C2 M1 mark"/>
          <p:cNvSpPr txBox="1"/>
          <p:nvPr/>
        </p:nvSpPr>
        <p:spPr>
          <a:xfrm>
            <a:off x="7269480" y="193405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</a:t>
            </a:r>
            <a:endParaRPr lang="ar-SA" sz="38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6F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196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3800" dirty="0"/>
          </a:p>
        </p:txBody>
      </p:sp>
      <p:sp>
        <p:nvSpPr>
          <p:cNvPr id="20" name="C5 M2 mark"/>
          <p:cNvSpPr txBox="1"/>
          <p:nvPr/>
        </p:nvSpPr>
        <p:spPr>
          <a:xfrm>
            <a:off x="5486400" y="18196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جۡ</a:t>
            </a:r>
            <a:endParaRPr lang="ar-SA" sz="38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6F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2209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3800" dirty="0"/>
          </a:p>
        </p:txBody>
      </p:sp>
      <p:sp>
        <p:nvSpPr>
          <p:cNvPr id="23" name="C8 M3 mark"/>
          <p:cNvSpPr txBox="1"/>
          <p:nvPr/>
        </p:nvSpPr>
        <p:spPr>
          <a:xfrm>
            <a:off x="3703320" y="182209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جُ</a:t>
            </a:r>
            <a:endParaRPr lang="ar-SA" sz="3800" dirty="0"/>
          </a:p>
        </p:txBody>
      </p:sp>
      <p:sp>
        <p:nvSpPr>
          <p:cNvPr id="24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1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1 R result"/>
          <p:cNvSpPr txBox="1"/>
          <p:nvPr/>
        </p:nvSpPr>
        <p:spPr>
          <a:xfrm>
            <a:off x="502920" y="163415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ثَجُّ</a:t>
            </a:r>
            <a:endParaRPr lang="ar-SA" sz="6700" dirty="0"/>
          </a:p>
        </p:txBody>
      </p:sp>
    </p:spTree>
  </p:cSld>
  <p:clrMapOvr>
    <a:masterClrMapping/>
  </p:clrMapOvr>
  <p:transition spd="med">
    <p:pull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C5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5C70"/>
          </a:solidFill>
          <a:ln w="12700">
            <a:solidFill>
              <a:srgbClr val="D65C70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3340"/>
          </a:solidFill>
          <a:ln w="12700">
            <a:solidFill>
              <a:srgbClr val="CC3340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93405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38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93405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</a:t>
            </a:r>
            <a:endParaRPr lang="ar-SA" sz="38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3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196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38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196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حۡ</a:t>
            </a:r>
            <a:endParaRPr lang="ar-SA" sz="38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3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2209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38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82209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حُ</a:t>
            </a:r>
            <a:endParaRPr lang="ar-SA" sz="38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79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63415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ثَحُّ</a:t>
            </a:r>
            <a:endParaRPr lang="ar-SA" sz="6700" dirty="0"/>
          </a:p>
        </p:txBody>
      </p:sp>
    </p:spTree>
  </p:cSld>
  <p:clrMapOvr>
    <a:masterClrMapping/>
  </p:clrMapOvr>
  <p:transition spd="med">
    <p:fade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7C5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8C53"/>
          </a:solidFill>
          <a:ln w="12700">
            <a:solidFill>
              <a:srgbClr val="C68C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D65EED"/>
          </a:solidFill>
          <a:ln w="12700">
            <a:solidFill>
              <a:srgbClr val="D65E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93116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3500" dirty="0"/>
          </a:p>
        </p:txBody>
      </p:sp>
      <p:sp>
        <p:nvSpPr>
          <p:cNvPr id="23" name="C2 M1 mark"/>
          <p:cNvSpPr txBox="1"/>
          <p:nvPr/>
        </p:nvSpPr>
        <p:spPr>
          <a:xfrm>
            <a:off x="7269480" y="193116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</a:t>
            </a:r>
            <a:endParaRPr lang="ar-SA" sz="35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4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7071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3500" dirty="0"/>
          </a:p>
        </p:txBody>
      </p:sp>
      <p:sp>
        <p:nvSpPr>
          <p:cNvPr id="26" name="C5 M2 mark"/>
          <p:cNvSpPr txBox="1"/>
          <p:nvPr/>
        </p:nvSpPr>
        <p:spPr>
          <a:xfrm>
            <a:off x="5486400" y="187071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خۡ</a:t>
            </a:r>
            <a:endParaRPr lang="ar-SA" sz="35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4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87293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3500" dirty="0"/>
          </a:p>
        </p:txBody>
      </p:sp>
      <p:sp>
        <p:nvSpPr>
          <p:cNvPr id="29" name="C8 M3 mark"/>
          <p:cNvSpPr txBox="1"/>
          <p:nvPr/>
        </p:nvSpPr>
        <p:spPr>
          <a:xfrm>
            <a:off x="3703320" y="187293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خُ</a:t>
            </a:r>
            <a:endParaRPr lang="ar-SA" sz="3500" dirty="0"/>
          </a:p>
        </p:txBody>
      </p:sp>
      <p:sp>
        <p:nvSpPr>
          <p:cNvPr id="30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A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1 R result"/>
          <p:cNvSpPr txBox="1"/>
          <p:nvPr/>
        </p:nvSpPr>
        <p:spPr>
          <a:xfrm>
            <a:off x="502920" y="168309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ثَخُّ</a:t>
            </a:r>
            <a:endParaRPr lang="ar-SA" sz="6200" dirty="0"/>
          </a:p>
        </p:txBody>
      </p:sp>
    </p:spTree>
  </p:cSld>
  <p:clrMapOvr>
    <a:masterClrMapping/>
  </p:clrMapOvr>
  <p:transition spd="med">
    <p:cover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2D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7E052"/>
          </a:solidFill>
          <a:ln w="12700">
            <a:solidFill>
              <a:srgbClr val="57E0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F2B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A270DB"/>
          </a:solidFill>
          <a:ln w="12700">
            <a:solidFill>
              <a:srgbClr val="A270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4754"/>
          </a:solidFill>
          <a:ln w="12700">
            <a:solidFill>
              <a:srgbClr val="854754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94177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4600" dirty="0"/>
          </a:p>
        </p:txBody>
      </p:sp>
      <p:sp>
        <p:nvSpPr>
          <p:cNvPr id="20" name="C2 M1 mark"/>
          <p:cNvSpPr txBox="1"/>
          <p:nvPr/>
        </p:nvSpPr>
        <p:spPr>
          <a:xfrm>
            <a:off x="7269480" y="194177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</a:t>
            </a:r>
            <a:endParaRPr lang="ar-SA" sz="46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79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7956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4600" dirty="0"/>
          </a:p>
        </p:txBody>
      </p:sp>
      <p:sp>
        <p:nvSpPr>
          <p:cNvPr id="23" name="C5 M2 mark"/>
          <p:cNvSpPr txBox="1"/>
          <p:nvPr/>
        </p:nvSpPr>
        <p:spPr>
          <a:xfrm>
            <a:off x="5486400" y="187956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دۡ</a:t>
            </a:r>
            <a:endParaRPr lang="ar-SA" sz="46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79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92921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4600" dirty="0"/>
          </a:p>
        </p:txBody>
      </p:sp>
      <p:sp>
        <p:nvSpPr>
          <p:cNvPr id="26" name="C8 M3 mark"/>
          <p:cNvSpPr txBox="1"/>
          <p:nvPr/>
        </p:nvSpPr>
        <p:spPr>
          <a:xfrm>
            <a:off x="3703320" y="192921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دُ</a:t>
            </a:r>
            <a:endParaRPr lang="ar-SA" sz="4600" dirty="0"/>
          </a:p>
        </p:txBody>
      </p:sp>
      <p:sp>
        <p:nvSpPr>
          <p:cNvPr id="27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A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1 R result"/>
          <p:cNvSpPr txBox="1"/>
          <p:nvPr/>
        </p:nvSpPr>
        <p:spPr>
          <a:xfrm>
            <a:off x="502920" y="1838335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ثَدُّ</a:t>
            </a:r>
            <a:endParaRPr lang="ar-SA" sz="8600" dirty="0"/>
          </a:p>
        </p:txBody>
      </p:sp>
    </p:spTree>
  </p:cSld>
  <p:clrMapOvr>
    <a:masterClrMapping/>
  </p:clrMapOvr>
  <p:transition spd="med">
    <p:zoom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C5D1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7864D8"/>
          </a:solidFill>
          <a:ln w="12700">
            <a:solidFill>
              <a:srgbClr val="7864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847D1"/>
          </a:solidFill>
          <a:ln w="12700">
            <a:solidFill>
              <a:srgbClr val="4847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204529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3100" dirty="0"/>
          </a:p>
        </p:txBody>
      </p:sp>
      <p:sp>
        <p:nvSpPr>
          <p:cNvPr id="16" name="C2 M1 mark"/>
          <p:cNvSpPr txBox="1"/>
          <p:nvPr/>
        </p:nvSpPr>
        <p:spPr>
          <a:xfrm>
            <a:off x="7589520" y="204529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</a:t>
            </a:r>
            <a:endParaRPr lang="ar-SA" sz="31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AD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97492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3100" dirty="0"/>
          </a:p>
        </p:txBody>
      </p:sp>
      <p:sp>
        <p:nvSpPr>
          <p:cNvPr id="19" name="C5 M2 mark"/>
          <p:cNvSpPr txBox="1"/>
          <p:nvPr/>
        </p:nvSpPr>
        <p:spPr>
          <a:xfrm>
            <a:off x="6108192" y="197492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ثۡ</a:t>
            </a:r>
            <a:endParaRPr lang="ar-SA" sz="31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AD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4626864" y="200642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3100" dirty="0"/>
          </a:p>
        </p:txBody>
      </p:sp>
      <p:sp>
        <p:nvSpPr>
          <p:cNvPr id="22" name="C8 M3 mark"/>
          <p:cNvSpPr txBox="1"/>
          <p:nvPr/>
        </p:nvSpPr>
        <p:spPr>
          <a:xfrm>
            <a:off x="4626864" y="200642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ثُ</a:t>
            </a:r>
            <a:endParaRPr lang="ar-SA" sz="3100" dirty="0"/>
          </a:p>
        </p:txBody>
      </p:sp>
      <p:sp>
        <p:nvSpPr>
          <p:cNvPr id="23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AD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L4 letter"/>
          <p:cNvSpPr txBox="1"/>
          <p:nvPr/>
        </p:nvSpPr>
        <p:spPr>
          <a:xfrm>
            <a:off x="3145536" y="189763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3100" dirty="0"/>
          </a:p>
        </p:txBody>
      </p:sp>
      <p:sp>
        <p:nvSpPr>
          <p:cNvPr id="25" name="C11 M4 mark"/>
          <p:cNvSpPr txBox="1"/>
          <p:nvPr/>
        </p:nvSpPr>
        <p:spPr>
          <a:xfrm>
            <a:off x="3145536" y="189763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3100" dirty="0"/>
          </a:p>
        </p:txBody>
      </p:sp>
      <p:sp>
        <p:nvSpPr>
          <p:cNvPr id="26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7D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4 R result"/>
          <p:cNvSpPr txBox="1"/>
          <p:nvPr/>
        </p:nvSpPr>
        <p:spPr>
          <a:xfrm>
            <a:off x="384048" y="1873091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أَثُّبَ</a:t>
            </a:r>
            <a:endParaRPr lang="ar-SA" sz="5700" dirty="0"/>
          </a:p>
        </p:txBody>
      </p:sp>
    </p:spTree>
  </p:cSld>
  <p:clrMapOvr>
    <a:masterClrMapping/>
  </p:clrMapOvr>
  <p:transition spd="med">
    <p:wheel spokes="4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7C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66"/>
          </a:solidFill>
          <a:ln w="12700">
            <a:solidFill>
              <a:srgbClr val="66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6A"/>
          </a:solidFill>
          <a:ln w="12700">
            <a:solidFill>
              <a:srgbClr val="40BF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589520" y="189763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3100" dirty="0"/>
          </a:p>
        </p:txBody>
      </p:sp>
      <p:sp>
        <p:nvSpPr>
          <p:cNvPr id="17" name="C2 M1 mark"/>
          <p:cNvSpPr txBox="1"/>
          <p:nvPr/>
        </p:nvSpPr>
        <p:spPr>
          <a:xfrm>
            <a:off x="7589520" y="189763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3100" dirty="0"/>
          </a:p>
        </p:txBody>
      </p:sp>
      <p:sp>
        <p:nvSpPr>
          <p:cNvPr id="18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D0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6108192" y="197492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3100" dirty="0"/>
          </a:p>
        </p:txBody>
      </p:sp>
      <p:sp>
        <p:nvSpPr>
          <p:cNvPr id="20" name="C5 M2 mark"/>
          <p:cNvSpPr txBox="1"/>
          <p:nvPr/>
        </p:nvSpPr>
        <p:spPr>
          <a:xfrm>
            <a:off x="6108192" y="197492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ثۡ</a:t>
            </a:r>
            <a:endParaRPr lang="ar-SA" sz="3100" dirty="0"/>
          </a:p>
        </p:txBody>
      </p:sp>
      <p:sp>
        <p:nvSpPr>
          <p:cNvPr id="21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D0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4626864" y="200642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3100" dirty="0"/>
          </a:p>
        </p:txBody>
      </p:sp>
      <p:sp>
        <p:nvSpPr>
          <p:cNvPr id="23" name="C8 M3 mark"/>
          <p:cNvSpPr txBox="1"/>
          <p:nvPr/>
        </p:nvSpPr>
        <p:spPr>
          <a:xfrm>
            <a:off x="4626864" y="200642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ثُ</a:t>
            </a:r>
            <a:endParaRPr lang="ar-SA" sz="3100" dirty="0"/>
          </a:p>
        </p:txBody>
      </p:sp>
      <p:sp>
        <p:nvSpPr>
          <p:cNvPr id="24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D0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L4 letter"/>
          <p:cNvSpPr txBox="1"/>
          <p:nvPr/>
        </p:nvSpPr>
        <p:spPr>
          <a:xfrm>
            <a:off x="3145536" y="19650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3100" dirty="0"/>
          </a:p>
        </p:txBody>
      </p:sp>
      <p:sp>
        <p:nvSpPr>
          <p:cNvPr id="26" name="C11 M4 mark"/>
          <p:cNvSpPr txBox="1"/>
          <p:nvPr/>
        </p:nvSpPr>
        <p:spPr>
          <a:xfrm>
            <a:off x="3145536" y="19650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3100" dirty="0"/>
          </a:p>
        </p:txBody>
      </p:sp>
      <p:sp>
        <p:nvSpPr>
          <p:cNvPr id="27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55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4 R result"/>
          <p:cNvSpPr txBox="1"/>
          <p:nvPr/>
        </p:nvSpPr>
        <p:spPr>
          <a:xfrm>
            <a:off x="384048" y="1861501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بَثُّتَ</a:t>
            </a:r>
            <a:endParaRPr lang="ar-SA" sz="6000" dirty="0"/>
          </a:p>
        </p:txBody>
      </p:sp>
    </p:spTree>
  </p:cSld>
  <p:clrMapOvr>
    <a:masterClrMapping/>
  </p:clrMapOvr>
  <p:transition spd="med">
    <p:wipe dir="l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1443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645B"/>
          </a:solidFill>
          <a:ln w="12700">
            <a:solidFill>
              <a:srgbClr val="2B645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6279"/>
          </a:solidFill>
          <a:ln w="12700">
            <a:solidFill>
              <a:srgbClr val="3462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1 L1 letter"/>
          <p:cNvSpPr txBox="1"/>
          <p:nvPr/>
        </p:nvSpPr>
        <p:spPr>
          <a:xfrm>
            <a:off x="7589520" y="19650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3100" dirty="0"/>
          </a:p>
        </p:txBody>
      </p:sp>
      <p:sp>
        <p:nvSpPr>
          <p:cNvPr id="18" name="C2 M1 mark"/>
          <p:cNvSpPr txBox="1"/>
          <p:nvPr/>
        </p:nvSpPr>
        <p:spPr>
          <a:xfrm>
            <a:off x="7589520" y="19650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3100" dirty="0"/>
          </a:p>
        </p:txBody>
      </p:sp>
      <p:sp>
        <p:nvSpPr>
          <p:cNvPr id="19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269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4 L2 letter"/>
          <p:cNvSpPr txBox="1"/>
          <p:nvPr/>
        </p:nvSpPr>
        <p:spPr>
          <a:xfrm>
            <a:off x="6108192" y="197492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3100" dirty="0"/>
          </a:p>
        </p:txBody>
      </p:sp>
      <p:sp>
        <p:nvSpPr>
          <p:cNvPr id="21" name="C5 M2 mark"/>
          <p:cNvSpPr txBox="1"/>
          <p:nvPr/>
        </p:nvSpPr>
        <p:spPr>
          <a:xfrm>
            <a:off x="6108192" y="197492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ثۡ</a:t>
            </a:r>
            <a:endParaRPr lang="ar-SA" sz="3100" dirty="0"/>
          </a:p>
        </p:txBody>
      </p:sp>
      <p:sp>
        <p:nvSpPr>
          <p:cNvPr id="22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269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7 L3 letter"/>
          <p:cNvSpPr txBox="1"/>
          <p:nvPr/>
        </p:nvSpPr>
        <p:spPr>
          <a:xfrm>
            <a:off x="4626864" y="200642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3100" dirty="0"/>
          </a:p>
        </p:txBody>
      </p:sp>
      <p:sp>
        <p:nvSpPr>
          <p:cNvPr id="24" name="C8 M3 mark"/>
          <p:cNvSpPr txBox="1"/>
          <p:nvPr/>
        </p:nvSpPr>
        <p:spPr>
          <a:xfrm>
            <a:off x="4626864" y="200642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ثُ</a:t>
            </a:r>
            <a:endParaRPr lang="ar-SA" sz="3100" dirty="0"/>
          </a:p>
        </p:txBody>
      </p:sp>
      <p:sp>
        <p:nvSpPr>
          <p:cNvPr id="25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269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0 L4 letter"/>
          <p:cNvSpPr txBox="1"/>
          <p:nvPr/>
        </p:nvSpPr>
        <p:spPr>
          <a:xfrm>
            <a:off x="3145536" y="187571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3100" dirty="0"/>
          </a:p>
        </p:txBody>
      </p:sp>
      <p:sp>
        <p:nvSpPr>
          <p:cNvPr id="27" name="C11 M4 mark"/>
          <p:cNvSpPr txBox="1"/>
          <p:nvPr/>
        </p:nvSpPr>
        <p:spPr>
          <a:xfrm>
            <a:off x="3145536" y="187571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</a:t>
            </a:r>
            <a:endParaRPr lang="ar-SA" sz="3100" dirty="0"/>
          </a:p>
        </p:txBody>
      </p:sp>
      <p:sp>
        <p:nvSpPr>
          <p:cNvPr id="28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2F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C14 R result"/>
          <p:cNvSpPr txBox="1"/>
          <p:nvPr/>
        </p:nvSpPr>
        <p:spPr>
          <a:xfrm>
            <a:off x="384048" y="1777352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تَثُّجَ</a:t>
            </a:r>
            <a:endParaRPr lang="ar-SA" sz="5300" dirty="0"/>
          </a:p>
        </p:txBody>
      </p:sp>
    </p:spTree>
  </p:cSld>
  <p:clrMapOvr>
    <a:masterClrMapping/>
  </p:clrMapOvr>
  <p:transition spd="med">
    <p:circle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E4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70D65C"/>
          </a:solidFill>
          <a:ln w="12700">
            <a:solidFill>
              <a:srgbClr val="70D6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40CC33"/>
          </a:solidFill>
          <a:ln w="12700">
            <a:solidFill>
              <a:srgbClr val="40CC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87571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3100" dirty="0"/>
          </a:p>
        </p:txBody>
      </p:sp>
      <p:sp>
        <p:nvSpPr>
          <p:cNvPr id="16" name="C2 M1 mark"/>
          <p:cNvSpPr txBox="1"/>
          <p:nvPr/>
        </p:nvSpPr>
        <p:spPr>
          <a:xfrm>
            <a:off x="7589520" y="187571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</a:t>
            </a:r>
            <a:endParaRPr lang="ar-SA" sz="31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68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97492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3100" dirty="0"/>
          </a:p>
        </p:txBody>
      </p:sp>
      <p:sp>
        <p:nvSpPr>
          <p:cNvPr id="19" name="C5 M2 mark"/>
          <p:cNvSpPr txBox="1"/>
          <p:nvPr/>
        </p:nvSpPr>
        <p:spPr>
          <a:xfrm>
            <a:off x="6108192" y="197492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ثۡ</a:t>
            </a:r>
            <a:endParaRPr lang="ar-SA" sz="31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68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4626864" y="200642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3100" dirty="0"/>
          </a:p>
        </p:txBody>
      </p:sp>
      <p:sp>
        <p:nvSpPr>
          <p:cNvPr id="22" name="C8 M3 mark"/>
          <p:cNvSpPr txBox="1"/>
          <p:nvPr/>
        </p:nvSpPr>
        <p:spPr>
          <a:xfrm>
            <a:off x="4626864" y="200642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ثُ</a:t>
            </a:r>
            <a:endParaRPr lang="ar-SA" sz="3100" dirty="0"/>
          </a:p>
        </p:txBody>
      </p:sp>
      <p:sp>
        <p:nvSpPr>
          <p:cNvPr id="23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68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L4 letter"/>
          <p:cNvSpPr txBox="1"/>
          <p:nvPr/>
        </p:nvSpPr>
        <p:spPr>
          <a:xfrm>
            <a:off x="3145536" y="187571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3100" dirty="0"/>
          </a:p>
        </p:txBody>
      </p:sp>
      <p:sp>
        <p:nvSpPr>
          <p:cNvPr id="25" name="C11 M4 mark"/>
          <p:cNvSpPr txBox="1"/>
          <p:nvPr/>
        </p:nvSpPr>
        <p:spPr>
          <a:xfrm>
            <a:off x="3145536" y="187571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</a:t>
            </a:r>
            <a:endParaRPr lang="ar-SA" sz="3100" dirty="0"/>
          </a:p>
        </p:txBody>
      </p:sp>
      <p:sp>
        <p:nvSpPr>
          <p:cNvPr id="26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B85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4 R result"/>
          <p:cNvSpPr txBox="1"/>
          <p:nvPr/>
        </p:nvSpPr>
        <p:spPr>
          <a:xfrm>
            <a:off x="384048" y="1777352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جَثُّحَ</a:t>
            </a:r>
            <a:endParaRPr lang="ar-SA" sz="53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F7F3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C68C"/>
          </a:solidFill>
          <a:ln w="12700">
            <a:solidFill>
              <a:srgbClr val="53C68C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B35E"/>
          </a:solidFill>
          <a:ln w="12700">
            <a:solidFill>
              <a:srgbClr val="EDB3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22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3" name="C1 L1 letter"/>
          <p:cNvSpPr txBox="1"/>
          <p:nvPr/>
        </p:nvSpPr>
        <p:spPr>
          <a:xfrm>
            <a:off x="7589520" y="187571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3100" dirty="0"/>
          </a:p>
        </p:txBody>
      </p:sp>
      <p:sp>
        <p:nvSpPr>
          <p:cNvPr id="24" name="C2 M1 mark"/>
          <p:cNvSpPr txBox="1"/>
          <p:nvPr/>
        </p:nvSpPr>
        <p:spPr>
          <a:xfrm>
            <a:off x="7589520" y="187571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</a:t>
            </a:r>
            <a:endParaRPr lang="ar-SA" sz="3100" dirty="0"/>
          </a:p>
        </p:txBody>
      </p:sp>
      <p:sp>
        <p:nvSpPr>
          <p:cNvPr id="25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34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4 L2 letter"/>
          <p:cNvSpPr txBox="1"/>
          <p:nvPr/>
        </p:nvSpPr>
        <p:spPr>
          <a:xfrm>
            <a:off x="6108192" y="197492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3100" dirty="0"/>
          </a:p>
        </p:txBody>
      </p:sp>
      <p:sp>
        <p:nvSpPr>
          <p:cNvPr id="27" name="C5 M2 mark"/>
          <p:cNvSpPr txBox="1"/>
          <p:nvPr/>
        </p:nvSpPr>
        <p:spPr>
          <a:xfrm>
            <a:off x="6108192" y="197492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ثۡ</a:t>
            </a:r>
            <a:endParaRPr lang="ar-SA" sz="3100" dirty="0"/>
          </a:p>
        </p:txBody>
      </p:sp>
      <p:sp>
        <p:nvSpPr>
          <p:cNvPr id="28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34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7 L3 letter"/>
          <p:cNvSpPr txBox="1"/>
          <p:nvPr/>
        </p:nvSpPr>
        <p:spPr>
          <a:xfrm>
            <a:off x="4626864" y="200642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3100" dirty="0"/>
          </a:p>
        </p:txBody>
      </p:sp>
      <p:sp>
        <p:nvSpPr>
          <p:cNvPr id="30" name="C8 M3 mark"/>
          <p:cNvSpPr txBox="1"/>
          <p:nvPr/>
        </p:nvSpPr>
        <p:spPr>
          <a:xfrm>
            <a:off x="4626864" y="200642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ثُ</a:t>
            </a:r>
            <a:endParaRPr lang="ar-SA" sz="3100" dirty="0"/>
          </a:p>
        </p:txBody>
      </p:sp>
      <p:sp>
        <p:nvSpPr>
          <p:cNvPr id="31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34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0 L4 letter"/>
          <p:cNvSpPr txBox="1"/>
          <p:nvPr/>
        </p:nvSpPr>
        <p:spPr>
          <a:xfrm>
            <a:off x="3145536" y="191547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3100" dirty="0"/>
          </a:p>
        </p:txBody>
      </p:sp>
      <p:sp>
        <p:nvSpPr>
          <p:cNvPr id="33" name="C11 M4 mark"/>
          <p:cNvSpPr txBox="1"/>
          <p:nvPr/>
        </p:nvSpPr>
        <p:spPr>
          <a:xfrm>
            <a:off x="3145536" y="191547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</a:t>
            </a:r>
            <a:endParaRPr lang="ar-SA" sz="3100" dirty="0"/>
          </a:p>
        </p:txBody>
      </p:sp>
      <p:sp>
        <p:nvSpPr>
          <p:cNvPr id="34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7F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C14 R result"/>
          <p:cNvSpPr txBox="1"/>
          <p:nvPr/>
        </p:nvSpPr>
        <p:spPr>
          <a:xfrm>
            <a:off x="384048" y="1777352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حَثُّخَ</a:t>
            </a:r>
            <a:endParaRPr lang="ar-SA" sz="5300" dirty="0"/>
          </a:p>
        </p:txBody>
      </p:sp>
    </p:spTree>
  </p:cSld>
  <p:clrMapOvr>
    <a:masterClrMapping/>
  </p:clrMapOvr>
  <p:transition spd="med">
    <p:push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1439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7AE0"/>
          </a:solidFill>
          <a:ln w="12700">
            <a:solidFill>
              <a:srgbClr val="527A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A28C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8770"/>
          </a:solidFill>
          <a:ln w="12700">
            <a:solidFill>
              <a:srgbClr val="DB87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638547"/>
          </a:solidFill>
          <a:ln w="12700">
            <a:solidFill>
              <a:srgbClr val="6385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9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1 L1 letter"/>
          <p:cNvSpPr txBox="1"/>
          <p:nvPr/>
        </p:nvSpPr>
        <p:spPr>
          <a:xfrm>
            <a:off x="7589520" y="191547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3100" dirty="0"/>
          </a:p>
        </p:txBody>
      </p:sp>
      <p:sp>
        <p:nvSpPr>
          <p:cNvPr id="21" name="C2 M1 mark"/>
          <p:cNvSpPr txBox="1"/>
          <p:nvPr/>
        </p:nvSpPr>
        <p:spPr>
          <a:xfrm>
            <a:off x="7589520" y="191547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</a:t>
            </a:r>
            <a:endParaRPr lang="ar-SA" sz="3100" dirty="0"/>
          </a:p>
        </p:txBody>
      </p:sp>
      <p:sp>
        <p:nvSpPr>
          <p:cNvPr id="22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4D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4 L2 letter"/>
          <p:cNvSpPr txBox="1"/>
          <p:nvPr/>
        </p:nvSpPr>
        <p:spPr>
          <a:xfrm>
            <a:off x="6108192" y="197492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3100" dirty="0"/>
          </a:p>
        </p:txBody>
      </p:sp>
      <p:sp>
        <p:nvSpPr>
          <p:cNvPr id="24" name="C5 M2 mark"/>
          <p:cNvSpPr txBox="1"/>
          <p:nvPr/>
        </p:nvSpPr>
        <p:spPr>
          <a:xfrm>
            <a:off x="6108192" y="197492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ثۡ</a:t>
            </a:r>
            <a:endParaRPr lang="ar-SA" sz="3100" dirty="0"/>
          </a:p>
        </p:txBody>
      </p:sp>
      <p:sp>
        <p:nvSpPr>
          <p:cNvPr id="25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4D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7 L3 letter"/>
          <p:cNvSpPr txBox="1"/>
          <p:nvPr/>
        </p:nvSpPr>
        <p:spPr>
          <a:xfrm>
            <a:off x="4626864" y="200642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3100" dirty="0"/>
          </a:p>
        </p:txBody>
      </p:sp>
      <p:sp>
        <p:nvSpPr>
          <p:cNvPr id="27" name="C8 M3 mark"/>
          <p:cNvSpPr txBox="1"/>
          <p:nvPr/>
        </p:nvSpPr>
        <p:spPr>
          <a:xfrm>
            <a:off x="4626864" y="200642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ثُ</a:t>
            </a:r>
            <a:endParaRPr lang="ar-SA" sz="3100" dirty="0"/>
          </a:p>
        </p:txBody>
      </p:sp>
      <p:sp>
        <p:nvSpPr>
          <p:cNvPr id="28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4D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0 L4 letter"/>
          <p:cNvSpPr txBox="1"/>
          <p:nvPr/>
        </p:nvSpPr>
        <p:spPr>
          <a:xfrm>
            <a:off x="3145536" y="195858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3100" dirty="0"/>
          </a:p>
        </p:txBody>
      </p:sp>
      <p:sp>
        <p:nvSpPr>
          <p:cNvPr id="30" name="C11 M4 mark"/>
          <p:cNvSpPr txBox="1"/>
          <p:nvPr/>
        </p:nvSpPr>
        <p:spPr>
          <a:xfrm>
            <a:off x="3145536" y="195858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</a:t>
            </a:r>
            <a:endParaRPr lang="ar-SA" sz="3100" dirty="0"/>
          </a:p>
        </p:txBody>
      </p:sp>
      <p:sp>
        <p:nvSpPr>
          <p:cNvPr id="31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A7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C14 R result"/>
          <p:cNvSpPr txBox="1"/>
          <p:nvPr/>
        </p:nvSpPr>
        <p:spPr>
          <a:xfrm>
            <a:off x="384048" y="1952754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خَثُّدَ</a:t>
            </a:r>
            <a:endParaRPr lang="ar-SA" sz="68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F7C5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646D"/>
          </a:solidFill>
          <a:ln w="12700">
            <a:solidFill>
              <a:srgbClr val="D8646D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4769"/>
          </a:solidFill>
          <a:ln w="12700">
            <a:solidFill>
              <a:srgbClr val="D14769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95858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3100" dirty="0"/>
          </a:p>
        </p:txBody>
      </p:sp>
      <p:sp>
        <p:nvSpPr>
          <p:cNvPr id="16" name="C2 M1 mark"/>
          <p:cNvSpPr txBox="1"/>
          <p:nvPr/>
        </p:nvSpPr>
        <p:spPr>
          <a:xfrm>
            <a:off x="7589520" y="195858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</a:t>
            </a:r>
            <a:endParaRPr lang="ar-SA" sz="31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D98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97492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3100" dirty="0"/>
          </a:p>
        </p:txBody>
      </p:sp>
      <p:sp>
        <p:nvSpPr>
          <p:cNvPr id="19" name="C5 M2 mark"/>
          <p:cNvSpPr txBox="1"/>
          <p:nvPr/>
        </p:nvSpPr>
        <p:spPr>
          <a:xfrm>
            <a:off x="6108192" y="197492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ثۡ</a:t>
            </a:r>
            <a:endParaRPr lang="ar-SA" sz="31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D98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4626864" y="200642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3100" dirty="0"/>
          </a:p>
        </p:txBody>
      </p:sp>
      <p:sp>
        <p:nvSpPr>
          <p:cNvPr id="22" name="C8 M3 mark"/>
          <p:cNvSpPr txBox="1"/>
          <p:nvPr/>
        </p:nvSpPr>
        <p:spPr>
          <a:xfrm>
            <a:off x="4626864" y="200642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ثُ</a:t>
            </a:r>
            <a:endParaRPr lang="ar-SA" sz="3100" dirty="0"/>
          </a:p>
        </p:txBody>
      </p:sp>
      <p:sp>
        <p:nvSpPr>
          <p:cNvPr id="23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D98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L4 letter"/>
          <p:cNvSpPr txBox="1"/>
          <p:nvPr/>
        </p:nvSpPr>
        <p:spPr>
          <a:xfrm>
            <a:off x="3145536" y="204529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3100" dirty="0"/>
          </a:p>
        </p:txBody>
      </p:sp>
      <p:sp>
        <p:nvSpPr>
          <p:cNvPr id="25" name="C11 M4 mark"/>
          <p:cNvSpPr txBox="1"/>
          <p:nvPr/>
        </p:nvSpPr>
        <p:spPr>
          <a:xfrm>
            <a:off x="3145536" y="204529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</a:t>
            </a:r>
            <a:endParaRPr lang="ar-SA" sz="3100" dirty="0"/>
          </a:p>
        </p:txBody>
      </p:sp>
      <p:sp>
        <p:nvSpPr>
          <p:cNvPr id="26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A0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4 R result"/>
          <p:cNvSpPr txBox="1"/>
          <p:nvPr/>
        </p:nvSpPr>
        <p:spPr>
          <a:xfrm>
            <a:off x="384048" y="1968195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دَثُّأَ</a:t>
            </a:r>
            <a:endParaRPr lang="ar-SA" sz="6400" dirty="0"/>
          </a:p>
        </p:txBody>
      </p:sp>
    </p:spTree>
  </p:cSld>
  <p:clrMapOvr>
    <a:masterClrMapping/>
  </p:clrMapOvr>
  <p:transition spd="med">
    <p:pull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CF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AACC"/>
          </a:solidFill>
          <a:ln w="12700">
            <a:solidFill>
              <a:srgbClr val="66AA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6ABF"/>
          </a:solidFill>
          <a:ln w="12700">
            <a:solidFill>
              <a:srgbClr val="406A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200012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36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200012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</a:t>
            </a:r>
            <a:endParaRPr lang="ar-SA" sz="36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B5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91841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36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91841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ثۡ</a:t>
            </a:r>
            <a:endParaRPr lang="ar-SA" sz="36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B5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95498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3600" dirty="0"/>
          </a:p>
        </p:txBody>
      </p:sp>
      <p:sp>
        <p:nvSpPr>
          <p:cNvPr id="22" name="C8 M3 mark"/>
          <p:cNvSpPr txBox="1"/>
          <p:nvPr/>
        </p:nvSpPr>
        <p:spPr>
          <a:xfrm>
            <a:off x="3703320" y="195498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ثُ</a:t>
            </a:r>
            <a:endParaRPr lang="ar-SA" sz="3600" dirty="0"/>
          </a:p>
        </p:txBody>
      </p:sp>
      <p:sp>
        <p:nvSpPr>
          <p:cNvPr id="23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7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1 R result"/>
          <p:cNvSpPr txBox="1"/>
          <p:nvPr/>
        </p:nvSpPr>
        <p:spPr>
          <a:xfrm>
            <a:off x="502920" y="1872666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أَثُّ</a:t>
            </a:r>
            <a:endParaRPr lang="ar-SA" sz="7900" dirty="0"/>
          </a:p>
        </p:txBody>
      </p:sp>
    </p:spTree>
  </p:cSld>
  <p:clrMapOvr>
    <a:masterClrMapping/>
  </p:clrMapOvr>
  <p:transition spd="med">
    <p:fade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18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4D2B64"/>
          </a:solidFill>
          <a:ln w="12700">
            <a:solidFill>
              <a:srgbClr val="4D2B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473"/>
          </a:solidFill>
          <a:ln w="12700">
            <a:solidFill>
              <a:srgbClr val="793473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2865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3600" dirty="0"/>
          </a:p>
        </p:txBody>
      </p:sp>
      <p:sp>
        <p:nvSpPr>
          <p:cNvPr id="17" name="C2 M1 mark"/>
          <p:cNvSpPr txBox="1"/>
          <p:nvPr/>
        </p:nvSpPr>
        <p:spPr>
          <a:xfrm>
            <a:off x="7269480" y="182865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36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C8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91841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3600" dirty="0"/>
          </a:p>
        </p:txBody>
      </p:sp>
      <p:sp>
        <p:nvSpPr>
          <p:cNvPr id="20" name="C5 M2 mark"/>
          <p:cNvSpPr txBox="1"/>
          <p:nvPr/>
        </p:nvSpPr>
        <p:spPr>
          <a:xfrm>
            <a:off x="5486400" y="191841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ثۡ</a:t>
            </a:r>
            <a:endParaRPr lang="ar-SA" sz="36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C8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95498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3600" dirty="0"/>
          </a:p>
        </p:txBody>
      </p:sp>
      <p:sp>
        <p:nvSpPr>
          <p:cNvPr id="23" name="C8 M3 mark"/>
          <p:cNvSpPr txBox="1"/>
          <p:nvPr/>
        </p:nvSpPr>
        <p:spPr>
          <a:xfrm>
            <a:off x="3703320" y="195498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ثُ</a:t>
            </a:r>
            <a:endParaRPr lang="ar-SA" sz="3600" dirty="0"/>
          </a:p>
        </p:txBody>
      </p:sp>
      <p:sp>
        <p:nvSpPr>
          <p:cNvPr id="24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4F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1 R result"/>
          <p:cNvSpPr txBox="1"/>
          <p:nvPr/>
        </p:nvSpPr>
        <p:spPr>
          <a:xfrm>
            <a:off x="502920" y="1776216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بَثُّ</a:t>
            </a:r>
            <a:endParaRPr lang="ar-SA" sz="7100" dirty="0"/>
          </a:p>
        </p:txBody>
      </p:sp>
    </p:spTree>
  </p:cSld>
  <p:clrMapOvr>
    <a:masterClrMapping/>
  </p:clrMapOvr>
  <p:transition spd="med">
    <p:cover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F7D8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ADD6"/>
          </a:solidFill>
          <a:ln w="12700">
            <a:solidFill>
              <a:srgbClr val="5CAD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8CCC"/>
          </a:solidFill>
          <a:ln w="12700">
            <a:solidFill>
              <a:srgbClr val="338C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9069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36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9069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36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94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91841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36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91841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ثۡ</a:t>
            </a:r>
            <a:endParaRPr lang="ar-SA" sz="36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94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95498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36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95498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ثُ</a:t>
            </a:r>
            <a:endParaRPr lang="ar-SA" sz="36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5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872666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تَثُّ</a:t>
            </a:r>
            <a:endParaRPr lang="ar-SA" sz="7900" dirty="0"/>
          </a:p>
        </p:txBody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C5F7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8C53C6"/>
          </a:solidFill>
          <a:ln w="12700">
            <a:solidFill>
              <a:srgbClr val="8C5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ED8F"/>
          </a:solidFill>
          <a:ln w="12700">
            <a:solidFill>
              <a:srgbClr val="5EED8F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0319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3600" dirty="0"/>
          </a:p>
        </p:txBody>
      </p:sp>
      <p:sp>
        <p:nvSpPr>
          <p:cNvPr id="23" name="C2 M1 mark"/>
          <p:cNvSpPr txBox="1"/>
          <p:nvPr/>
        </p:nvSpPr>
        <p:spPr>
          <a:xfrm>
            <a:off x="7269480" y="180319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</a:t>
            </a:r>
            <a:endParaRPr lang="ar-SA" sz="36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6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91841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3600" dirty="0"/>
          </a:p>
        </p:txBody>
      </p:sp>
      <p:sp>
        <p:nvSpPr>
          <p:cNvPr id="26" name="C5 M2 mark"/>
          <p:cNvSpPr txBox="1"/>
          <p:nvPr/>
        </p:nvSpPr>
        <p:spPr>
          <a:xfrm>
            <a:off x="5486400" y="191841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ثۡ</a:t>
            </a:r>
            <a:endParaRPr lang="ar-SA" sz="36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6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95498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3600" dirty="0"/>
          </a:p>
        </p:txBody>
      </p:sp>
      <p:sp>
        <p:nvSpPr>
          <p:cNvPr id="29" name="C8 M3 mark"/>
          <p:cNvSpPr txBox="1"/>
          <p:nvPr/>
        </p:nvSpPr>
        <p:spPr>
          <a:xfrm>
            <a:off x="3703320" y="195498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ثُ</a:t>
            </a:r>
            <a:endParaRPr lang="ar-SA" sz="3600" dirty="0"/>
          </a:p>
        </p:txBody>
      </p:sp>
      <p:sp>
        <p:nvSpPr>
          <p:cNvPr id="30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5D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1 R result"/>
          <p:cNvSpPr txBox="1"/>
          <p:nvPr/>
        </p:nvSpPr>
        <p:spPr>
          <a:xfrm>
            <a:off x="502920" y="177847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جَثُّ</a:t>
            </a:r>
            <a:endParaRPr lang="ar-SA" sz="7100" dirty="0"/>
          </a:p>
        </p:txBody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42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529E"/>
          </a:solidFill>
          <a:ln w="12700">
            <a:solidFill>
              <a:srgbClr val="E0529E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8C90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4DB70"/>
          </a:solidFill>
          <a:ln w="12700">
            <a:solidFill>
              <a:srgbClr val="74DB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7285"/>
          </a:solidFill>
          <a:ln w="12700">
            <a:solidFill>
              <a:srgbClr val="4772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0319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3600" dirty="0"/>
          </a:p>
        </p:txBody>
      </p:sp>
      <p:sp>
        <p:nvSpPr>
          <p:cNvPr id="20" name="C2 M1 mark"/>
          <p:cNvSpPr txBox="1"/>
          <p:nvPr/>
        </p:nvSpPr>
        <p:spPr>
          <a:xfrm>
            <a:off x="7269480" y="180319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</a:t>
            </a:r>
            <a:endParaRPr lang="ar-SA" sz="36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C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91841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3600" dirty="0"/>
          </a:p>
        </p:txBody>
      </p:sp>
      <p:sp>
        <p:nvSpPr>
          <p:cNvPr id="23" name="C5 M2 mark"/>
          <p:cNvSpPr txBox="1"/>
          <p:nvPr/>
        </p:nvSpPr>
        <p:spPr>
          <a:xfrm>
            <a:off x="5486400" y="191841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ثۡ</a:t>
            </a:r>
            <a:endParaRPr lang="ar-SA" sz="36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C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95498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3600" dirty="0"/>
          </a:p>
        </p:txBody>
      </p:sp>
      <p:sp>
        <p:nvSpPr>
          <p:cNvPr id="26" name="C8 M3 mark"/>
          <p:cNvSpPr txBox="1"/>
          <p:nvPr/>
        </p:nvSpPr>
        <p:spPr>
          <a:xfrm>
            <a:off x="3703320" y="195498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ثُ</a:t>
            </a:r>
            <a:endParaRPr lang="ar-SA" sz="3600" dirty="0"/>
          </a:p>
        </p:txBody>
      </p:sp>
      <p:sp>
        <p:nvSpPr>
          <p:cNvPr id="27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8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1 R result"/>
          <p:cNvSpPr txBox="1"/>
          <p:nvPr/>
        </p:nvSpPr>
        <p:spPr>
          <a:xfrm>
            <a:off x="502920" y="1872666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حَثُّ</a:t>
            </a:r>
            <a:endParaRPr lang="ar-SA" sz="7900" dirty="0"/>
          </a:p>
        </p:txBody>
      </p:sp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EA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8AD864"/>
          </a:solidFill>
          <a:ln w="12700">
            <a:solidFill>
              <a:srgbClr val="8AD8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8BD147"/>
          </a:solidFill>
          <a:ln w="12700">
            <a:solidFill>
              <a:srgbClr val="8BD1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4937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36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84937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</a:t>
            </a:r>
            <a:endParaRPr lang="ar-SA" sz="36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54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91841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36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91841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ثۡ</a:t>
            </a:r>
            <a:endParaRPr lang="ar-SA" sz="36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54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95498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36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95498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ثُ</a:t>
            </a:r>
            <a:endParaRPr lang="ar-SA" sz="36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AD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872666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خَثُّ</a:t>
            </a:r>
            <a:endParaRPr lang="ar-SA" sz="7900" dirty="0"/>
          </a:p>
        </p:txBody>
      </p:sp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C5DB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AA"/>
          </a:solidFill>
          <a:ln w="12700">
            <a:solidFill>
              <a:srgbClr val="CC66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6A"/>
          </a:solidFill>
          <a:ln w="12700">
            <a:solidFill>
              <a:srgbClr val="BF40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9943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36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89943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</a:t>
            </a:r>
            <a:endParaRPr lang="ar-SA" sz="36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88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91841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36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91841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ثۡ</a:t>
            </a:r>
            <a:endParaRPr lang="ar-SA" sz="36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88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95498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3600" dirty="0"/>
          </a:p>
        </p:txBody>
      </p:sp>
      <p:sp>
        <p:nvSpPr>
          <p:cNvPr id="22" name="C8 M3 mark"/>
          <p:cNvSpPr txBox="1"/>
          <p:nvPr/>
        </p:nvSpPr>
        <p:spPr>
          <a:xfrm>
            <a:off x="3703320" y="195498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ثُ</a:t>
            </a:r>
            <a:endParaRPr lang="ar-SA" sz="3600" dirty="0"/>
          </a:p>
        </p:txBody>
      </p:sp>
      <p:sp>
        <p:nvSpPr>
          <p:cNvPr id="23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9A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1 R result"/>
          <p:cNvSpPr txBox="1"/>
          <p:nvPr/>
        </p:nvSpPr>
        <p:spPr>
          <a:xfrm>
            <a:off x="502920" y="1872666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دَثُّ</a:t>
            </a:r>
            <a:endParaRPr lang="ar-SA" sz="79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4314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3E2B"/>
          </a:solidFill>
          <a:ln w="12700">
            <a:solidFill>
              <a:srgbClr val="643E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6E34"/>
          </a:solidFill>
          <a:ln w="12700">
            <a:solidFill>
              <a:srgbClr val="796E34"/>
            </a:solidFill>
            <a:prstDash val="solid"/>
          </a:ln>
        </p:spPr>
      </p:sp>
      <p:sp>
        <p:nvSpPr>
          <p:cNvPr id="12" name="C1 W1 pill"/>
          <p:cNvSpPr/>
          <p:nvPr/>
        </p:nvSpPr>
        <p:spPr>
          <a:xfrm>
            <a:off x="6718689" y="896112"/>
            <a:ext cx="1652460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E28E36"/>
            </a:solidFill>
            <a:prstDash val="solid"/>
          </a:ln>
        </p:spPr>
      </p:sp>
      <p:sp>
        <p:nvSpPr>
          <p:cNvPr id="13" name="C1 W1 word"/>
          <p:cNvSpPr txBox="1"/>
          <p:nvPr/>
        </p:nvSpPr>
        <p:spPr>
          <a:xfrm>
            <a:off x="6718689" y="896112"/>
            <a:ext cx="1652460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وَٱللَّهُ</a:t>
            </a:r>
            <a:endParaRPr lang="ar-SA" sz="4000" dirty="0"/>
          </a:p>
        </p:txBody>
      </p:sp>
      <p:sp>
        <p:nvSpPr>
          <p:cNvPr id="14" name="C2 W2 pill"/>
          <p:cNvSpPr/>
          <p:nvPr/>
        </p:nvSpPr>
        <p:spPr>
          <a:xfrm>
            <a:off x="4637385" y="896112"/>
            <a:ext cx="1761264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36E28E"/>
            </a:solidFill>
            <a:prstDash val="solid"/>
          </a:ln>
        </p:spPr>
      </p:sp>
      <p:sp>
        <p:nvSpPr>
          <p:cNvPr id="15" name="C2 W2 word"/>
          <p:cNvSpPr txBox="1"/>
          <p:nvPr/>
        </p:nvSpPr>
        <p:spPr>
          <a:xfrm>
            <a:off x="4637385" y="896112"/>
            <a:ext cx="1761264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يُحِبُّ</a:t>
            </a:r>
            <a:endParaRPr lang="ar-SA" sz="4000" dirty="0"/>
          </a:p>
        </p:txBody>
      </p:sp>
      <p:sp>
        <p:nvSpPr>
          <p:cNvPr id="16" name="C3 W3 pill"/>
          <p:cNvSpPr/>
          <p:nvPr/>
        </p:nvSpPr>
        <p:spPr>
          <a:xfrm>
            <a:off x="772850" y="896112"/>
            <a:ext cx="3544495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8E36E2"/>
            </a:solidFill>
            <a:prstDash val="solid"/>
          </a:ln>
        </p:spPr>
      </p:sp>
      <p:sp>
        <p:nvSpPr>
          <p:cNvPr id="17" name="C3 W3 word"/>
          <p:cNvSpPr txBox="1"/>
          <p:nvPr/>
        </p:nvSpPr>
        <p:spPr>
          <a:xfrm>
            <a:off x="772850" y="896112"/>
            <a:ext cx="3544495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ٱلۡمُحۡسِنِينَ</a:t>
            </a:r>
            <a:endParaRPr lang="ar-SA" sz="4000" dirty="0"/>
          </a:p>
        </p:txBody>
      </p:sp>
      <p:sp>
        <p:nvSpPr>
          <p:cNvPr id="18" name="C4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2E72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S panel"/>
          <p:cNvSpPr/>
          <p:nvPr/>
        </p:nvSpPr>
        <p:spPr>
          <a:xfrm>
            <a:off x="1608372" y="2834640"/>
            <a:ext cx="5927257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4 S sentence"/>
          <p:cNvSpPr txBox="1"/>
          <p:nvPr/>
        </p:nvSpPr>
        <p:spPr>
          <a:xfrm>
            <a:off x="1608372" y="2834640"/>
            <a:ext cx="5927257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وَٱللَّهُ يُحِبُّ ٱلۡمُحۡسِنِينَ</a:t>
            </a:r>
            <a:endParaRPr lang="ar-SA" sz="4000" dirty="0"/>
          </a:p>
        </p:txBody>
      </p:sp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C5F7C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5CAD"/>
          </a:solidFill>
          <a:ln w="12700">
            <a:solidFill>
              <a:srgbClr val="D65CAD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338C"/>
          </a:solidFill>
          <a:ln w="12700">
            <a:solidFill>
              <a:srgbClr val="CC338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1 W1 pill"/>
          <p:cNvSpPr/>
          <p:nvPr/>
        </p:nvSpPr>
        <p:spPr>
          <a:xfrm>
            <a:off x="5497043" y="896112"/>
            <a:ext cx="1918237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36E2C0"/>
            </a:solidFill>
            <a:prstDash val="solid"/>
          </a:ln>
        </p:spPr>
      </p:sp>
      <p:sp>
        <p:nvSpPr>
          <p:cNvPr id="11" name="C1 W1 word"/>
          <p:cNvSpPr txBox="1"/>
          <p:nvPr/>
        </p:nvSpPr>
        <p:spPr>
          <a:xfrm>
            <a:off x="5497043" y="896112"/>
            <a:ext cx="1918237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ٱلۡحَقُّ</a:t>
            </a:r>
            <a:endParaRPr lang="ar-SA" sz="4600" dirty="0"/>
          </a:p>
        </p:txBody>
      </p:sp>
      <p:sp>
        <p:nvSpPr>
          <p:cNvPr id="12" name="C2 W2 pill"/>
          <p:cNvSpPr/>
          <p:nvPr/>
        </p:nvSpPr>
        <p:spPr>
          <a:xfrm>
            <a:off x="3725222" y="896112"/>
            <a:ext cx="1451781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C036E2"/>
            </a:solidFill>
            <a:prstDash val="solid"/>
          </a:ln>
        </p:spPr>
      </p:sp>
      <p:sp>
        <p:nvSpPr>
          <p:cNvPr id="13" name="C2 W2 word"/>
          <p:cNvSpPr txBox="1"/>
          <p:nvPr/>
        </p:nvSpPr>
        <p:spPr>
          <a:xfrm>
            <a:off x="3725222" y="896112"/>
            <a:ext cx="1451781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مِن</a:t>
            </a:r>
            <a:endParaRPr lang="ar-SA" sz="4600" dirty="0"/>
          </a:p>
        </p:txBody>
      </p:sp>
      <p:sp>
        <p:nvSpPr>
          <p:cNvPr id="14" name="C3 W3 pill"/>
          <p:cNvSpPr/>
          <p:nvPr/>
        </p:nvSpPr>
        <p:spPr>
          <a:xfrm>
            <a:off x="1728720" y="896112"/>
            <a:ext cx="1676462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E2C036"/>
            </a:solidFill>
            <a:prstDash val="solid"/>
          </a:ln>
        </p:spPr>
      </p:sp>
      <p:sp>
        <p:nvSpPr>
          <p:cNvPr id="15" name="C3 W3 word"/>
          <p:cNvSpPr txBox="1"/>
          <p:nvPr/>
        </p:nvSpPr>
        <p:spPr>
          <a:xfrm>
            <a:off x="1728720" y="896112"/>
            <a:ext cx="1676462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رَّبِّكَ</a:t>
            </a:r>
            <a:endParaRPr lang="ar-SA" sz="4600" dirty="0"/>
          </a:p>
        </p:txBody>
      </p:sp>
      <p:sp>
        <p:nvSpPr>
          <p:cNvPr id="16" name="C4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B82E4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S panel"/>
          <p:cNvSpPr/>
          <p:nvPr/>
        </p:nvSpPr>
        <p:spPr>
          <a:xfrm>
            <a:off x="2516104" y="2834640"/>
            <a:ext cx="4111792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4 S sentence"/>
          <p:cNvSpPr txBox="1"/>
          <p:nvPr/>
        </p:nvSpPr>
        <p:spPr>
          <a:xfrm>
            <a:off x="2516104" y="2834640"/>
            <a:ext cx="4111792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ٱلۡحَقُّ مِن رَّبِّكَ</a:t>
            </a:r>
            <a:endParaRPr lang="ar-SA" sz="46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DA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66"/>
          </a:solidFill>
          <a:ln w="12700">
            <a:solidFill>
              <a:srgbClr val="C6536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6C5EED"/>
          </a:solidFill>
          <a:ln w="12700">
            <a:solidFill>
              <a:srgbClr val="6C5E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1 W1 pill"/>
          <p:cNvSpPr/>
          <p:nvPr/>
        </p:nvSpPr>
        <p:spPr>
          <a:xfrm>
            <a:off x="6232080" y="896112"/>
            <a:ext cx="1632734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E236D2"/>
            </a:solidFill>
            <a:prstDash val="solid"/>
          </a:ln>
        </p:spPr>
      </p:sp>
      <p:sp>
        <p:nvSpPr>
          <p:cNvPr id="19" name="C1 W1 word"/>
          <p:cNvSpPr txBox="1"/>
          <p:nvPr/>
        </p:nvSpPr>
        <p:spPr>
          <a:xfrm>
            <a:off x="6232080" y="896112"/>
            <a:ext cx="1632734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وَهُوَ</a:t>
            </a:r>
            <a:endParaRPr lang="ar-SA" sz="4500" dirty="0"/>
          </a:p>
        </p:txBody>
      </p:sp>
      <p:sp>
        <p:nvSpPr>
          <p:cNvPr id="20" name="C2 W2 pill"/>
          <p:cNvSpPr/>
          <p:nvPr/>
        </p:nvSpPr>
        <p:spPr>
          <a:xfrm>
            <a:off x="3935809" y="896112"/>
            <a:ext cx="1976231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D2E236"/>
            </a:solidFill>
            <a:prstDash val="solid"/>
          </a:ln>
        </p:spPr>
      </p:sp>
      <p:sp>
        <p:nvSpPr>
          <p:cNvPr id="21" name="C2 W2 word"/>
          <p:cNvSpPr txBox="1"/>
          <p:nvPr/>
        </p:nvSpPr>
        <p:spPr>
          <a:xfrm>
            <a:off x="3935809" y="896112"/>
            <a:ext cx="1976231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ٱلۡعَلِيُّ</a:t>
            </a:r>
            <a:endParaRPr lang="ar-SA" sz="4500" dirty="0"/>
          </a:p>
        </p:txBody>
      </p:sp>
      <p:sp>
        <p:nvSpPr>
          <p:cNvPr id="22" name="C3 W3 pill"/>
          <p:cNvSpPr/>
          <p:nvPr/>
        </p:nvSpPr>
        <p:spPr>
          <a:xfrm>
            <a:off x="1279186" y="896112"/>
            <a:ext cx="2336583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36D2E2"/>
            </a:solidFill>
            <a:prstDash val="solid"/>
          </a:ln>
        </p:spPr>
      </p:sp>
      <p:sp>
        <p:nvSpPr>
          <p:cNvPr id="23" name="C3 W3 word"/>
          <p:cNvSpPr txBox="1"/>
          <p:nvPr/>
        </p:nvSpPr>
        <p:spPr>
          <a:xfrm>
            <a:off x="1279186" y="896112"/>
            <a:ext cx="2336583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ٱلۡعَظِيمُ</a:t>
            </a:r>
            <a:endParaRPr lang="ar-SA" sz="4500" dirty="0"/>
          </a:p>
        </p:txBody>
      </p:sp>
      <p:sp>
        <p:nvSpPr>
          <p:cNvPr id="24" name="C4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2EB83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S panel"/>
          <p:cNvSpPr/>
          <p:nvPr/>
        </p:nvSpPr>
        <p:spPr>
          <a:xfrm>
            <a:off x="2143502" y="2834640"/>
            <a:ext cx="4856995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6" name="C4 S sentence"/>
          <p:cNvSpPr txBox="1"/>
          <p:nvPr/>
        </p:nvSpPr>
        <p:spPr>
          <a:xfrm>
            <a:off x="2143502" y="2834640"/>
            <a:ext cx="4856995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وَهُوَ ٱلۡعَلِيُّ ٱلۡعَظِيمُ</a:t>
            </a:r>
            <a:endParaRPr lang="ar-SA" sz="4500" dirty="0"/>
          </a:p>
        </p:txBody>
      </p:sp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69</Slides>
  <Notes>69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69</vt:i4>
      </vt:variant>
    </vt:vector>
  </HeadingPairs>
  <TitlesOfParts>
    <vt:vector size="7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Shaddah damma 02-ba-ta-tha</dc:title>
  <dc:subject>PptxGenJS Presentation</dc:subject>
  <dc:creator>PptxGenJS</dc:creator>
  <cp:lastModifiedBy>PptxGenJS</cp:lastModifiedBy>
  <cp:revision>1</cp:revision>
  <dcterms:created xsi:type="dcterms:W3CDTF">2026-10-21T19:04:20Z</dcterms:created>
  <dcterms:modified xsi:type="dcterms:W3CDTF">2026-10-21T19:04:20Z</dcterms:modified>
</cp:coreProperties>
</file>