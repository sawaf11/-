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2"/>
          </a:solidFill>
          <a:ln w="12700">
            <a:solidFill>
              <a:srgbClr val="64D8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A"/>
          </a:solidFill>
          <a:ln w="12700">
            <a:solidFill>
              <a:srgbClr val="47D1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2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رَأُّ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5EED"/>
          </a:solidFill>
          <a:ln w="12700">
            <a:solidFill>
              <a:srgbClr val="E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26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رَبُّ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C"/>
          </a:solidFill>
          <a:ln w="12700">
            <a:solidFill>
              <a:srgbClr val="52E0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70DB"/>
          </a:solidFill>
          <a:ln w="12700">
            <a:solidFill>
              <a:srgbClr val="A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D"/>
          </a:solidFill>
          <a:ln w="12700">
            <a:solidFill>
              <a:srgbClr val="8547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24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رَتُّ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64D8"/>
          </a:solidFill>
          <a:ln w="12700">
            <a:solidFill>
              <a:srgbClr val="8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47D1"/>
          </a:solidFill>
          <a:ln w="12700">
            <a:solidFill>
              <a:srgbClr val="5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60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رَثُّ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A79"/>
          </a:solidFill>
          <a:ln w="12700">
            <a:solidFill>
              <a:srgbClr val="345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35E"/>
          </a:solidFill>
          <a:ln w="12700">
            <a:solidFill>
              <a:srgbClr val="EDC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26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رَدُّ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AE0"/>
          </a:solidFill>
          <a:ln w="12700">
            <a:solidFill>
              <a:srgbClr val="526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370"/>
          </a:solidFill>
          <a:ln w="12700">
            <a:solidFill>
              <a:srgbClr val="DB9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36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رَذُّ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864"/>
          </a:solidFill>
          <a:ln w="12700">
            <a:solidFill>
              <a:srgbClr val="D86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A"/>
          </a:solidFill>
          <a:ln w="12700">
            <a:solidFill>
              <a:srgbClr val="D147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أَرُّبَ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بَرُّتَ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تَرُّثَ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ثَرُّجَ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F"/>
          </a:solidFill>
          <a:ln w="12700">
            <a:solidFill>
              <a:srgbClr val="5EED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77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جَرُّحَ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E"/>
          </a:solidFill>
          <a:ln w="12700">
            <a:solidFill>
              <a:srgbClr val="E052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20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20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3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77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حَرُّخَ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D864"/>
          </a:solidFill>
          <a:ln w="12700">
            <a:solidFill>
              <a:srgbClr val="7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D147"/>
          </a:solidFill>
          <a:ln w="12700">
            <a:solidFill>
              <a:srgbClr val="7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20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20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3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خَرُّدَ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دَرُّذَ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9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ذَرُّأَ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أَرُّ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5EED"/>
          </a:solidFill>
          <a:ln w="12700">
            <a:solidFill>
              <a:srgbClr val="7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E052"/>
          </a:solidFill>
          <a:ln w="12700">
            <a:solidFill>
              <a:srgbClr val="B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3DB"/>
          </a:solidFill>
          <a:ln w="12700">
            <a:solidFill>
              <a:srgbClr val="708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تَرُّ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AD8"/>
          </a:solidFill>
          <a:ln w="12700">
            <a:solidFill>
              <a:srgbClr val="649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ED1"/>
          </a:solidFill>
          <a:ln w="12700">
            <a:solidFill>
              <a:srgbClr val="479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جَرُّ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3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3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خَرُّ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5"/>
          </a:solidFill>
          <a:ln w="12700">
            <a:solidFill>
              <a:srgbClr val="ED5E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دَرُّ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5E0"/>
          </a:solidFill>
          <a:ln w="12700">
            <a:solidFill>
              <a:srgbClr val="52D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D"/>
          </a:solidFill>
          <a:ln w="12700">
            <a:solidFill>
              <a:srgbClr val="DB70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ذَرُّ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7"/>
          </a:solidFill>
          <a:ln w="12700">
            <a:solidFill>
              <a:srgbClr val="D864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0"/>
          </a:solidFill>
          <a:ln w="12700">
            <a:solidFill>
              <a:srgbClr val="D147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2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زَأُّ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26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زَبُّ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24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زَتُّ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60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زَثُّ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ED5E"/>
          </a:solidFill>
          <a:ln w="12700">
            <a:solidFill>
              <a:srgbClr val="8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زَجُّ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52E0"/>
          </a:solidFill>
          <a:ln w="12700">
            <a:solidFill>
              <a:srgbClr val="C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زَحُّ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D864"/>
          </a:solidFill>
          <a:ln w="12700">
            <a:solidFill>
              <a:srgbClr val="D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F47"/>
          </a:solidFill>
          <a:ln w="12700">
            <a:solidFill>
              <a:srgbClr val="D1B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زَخُّ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26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زَدُّ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636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زَذُّ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زَرُّ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CED"/>
          </a:solidFill>
          <a:ln w="12700">
            <a:solidFill>
              <a:srgbClr val="5EA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أَزُّبَ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452"/>
          </a:solidFill>
          <a:ln w="12700">
            <a:solidFill>
              <a:srgbClr val="E0A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3DB"/>
          </a:solidFill>
          <a:ln w="12700">
            <a:solidFill>
              <a:srgbClr val="70D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6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بَزُّتَ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0"/>
          </a:solidFill>
          <a:ln w="12700">
            <a:solidFill>
              <a:srgbClr val="64D8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D"/>
          </a:solidFill>
          <a:ln w="12700">
            <a:solidFill>
              <a:srgbClr val="47D1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6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تَزُّثَ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ثَزُّجَ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جَزُّحَ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حَزُّخَ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0"/>
          </a:solidFill>
          <a:ln w="12700">
            <a:solidFill>
              <a:srgbClr val="ED5ED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06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خَزُّدَ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6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دَزُّذَ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64D8"/>
          </a:solidFill>
          <a:ln w="12700">
            <a:solidFill>
              <a:srgbClr val="A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47D1"/>
          </a:solidFill>
          <a:ln w="12700">
            <a:solidFill>
              <a:srgbClr val="7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6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ذَزُّرَ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1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رَزُّأَ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أَزُّ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بَزُّ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52E0"/>
          </a:solidFill>
          <a:ln w="12700">
            <a:solidFill>
              <a:srgbClr val="5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847"/>
          </a:solidFill>
          <a:ln w="12700">
            <a:solidFill>
              <a:srgbClr val="D15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جَزُّ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حَزُّ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خَزُّ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دَزُّ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3"/>
          </a:solidFill>
          <a:ln w="12700">
            <a:solidFill>
              <a:srgbClr val="5EED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ذَزُّ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رَزُّ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D147"/>
          </a:solidFill>
          <a:ln w="12700">
            <a:solidFill>
              <a:srgbClr val="5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8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B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B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5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B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D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D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6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D36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06-ra-zay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