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2"/>
          </a:solidFill>
          <a:ln w="12700">
            <a:solidFill>
              <a:srgbClr val="64D8A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A"/>
          </a:solidFill>
          <a:ln w="12700">
            <a:solidFill>
              <a:srgbClr val="47D17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18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8 R result"/>
          <p:cNvSpPr txBox="1"/>
          <p:nvPr/>
        </p:nvSpPr>
        <p:spPr>
          <a:xfrm>
            <a:off x="685800" y="1640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12064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700" dirty="0"/>
          </a:p>
        </p:txBody>
      </p:sp>
      <p:sp>
        <p:nvSpPr>
          <p:cNvPr id="13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5" name="C3 W2 word"/>
          <p:cNvSpPr txBox="1"/>
          <p:nvPr/>
        </p:nvSpPr>
        <p:spPr>
          <a:xfrm>
            <a:off x="91440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8700" dirty="0"/>
          </a:p>
        </p:txBody>
      </p:sp>
      <p:sp>
        <p:nvSpPr>
          <p:cNvPr id="16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7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642B"/>
          </a:solidFill>
          <a:ln w="12700">
            <a:solidFill>
              <a:srgbClr val="5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7934"/>
          </a:solidFill>
          <a:ln w="12700">
            <a:solidFill>
              <a:srgbClr val="4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72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رَأُّ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65EED"/>
          </a:solidFill>
          <a:ln w="12700">
            <a:solidFill>
              <a:srgbClr val="E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26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رَبُّ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C"/>
          </a:solidFill>
          <a:ln w="12700">
            <a:solidFill>
              <a:srgbClr val="52E05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E70DB"/>
          </a:solidFill>
          <a:ln w="12700">
            <a:solidFill>
              <a:srgbClr val="A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D"/>
          </a:solidFill>
          <a:ln w="12700">
            <a:solidFill>
              <a:srgbClr val="85474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24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رَتُّ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564D8"/>
          </a:solidFill>
          <a:ln w="12700">
            <a:solidFill>
              <a:srgbClr val="8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847D1"/>
          </a:solidFill>
          <a:ln w="12700">
            <a:solidFill>
              <a:srgbClr val="5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609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رَثُّ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رَجُّ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1"/>
          </a:solidFill>
          <a:ln w="12700">
            <a:solidFill>
              <a:srgbClr val="2B646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A79"/>
          </a:solidFill>
          <a:ln w="12700">
            <a:solidFill>
              <a:srgbClr val="345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رَحُّ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رَخُّ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35E"/>
          </a:solidFill>
          <a:ln w="12700">
            <a:solidFill>
              <a:srgbClr val="EDC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26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رَدُّ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AE0"/>
          </a:solidFill>
          <a:ln w="12700">
            <a:solidFill>
              <a:srgbClr val="526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370"/>
          </a:solidFill>
          <a:ln w="12700">
            <a:solidFill>
              <a:srgbClr val="DB9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C8547"/>
          </a:solidFill>
          <a:ln w="12700">
            <a:solidFill>
              <a:srgbClr val="5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636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رَذُّ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864"/>
          </a:solidFill>
          <a:ln w="12700">
            <a:solidFill>
              <a:srgbClr val="D86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A"/>
          </a:solidFill>
          <a:ln w="12700">
            <a:solidFill>
              <a:srgbClr val="D1475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9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9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أَرُّبَ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9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9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بَرُّتَ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2B64"/>
          </a:solidFill>
          <a:ln w="12700">
            <a:solidFill>
              <a:srgbClr val="5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B"/>
          </a:solidFill>
          <a:ln w="12700">
            <a:solidFill>
              <a:srgbClr val="79346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9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9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تَرُّثَ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9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9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ثَرُّجَ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F"/>
          </a:solidFill>
          <a:ln w="12700">
            <a:solidFill>
              <a:srgbClr val="5EED9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9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9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6774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جَرُّحَ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E"/>
          </a:solidFill>
          <a:ln w="12700">
            <a:solidFill>
              <a:srgbClr val="E0528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8"/>
          </a:solidFill>
          <a:ln w="12700">
            <a:solidFill>
              <a:srgbClr val="70DB7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B85"/>
          </a:solidFill>
          <a:ln w="12700">
            <a:solidFill>
              <a:srgbClr val="476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96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96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38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020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020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38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6774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حَرُّخَ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DD864"/>
          </a:solidFill>
          <a:ln w="12700">
            <a:solidFill>
              <a:srgbClr val="7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CD147"/>
          </a:solidFill>
          <a:ln w="12700">
            <a:solidFill>
              <a:srgbClr val="7C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96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96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20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204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3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خَرُّدَ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9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9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دَرُّذَ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52B"/>
          </a:solidFill>
          <a:ln w="12700">
            <a:solidFill>
              <a:srgbClr val="644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634"/>
          </a:solidFill>
          <a:ln w="12700">
            <a:solidFill>
              <a:srgbClr val="797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66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9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91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ذَرُّأَ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أَرُّ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B5EED"/>
          </a:solidFill>
          <a:ln w="12700">
            <a:solidFill>
              <a:srgbClr val="7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بَرُّ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2E052"/>
          </a:solidFill>
          <a:ln w="12700">
            <a:solidFill>
              <a:srgbClr val="B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3DB"/>
          </a:solidFill>
          <a:ln w="12700">
            <a:solidFill>
              <a:srgbClr val="708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B"/>
          </a:solidFill>
          <a:ln w="12700">
            <a:solidFill>
              <a:srgbClr val="85477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تَرُّ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AD8"/>
          </a:solidFill>
          <a:ln w="12700">
            <a:solidFill>
              <a:srgbClr val="649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ED1"/>
          </a:solidFill>
          <a:ln w="12700">
            <a:solidFill>
              <a:srgbClr val="479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ثَرُّ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جَرُّ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6"/>
          </a:solidFill>
          <a:ln w="12700">
            <a:solidFill>
              <a:srgbClr val="2B64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5"/>
          </a:solidFill>
          <a:ln w="12700">
            <a:solidFill>
              <a:srgbClr val="34796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حَرُّ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3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3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خَرُّ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5"/>
          </a:solidFill>
          <a:ln w="12700">
            <a:solidFill>
              <a:srgbClr val="ED5E6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دَرُّ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5E0"/>
          </a:solidFill>
          <a:ln w="12700">
            <a:solidFill>
              <a:srgbClr val="52D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D"/>
          </a:solidFill>
          <a:ln w="12700">
            <a:solidFill>
              <a:srgbClr val="DB709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F47"/>
          </a:solidFill>
          <a:ln w="12700">
            <a:solidFill>
              <a:srgbClr val="857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ذَرُّ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7"/>
          </a:solidFill>
          <a:ln w="12700">
            <a:solidFill>
              <a:srgbClr val="D864B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0"/>
          </a:solidFill>
          <a:ln w="12700">
            <a:solidFill>
              <a:srgbClr val="D147C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72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زَأُّ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26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زَبُّ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D64"/>
          </a:solidFill>
          <a:ln w="12700">
            <a:solidFill>
              <a:srgbClr val="2B2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3479"/>
          </a:solidFill>
          <a:ln w="12700">
            <a:solidFill>
              <a:srgbClr val="5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24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زَتُّ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609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زَثُّ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9ED5E"/>
          </a:solidFill>
          <a:ln w="12700">
            <a:solidFill>
              <a:srgbClr val="8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زَجُّ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852E0"/>
          </a:solidFill>
          <a:ln w="12700">
            <a:solidFill>
              <a:srgbClr val="C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8DB70"/>
          </a:solidFill>
          <a:ln w="12700">
            <a:solidFill>
              <a:srgbClr val="B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0"/>
          </a:solidFill>
          <a:ln w="12700">
            <a:solidFill>
              <a:srgbClr val="47857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زَحُّ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4D864"/>
          </a:solidFill>
          <a:ln w="12700">
            <a:solidFill>
              <a:srgbClr val="D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F47"/>
          </a:solidFill>
          <a:ln w="12700">
            <a:solidFill>
              <a:srgbClr val="D1B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زَخُّ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26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زَدُّ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C"/>
          </a:solidFill>
          <a:ln w="12700">
            <a:solidFill>
              <a:srgbClr val="642B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234"/>
          </a:solidFill>
          <a:ln w="12700">
            <a:solidFill>
              <a:srgbClr val="794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636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زَذُّ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زَرُّ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CED"/>
          </a:solidFill>
          <a:ln w="12700">
            <a:solidFill>
              <a:srgbClr val="5EA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أَزُّبَ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452"/>
          </a:solidFill>
          <a:ln w="12700">
            <a:solidFill>
              <a:srgbClr val="E0A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3DB"/>
          </a:solidFill>
          <a:ln w="12700">
            <a:solidFill>
              <a:srgbClr val="70D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4785"/>
          </a:solidFill>
          <a:ln w="12700">
            <a:solidFill>
              <a:srgbClr val="6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808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06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بَزُّتَ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0"/>
          </a:solidFill>
          <a:ln w="12700">
            <a:solidFill>
              <a:srgbClr val="64D8C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D"/>
          </a:solidFill>
          <a:ln w="12700">
            <a:solidFill>
              <a:srgbClr val="47D19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64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06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تَزُّثَ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15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36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462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ثَزُّجَ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642B"/>
          </a:solidFill>
          <a:ln w="12700">
            <a:solidFill>
              <a:srgbClr val="4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7934"/>
          </a:solidFill>
          <a:ln w="12700">
            <a:solidFill>
              <a:srgbClr val="3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462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جَزُّحَ</a:t>
            </a:r>
            <a:endParaRPr lang="ar-SA" sz="5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2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625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حَزُّخَ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0"/>
          </a:solidFill>
          <a:ln w="12700">
            <a:solidFill>
              <a:srgbClr val="ED5ED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08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36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06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خَزُّدَ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1"/>
          </a:solidFill>
          <a:ln w="12700">
            <a:solidFill>
              <a:srgbClr val="52E08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970DB"/>
          </a:solidFill>
          <a:ln w="12700">
            <a:solidFill>
              <a:srgbClr val="C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147"/>
          </a:solidFill>
          <a:ln w="12700">
            <a:solidFill>
              <a:srgbClr val="855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88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36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06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دَزُّذَ</a:t>
            </a:r>
            <a:endParaRPr lang="ar-SA" sz="6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364D8"/>
          </a:solidFill>
          <a:ln w="12700">
            <a:solidFill>
              <a:srgbClr val="A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B47D1"/>
          </a:solidFill>
          <a:ln w="12700">
            <a:solidFill>
              <a:srgbClr val="7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50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06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ذَزُّرَ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820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488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110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36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595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رَزُّأَ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864"/>
          </a:solidFill>
          <a:ln w="12700">
            <a:solidFill>
              <a:srgbClr val="2B5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879"/>
          </a:solidFill>
          <a:ln w="12700">
            <a:solidFill>
              <a:srgbClr val="344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أَزُّ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بَزُّ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75E"/>
          </a:solidFill>
          <a:ln w="12700">
            <a:solidFill>
              <a:srgbClr val="EDE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تَزُّ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D52E0"/>
          </a:solidFill>
          <a:ln w="12700">
            <a:solidFill>
              <a:srgbClr val="5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F70"/>
          </a:solidFill>
          <a:ln w="12700">
            <a:solidFill>
              <a:srgbClr val="DBAF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8547"/>
          </a:solidFill>
          <a:ln w="12700">
            <a:solidFill>
              <a:srgbClr val="4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ثَزُّ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664"/>
          </a:solidFill>
          <a:ln w="12700">
            <a:solidFill>
              <a:srgbClr val="D88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847"/>
          </a:solidFill>
          <a:ln w="12700">
            <a:solidFill>
              <a:srgbClr val="D15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جَزُّ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حَزُّ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2B64"/>
          </a:solidFill>
          <a:ln w="12700">
            <a:solidFill>
              <a:srgbClr val="6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A"/>
          </a:solidFill>
          <a:ln w="12700">
            <a:solidFill>
              <a:srgbClr val="7934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خَزُّ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دَزُّ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3"/>
          </a:solidFill>
          <a:ln w="12700">
            <a:solidFill>
              <a:srgbClr val="5EEDC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ذَزُّ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9"/>
          </a:solidFill>
          <a:ln w="12700">
            <a:solidFill>
              <a:srgbClr val="E0526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4"/>
          </a:solidFill>
          <a:ln w="12700">
            <a:solidFill>
              <a:srgbClr val="70DB9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C85"/>
          </a:solidFill>
          <a:ln w="12700">
            <a:solidFill>
              <a:srgbClr val="475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رَزُّ</a:t>
            </a:r>
            <a:endParaRPr lang="ar-SA" sz="7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9"/>
          </a:solidFill>
          <a:ln w="12700">
            <a:solidFill>
              <a:srgbClr val="64D8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9D147"/>
          </a:solidFill>
          <a:ln w="12700">
            <a:solidFill>
              <a:srgbClr val="5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718689" y="896112"/>
            <a:ext cx="1652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8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718689" y="896112"/>
            <a:ext cx="1652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4637385" y="896112"/>
            <a:ext cx="17612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8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637385" y="896112"/>
            <a:ext cx="17612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يُحِبُّ</a:t>
            </a:r>
            <a:endParaRPr lang="ar-SA" sz="4000" dirty="0"/>
          </a:p>
        </p:txBody>
      </p:sp>
      <p:sp>
        <p:nvSpPr>
          <p:cNvPr id="14" name="C3 W3 pill"/>
          <p:cNvSpPr/>
          <p:nvPr/>
        </p:nvSpPr>
        <p:spPr>
          <a:xfrm>
            <a:off x="772850" y="896112"/>
            <a:ext cx="35444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8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772850" y="896112"/>
            <a:ext cx="35444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ٱلۡمُحۡسِنِينَ</a:t>
            </a:r>
            <a:endParaRPr lang="ar-SA" sz="40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1608372" y="2834640"/>
            <a:ext cx="59272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1608372" y="2834640"/>
            <a:ext cx="59272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 يُحِبُّ ٱلۡمُحۡسِنِينَ</a:t>
            </a:r>
            <a:endParaRPr lang="ar-SA" sz="4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497043" y="896112"/>
            <a:ext cx="19182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B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497043" y="896112"/>
            <a:ext cx="19182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3725222" y="896112"/>
            <a:ext cx="14517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B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725222" y="896112"/>
            <a:ext cx="14517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4600" dirty="0"/>
          </a:p>
        </p:txBody>
      </p:sp>
      <p:sp>
        <p:nvSpPr>
          <p:cNvPr id="15" name="C3 W3 pill"/>
          <p:cNvSpPr/>
          <p:nvPr/>
        </p:nvSpPr>
        <p:spPr>
          <a:xfrm>
            <a:off x="1728720" y="896112"/>
            <a:ext cx="16764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9B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728720" y="896112"/>
            <a:ext cx="16764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رَّبِّكَ</a:t>
            </a:r>
            <a:endParaRPr lang="ar-SA" sz="46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516104" y="2834640"/>
            <a:ext cx="41117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516104" y="2834640"/>
            <a:ext cx="41117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 مِن رَّبِّكَ</a:t>
            </a:r>
            <a:endParaRPr lang="ar-SA" sz="4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7934"/>
          </a:solidFill>
          <a:ln w="12700">
            <a:solidFill>
              <a:srgbClr val="6B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232080" y="896112"/>
            <a:ext cx="1632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D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232080" y="896112"/>
            <a:ext cx="1632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</a:t>
            </a:r>
            <a:endParaRPr lang="ar-SA" sz="4500" dirty="0"/>
          </a:p>
        </p:txBody>
      </p:sp>
      <p:sp>
        <p:nvSpPr>
          <p:cNvPr id="14" name="C2 W2 pill"/>
          <p:cNvSpPr/>
          <p:nvPr/>
        </p:nvSpPr>
        <p:spPr>
          <a:xfrm>
            <a:off x="3935809" y="896112"/>
            <a:ext cx="19762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D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935809" y="896112"/>
            <a:ext cx="1976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ٱلۡعَلِيُّ</a:t>
            </a:r>
            <a:endParaRPr lang="ar-SA" sz="4500" dirty="0"/>
          </a:p>
        </p:txBody>
      </p:sp>
      <p:sp>
        <p:nvSpPr>
          <p:cNvPr id="16" name="C3 W3 pill"/>
          <p:cNvSpPr/>
          <p:nvPr/>
        </p:nvSpPr>
        <p:spPr>
          <a:xfrm>
            <a:off x="1279186" y="896112"/>
            <a:ext cx="23365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D36E2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279186" y="896112"/>
            <a:ext cx="23365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ٱلۡعَظِيمُ</a:t>
            </a:r>
            <a:endParaRPr lang="ar-SA" sz="45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143502" y="2834640"/>
            <a:ext cx="48569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143502" y="2834640"/>
            <a:ext cx="48569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 ٱلۡعَلِيُّ ٱلۡعَظِيمُ</a:t>
            </a:r>
            <a:endParaRPr lang="ar-SA" sz="4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damma 06-ra-zay</dc:title>
  <dc:subject>PptxGenJS Presentation</dc:subject>
  <dc:creator>PptxGenJS</dc:creator>
  <cp:lastModifiedBy>PptxGenJS</cp:lastModifiedBy>
  <cp:revision>1</cp:revision>
  <dcterms:created xsi:type="dcterms:W3CDTF">2026-10-21T19:04:21Z</dcterms:created>
  <dcterms:modified xsi:type="dcterms:W3CDTF">2026-10-21T19:04:21Z</dcterms:modified>
</cp:coreProperties>
</file>