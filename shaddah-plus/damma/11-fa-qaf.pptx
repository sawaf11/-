
<file path=[Content_Types].xml><?xml version="1.0" encoding="utf-8"?>
<Types xmlns="http://schemas.openxmlformats.org/package/2006/content-types">
  <Default Extension="wav" ContentType="audio/wav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slideMasters/slideMaster83.xml" ContentType="application/vnd.openxmlformats-officedocument.presentationml.slideMaster+xml"/>
  <Override PartName="/ppt/slides/slide83.xml" ContentType="application/vnd.openxmlformats-officedocument.presentationml.slide+xml"/>
  <Override PartName="/ppt/slideMasters/slideMaster84.xml" ContentType="application/vnd.openxmlformats-officedocument.presentationml.slideMaster+xml"/>
  <Override PartName="/ppt/slides/slide84.xml" ContentType="application/vnd.openxmlformats-officedocument.presentationml.slide+xml"/>
  <Override PartName="/ppt/slideMasters/slideMaster85.xml" ContentType="application/vnd.openxmlformats-officedocument.presentationml.slideMaster+xml"/>
  <Override PartName="/ppt/slides/slide85.xml" ContentType="application/vnd.openxmlformats-officedocument.presentationml.slide+xml"/>
  <Override PartName="/ppt/slideMasters/slideMaster86.xml" ContentType="application/vnd.openxmlformats-officedocument.presentationml.slideMaster+xml"/>
  <Override PartName="/ppt/slides/slide86.xml" ContentType="application/vnd.openxmlformats-officedocument.presentationml.slide+xml"/>
  <Override PartName="/ppt/slideMasters/slideMaster87.xml" ContentType="application/vnd.openxmlformats-officedocument.presentationml.slideMaster+xml"/>
  <Override PartName="/ppt/slides/slide87.xml" ContentType="application/vnd.openxmlformats-officedocument.presentationml.slide+xml"/>
  <Override PartName="/ppt/slideMasters/slideMaster88.xml" ContentType="application/vnd.openxmlformats-officedocument.presentationml.slideMaster+xml"/>
  <Override PartName="/ppt/slides/slide88.xml" ContentType="application/vnd.openxmlformats-officedocument.presentationml.slide+xml"/>
  <Override PartName="/ppt/slideMasters/slideMaster89.xml" ContentType="application/vnd.openxmlformats-officedocument.presentationml.slideMaster+xml"/>
  <Override PartName="/ppt/slides/slide89.xml" ContentType="application/vnd.openxmlformats-officedocument.presentationml.slide+xml"/>
  <Override PartName="/ppt/slideMasters/slideMaster90.xml" ContentType="application/vnd.openxmlformats-officedocument.presentationml.slideMaster+xml"/>
  <Override PartName="/ppt/slides/slide90.xml" ContentType="application/vnd.openxmlformats-officedocument.presentationml.slide+xml"/>
  <Override PartName="/ppt/slideMasters/slideMaster91.xml" ContentType="application/vnd.openxmlformats-officedocument.presentationml.slideMaster+xml"/>
  <Override PartName="/ppt/slides/slide91.xml" ContentType="application/vnd.openxmlformats-officedocument.presentationml.slide+xml"/>
  <Override PartName="/ppt/slideMasters/slideMaster92.xml" ContentType="application/vnd.openxmlformats-officedocument.presentationml.slideMaster+xml"/>
  <Override PartName="/ppt/slides/slide92.xml" ContentType="application/vnd.openxmlformats-officedocument.presentationml.slide+xml"/>
  <Override PartName="/ppt/slideMasters/slideMaster93.xml" ContentType="application/vnd.openxmlformats-officedocument.presentationml.slideMaster+xml"/>
  <Override PartName="/ppt/slides/slide93.xml" ContentType="application/vnd.openxmlformats-officedocument.presentationml.slide+xml"/>
  <Override PartName="/ppt/slideMasters/slideMaster94.xml" ContentType="application/vnd.openxmlformats-officedocument.presentationml.slideMaster+xml"/>
  <Override PartName="/ppt/slides/slide94.xml" ContentType="application/vnd.openxmlformats-officedocument.presentationml.slide+xml"/>
  <Override PartName="/ppt/slideMasters/slideMaster95.xml" ContentType="application/vnd.openxmlformats-officedocument.presentationml.slideMaster+xml"/>
  <Override PartName="/ppt/slides/slide95.xml" ContentType="application/vnd.openxmlformats-officedocument.presentationml.slide+xml"/>
  <Override PartName="/ppt/slideMasters/slideMaster96.xml" ContentType="application/vnd.openxmlformats-officedocument.presentationml.slideMaster+xml"/>
  <Override PartName="/ppt/slides/slide96.xml" ContentType="application/vnd.openxmlformats-officedocument.presentationml.slide+xml"/>
  <Override PartName="/ppt/slideMasters/slideMaster97.xml" ContentType="application/vnd.openxmlformats-officedocument.presentationml.slideMaster+xml"/>
  <Override PartName="/ppt/slides/slide97.xml" ContentType="application/vnd.openxmlformats-officedocument.presentationml.slide+xml"/>
  <Override PartName="/ppt/slideMasters/slideMaster98.xml" ContentType="application/vnd.openxmlformats-officedocument.presentationml.slideMaster+xml"/>
  <Override PartName="/ppt/slides/slide98.xml" ContentType="application/vnd.openxmlformats-officedocument.presentationml.slide+xml"/>
  <Override PartName="/ppt/slideMasters/slideMaster99.xml" ContentType="application/vnd.openxmlformats-officedocument.presentationml.slideMaster+xml"/>
  <Override PartName="/ppt/slides/slide99.xml" ContentType="application/vnd.openxmlformats-officedocument.presentationml.slide+xml"/>
  <Override PartName="/ppt/slideMasters/slideMaster100.xml" ContentType="application/vnd.openxmlformats-officedocument.presentationml.slideMaster+xml"/>
  <Override PartName="/ppt/slides/slide100.xml" ContentType="application/vnd.openxmlformats-officedocument.presentationml.slide+xml"/>
  <Override PartName="/ppt/slideMasters/slideMaster101.xml" ContentType="application/vnd.openxmlformats-officedocument.presentationml.slideMaster+xml"/>
  <Override PartName="/ppt/slides/slide101.xml" ContentType="application/vnd.openxmlformats-officedocument.presentationml.slide+xml"/>
  <Override PartName="/ppt/slideMasters/slideMaster102.xml" ContentType="application/vnd.openxmlformats-officedocument.presentationml.slideMaster+xml"/>
  <Override PartName="/ppt/slides/slide102.xml" ContentType="application/vnd.openxmlformats-officedocument.presentationml.slide+xml"/>
  <Override PartName="/ppt/slideMasters/slideMaster103.xml" ContentType="application/vnd.openxmlformats-officedocument.presentationml.slideMaster+xml"/>
  <Override PartName="/ppt/slides/slide103.xml" ContentType="application/vnd.openxmlformats-officedocument.presentationml.slide+xml"/>
  <Override PartName="/ppt/slideMasters/slideMaster104.xml" ContentType="application/vnd.openxmlformats-officedocument.presentationml.slideMaster+xml"/>
  <Override PartName="/ppt/slides/slide104.xml" ContentType="application/vnd.openxmlformats-officedocument.presentationml.slide+xml"/>
  <Override PartName="/ppt/slideMasters/slideMaster105.xml" ContentType="application/vnd.openxmlformats-officedocument.presentationml.slideMaster+xml"/>
  <Override PartName="/ppt/slides/slide105.xml" ContentType="application/vnd.openxmlformats-officedocument.presentationml.slide+xml"/>
  <Override PartName="/ppt/slideMasters/slideMaster106.xml" ContentType="application/vnd.openxmlformats-officedocument.presentationml.slideMaster+xml"/>
  <Override PartName="/ppt/slides/slide106.xml" ContentType="application/vnd.openxmlformats-officedocument.presentationml.slide+xml"/>
  <Override PartName="/ppt/slideMasters/slideMaster107.xml" ContentType="application/vnd.openxmlformats-officedocument.presentationml.slideMaster+xml"/>
  <Override PartName="/ppt/slides/slide107.xml" ContentType="application/vnd.openxmlformats-officedocument.presentationml.slide+xml"/>
  <Override PartName="/ppt/slideMasters/slideMaster108.xml" ContentType="application/vnd.openxmlformats-officedocument.presentationml.slideMaster+xml"/>
  <Override PartName="/ppt/slides/slide108.xml" ContentType="application/vnd.openxmlformats-officedocument.presentationml.slide+xml"/>
  <Override PartName="/ppt/slideMasters/slideMaster109.xml" ContentType="application/vnd.openxmlformats-officedocument.presentationml.slideMaster+xml"/>
  <Override PartName="/ppt/slides/slide109.xml" ContentType="application/vnd.openxmlformats-officedocument.presentationml.slide+xml"/>
  <Override PartName="/ppt/slideMasters/slideMaster110.xml" ContentType="application/vnd.openxmlformats-officedocument.presentationml.slideMaster+xml"/>
  <Override PartName="/ppt/slides/slide110.xml" ContentType="application/vnd.openxmlformats-officedocument.presentationml.slide+xml"/>
  <Override PartName="/ppt/slideMasters/slideMaster111.xml" ContentType="application/vnd.openxmlformats-officedocument.presentationml.slideMaster+xml"/>
  <Override PartName="/ppt/slides/slide111.xml" ContentType="application/vnd.openxmlformats-officedocument.presentationml.slide+xml"/>
  <Override PartName="/ppt/slideMasters/slideMaster112.xml" ContentType="application/vnd.openxmlformats-officedocument.presentationml.slideMaster+xml"/>
  <Override PartName="/ppt/slides/slide112.xml" ContentType="application/vnd.openxmlformats-officedocument.presentationml.slide+xml"/>
  <Override PartName="/ppt/slideMasters/slideMaster113.xml" ContentType="application/vnd.openxmlformats-officedocument.presentationml.slideMaster+xml"/>
  <Override PartName="/ppt/slides/slide113.xml" ContentType="application/vnd.openxmlformats-officedocument.presentationml.slide+xml"/>
  <Override PartName="/ppt/slideMasters/slideMaster114.xml" ContentType="application/vnd.openxmlformats-officedocument.presentationml.slideMaster+xml"/>
  <Override PartName="/ppt/slides/slide114.xml" ContentType="application/vnd.openxmlformats-officedocument.presentationml.slide+xml"/>
  <Override PartName="/ppt/slideMasters/slideMaster115.xml" ContentType="application/vnd.openxmlformats-officedocument.presentationml.slideMaster+xml"/>
  <Override PartName="/ppt/slides/slide115.xml" ContentType="application/vnd.openxmlformats-officedocument.presentationml.slide+xml"/>
  <Override PartName="/ppt/slideMasters/slideMaster116.xml" ContentType="application/vnd.openxmlformats-officedocument.presentationml.slideMaster+xml"/>
  <Override PartName="/ppt/slides/slide116.xml" ContentType="application/vnd.openxmlformats-officedocument.presentationml.slide+xml"/>
  <Override PartName="/ppt/slideMasters/slideMaster117.xml" ContentType="application/vnd.openxmlformats-officedocument.presentationml.slideMaster+xml"/>
  <Override PartName="/ppt/slides/slide117.xml" ContentType="application/vnd.openxmlformats-officedocument.presentationml.slide+xml"/>
  <Override PartName="/ppt/slideMasters/slideMaster118.xml" ContentType="application/vnd.openxmlformats-officedocument.presentationml.slideMaster+xml"/>
  <Override PartName="/ppt/slides/slide118.xml" ContentType="application/vnd.openxmlformats-officedocument.presentationml.slide+xml"/>
  <Override PartName="/ppt/slideMasters/slideMaster119.xml" ContentType="application/vnd.openxmlformats-officedocument.presentationml.slideMaster+xml"/>
  <Override PartName="/ppt/slides/slide119.xml" ContentType="application/vnd.openxmlformats-officedocument.presentationml.slide+xml"/>
  <Override PartName="/ppt/slideMasters/slideMaster120.xml" ContentType="application/vnd.openxmlformats-officedocument.presentationml.slideMaster+xml"/>
  <Override PartName="/ppt/slides/slide120.xml" ContentType="application/vnd.openxmlformats-officedocument.presentationml.slide+xml"/>
  <Override PartName="/ppt/slideMasters/slideMaster121.xml" ContentType="application/vnd.openxmlformats-officedocument.presentationml.slideMaster+xml"/>
  <Override PartName="/ppt/slides/slide121.xml" ContentType="application/vnd.openxmlformats-officedocument.presentationml.slide+xml"/>
  <Override PartName="/ppt/slideMasters/slideMaster122.xml" ContentType="application/vnd.openxmlformats-officedocument.presentationml.slideMaster+xml"/>
  <Override PartName="/ppt/slides/slide122.xml" ContentType="application/vnd.openxmlformats-officedocument.presentationml.slide+xml"/>
  <Override PartName="/ppt/slideMasters/slideMaster123.xml" ContentType="application/vnd.openxmlformats-officedocument.presentationml.slideMaster+xml"/>
  <Override PartName="/ppt/slides/slide1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  <p:sldId id="357" r:id="rId103"/>
    <p:sldId id="358" r:id="rId104"/>
    <p:sldId id="359" r:id="rId105"/>
    <p:sldId id="360" r:id="rId106"/>
    <p:sldId id="361" r:id="rId107"/>
    <p:sldId id="362" r:id="rId108"/>
    <p:sldId id="363" r:id="rId109"/>
    <p:sldId id="364" r:id="rId110"/>
    <p:sldId id="365" r:id="rId111"/>
    <p:sldId id="366" r:id="rId112"/>
    <p:sldId id="367" r:id="rId113"/>
    <p:sldId id="368" r:id="rId114"/>
    <p:sldId id="369" r:id="rId115"/>
    <p:sldId id="370" r:id="rId116"/>
    <p:sldId id="371" r:id="rId117"/>
    <p:sldId id="372" r:id="rId118"/>
    <p:sldId id="373" r:id="rId119"/>
    <p:sldId id="374" r:id="rId120"/>
    <p:sldId id="375" r:id="rId121"/>
    <p:sldId id="376" r:id="rId122"/>
    <p:sldId id="377" r:id="rId123"/>
    <p:sldId id="378" r:id="rId124"/>
  </p:sldIdLst>
  <p:notesMasterIdLst>
    <p:notesMasterId r:id="rId12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slide" Target="slides/slide88.xml"/><Relationship Id="rId90" Type="http://schemas.openxmlformats.org/officeDocument/2006/relationships/slide" Target="slides/slide89.xml"/><Relationship Id="rId91" Type="http://schemas.openxmlformats.org/officeDocument/2006/relationships/slide" Target="slides/slide90.xml"/><Relationship Id="rId92" Type="http://schemas.openxmlformats.org/officeDocument/2006/relationships/slide" Target="slides/slide91.xml"/><Relationship Id="rId93" Type="http://schemas.openxmlformats.org/officeDocument/2006/relationships/slide" Target="slides/slide92.xml"/><Relationship Id="rId94" Type="http://schemas.openxmlformats.org/officeDocument/2006/relationships/slide" Target="slides/slide93.xml"/><Relationship Id="rId95" Type="http://schemas.openxmlformats.org/officeDocument/2006/relationships/slide" Target="slides/slide94.xml"/><Relationship Id="rId96" Type="http://schemas.openxmlformats.org/officeDocument/2006/relationships/slide" Target="slides/slide95.xml"/><Relationship Id="rId97" Type="http://schemas.openxmlformats.org/officeDocument/2006/relationships/slide" Target="slides/slide96.xml"/><Relationship Id="rId98" Type="http://schemas.openxmlformats.org/officeDocument/2006/relationships/slide" Target="slides/slide97.xml"/><Relationship Id="rId99" Type="http://schemas.openxmlformats.org/officeDocument/2006/relationships/slide" Target="slides/slide98.xml"/><Relationship Id="rId100" Type="http://schemas.openxmlformats.org/officeDocument/2006/relationships/slide" Target="slides/slide99.xml"/><Relationship Id="rId101" Type="http://schemas.openxmlformats.org/officeDocument/2006/relationships/slide" Target="slides/slide100.xml"/><Relationship Id="rId102" Type="http://schemas.openxmlformats.org/officeDocument/2006/relationships/slide" Target="slides/slide101.xml"/><Relationship Id="rId103" Type="http://schemas.openxmlformats.org/officeDocument/2006/relationships/slide" Target="slides/slide102.xml"/><Relationship Id="rId104" Type="http://schemas.openxmlformats.org/officeDocument/2006/relationships/slide" Target="slides/slide103.xml"/><Relationship Id="rId105" Type="http://schemas.openxmlformats.org/officeDocument/2006/relationships/slide" Target="slides/slide104.xml"/><Relationship Id="rId106" Type="http://schemas.openxmlformats.org/officeDocument/2006/relationships/slide" Target="slides/slide105.xml"/><Relationship Id="rId107" Type="http://schemas.openxmlformats.org/officeDocument/2006/relationships/slide" Target="slides/slide106.xml"/><Relationship Id="rId108" Type="http://schemas.openxmlformats.org/officeDocument/2006/relationships/slide" Target="slides/slide107.xml"/><Relationship Id="rId109" Type="http://schemas.openxmlformats.org/officeDocument/2006/relationships/slide" Target="slides/slide108.xml"/><Relationship Id="rId110" Type="http://schemas.openxmlformats.org/officeDocument/2006/relationships/slide" Target="slides/slide109.xml"/><Relationship Id="rId111" Type="http://schemas.openxmlformats.org/officeDocument/2006/relationships/slide" Target="slides/slide110.xml"/><Relationship Id="rId112" Type="http://schemas.openxmlformats.org/officeDocument/2006/relationships/slide" Target="slides/slide111.xml"/><Relationship Id="rId113" Type="http://schemas.openxmlformats.org/officeDocument/2006/relationships/slide" Target="slides/slide112.xml"/><Relationship Id="rId114" Type="http://schemas.openxmlformats.org/officeDocument/2006/relationships/slide" Target="slides/slide113.xml"/><Relationship Id="rId115" Type="http://schemas.openxmlformats.org/officeDocument/2006/relationships/slide" Target="slides/slide114.xml"/><Relationship Id="rId116" Type="http://schemas.openxmlformats.org/officeDocument/2006/relationships/slide" Target="slides/slide115.xml"/><Relationship Id="rId117" Type="http://schemas.openxmlformats.org/officeDocument/2006/relationships/slide" Target="slides/slide116.xml"/><Relationship Id="rId118" Type="http://schemas.openxmlformats.org/officeDocument/2006/relationships/slide" Target="slides/slide117.xml"/><Relationship Id="rId119" Type="http://schemas.openxmlformats.org/officeDocument/2006/relationships/slide" Target="slides/slide118.xml"/><Relationship Id="rId120" Type="http://schemas.openxmlformats.org/officeDocument/2006/relationships/slide" Target="slides/slide119.xml"/><Relationship Id="rId121" Type="http://schemas.openxmlformats.org/officeDocument/2006/relationships/slide" Target="slides/slide120.xml"/><Relationship Id="rId122" Type="http://schemas.openxmlformats.org/officeDocument/2006/relationships/slide" Target="slides/slide121.xml"/><Relationship Id="rId123" Type="http://schemas.openxmlformats.org/officeDocument/2006/relationships/slide" Target="slides/slide122.xml"/><Relationship Id="rId124" Type="http://schemas.openxmlformats.org/officeDocument/2006/relationships/slide" Target="slides/slide123.xml"/><Relationship Id="rId125" Type="http://schemas.openxmlformats.org/officeDocument/2006/relationships/notesMaster" Target="notesMasters/notesMaster1.xml"/><Relationship Id="rId126" Type="http://schemas.openxmlformats.org/officeDocument/2006/relationships/presProps" Target="presProps.xml"/><Relationship Id="rId127" Type="http://schemas.openxmlformats.org/officeDocument/2006/relationships/viewProps" Target="viewProps.xml"/><Relationship Id="rId128" Type="http://schemas.openxmlformats.org/officeDocument/2006/relationships/theme" Target="theme/theme1.xml"/><Relationship Id="rId1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_rels/notesSlide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3.xml"/>
		</Relationships>
</file>

<file path=ppt/notesSlides/_rels/notesSlide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4.xml"/>
		</Relationships>
</file>

<file path=ppt/notesSlides/_rels/notesSlide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5.xml"/>
		</Relationships>
</file>

<file path=ppt/notesSlides/_rels/notesSlide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6.xml"/>
		</Relationships>
</file>

<file path=ppt/notesSlides/_rels/notesSlide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7.xml"/>
		</Relationships>
</file>

<file path=ppt/notesSlides/_rels/notesSlide8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8.xml"/>
		</Relationships>
</file>

<file path=ppt/notesSlides/_rels/notesSlide8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9.xml"/>
		</Relationships>
</file>

<file path=ppt/notesSlides/_rels/notesSlide9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0.xml"/>
		</Relationships>
</file>

<file path=ppt/notesSlides/_rels/notesSlide9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1.xml"/>
		</Relationships>
</file>

<file path=ppt/notesSlides/_rels/notesSlide9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2.xml"/>
		</Relationships>
</file>

<file path=ppt/notesSlides/_rels/notesSlide9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3.xml"/>
		</Relationships>
</file>

<file path=ppt/notesSlides/_rels/notesSlide9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4.xml"/>
		</Relationships>
</file>

<file path=ppt/notesSlides/_rels/notesSlide9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5.xml"/>
		</Relationships>
</file>

<file path=ppt/notesSlides/_rels/notesSlide9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6.xml"/>
		</Relationships>
</file>

<file path=ppt/notesSlides/_rels/notesSlide9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7.xml"/>
		</Relationships>
</file>

<file path=ppt/notesSlides/_rels/notesSlide9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8.xml"/>
		</Relationships>
</file>

<file path=ppt/notesSlides/_rels/notesSlide9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9.xml"/>
		</Relationships>
</file>

<file path=ppt/notesSlides/_rels/notesSlide10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0.xml"/>
		</Relationships>
</file>

<file path=ppt/notesSlides/_rels/notesSlide10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1.xml"/>
		</Relationships>
</file>

<file path=ppt/notesSlides/_rels/notesSlide10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2.xml"/>
		</Relationships>
</file>

<file path=ppt/notesSlides/_rels/notesSlide10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3.xml"/>
		</Relationships>
</file>

<file path=ppt/notesSlides/_rels/notesSlide10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4.xml"/>
		</Relationships>
</file>

<file path=ppt/notesSlides/_rels/notesSlide10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5.xml"/>
		</Relationships>
</file>

<file path=ppt/notesSlides/_rels/notesSlide10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6.xml"/>
		</Relationships>
</file>

<file path=ppt/notesSlides/_rels/notesSlide10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7.xml"/>
		</Relationships>
</file>

<file path=ppt/notesSlides/_rels/notesSlide10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8.xml"/>
		</Relationships>
</file>

<file path=ppt/notesSlides/_rels/notesSlide10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9.xml"/>
		</Relationships>
</file>

<file path=ppt/notesSlides/_rels/notesSlide1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0.xml"/>
		</Relationships>
</file>

<file path=ppt/notesSlides/_rels/notesSlide1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1.xml"/>
		</Relationships>
</file>

<file path=ppt/notesSlides/_rels/notesSlide1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2.xml"/>
		</Relationships>
</file>

<file path=ppt/notesSlides/_rels/notesSlide1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3.xml"/>
		</Relationships>
</file>

<file path=ppt/notesSlides/_rels/notesSlide1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4.xml"/>
		</Relationships>
</file>

<file path=ppt/notesSlides/_rels/notesSlide1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5.xml"/>
		</Relationships>
</file>

<file path=ppt/notesSlides/_rels/notesSlide1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6.xml"/>
		</Relationships>
</file>

<file path=ppt/notesSlides/_rels/notesSlide1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7.xml"/>
		</Relationships>
</file>

<file path=ppt/notesSlides/_rels/notesSlide1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8.xml"/>
		</Relationships>
</file>

<file path=ppt/notesSlides/_rels/notesSlide1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9.xml"/>
		</Relationships>
</file>

<file path=ppt/notesSlides/_rels/notesSlide1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0.xml"/>
		</Relationships>
</file>

<file path=ppt/notesSlides/_rels/notesSlide1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1.xml"/>
		</Relationships>
</file>

<file path=ppt/notesSlides/_rels/notesSlide1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2.xml"/>
		</Relationships>
</file>

<file path=ppt/notesSlides/_rels/notesSlide1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الشدة حرفان مكتوبان حرفاً واحداً: الأول ساكن (بسكون المصحف «ۡ»)، والثاني متحرك. نضغطهما معاً فنكتب الحرف مرة واحدة وفوقه شدة «ّ»، ونقرؤه حرفين: نقف عليه أولاً ثم ننطلق بالحركة.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لا تكون الشدة في أول الكلمة، لأن أول الحرفين ساكن، ولا نبدأ بساكن أبداً. لا بد من حرف متحرك قبل الشدة.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الطريقة الصحيحة: حرف متحرك أولاً، ثم الحرفان اللذان يصنعان الشدة.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TrSnd" Type="http://schemas.openxmlformats.org/officeDocument/2006/relationships/audio" Target="../media/whoosh.wav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TrSnd" Type="http://schemas.openxmlformats.org/officeDocument/2006/relationships/audio" Target="../media/bubbles.wav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TrSnd" Type="http://schemas.openxmlformats.org/officeDocument/2006/relationships/audio" Target="../media/sparkle.wav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TrSnd" Type="http://schemas.openxmlformats.org/officeDocument/2006/relationships/audio" Target="../media/marimba.wav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TrSnd" Type="http://schemas.openxmlformats.org/officeDocument/2006/relationships/audio" Target="../media/harp.wav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TrSnd" Type="http://schemas.openxmlformats.org/officeDocument/2006/relationships/audio" Target="../media/chime.wav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TrSnd" Type="http://schemas.openxmlformats.org/officeDocument/2006/relationships/audio" Target="../media/whoosh.wav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TrSnd" Type="http://schemas.openxmlformats.org/officeDocument/2006/relationships/audio" Target="../media/bubbles.wav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TrSnd" Type="http://schemas.openxmlformats.org/officeDocument/2006/relationships/audio" Target="../media/sparkle.wav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TrSnd" Type="http://schemas.openxmlformats.org/officeDocument/2006/relationships/audio" Target="../media/marimba.wav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TrSnd" Type="http://schemas.openxmlformats.org/officeDocument/2006/relationships/audio" Target="../media/harp.wav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TrSnd" Type="http://schemas.openxmlformats.org/officeDocument/2006/relationships/audio" Target="../media/chime.wav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TrSnd" Type="http://schemas.openxmlformats.org/officeDocument/2006/relationships/audio" Target="../media/whoosh.wav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TrSnd" Type="http://schemas.openxmlformats.org/officeDocument/2006/relationships/audio" Target="../media/bubbles.wav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TrSnd" Type="http://schemas.openxmlformats.org/officeDocument/2006/relationships/audio" Target="../media/sparkle.wav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TrSnd" Type="http://schemas.openxmlformats.org/officeDocument/2006/relationships/audio" Target="../media/marimba.wav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TrSnd" Type="http://schemas.openxmlformats.org/officeDocument/2006/relationships/audio" Target="../media/harp.wav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TrSnd" Type="http://schemas.openxmlformats.org/officeDocument/2006/relationships/audio" Target="../media/chime.wav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TrSnd" Type="http://schemas.openxmlformats.org/officeDocument/2006/relationships/audio" Target="../media/whoosh.wav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TrSnd" Type="http://schemas.openxmlformats.org/officeDocument/2006/relationships/audio" Target="../media/bubbles.wav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TrSnd" Type="http://schemas.openxmlformats.org/officeDocument/2006/relationships/audio" Target="../media/sparkle.wav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TrSnd" Type="http://schemas.openxmlformats.org/officeDocument/2006/relationships/audio" Target="../media/marimba.wav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TrSnd" Type="http://schemas.openxmlformats.org/officeDocument/2006/relationships/audio" Target="../media/harp.wav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TrSnd" Type="http://schemas.openxmlformats.org/officeDocument/2006/relationships/audio" Target="../media/chime.wav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TrSnd" Type="http://schemas.openxmlformats.org/officeDocument/2006/relationships/audio" Target="../media/whoosh.wav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TrSnd" Type="http://schemas.openxmlformats.org/officeDocument/2006/relationships/audio" Target="../media/bubbles.wav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TrSnd" Type="http://schemas.openxmlformats.org/officeDocument/2006/relationships/audio" Target="../media/sparkle.wav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TrSnd" Type="http://schemas.openxmlformats.org/officeDocument/2006/relationships/audio" Target="../media/marimba.wav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TrSnd" Type="http://schemas.openxmlformats.org/officeDocument/2006/relationships/audio" Target="../media/harp.wav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TrSnd" Type="http://schemas.openxmlformats.org/officeDocument/2006/relationships/audio" Target="../media/chime.wav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TrSnd" Type="http://schemas.openxmlformats.org/officeDocument/2006/relationships/audio" Target="../media/whoosh.wav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TrSnd" Type="http://schemas.openxmlformats.org/officeDocument/2006/relationships/audio" Target="../media/bubbles.wav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TrSnd" Type="http://schemas.openxmlformats.org/officeDocument/2006/relationships/audio" Target="../media/sparkle.wav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TrSnd" Type="http://schemas.openxmlformats.org/officeDocument/2006/relationships/audio" Target="../media/marimba.wav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TrSnd" Type="http://schemas.openxmlformats.org/officeDocument/2006/relationships/audio" Target="../media/harp.wav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TrSnd" Type="http://schemas.openxmlformats.org/officeDocument/2006/relationships/audio" Target="../media/chime.wav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TrSnd" Type="http://schemas.openxmlformats.org/officeDocument/2006/relationships/audio" Target="../media/whoosh.wav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TrSnd" Type="http://schemas.openxmlformats.org/officeDocument/2006/relationships/audio" Target="../media/bubbles.wav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TrSnd" Type="http://schemas.openxmlformats.org/officeDocument/2006/relationships/audio" Target="../media/sparkle.wav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TrSnd" Type="http://schemas.openxmlformats.org/officeDocument/2006/relationships/audio" Target="../media/marimba.wav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TrSnd" Type="http://schemas.openxmlformats.org/officeDocument/2006/relationships/audio" Target="../media/harp.wav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TrSnd" Type="http://schemas.openxmlformats.org/officeDocument/2006/relationships/audio" Target="../media/chime.wav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TrSnd" Type="http://schemas.openxmlformats.org/officeDocument/2006/relationships/audio" Target="../media/whoosh.wav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TrSnd" Type="http://schemas.openxmlformats.org/officeDocument/2006/relationships/audio" Target="../media/bubbles.wav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TrSnd" Type="http://schemas.openxmlformats.org/officeDocument/2006/relationships/audio" Target="../media/sparkle.wav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TrSnd" Type="http://schemas.openxmlformats.org/officeDocument/2006/relationships/audio" Target="../media/marimba.wav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TrSnd" Type="http://schemas.openxmlformats.org/officeDocument/2006/relationships/audio" Target="../media/harp.wav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TrSnd" Type="http://schemas.openxmlformats.org/officeDocument/2006/relationships/audio" Target="../media/chime.wav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TrSnd" Type="http://schemas.openxmlformats.org/officeDocument/2006/relationships/audio" Target="../media/whoosh.wav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TrSnd" Type="http://schemas.openxmlformats.org/officeDocument/2006/relationships/audio" Target="../media/bubbles.wav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Relationship Id="rIdTrSnd" Type="http://schemas.openxmlformats.org/officeDocument/2006/relationships/audio" Target="../media/sparkle.wav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Relationship Id="rIdTrSnd" Type="http://schemas.openxmlformats.org/officeDocument/2006/relationships/audio" Target="../media/marimba.wav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Relationship Id="rIdTrSnd" Type="http://schemas.openxmlformats.org/officeDocument/2006/relationships/audio" Target="../media/harp.wav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Relationship Id="rIdTrSnd" Type="http://schemas.openxmlformats.org/officeDocument/2006/relationships/audio" Target="../media/chime.wav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Relationship Id="rIdTrSnd" Type="http://schemas.openxmlformats.org/officeDocument/2006/relationships/audio" Target="../media/whoosh.wav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Relationship Id="rIdTrSnd" Type="http://schemas.openxmlformats.org/officeDocument/2006/relationships/audio" Target="../media/bubbles.wav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Relationship Id="rIdTrSnd" Type="http://schemas.openxmlformats.org/officeDocument/2006/relationships/audio" Target="../media/sparkle.wav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Relationship Id="rIdTrSnd" Type="http://schemas.openxmlformats.org/officeDocument/2006/relationships/audio" Target="../media/marimba.wav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Relationship Id="rIdTrSnd" Type="http://schemas.openxmlformats.org/officeDocument/2006/relationships/audio" Target="../media/harp.wav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Relationship Id="rIdTrSnd" Type="http://schemas.openxmlformats.org/officeDocument/2006/relationships/audio" Target="../media/chime.wav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Relationship Id="rIdTrSnd" Type="http://schemas.openxmlformats.org/officeDocument/2006/relationships/audio" Target="../media/whoosh.wav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Relationship Id="rIdTrSnd" Type="http://schemas.openxmlformats.org/officeDocument/2006/relationships/audio" Target="../media/bubbles.wav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Relationship Id="rIdTrSnd" Type="http://schemas.openxmlformats.org/officeDocument/2006/relationships/audio" Target="../media/sparkle.wav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Relationship Id="rIdTrSnd" Type="http://schemas.openxmlformats.org/officeDocument/2006/relationships/audio" Target="../media/marimba.wav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Relationship Id="rIdTrSnd" Type="http://schemas.openxmlformats.org/officeDocument/2006/relationships/audio" Target="../media/harp.wav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Relationship Id="rIdTrSnd" Type="http://schemas.openxmlformats.org/officeDocument/2006/relationships/audio" Target="../media/chime.wav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Relationship Id="rIdTrSnd" Type="http://schemas.openxmlformats.org/officeDocument/2006/relationships/audio" Target="../media/whoosh.wav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Relationship Id="rIdTrSnd" Type="http://schemas.openxmlformats.org/officeDocument/2006/relationships/audio" Target="../media/bubbles.wav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Relationship Id="rIdTrSnd" Type="http://schemas.openxmlformats.org/officeDocument/2006/relationships/audio" Target="../media/sparkle.wav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Relationship Id="rIdTrSnd" Type="http://schemas.openxmlformats.org/officeDocument/2006/relationships/audio" Target="../media/marimba.wav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Relationship Id="rIdTrSnd" Type="http://schemas.openxmlformats.org/officeDocument/2006/relationships/audio" Target="../media/harp.wav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Relationship Id="rIdTrSnd" Type="http://schemas.openxmlformats.org/officeDocument/2006/relationships/audio" Target="../media/chime.wav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Relationship Id="rIdTrSnd" Type="http://schemas.openxmlformats.org/officeDocument/2006/relationships/audio" Target="../media/whoosh.wav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Relationship Id="rIdTrSnd" Type="http://schemas.openxmlformats.org/officeDocument/2006/relationships/audio" Target="../media/bubbles.wav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Relationship Id="rIdTrSnd" Type="http://schemas.openxmlformats.org/officeDocument/2006/relationships/audio" Target="../media/sparkle.wav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Relationship Id="rIdTrSnd" Type="http://schemas.openxmlformats.org/officeDocument/2006/relationships/audio" Target="../media/marimba.wav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Relationship Id="rIdTrSnd" Type="http://schemas.openxmlformats.org/officeDocument/2006/relationships/audio" Target="../media/harp.wav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Relationship Id="rIdTrSnd" Type="http://schemas.openxmlformats.org/officeDocument/2006/relationships/audio" Target="../media/chime.wav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0.xml"/><Relationship Id="rIdTrSnd" Type="http://schemas.openxmlformats.org/officeDocument/2006/relationships/audio" Target="../media/whoosh.wav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1.xml"/><Relationship Id="rIdTrSnd" Type="http://schemas.openxmlformats.org/officeDocument/2006/relationships/audio" Target="../media/bubbles.wav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2.xml"/><Relationship Id="rIdTrSnd" Type="http://schemas.openxmlformats.org/officeDocument/2006/relationships/audio" Target="../media/sparkle.wav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3.xml"/><Relationship Id="rIdTrSnd" Type="http://schemas.openxmlformats.org/officeDocument/2006/relationships/audio" Target="../media/marimba.wav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4.xml"/><Relationship Id="rIdTrSnd" Type="http://schemas.openxmlformats.org/officeDocument/2006/relationships/audio" Target="../media/harp.wav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5.xml"/><Relationship Id="rIdTrSnd" Type="http://schemas.openxmlformats.org/officeDocument/2006/relationships/audio" Target="../media/chime.wav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6.xml"/><Relationship Id="rIdTrSnd" Type="http://schemas.openxmlformats.org/officeDocument/2006/relationships/audio" Target="../media/whoosh.wav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7.xml"/><Relationship Id="rIdTrSnd" Type="http://schemas.openxmlformats.org/officeDocument/2006/relationships/audio" Target="../media/bubbles.wav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8.xml"/><Relationship Id="rIdTrSnd" Type="http://schemas.openxmlformats.org/officeDocument/2006/relationships/audio" Target="../media/sparkle.wav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9.xml"/><Relationship Id="rIdTrSnd" Type="http://schemas.openxmlformats.org/officeDocument/2006/relationships/audio" Target="../media/marimba.wav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0.xml"/><Relationship Id="rIdTrSnd" Type="http://schemas.openxmlformats.org/officeDocument/2006/relationships/audio" Target="../media/harp.wav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1.xml"/><Relationship Id="rIdTrSnd" Type="http://schemas.openxmlformats.org/officeDocument/2006/relationships/audio" Target="../media/chime.wav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2.xml"/><Relationship Id="rIdTrSnd" Type="http://schemas.openxmlformats.org/officeDocument/2006/relationships/audio" Target="../media/whoosh.wav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3.xml"/><Relationship Id="rIdTrSnd" Type="http://schemas.openxmlformats.org/officeDocument/2006/relationships/audio" Target="../media/bubbles.wav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4.xml"/><Relationship Id="rIdTrSnd" Type="http://schemas.openxmlformats.org/officeDocument/2006/relationships/audio" Target="../media/sparkle.wav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5.xml"/><Relationship Id="rIdTrSnd" Type="http://schemas.openxmlformats.org/officeDocument/2006/relationships/audio" Target="../media/marimba.wav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6.xml"/><Relationship Id="rIdTrSnd" Type="http://schemas.openxmlformats.org/officeDocument/2006/relationships/audio" Target="../media/harp.wav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7.xml"/><Relationship Id="rIdTrSnd" Type="http://schemas.openxmlformats.org/officeDocument/2006/relationships/audio" Target="../media/chime.wav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8.xml"/><Relationship Id="rIdTrSnd" Type="http://schemas.openxmlformats.org/officeDocument/2006/relationships/audio" Target="../media/whoosh.wav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9.xml"/><Relationship Id="rIdTrSnd" Type="http://schemas.openxmlformats.org/officeDocument/2006/relationships/audio" Target="../media/bubbles.wav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0.xml"/><Relationship Id="rIdTrSnd" Type="http://schemas.openxmlformats.org/officeDocument/2006/relationships/audio" Target="../media/sparkle.wav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1.xml"/><Relationship Id="rIdTrSnd" Type="http://schemas.openxmlformats.org/officeDocument/2006/relationships/audio" Target="../media/marimba.wav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2.xml"/><Relationship Id="rIdTrSnd" Type="http://schemas.openxmlformats.org/officeDocument/2006/relationships/audio" Target="../media/harp.wav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3.xml"/><Relationship Id="rIdTrSnd" Type="http://schemas.openxmlformats.org/officeDocument/2006/relationships/audio" Target="../media/chime.wav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4.xml"/><Relationship Id="rIdTrSnd" Type="http://schemas.openxmlformats.org/officeDocument/2006/relationships/audio" Target="../media/whoosh.wav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5.xml"/><Relationship Id="rIdTrSnd" Type="http://schemas.openxmlformats.org/officeDocument/2006/relationships/audio" Target="../media/bubbles.wav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6.xml"/><Relationship Id="rIdTrSnd" Type="http://schemas.openxmlformats.org/officeDocument/2006/relationships/audio" Target="../media/sparkle.wav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7.xml"/><Relationship Id="rIdTrSnd" Type="http://schemas.openxmlformats.org/officeDocument/2006/relationships/audio" Target="../media/marimba.wav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8.xml"/><Relationship Id="rIdTrSnd" Type="http://schemas.openxmlformats.org/officeDocument/2006/relationships/audio" Target="../media/harp.wav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9.xml"/><Relationship Id="rIdTrSnd" Type="http://schemas.openxmlformats.org/officeDocument/2006/relationships/audio" Target="../media/chime.wav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0.xml"/><Relationship Id="rIdTrSnd" Type="http://schemas.openxmlformats.org/officeDocument/2006/relationships/audio" Target="../media/whoosh.wav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1.xml"/><Relationship Id="rIdTrSnd" Type="http://schemas.openxmlformats.org/officeDocument/2006/relationships/audio" Target="../media/bubbles.wav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2.xml"/><Relationship Id="rIdTrSnd" Type="http://schemas.openxmlformats.org/officeDocument/2006/relationships/audio" Target="../media/sparkle.wav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3.xml"/><Relationship Id="rIdTrSnd" Type="http://schemas.openxmlformats.org/officeDocument/2006/relationships/audio" Target="../media/marimba.wav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4.xml"/><Relationship Id="rIdTrSnd" Type="http://schemas.openxmlformats.org/officeDocument/2006/relationships/audio" Target="../media/harp.wav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5.xml"/><Relationship Id="rIdTrSnd" Type="http://schemas.openxmlformats.org/officeDocument/2006/relationships/audio" Target="../media/chime.wav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6.xml"/><Relationship Id="rIdTrSnd" Type="http://schemas.openxmlformats.org/officeDocument/2006/relationships/audio" Target="../media/whoosh.wav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7.xml"/><Relationship Id="rIdTrSnd" Type="http://schemas.openxmlformats.org/officeDocument/2006/relationships/audio" Target="../media/bubbles.wav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8.xml"/><Relationship Id="rIdTrSnd" Type="http://schemas.openxmlformats.org/officeDocument/2006/relationships/audio" Target="../media/sparkle.wav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9.xml"/><Relationship Id="rIdTrSnd" Type="http://schemas.openxmlformats.org/officeDocument/2006/relationships/audio" Target="../media/marimba.wav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0.xml"/><Relationship Id="rIdTrSnd" Type="http://schemas.openxmlformats.org/officeDocument/2006/relationships/audio" Target="../media/harp.wav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1.xml"/><Relationship Id="rIdTrSnd" Type="http://schemas.openxmlformats.org/officeDocument/2006/relationships/audio" Target="../media/chime.wav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2.xml"/><Relationship Id="rIdTrSnd" Type="http://schemas.openxmlformats.org/officeDocument/2006/relationships/audio" Target="../media/whoosh.wav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3.xml"/><Relationship Id="rIdTrSnd" Type="http://schemas.openxmlformats.org/officeDocument/2006/relationships/audio" Target="../media/bubbles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32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DCE052"/>
          </a:solidFill>
          <a:ln w="12700">
            <a:solidFill>
              <a:srgbClr val="DC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BC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A2DB"/>
          </a:solidFill>
          <a:ln w="12700">
            <a:solidFill>
              <a:srgbClr val="70A2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7C4785"/>
          </a:solidFill>
          <a:ln w="12700">
            <a:solidFill>
              <a:srgbClr val="7C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1945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5600" dirty="0"/>
          </a:p>
        </p:txBody>
      </p:sp>
      <p:sp>
        <p:nvSpPr>
          <p:cNvPr id="19" name="C2 M1 mark"/>
          <p:cNvSpPr txBox="1"/>
          <p:nvPr/>
        </p:nvSpPr>
        <p:spPr>
          <a:xfrm>
            <a:off x="6720840" y="161945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بۡ</a:t>
            </a:r>
            <a:endParaRPr lang="ar-SA" sz="56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7A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45179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5600" dirty="0"/>
          </a:p>
        </p:txBody>
      </p:sp>
      <p:sp>
        <p:nvSpPr>
          <p:cNvPr id="22" name="C5 M2 mark"/>
          <p:cNvSpPr txBox="1"/>
          <p:nvPr/>
        </p:nvSpPr>
        <p:spPr>
          <a:xfrm>
            <a:off x="4343400" y="1645179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بُ</a:t>
            </a:r>
            <a:endParaRPr lang="ar-SA" sz="5600" dirty="0"/>
          </a:p>
        </p:txBody>
      </p:sp>
      <p:sp>
        <p:nvSpPr>
          <p:cNvPr id="23" name="C6 H shaddah bar"/>
          <p:cNvSpPr/>
          <p:nvPr/>
        </p:nvSpPr>
        <p:spPr>
          <a:xfrm>
            <a:off x="4480560" y="1472184"/>
            <a:ext cx="384048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49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8 R result"/>
          <p:cNvSpPr txBox="1"/>
          <p:nvPr/>
        </p:nvSpPr>
        <p:spPr>
          <a:xfrm>
            <a:off x="685800" y="1640486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بُّ</a:t>
            </a:r>
            <a:endParaRPr lang="ar-SA" sz="8500" dirty="0"/>
          </a:p>
        </p:txBody>
      </p:sp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C5F7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BCD8"/>
          </a:solidFill>
          <a:ln w="12700">
            <a:solidFill>
              <a:srgbClr val="64BC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C7D1"/>
          </a:solidFill>
          <a:ln w="12700">
            <a:solidFill>
              <a:srgbClr val="47C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Panel 1"/>
          <p:cNvSpPr/>
          <p:nvPr/>
        </p:nvSpPr>
        <p:spPr>
          <a:xfrm>
            <a:off x="5120640" y="1143000"/>
            <a:ext cx="3108960" cy="2103120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01600">
            <a:solidFill>
              <a:srgbClr val="E03131"/>
            </a:solidFill>
            <a:prstDash val="solid"/>
          </a:ln>
        </p:spPr>
      </p:sp>
      <p:sp>
        <p:nvSpPr>
          <p:cNvPr id="11" name="C1 W1 word"/>
          <p:cNvSpPr txBox="1"/>
          <p:nvPr/>
        </p:nvSpPr>
        <p:spPr>
          <a:xfrm>
            <a:off x="5120640" y="1231029"/>
            <a:ext cx="3108960" cy="21031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بُّ</a:t>
            </a:r>
            <a:endParaRPr lang="ar-SA" sz="8700" dirty="0"/>
          </a:p>
        </p:txBody>
      </p:sp>
      <p:sp>
        <p:nvSpPr>
          <p:cNvPr id="12" name="C2 X wrong"/>
          <p:cNvSpPr/>
          <p:nvPr/>
        </p:nvSpPr>
        <p:spPr>
          <a:xfrm>
            <a:off x="6355080" y="3429000"/>
            <a:ext cx="640080" cy="640080"/>
          </a:xfrm>
          <a:prstGeom prst="mathMultiply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Panel 2"/>
          <p:cNvSpPr/>
          <p:nvPr/>
        </p:nvSpPr>
        <p:spPr>
          <a:xfrm>
            <a:off x="914400" y="1143000"/>
            <a:ext cx="3108960" cy="2103120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01600">
            <a:solidFill>
              <a:srgbClr val="2F9E44"/>
            </a:solidFill>
            <a:prstDash val="solid"/>
          </a:ln>
        </p:spPr>
      </p:sp>
      <p:sp>
        <p:nvSpPr>
          <p:cNvPr id="14" name="C3 W2 word"/>
          <p:cNvSpPr txBox="1"/>
          <p:nvPr/>
        </p:nvSpPr>
        <p:spPr>
          <a:xfrm>
            <a:off x="914400" y="1231029"/>
            <a:ext cx="3108960" cy="21031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تَبُّ</a:t>
            </a:r>
            <a:endParaRPr lang="ar-SA" sz="8700" dirty="0"/>
          </a:p>
        </p:txBody>
      </p:sp>
      <p:sp>
        <p:nvSpPr>
          <p:cNvPr id="15" name="C4 V tick a"/>
          <p:cNvSpPr/>
          <p:nvPr/>
        </p:nvSpPr>
        <p:spPr>
          <a:xfrm>
            <a:off x="2194560" y="3703320"/>
            <a:ext cx="201168" cy="274320"/>
          </a:xfrm>
          <a:prstGeom prst="line">
            <a:avLst/>
          </a:prstGeom>
          <a:noFill/>
          <a:ln w="152400">
            <a:solidFill>
              <a:srgbClr val="2F9E44"/>
            </a:solidFill>
            <a:prstDash val="solid"/>
          </a:ln>
        </p:spPr>
      </p:sp>
      <p:sp>
        <p:nvSpPr>
          <p:cNvPr id="16" name="C4 V tick b"/>
          <p:cNvSpPr/>
          <p:nvPr/>
        </p:nvSpPr>
        <p:spPr>
          <a:xfrm flipV="1">
            <a:off x="2395728" y="3447288"/>
            <a:ext cx="384048" cy="530352"/>
          </a:xfrm>
          <a:prstGeom prst="line">
            <a:avLst/>
          </a:prstGeom>
          <a:noFill/>
          <a:ln w="152400">
            <a:solidFill>
              <a:srgbClr val="2F9E44"/>
            </a:solidFill>
            <a:prstDash val="solid"/>
          </a:ln>
        </p:spPr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4" grpId="0" animBg="1"/>
      <p:bldP spid="15" grpId="0" animBg="1"/>
      <p:bldP spid="16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C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AA66"/>
          </a:solidFill>
          <a:ln w="12700">
            <a:solidFill>
              <a:srgbClr val="CCAA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BF40"/>
          </a:solidFill>
          <a:ln w="12700">
            <a:solidFill>
              <a:srgbClr val="BF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9077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9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9077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39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3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471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9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471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بۡ</a:t>
            </a:r>
            <a:endParaRPr lang="ar-SA" sz="39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3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650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9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8650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بُ</a:t>
            </a:r>
            <a:endParaRPr lang="ar-SA" sz="39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72180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تَبُّ</a:t>
            </a:r>
            <a:endParaRPr lang="ar-SA" sz="75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30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30642B"/>
          </a:solidFill>
          <a:ln w="12700">
            <a:solidFill>
              <a:srgbClr val="30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50"/>
          </a:solidFill>
          <a:ln w="12700">
            <a:solidFill>
              <a:srgbClr val="34795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95453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40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95453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</a:t>
            </a:r>
            <a:endParaRPr lang="ar-SA" sz="40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6F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9842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40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9842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أۡ</a:t>
            </a:r>
            <a:endParaRPr lang="ar-SA" sz="40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6F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205472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40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205472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أُ</a:t>
            </a:r>
            <a:endParaRPr lang="ar-SA" sz="40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A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200721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فَأُّ</a:t>
            </a:r>
            <a:endParaRPr lang="ar-SA" sz="60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C5D4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C25C"/>
          </a:solidFill>
          <a:ln w="12700">
            <a:solidFill>
              <a:srgbClr val="D6C2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BF33"/>
          </a:solidFill>
          <a:ln w="12700">
            <a:solidFill>
              <a:srgbClr val="CCBF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531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39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9531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</a:t>
            </a:r>
            <a:endParaRPr lang="ar-SA" sz="39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A3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471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9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471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بۡ</a:t>
            </a:r>
            <a:endParaRPr lang="ar-SA" sz="39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A3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650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9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650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بُ</a:t>
            </a:r>
            <a:endParaRPr lang="ar-SA" sz="39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5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72180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فَبُّ</a:t>
            </a:r>
            <a:endParaRPr lang="ar-SA" sz="75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C5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B3C653"/>
          </a:solidFill>
          <a:ln w="12700">
            <a:solidFill>
              <a:srgbClr val="B3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8F"/>
          </a:solidFill>
          <a:ln w="12700">
            <a:solidFill>
              <a:srgbClr val="ED5E8F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95024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37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95024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</a:t>
            </a:r>
            <a:endParaRPr lang="ar-SA" sz="37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D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31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7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8931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تۡ</a:t>
            </a:r>
            <a:endParaRPr lang="ar-SA" sz="37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D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93074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7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93074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تُ</a:t>
            </a:r>
            <a:endParaRPr lang="ar-SA" sz="37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5D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83268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فَتُّ</a:t>
            </a:r>
            <a:endParaRPr lang="ar-SA" sz="86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43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C2"/>
          </a:solidFill>
          <a:ln w="12700">
            <a:solidFill>
              <a:srgbClr val="52E0C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D5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BD"/>
          </a:solidFill>
          <a:ln w="12700">
            <a:solidFill>
              <a:srgbClr val="DB70BD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6D47"/>
          </a:solidFill>
          <a:ln w="12700">
            <a:solidFill>
              <a:srgbClr val="856D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94881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36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94881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</a:t>
            </a:r>
            <a:endParaRPr lang="ar-SA" sz="36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A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9184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6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9184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ثۡ</a:t>
            </a:r>
            <a:endParaRPr lang="ar-SA" sz="36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A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95498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6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95498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ثُ</a:t>
            </a:r>
            <a:endParaRPr lang="ar-SA" sz="36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3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87266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فَثُّ</a:t>
            </a:r>
            <a:endParaRPr lang="ar-SA" sz="79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2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764D8"/>
          </a:solidFill>
          <a:ln w="12700">
            <a:solidFill>
              <a:srgbClr val="D7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B947D1"/>
          </a:solidFill>
          <a:ln w="12700">
            <a:solidFill>
              <a:srgbClr val="B9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516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38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9516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</a:t>
            </a:r>
            <a:endParaRPr lang="ar-SA" sz="38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72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8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جۡ</a:t>
            </a:r>
            <a:endParaRPr lang="ar-SA" sz="38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72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220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8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220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جُ</a:t>
            </a:r>
            <a:endParaRPr lang="ar-SA" sz="38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4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63415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فَجُّ</a:t>
            </a:r>
            <a:endParaRPr lang="ar-SA" sz="67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0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AA"/>
          </a:solidFill>
          <a:ln w="12700">
            <a:solidFill>
              <a:srgbClr val="66CC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BF"/>
          </a:solidFill>
          <a:ln w="12700">
            <a:solidFill>
              <a:srgbClr val="40BF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9516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38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9516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</a:t>
            </a:r>
            <a:endParaRPr lang="ar-SA" sz="38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3E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8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حۡ</a:t>
            </a:r>
            <a:endParaRPr lang="ar-SA" sz="38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3E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220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8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8220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حُ</a:t>
            </a:r>
            <a:endParaRPr lang="ar-SA" sz="38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7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63415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فَحُّ</a:t>
            </a:r>
            <a:endParaRPr lang="ar-SA" sz="67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3C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3E64"/>
          </a:solidFill>
          <a:ln w="12700">
            <a:solidFill>
              <a:srgbClr val="2B3E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F3479"/>
          </a:solidFill>
          <a:ln w="12700">
            <a:solidFill>
              <a:srgbClr val="3F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94738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35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94738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</a:t>
            </a:r>
            <a:endParaRPr lang="ar-SA" sz="35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43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7071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5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87071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خۡ</a:t>
            </a:r>
            <a:endParaRPr lang="ar-SA" sz="35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43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729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5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8729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خُ</a:t>
            </a:r>
            <a:endParaRPr lang="ar-SA" sz="35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A0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68309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فَخُّ</a:t>
            </a:r>
            <a:endParaRPr lang="ar-SA" sz="62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C5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85"/>
          </a:solidFill>
          <a:ln w="12700">
            <a:solidFill>
              <a:srgbClr val="5CD685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73"/>
          </a:solidFill>
          <a:ln w="12700">
            <a:solidFill>
              <a:srgbClr val="33CC7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6310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46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96310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</a:t>
            </a:r>
            <a:endParaRPr lang="ar-SA" sz="46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7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795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46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795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دۡ</a:t>
            </a:r>
            <a:endParaRPr lang="ar-SA" sz="46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7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92921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46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92921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دُ</a:t>
            </a:r>
            <a:endParaRPr lang="ar-SA" sz="46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A7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83833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فَدُّ</a:t>
            </a:r>
            <a:endParaRPr lang="ar-SA" sz="86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D2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B3C6"/>
          </a:solidFill>
          <a:ln w="12700">
            <a:solidFill>
              <a:srgbClr val="53B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B3ED5E"/>
          </a:solidFill>
          <a:ln w="12700">
            <a:solidFill>
              <a:srgbClr val="B3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95738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42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95738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</a:t>
            </a:r>
            <a:endParaRPr lang="ar-SA" sz="42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AB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93498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42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93498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ذۡ</a:t>
            </a:r>
            <a:endParaRPr lang="ar-SA" sz="42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AB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9803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42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9803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ذُ</a:t>
            </a:r>
            <a:endParaRPr lang="ar-SA" sz="42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7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89577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فَذُّ</a:t>
            </a:r>
            <a:endParaRPr lang="ar-SA" sz="77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5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9E52E0"/>
          </a:solidFill>
          <a:ln w="12700">
            <a:solidFill>
              <a:srgbClr val="9E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EF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8DB70"/>
          </a:solidFill>
          <a:ln w="12700">
            <a:solidFill>
              <a:srgbClr val="D8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5E"/>
          </a:solidFill>
          <a:ln w="12700">
            <a:solidFill>
              <a:srgbClr val="47855E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96310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46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96310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</a:t>
            </a:r>
            <a:endParaRPr lang="ar-SA" sz="46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3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281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46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8281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رۡ</a:t>
            </a:r>
            <a:endParaRPr lang="ar-SA" sz="46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3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310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46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8310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رُ</a:t>
            </a:r>
            <a:endParaRPr lang="ar-SA" sz="46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7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65830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فَرُّ</a:t>
            </a:r>
            <a:endParaRPr lang="ar-SA" sz="78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D5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BA64"/>
          </a:solidFill>
          <a:ln w="12700">
            <a:solidFill>
              <a:srgbClr val="D8BA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9747"/>
          </a:solidFill>
          <a:ln w="12700">
            <a:solidFill>
              <a:srgbClr val="D197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5738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42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95738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</a:t>
            </a:r>
            <a:endParaRPr lang="ar-SA" sz="42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9E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880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42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880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زۡ</a:t>
            </a:r>
            <a:endParaRPr lang="ar-SA" sz="42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9E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071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42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9071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زُ</a:t>
            </a:r>
            <a:endParaRPr lang="ar-SA" sz="42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2F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72481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فَزُّ</a:t>
            </a:r>
            <a:endParaRPr lang="ar-SA" sz="71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C5F7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66CC"/>
          </a:solidFill>
          <a:ln w="12700">
            <a:solidFill>
              <a:srgbClr val="66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40BF"/>
          </a:solidFill>
          <a:ln w="12700">
            <a:solidFill>
              <a:srgbClr val="6A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94595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34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94595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</a:t>
            </a:r>
            <a:endParaRPr lang="ar-SA" sz="34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6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455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34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455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سۡ</a:t>
            </a:r>
            <a:endParaRPr lang="ar-SA" sz="34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6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4426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34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84426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سُ</a:t>
            </a:r>
            <a:endParaRPr lang="ar-SA" sz="34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55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65830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فَسُّ</a:t>
            </a:r>
            <a:endParaRPr lang="ar-SA" sz="78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3F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4D"/>
          </a:solidFill>
          <a:ln w="12700">
            <a:solidFill>
              <a:srgbClr val="642B4D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3A"/>
          </a:solidFill>
          <a:ln w="12700">
            <a:solidFill>
              <a:srgbClr val="79343A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94167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31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94167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</a:t>
            </a:r>
            <a:endParaRPr lang="ar-SA" sz="31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36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90840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31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90840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شۡ</a:t>
            </a:r>
            <a:endParaRPr lang="ar-SA" sz="31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36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91037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31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91037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شُ</a:t>
            </a:r>
            <a:endParaRPr lang="ar-SA" sz="31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7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75909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فَشُّ</a:t>
            </a:r>
            <a:endParaRPr lang="ar-SA" sz="67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ED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855CD6"/>
          </a:solidFill>
          <a:ln w="12700">
            <a:solidFill>
              <a:srgbClr val="85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7333CC"/>
          </a:solidFill>
          <a:ln w="12700">
            <a:solidFill>
              <a:srgbClr val="73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4595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34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94595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</a:t>
            </a:r>
            <a:endParaRPr lang="ar-SA" sz="34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4A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511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34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511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صۡ</a:t>
            </a:r>
            <a:endParaRPr lang="ar-SA" sz="34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4A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5333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34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5333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صُ</a:t>
            </a:r>
            <a:endParaRPr lang="ar-SA" sz="34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A6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65830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فَصُّ</a:t>
            </a:r>
            <a:endParaRPr lang="ar-SA" sz="78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C5DE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B3"/>
          </a:solidFill>
          <a:ln w="12700">
            <a:solidFill>
              <a:srgbClr val="C653B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D6ED"/>
          </a:solidFill>
          <a:ln w="12700">
            <a:solidFill>
              <a:srgbClr val="5ED6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94310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32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94310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</a:t>
            </a:r>
            <a:endParaRPr lang="ar-SA" sz="32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7E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49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32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8949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ضۡ</a:t>
            </a:r>
            <a:endParaRPr lang="ar-SA" sz="32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7E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969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32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8969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ضُ</a:t>
            </a:r>
            <a:endParaRPr lang="ar-SA" sz="32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A1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73393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فَضُّ</a:t>
            </a:r>
            <a:endParaRPr lang="ar-SA" sz="70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4314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7A52"/>
          </a:solidFill>
          <a:ln w="12700">
            <a:solidFill>
              <a:srgbClr val="E07A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DC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C4"/>
          </a:solidFill>
          <a:ln w="12700">
            <a:solidFill>
              <a:srgbClr val="70DBC4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F4785"/>
          </a:solidFill>
          <a:ln w="12700">
            <a:solidFill>
              <a:srgbClr val="4F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9531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39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9531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</a:t>
            </a:r>
            <a:endParaRPr lang="ar-SA" sz="39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B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676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9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8676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طۡ</a:t>
            </a:r>
            <a:endParaRPr lang="ar-SA" sz="39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B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99141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9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99141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طُ</a:t>
            </a:r>
            <a:endParaRPr lang="ar-SA" sz="39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79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93936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فَطُّ</a:t>
            </a:r>
            <a:endParaRPr lang="ar-SA" sz="69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C5F7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9D"/>
          </a:solidFill>
          <a:ln w="12700">
            <a:solidFill>
              <a:srgbClr val="64D89D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75"/>
          </a:solidFill>
          <a:ln w="12700">
            <a:solidFill>
              <a:srgbClr val="47D17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4881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36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94881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</a:t>
            </a:r>
            <a:endParaRPr lang="ar-SA" sz="36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C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91063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6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91063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ظۡ</a:t>
            </a:r>
            <a:endParaRPr lang="ar-SA" sz="36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C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98418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6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98418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ظُ</a:t>
            </a:r>
            <a:endParaRPr lang="ar-SA" sz="36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5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93936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فَظُّ</a:t>
            </a:r>
            <a:endParaRPr lang="ar-SA" sz="69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D7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66"/>
          </a:solidFill>
          <a:ln w="12700">
            <a:solidFill>
              <a:srgbClr val="CC66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6A40"/>
          </a:solidFill>
          <a:ln w="12700">
            <a:solidFill>
              <a:srgbClr val="BF6A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9516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38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9516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</a:t>
            </a:r>
            <a:endParaRPr lang="ar-SA" sz="38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97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397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8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397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عۡ</a:t>
            </a:r>
            <a:endParaRPr lang="ar-SA" sz="38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97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4212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8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84212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عُ</a:t>
            </a:r>
            <a:endParaRPr lang="ar-SA" sz="38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63415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فَعُّ</a:t>
            </a:r>
            <a:endParaRPr lang="ar-SA" sz="67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433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5B642B"/>
          </a:solidFill>
          <a:ln w="12700">
            <a:solidFill>
              <a:srgbClr val="5B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4C7934"/>
          </a:solidFill>
          <a:ln w="12700">
            <a:solidFill>
              <a:srgbClr val="4C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94738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35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94738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</a:t>
            </a:r>
            <a:endParaRPr lang="ar-SA" sz="35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63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8915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5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88915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غۡ</a:t>
            </a:r>
            <a:endParaRPr lang="ar-SA" sz="35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63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137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5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89137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غُ</a:t>
            </a:r>
            <a:endParaRPr lang="ar-SA" sz="35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B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67938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فَغُّ</a:t>
            </a:r>
            <a:endParaRPr lang="ar-SA" sz="62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C5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70"/>
          </a:solidFill>
          <a:ln w="12700">
            <a:solidFill>
              <a:srgbClr val="D65C70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40"/>
          </a:solidFill>
          <a:ln w="12700">
            <a:solidFill>
              <a:srgbClr val="CC3340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203958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29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203958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29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2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908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29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9908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فۡ</a:t>
            </a:r>
            <a:endParaRPr lang="ar-SA" sz="29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2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201666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29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201666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فُ</a:t>
            </a:r>
            <a:endParaRPr lang="ar-SA" sz="29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2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90145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29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190145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2900" dirty="0"/>
          </a:p>
        </p:txBody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83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870685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أَفُّبَ</a:t>
            </a:r>
            <a:endParaRPr lang="ar-SA" sz="58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7C5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8C53"/>
          </a:solidFill>
          <a:ln w="12700">
            <a:solidFill>
              <a:srgbClr val="C68C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05EED"/>
          </a:solidFill>
          <a:ln w="12700">
            <a:solidFill>
              <a:srgbClr val="E0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90145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2900" dirty="0"/>
          </a:p>
        </p:txBody>
      </p:sp>
      <p:sp>
        <p:nvSpPr>
          <p:cNvPr id="24" name="C2 M1 mark"/>
          <p:cNvSpPr txBox="1"/>
          <p:nvPr/>
        </p:nvSpPr>
        <p:spPr>
          <a:xfrm>
            <a:off x="7589520" y="190145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29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5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9908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2900" dirty="0"/>
          </a:p>
        </p:txBody>
      </p:sp>
      <p:sp>
        <p:nvSpPr>
          <p:cNvPr id="27" name="C5 M2 mark"/>
          <p:cNvSpPr txBox="1"/>
          <p:nvPr/>
        </p:nvSpPr>
        <p:spPr>
          <a:xfrm>
            <a:off x="6108192" y="19908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فۡ</a:t>
            </a:r>
            <a:endParaRPr lang="ar-SA" sz="29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5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L3 letter"/>
          <p:cNvSpPr txBox="1"/>
          <p:nvPr/>
        </p:nvSpPr>
        <p:spPr>
          <a:xfrm>
            <a:off x="4626864" y="201666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2900" dirty="0"/>
          </a:p>
        </p:txBody>
      </p:sp>
      <p:sp>
        <p:nvSpPr>
          <p:cNvPr id="30" name="C8 M3 mark"/>
          <p:cNvSpPr txBox="1"/>
          <p:nvPr/>
        </p:nvSpPr>
        <p:spPr>
          <a:xfrm>
            <a:off x="4626864" y="201666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فُ</a:t>
            </a:r>
            <a:endParaRPr lang="ar-SA" sz="2900" dirty="0"/>
          </a:p>
        </p:txBody>
      </p:sp>
      <p:sp>
        <p:nvSpPr>
          <p:cNvPr id="31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5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0 L4 letter"/>
          <p:cNvSpPr txBox="1"/>
          <p:nvPr/>
        </p:nvSpPr>
        <p:spPr>
          <a:xfrm>
            <a:off x="3145536" y="196455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2900" dirty="0"/>
          </a:p>
        </p:txBody>
      </p:sp>
      <p:sp>
        <p:nvSpPr>
          <p:cNvPr id="33" name="C11 M4 mark"/>
          <p:cNvSpPr txBox="1"/>
          <p:nvPr/>
        </p:nvSpPr>
        <p:spPr>
          <a:xfrm>
            <a:off x="3145536" y="196455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2900" dirty="0"/>
          </a:p>
        </p:txBody>
      </p:sp>
      <p:sp>
        <p:nvSpPr>
          <p:cNvPr id="34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A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C14 R result"/>
          <p:cNvSpPr txBox="1"/>
          <p:nvPr/>
        </p:nvSpPr>
        <p:spPr>
          <a:xfrm>
            <a:off x="384048" y="1852016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بَفُّتَ</a:t>
            </a:r>
            <a:endParaRPr lang="ar-SA" sz="61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2A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57"/>
          </a:solidFill>
          <a:ln w="12700">
            <a:solidFill>
              <a:srgbClr val="52E057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C3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AA70DB"/>
          </a:solidFill>
          <a:ln w="12700">
            <a:solidFill>
              <a:srgbClr val="AA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4F"/>
          </a:solidFill>
          <a:ln w="12700">
            <a:solidFill>
              <a:srgbClr val="85474F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96455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2900" dirty="0"/>
          </a:p>
        </p:txBody>
      </p:sp>
      <p:sp>
        <p:nvSpPr>
          <p:cNvPr id="21" name="C2 M1 mark"/>
          <p:cNvSpPr txBox="1"/>
          <p:nvPr/>
        </p:nvSpPr>
        <p:spPr>
          <a:xfrm>
            <a:off x="7589520" y="196455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29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86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9908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2900" dirty="0"/>
          </a:p>
        </p:txBody>
      </p:sp>
      <p:sp>
        <p:nvSpPr>
          <p:cNvPr id="24" name="C5 M2 mark"/>
          <p:cNvSpPr txBox="1"/>
          <p:nvPr/>
        </p:nvSpPr>
        <p:spPr>
          <a:xfrm>
            <a:off x="6108192" y="19908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فۡ</a:t>
            </a:r>
            <a:endParaRPr lang="ar-SA" sz="29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86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L3 letter"/>
          <p:cNvSpPr txBox="1"/>
          <p:nvPr/>
        </p:nvSpPr>
        <p:spPr>
          <a:xfrm>
            <a:off x="4626864" y="201666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2900" dirty="0"/>
          </a:p>
        </p:txBody>
      </p:sp>
      <p:sp>
        <p:nvSpPr>
          <p:cNvPr id="27" name="C8 M3 mark"/>
          <p:cNvSpPr txBox="1"/>
          <p:nvPr/>
        </p:nvSpPr>
        <p:spPr>
          <a:xfrm>
            <a:off x="4626864" y="201666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فُ</a:t>
            </a:r>
            <a:endParaRPr lang="ar-SA" sz="2900" dirty="0"/>
          </a:p>
        </p:txBody>
      </p:sp>
      <p:sp>
        <p:nvSpPr>
          <p:cNvPr id="28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86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0 L4 letter"/>
          <p:cNvSpPr txBox="1"/>
          <p:nvPr/>
        </p:nvSpPr>
        <p:spPr>
          <a:xfrm>
            <a:off x="3145536" y="198480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2900" dirty="0"/>
          </a:p>
        </p:txBody>
      </p:sp>
      <p:sp>
        <p:nvSpPr>
          <p:cNvPr id="30" name="C11 M4 mark"/>
          <p:cNvSpPr txBox="1"/>
          <p:nvPr/>
        </p:nvSpPr>
        <p:spPr>
          <a:xfrm>
            <a:off x="3145536" y="198480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2900" dirty="0"/>
          </a:p>
        </p:txBody>
      </p:sp>
      <p:sp>
        <p:nvSpPr>
          <p:cNvPr id="31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9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C14 R result"/>
          <p:cNvSpPr txBox="1"/>
          <p:nvPr/>
        </p:nvSpPr>
        <p:spPr>
          <a:xfrm>
            <a:off x="384048" y="1938471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تَفُّثَ</a:t>
            </a:r>
            <a:endParaRPr lang="ar-SA" sz="69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C5CE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8064D8"/>
          </a:solidFill>
          <a:ln w="12700">
            <a:solidFill>
              <a:srgbClr val="80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5247D1"/>
          </a:solidFill>
          <a:ln w="12700">
            <a:solidFill>
              <a:srgbClr val="52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8480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29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98480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29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BA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908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29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9908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فۡ</a:t>
            </a:r>
            <a:endParaRPr lang="ar-SA" sz="29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BA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201666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29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201666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فُ</a:t>
            </a:r>
            <a:endParaRPr lang="ar-SA" sz="29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BA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88094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29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188094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2900" dirty="0"/>
          </a:p>
        </p:txBody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73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767878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ثَفُّجَ</a:t>
            </a:r>
            <a:endParaRPr lang="ar-SA" sz="54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7CB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66"/>
          </a:solidFill>
          <a:ln w="12700">
            <a:solidFill>
              <a:srgbClr val="66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6A"/>
          </a:solidFill>
          <a:ln w="12700">
            <a:solidFill>
              <a:srgbClr val="40BF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88094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2900" dirty="0"/>
          </a:p>
        </p:txBody>
      </p:sp>
      <p:sp>
        <p:nvSpPr>
          <p:cNvPr id="17" name="C2 M1 mark"/>
          <p:cNvSpPr txBox="1"/>
          <p:nvPr/>
        </p:nvSpPr>
        <p:spPr>
          <a:xfrm>
            <a:off x="7589520" y="188094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29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C3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9908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2900" dirty="0"/>
          </a:p>
        </p:txBody>
      </p:sp>
      <p:sp>
        <p:nvSpPr>
          <p:cNvPr id="20" name="C5 M2 mark"/>
          <p:cNvSpPr txBox="1"/>
          <p:nvPr/>
        </p:nvSpPr>
        <p:spPr>
          <a:xfrm>
            <a:off x="6108192" y="19908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فۡ</a:t>
            </a:r>
            <a:endParaRPr lang="ar-SA" sz="29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C3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4626864" y="201666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2900" dirty="0"/>
          </a:p>
        </p:txBody>
      </p:sp>
      <p:sp>
        <p:nvSpPr>
          <p:cNvPr id="23" name="C8 M3 mark"/>
          <p:cNvSpPr txBox="1"/>
          <p:nvPr/>
        </p:nvSpPr>
        <p:spPr>
          <a:xfrm>
            <a:off x="4626864" y="201666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فُ</a:t>
            </a:r>
            <a:endParaRPr lang="ar-SA" sz="2900" dirty="0"/>
          </a:p>
        </p:txBody>
      </p:sp>
      <p:sp>
        <p:nvSpPr>
          <p:cNvPr id="24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C3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L4 letter"/>
          <p:cNvSpPr txBox="1"/>
          <p:nvPr/>
        </p:nvSpPr>
        <p:spPr>
          <a:xfrm>
            <a:off x="3145536" y="188094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2900" dirty="0"/>
          </a:p>
        </p:txBody>
      </p:sp>
      <p:sp>
        <p:nvSpPr>
          <p:cNvPr id="26" name="C11 M4 mark"/>
          <p:cNvSpPr txBox="1"/>
          <p:nvPr/>
        </p:nvSpPr>
        <p:spPr>
          <a:xfrm>
            <a:off x="3145536" y="188094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2900" dirty="0"/>
          </a:p>
        </p:txBody>
      </p:sp>
      <p:sp>
        <p:nvSpPr>
          <p:cNvPr id="27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4B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4 R result"/>
          <p:cNvSpPr txBox="1"/>
          <p:nvPr/>
        </p:nvSpPr>
        <p:spPr>
          <a:xfrm>
            <a:off x="384048" y="1767878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جَفُّحَ</a:t>
            </a:r>
            <a:endParaRPr lang="ar-SA" sz="54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443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5F"/>
          </a:solidFill>
          <a:ln w="12700">
            <a:solidFill>
              <a:srgbClr val="2B645F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5D79"/>
          </a:solidFill>
          <a:ln w="12700">
            <a:solidFill>
              <a:srgbClr val="345D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88094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2900" dirty="0"/>
          </a:p>
        </p:txBody>
      </p:sp>
      <p:sp>
        <p:nvSpPr>
          <p:cNvPr id="18" name="C2 M1 mark"/>
          <p:cNvSpPr txBox="1"/>
          <p:nvPr/>
        </p:nvSpPr>
        <p:spPr>
          <a:xfrm>
            <a:off x="7589520" y="188094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29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8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9908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2900" dirty="0"/>
          </a:p>
        </p:txBody>
      </p:sp>
      <p:sp>
        <p:nvSpPr>
          <p:cNvPr id="21" name="C5 M2 mark"/>
          <p:cNvSpPr txBox="1"/>
          <p:nvPr/>
        </p:nvSpPr>
        <p:spPr>
          <a:xfrm>
            <a:off x="6108192" y="19908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فۡ</a:t>
            </a:r>
            <a:endParaRPr lang="ar-SA" sz="29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8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L3 letter"/>
          <p:cNvSpPr txBox="1"/>
          <p:nvPr/>
        </p:nvSpPr>
        <p:spPr>
          <a:xfrm>
            <a:off x="4626864" y="201666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2900" dirty="0"/>
          </a:p>
        </p:txBody>
      </p:sp>
      <p:sp>
        <p:nvSpPr>
          <p:cNvPr id="24" name="C8 M3 mark"/>
          <p:cNvSpPr txBox="1"/>
          <p:nvPr/>
        </p:nvSpPr>
        <p:spPr>
          <a:xfrm>
            <a:off x="4626864" y="201666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فُ</a:t>
            </a:r>
            <a:endParaRPr lang="ar-SA" sz="2900" dirty="0"/>
          </a:p>
        </p:txBody>
      </p:sp>
      <p:sp>
        <p:nvSpPr>
          <p:cNvPr id="25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8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0 L4 letter"/>
          <p:cNvSpPr txBox="1"/>
          <p:nvPr/>
        </p:nvSpPr>
        <p:spPr>
          <a:xfrm>
            <a:off x="3145536" y="191814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2900" dirty="0"/>
          </a:p>
        </p:txBody>
      </p:sp>
      <p:sp>
        <p:nvSpPr>
          <p:cNvPr id="27" name="C11 M4 mark"/>
          <p:cNvSpPr txBox="1"/>
          <p:nvPr/>
        </p:nvSpPr>
        <p:spPr>
          <a:xfrm>
            <a:off x="3145536" y="191814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2900" dirty="0"/>
          </a:p>
        </p:txBody>
      </p:sp>
      <p:sp>
        <p:nvSpPr>
          <p:cNvPr id="28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39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14 R result"/>
          <p:cNvSpPr txBox="1"/>
          <p:nvPr/>
        </p:nvSpPr>
        <p:spPr>
          <a:xfrm>
            <a:off x="384048" y="1767878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حَفُّخَ</a:t>
            </a:r>
            <a:endParaRPr lang="ar-SA" sz="54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E8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70D65C"/>
          </a:solidFill>
          <a:ln w="12700">
            <a:solidFill>
              <a:srgbClr val="70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40CC33"/>
          </a:solidFill>
          <a:ln w="12700">
            <a:solidFill>
              <a:srgbClr val="40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1814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29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91814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29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5B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908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29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9908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فۡ</a:t>
            </a:r>
            <a:endParaRPr lang="ar-SA" sz="29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5B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201666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29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201666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فُ</a:t>
            </a:r>
            <a:endParaRPr lang="ar-SA" sz="29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5B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95847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29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195847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2900" dirty="0"/>
          </a:p>
        </p:txBody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6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942852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خَفُّدَ</a:t>
            </a:r>
            <a:endParaRPr lang="ar-SA" sz="69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7F6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C68C"/>
          </a:solidFill>
          <a:ln w="12700">
            <a:solidFill>
              <a:srgbClr val="53C68C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BD5E"/>
          </a:solidFill>
          <a:ln w="12700">
            <a:solidFill>
              <a:srgbClr val="EDB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95847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2900" dirty="0"/>
          </a:p>
        </p:txBody>
      </p:sp>
      <p:sp>
        <p:nvSpPr>
          <p:cNvPr id="24" name="C2 M1 mark"/>
          <p:cNvSpPr txBox="1"/>
          <p:nvPr/>
        </p:nvSpPr>
        <p:spPr>
          <a:xfrm>
            <a:off x="7589520" y="195847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29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27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9908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2900" dirty="0"/>
          </a:p>
        </p:txBody>
      </p:sp>
      <p:sp>
        <p:nvSpPr>
          <p:cNvPr id="27" name="C5 M2 mark"/>
          <p:cNvSpPr txBox="1"/>
          <p:nvPr/>
        </p:nvSpPr>
        <p:spPr>
          <a:xfrm>
            <a:off x="6108192" y="19908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فۡ</a:t>
            </a:r>
            <a:endParaRPr lang="ar-SA" sz="29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27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L3 letter"/>
          <p:cNvSpPr txBox="1"/>
          <p:nvPr/>
        </p:nvSpPr>
        <p:spPr>
          <a:xfrm>
            <a:off x="4626864" y="201666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2900" dirty="0"/>
          </a:p>
        </p:txBody>
      </p:sp>
      <p:sp>
        <p:nvSpPr>
          <p:cNvPr id="30" name="C8 M3 mark"/>
          <p:cNvSpPr txBox="1"/>
          <p:nvPr/>
        </p:nvSpPr>
        <p:spPr>
          <a:xfrm>
            <a:off x="4626864" y="201666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فُ</a:t>
            </a:r>
            <a:endParaRPr lang="ar-SA" sz="2900" dirty="0"/>
          </a:p>
        </p:txBody>
      </p:sp>
      <p:sp>
        <p:nvSpPr>
          <p:cNvPr id="31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27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0 L4 letter"/>
          <p:cNvSpPr txBox="1"/>
          <p:nvPr/>
        </p:nvSpPr>
        <p:spPr>
          <a:xfrm>
            <a:off x="3145536" y="199567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2900" dirty="0"/>
          </a:p>
        </p:txBody>
      </p:sp>
      <p:sp>
        <p:nvSpPr>
          <p:cNvPr id="33" name="C11 M4 mark"/>
          <p:cNvSpPr txBox="1"/>
          <p:nvPr/>
        </p:nvSpPr>
        <p:spPr>
          <a:xfrm>
            <a:off x="3145536" y="199567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2900" dirty="0"/>
          </a:p>
        </p:txBody>
      </p:sp>
      <p:sp>
        <p:nvSpPr>
          <p:cNvPr id="34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89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C14 R result"/>
          <p:cNvSpPr txBox="1"/>
          <p:nvPr/>
        </p:nvSpPr>
        <p:spPr>
          <a:xfrm>
            <a:off x="384048" y="1966436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دَفُّذَ</a:t>
            </a:r>
            <a:endParaRPr lang="ar-SA" sz="65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1435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70E0"/>
          </a:solidFill>
          <a:ln w="12700">
            <a:solidFill>
              <a:srgbClr val="5270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AA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8F70"/>
          </a:solidFill>
          <a:ln w="12700">
            <a:solidFill>
              <a:srgbClr val="DB8F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5F8547"/>
          </a:solidFill>
          <a:ln w="12700">
            <a:solidFill>
              <a:srgbClr val="5F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99567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2900" dirty="0"/>
          </a:p>
        </p:txBody>
      </p:sp>
      <p:sp>
        <p:nvSpPr>
          <p:cNvPr id="21" name="C2 M1 mark"/>
          <p:cNvSpPr txBox="1"/>
          <p:nvPr/>
        </p:nvSpPr>
        <p:spPr>
          <a:xfrm>
            <a:off x="7589520" y="199567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29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5A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9908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2900" dirty="0"/>
          </a:p>
        </p:txBody>
      </p:sp>
      <p:sp>
        <p:nvSpPr>
          <p:cNvPr id="24" name="C5 M2 mark"/>
          <p:cNvSpPr txBox="1"/>
          <p:nvPr/>
        </p:nvSpPr>
        <p:spPr>
          <a:xfrm>
            <a:off x="6108192" y="19908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فۡ</a:t>
            </a:r>
            <a:endParaRPr lang="ar-SA" sz="29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5A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L3 letter"/>
          <p:cNvSpPr txBox="1"/>
          <p:nvPr/>
        </p:nvSpPr>
        <p:spPr>
          <a:xfrm>
            <a:off x="4626864" y="201666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2900" dirty="0"/>
          </a:p>
        </p:txBody>
      </p:sp>
      <p:sp>
        <p:nvSpPr>
          <p:cNvPr id="27" name="C8 M3 mark"/>
          <p:cNvSpPr txBox="1"/>
          <p:nvPr/>
        </p:nvSpPr>
        <p:spPr>
          <a:xfrm>
            <a:off x="4626864" y="201666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فُ</a:t>
            </a:r>
            <a:endParaRPr lang="ar-SA" sz="2900" dirty="0"/>
          </a:p>
        </p:txBody>
      </p:sp>
      <p:sp>
        <p:nvSpPr>
          <p:cNvPr id="28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5A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0 L4 letter"/>
          <p:cNvSpPr txBox="1"/>
          <p:nvPr/>
        </p:nvSpPr>
        <p:spPr>
          <a:xfrm>
            <a:off x="3145536" y="189659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2900" dirty="0"/>
          </a:p>
        </p:txBody>
      </p:sp>
      <p:sp>
        <p:nvSpPr>
          <p:cNvPr id="30" name="C11 M4 mark"/>
          <p:cNvSpPr txBox="1"/>
          <p:nvPr/>
        </p:nvSpPr>
        <p:spPr>
          <a:xfrm>
            <a:off x="3145536" y="189659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2900" dirty="0"/>
          </a:p>
        </p:txBody>
      </p:sp>
      <p:sp>
        <p:nvSpPr>
          <p:cNvPr id="31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B1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C14 R result"/>
          <p:cNvSpPr txBox="1"/>
          <p:nvPr/>
        </p:nvSpPr>
        <p:spPr>
          <a:xfrm>
            <a:off x="384048" y="1852930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ذَفُّرَ</a:t>
            </a:r>
            <a:endParaRPr lang="ar-SA" sz="56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7C5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64"/>
          </a:solidFill>
          <a:ln w="12700">
            <a:solidFill>
              <a:srgbClr val="D864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5F"/>
          </a:solidFill>
          <a:ln w="12700">
            <a:solidFill>
              <a:srgbClr val="D1475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89659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29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89659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29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8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908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29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9908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فۡ</a:t>
            </a:r>
            <a:endParaRPr lang="ar-SA" sz="29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8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201666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29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201666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فُ</a:t>
            </a:r>
            <a:endParaRPr lang="ar-SA" sz="29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8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93379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29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193379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</a:t>
            </a:r>
            <a:endParaRPr lang="ar-SA" sz="2900" dirty="0"/>
          </a:p>
        </p:txBody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96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852930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رَفُّزَ</a:t>
            </a:r>
            <a:endParaRPr lang="ar-SA" sz="56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CB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AACC"/>
          </a:solidFill>
          <a:ln w="12700">
            <a:solidFill>
              <a:srgbClr val="66AA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6ABF"/>
          </a:solidFill>
          <a:ln w="12700">
            <a:solidFill>
              <a:srgbClr val="406A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93379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2900" dirty="0"/>
          </a:p>
        </p:txBody>
      </p:sp>
      <p:sp>
        <p:nvSpPr>
          <p:cNvPr id="17" name="C2 M1 mark"/>
          <p:cNvSpPr txBox="1"/>
          <p:nvPr/>
        </p:nvSpPr>
        <p:spPr>
          <a:xfrm>
            <a:off x="7589520" y="193379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</a:t>
            </a:r>
            <a:endParaRPr lang="ar-SA" sz="29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C2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9908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2900" dirty="0"/>
          </a:p>
        </p:txBody>
      </p:sp>
      <p:sp>
        <p:nvSpPr>
          <p:cNvPr id="20" name="C5 M2 mark"/>
          <p:cNvSpPr txBox="1"/>
          <p:nvPr/>
        </p:nvSpPr>
        <p:spPr>
          <a:xfrm>
            <a:off x="6108192" y="19908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فۡ</a:t>
            </a:r>
            <a:endParaRPr lang="ar-SA" sz="29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C2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4626864" y="201666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2900" dirty="0"/>
          </a:p>
        </p:txBody>
      </p:sp>
      <p:sp>
        <p:nvSpPr>
          <p:cNvPr id="23" name="C8 M3 mark"/>
          <p:cNvSpPr txBox="1"/>
          <p:nvPr/>
        </p:nvSpPr>
        <p:spPr>
          <a:xfrm>
            <a:off x="4626864" y="201666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فُ</a:t>
            </a:r>
            <a:endParaRPr lang="ar-SA" sz="2900" dirty="0"/>
          </a:p>
        </p:txBody>
      </p:sp>
      <p:sp>
        <p:nvSpPr>
          <p:cNvPr id="24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C2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L4 letter"/>
          <p:cNvSpPr txBox="1"/>
          <p:nvPr/>
        </p:nvSpPr>
        <p:spPr>
          <a:xfrm>
            <a:off x="3145536" y="189310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2900" dirty="0"/>
          </a:p>
        </p:txBody>
      </p:sp>
      <p:sp>
        <p:nvSpPr>
          <p:cNvPr id="26" name="C11 M4 mark"/>
          <p:cNvSpPr txBox="1"/>
          <p:nvPr/>
        </p:nvSpPr>
        <p:spPr>
          <a:xfrm>
            <a:off x="3145536" y="189310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2900" dirty="0"/>
          </a:p>
        </p:txBody>
      </p:sp>
      <p:sp>
        <p:nvSpPr>
          <p:cNvPr id="27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6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4 R result"/>
          <p:cNvSpPr txBox="1"/>
          <p:nvPr/>
        </p:nvSpPr>
        <p:spPr>
          <a:xfrm>
            <a:off x="384048" y="1852930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زَفُّسَ</a:t>
            </a:r>
            <a:endParaRPr lang="ar-SA" sz="56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1B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512B64"/>
          </a:solidFill>
          <a:ln w="12700">
            <a:solidFill>
              <a:srgbClr val="51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6E"/>
          </a:solidFill>
          <a:ln w="12700">
            <a:solidFill>
              <a:srgbClr val="79346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89310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2900" dirty="0"/>
          </a:p>
        </p:txBody>
      </p:sp>
      <p:sp>
        <p:nvSpPr>
          <p:cNvPr id="18" name="C2 M1 mark"/>
          <p:cNvSpPr txBox="1"/>
          <p:nvPr/>
        </p:nvSpPr>
        <p:spPr>
          <a:xfrm>
            <a:off x="7589520" y="189310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29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BC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9908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2900" dirty="0"/>
          </a:p>
        </p:txBody>
      </p:sp>
      <p:sp>
        <p:nvSpPr>
          <p:cNvPr id="21" name="C5 M2 mark"/>
          <p:cNvSpPr txBox="1"/>
          <p:nvPr/>
        </p:nvSpPr>
        <p:spPr>
          <a:xfrm>
            <a:off x="6108192" y="19908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فۡ</a:t>
            </a:r>
            <a:endParaRPr lang="ar-SA" sz="29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BC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L3 letter"/>
          <p:cNvSpPr txBox="1"/>
          <p:nvPr/>
        </p:nvSpPr>
        <p:spPr>
          <a:xfrm>
            <a:off x="4626864" y="201666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2900" dirty="0"/>
          </a:p>
        </p:txBody>
      </p:sp>
      <p:sp>
        <p:nvSpPr>
          <p:cNvPr id="24" name="C8 M3 mark"/>
          <p:cNvSpPr txBox="1"/>
          <p:nvPr/>
        </p:nvSpPr>
        <p:spPr>
          <a:xfrm>
            <a:off x="4626864" y="201666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فُ</a:t>
            </a:r>
            <a:endParaRPr lang="ar-SA" sz="2900" dirty="0"/>
          </a:p>
        </p:txBody>
      </p:sp>
      <p:sp>
        <p:nvSpPr>
          <p:cNvPr id="25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BC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0 L4 letter"/>
          <p:cNvSpPr txBox="1"/>
          <p:nvPr/>
        </p:nvSpPr>
        <p:spPr>
          <a:xfrm>
            <a:off x="3145536" y="195055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2900" dirty="0"/>
          </a:p>
        </p:txBody>
      </p:sp>
      <p:sp>
        <p:nvSpPr>
          <p:cNvPr id="27" name="C11 M4 mark"/>
          <p:cNvSpPr txBox="1"/>
          <p:nvPr/>
        </p:nvSpPr>
        <p:spPr>
          <a:xfrm>
            <a:off x="3145536" y="195055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</a:t>
            </a:r>
            <a:endParaRPr lang="ar-SA" sz="2900" dirty="0"/>
          </a:p>
        </p:txBody>
      </p:sp>
      <p:sp>
        <p:nvSpPr>
          <p:cNvPr id="28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45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14 R result"/>
          <p:cNvSpPr txBox="1"/>
          <p:nvPr/>
        </p:nvSpPr>
        <p:spPr>
          <a:xfrm>
            <a:off x="384048" y="1822348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سَفُّشَ</a:t>
            </a:r>
            <a:endParaRPr lang="ar-SA" sz="56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7DC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ADD6"/>
          </a:solidFill>
          <a:ln w="12700">
            <a:solidFill>
              <a:srgbClr val="5CAD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8CCC"/>
          </a:solidFill>
          <a:ln w="12700">
            <a:solidFill>
              <a:srgbClr val="338C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5055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29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95055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</a:t>
            </a:r>
            <a:endParaRPr lang="ar-SA" sz="29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88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908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29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9908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فۡ</a:t>
            </a:r>
            <a:endParaRPr lang="ar-SA" sz="29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88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201666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29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201666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فُ</a:t>
            </a:r>
            <a:endParaRPr lang="ar-SA" sz="29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88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90083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29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190083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</a:t>
            </a:r>
            <a:endParaRPr lang="ar-SA" sz="2900" dirty="0"/>
          </a:p>
        </p:txBody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3F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819313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شَفُّصَ</a:t>
            </a:r>
            <a:endParaRPr lang="ar-SA" sz="54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C5F7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8C53C6"/>
          </a:solidFill>
          <a:ln w="12700">
            <a:solidFill>
              <a:srgbClr val="8C5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99"/>
          </a:solidFill>
          <a:ln w="12700">
            <a:solidFill>
              <a:srgbClr val="5EED99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90083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2900" dirty="0"/>
          </a:p>
        </p:txBody>
      </p:sp>
      <p:sp>
        <p:nvSpPr>
          <p:cNvPr id="24" name="C2 M1 mark"/>
          <p:cNvSpPr txBox="1"/>
          <p:nvPr/>
        </p:nvSpPr>
        <p:spPr>
          <a:xfrm>
            <a:off x="7589520" y="190083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</a:t>
            </a:r>
            <a:endParaRPr lang="ar-SA" sz="29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5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9908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2900" dirty="0"/>
          </a:p>
        </p:txBody>
      </p:sp>
      <p:sp>
        <p:nvSpPr>
          <p:cNvPr id="27" name="C5 M2 mark"/>
          <p:cNvSpPr txBox="1"/>
          <p:nvPr/>
        </p:nvSpPr>
        <p:spPr>
          <a:xfrm>
            <a:off x="6108192" y="19908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فۡ</a:t>
            </a:r>
            <a:endParaRPr lang="ar-SA" sz="29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5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L3 letter"/>
          <p:cNvSpPr txBox="1"/>
          <p:nvPr/>
        </p:nvSpPr>
        <p:spPr>
          <a:xfrm>
            <a:off x="4626864" y="201666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2900" dirty="0"/>
          </a:p>
        </p:txBody>
      </p:sp>
      <p:sp>
        <p:nvSpPr>
          <p:cNvPr id="30" name="C8 M3 mark"/>
          <p:cNvSpPr txBox="1"/>
          <p:nvPr/>
        </p:nvSpPr>
        <p:spPr>
          <a:xfrm>
            <a:off x="4626864" y="201666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فُ</a:t>
            </a:r>
            <a:endParaRPr lang="ar-SA" sz="2900" dirty="0"/>
          </a:p>
        </p:txBody>
      </p:sp>
      <p:sp>
        <p:nvSpPr>
          <p:cNvPr id="31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5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0 L4 letter"/>
          <p:cNvSpPr txBox="1"/>
          <p:nvPr/>
        </p:nvSpPr>
        <p:spPr>
          <a:xfrm>
            <a:off x="3145536" y="193803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2900" dirty="0"/>
          </a:p>
        </p:txBody>
      </p:sp>
      <p:sp>
        <p:nvSpPr>
          <p:cNvPr id="33" name="C11 M4 mark"/>
          <p:cNvSpPr txBox="1"/>
          <p:nvPr/>
        </p:nvSpPr>
        <p:spPr>
          <a:xfrm>
            <a:off x="3145536" y="193803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</a:t>
            </a:r>
            <a:endParaRPr lang="ar-SA" sz="2900" dirty="0"/>
          </a:p>
        </p:txBody>
      </p:sp>
      <p:sp>
        <p:nvSpPr>
          <p:cNvPr id="34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67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C14 R result"/>
          <p:cNvSpPr txBox="1"/>
          <p:nvPr/>
        </p:nvSpPr>
        <p:spPr>
          <a:xfrm>
            <a:off x="384048" y="1816278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صَفُّضَ</a:t>
            </a:r>
            <a:endParaRPr lang="ar-SA" sz="52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4314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94"/>
          </a:solidFill>
          <a:ln w="12700">
            <a:solidFill>
              <a:srgbClr val="E05294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90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74"/>
          </a:solidFill>
          <a:ln w="12700">
            <a:solidFill>
              <a:srgbClr val="70DB74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6E85"/>
          </a:solidFill>
          <a:ln w="12700">
            <a:solidFill>
              <a:srgbClr val="476E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93803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2900" dirty="0"/>
          </a:p>
        </p:txBody>
      </p:sp>
      <p:sp>
        <p:nvSpPr>
          <p:cNvPr id="21" name="C2 M1 mark"/>
          <p:cNvSpPr txBox="1"/>
          <p:nvPr/>
        </p:nvSpPr>
        <p:spPr>
          <a:xfrm>
            <a:off x="7589520" y="193803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</a:t>
            </a:r>
            <a:endParaRPr lang="ar-SA" sz="29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2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9908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2900" dirty="0"/>
          </a:p>
        </p:txBody>
      </p:sp>
      <p:sp>
        <p:nvSpPr>
          <p:cNvPr id="24" name="C5 M2 mark"/>
          <p:cNvSpPr txBox="1"/>
          <p:nvPr/>
        </p:nvSpPr>
        <p:spPr>
          <a:xfrm>
            <a:off x="6108192" y="19908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فۡ</a:t>
            </a:r>
            <a:endParaRPr lang="ar-SA" sz="29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2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L3 letter"/>
          <p:cNvSpPr txBox="1"/>
          <p:nvPr/>
        </p:nvSpPr>
        <p:spPr>
          <a:xfrm>
            <a:off x="4626864" y="201666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2900" dirty="0"/>
          </a:p>
        </p:txBody>
      </p:sp>
      <p:sp>
        <p:nvSpPr>
          <p:cNvPr id="27" name="C8 M3 mark"/>
          <p:cNvSpPr txBox="1"/>
          <p:nvPr/>
        </p:nvSpPr>
        <p:spPr>
          <a:xfrm>
            <a:off x="4626864" y="201666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فُ</a:t>
            </a:r>
            <a:endParaRPr lang="ar-SA" sz="2900" dirty="0"/>
          </a:p>
        </p:txBody>
      </p:sp>
      <p:sp>
        <p:nvSpPr>
          <p:cNvPr id="28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2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0 L4 letter"/>
          <p:cNvSpPr txBox="1"/>
          <p:nvPr/>
        </p:nvSpPr>
        <p:spPr>
          <a:xfrm>
            <a:off x="3145536" y="199543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2900" dirty="0"/>
          </a:p>
        </p:txBody>
      </p:sp>
      <p:sp>
        <p:nvSpPr>
          <p:cNvPr id="30" name="C11 M4 mark"/>
          <p:cNvSpPr txBox="1"/>
          <p:nvPr/>
        </p:nvSpPr>
        <p:spPr>
          <a:xfrm>
            <a:off x="3145536" y="199543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</a:t>
            </a:r>
            <a:endParaRPr lang="ar-SA" sz="2900" dirty="0"/>
          </a:p>
        </p:txBody>
      </p:sp>
      <p:sp>
        <p:nvSpPr>
          <p:cNvPr id="31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8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C14 R result"/>
          <p:cNvSpPr txBox="1"/>
          <p:nvPr/>
        </p:nvSpPr>
        <p:spPr>
          <a:xfrm>
            <a:off x="384048" y="1927962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ضَفُّطَ</a:t>
            </a:r>
            <a:endParaRPr lang="ar-SA" sz="64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E6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81D864"/>
          </a:solidFill>
          <a:ln w="12700">
            <a:solidFill>
              <a:srgbClr val="81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81D147"/>
          </a:solidFill>
          <a:ln w="12700">
            <a:solidFill>
              <a:srgbClr val="81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9543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29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99543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</a:t>
            </a:r>
            <a:endParaRPr lang="ar-SA" sz="29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61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908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29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9908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فۡ</a:t>
            </a:r>
            <a:endParaRPr lang="ar-SA" sz="29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61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201666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29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201666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فُ</a:t>
            </a:r>
            <a:endParaRPr lang="ar-SA" sz="29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61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99543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29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199543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</a:t>
            </a:r>
            <a:endParaRPr lang="ar-SA" sz="2900" dirty="0"/>
          </a:p>
        </p:txBody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7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933918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طَفُّظَ</a:t>
            </a:r>
            <a:endParaRPr lang="ar-SA" sz="66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C5D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AA"/>
          </a:solidFill>
          <a:ln w="12700">
            <a:solidFill>
              <a:srgbClr val="CC66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6A"/>
          </a:solidFill>
          <a:ln w="12700">
            <a:solidFill>
              <a:srgbClr val="BF40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99543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2900" dirty="0"/>
          </a:p>
        </p:txBody>
      </p:sp>
      <p:sp>
        <p:nvSpPr>
          <p:cNvPr id="17" name="C2 M1 mark"/>
          <p:cNvSpPr txBox="1"/>
          <p:nvPr/>
        </p:nvSpPr>
        <p:spPr>
          <a:xfrm>
            <a:off x="7589520" y="199543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</a:t>
            </a:r>
            <a:endParaRPr lang="ar-SA" sz="29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95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9908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2900" dirty="0"/>
          </a:p>
        </p:txBody>
      </p:sp>
      <p:sp>
        <p:nvSpPr>
          <p:cNvPr id="20" name="C5 M2 mark"/>
          <p:cNvSpPr txBox="1"/>
          <p:nvPr/>
        </p:nvSpPr>
        <p:spPr>
          <a:xfrm>
            <a:off x="6108192" y="19908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فۡ</a:t>
            </a:r>
            <a:endParaRPr lang="ar-SA" sz="29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95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4626864" y="201666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2900" dirty="0"/>
          </a:p>
        </p:txBody>
      </p:sp>
      <p:sp>
        <p:nvSpPr>
          <p:cNvPr id="23" name="C8 M3 mark"/>
          <p:cNvSpPr txBox="1"/>
          <p:nvPr/>
        </p:nvSpPr>
        <p:spPr>
          <a:xfrm>
            <a:off x="4626864" y="201666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فُ</a:t>
            </a:r>
            <a:endParaRPr lang="ar-SA" sz="2900" dirty="0"/>
          </a:p>
        </p:txBody>
      </p:sp>
      <p:sp>
        <p:nvSpPr>
          <p:cNvPr id="24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95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L4 letter"/>
          <p:cNvSpPr txBox="1"/>
          <p:nvPr/>
        </p:nvSpPr>
        <p:spPr>
          <a:xfrm>
            <a:off x="3145536" y="189623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2900" dirty="0"/>
          </a:p>
        </p:txBody>
      </p:sp>
      <p:sp>
        <p:nvSpPr>
          <p:cNvPr id="26" name="C11 M4 mark"/>
          <p:cNvSpPr txBox="1"/>
          <p:nvPr/>
        </p:nvSpPr>
        <p:spPr>
          <a:xfrm>
            <a:off x="3145536" y="189623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</a:t>
            </a:r>
            <a:endParaRPr lang="ar-SA" sz="2900" dirty="0"/>
          </a:p>
        </p:txBody>
      </p:sp>
      <p:sp>
        <p:nvSpPr>
          <p:cNvPr id="27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90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4 R result"/>
          <p:cNvSpPr txBox="1"/>
          <p:nvPr/>
        </p:nvSpPr>
        <p:spPr>
          <a:xfrm>
            <a:off x="384048" y="1767878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ظَفُّعَ</a:t>
            </a:r>
            <a:endParaRPr lang="ar-SA" sz="54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4314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422B"/>
          </a:solidFill>
          <a:ln w="12700">
            <a:solidFill>
              <a:srgbClr val="6442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7334"/>
          </a:solidFill>
          <a:ln w="12700">
            <a:solidFill>
              <a:srgbClr val="7973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89623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2900" dirty="0"/>
          </a:p>
        </p:txBody>
      </p:sp>
      <p:sp>
        <p:nvSpPr>
          <p:cNvPr id="18" name="C2 M1 mark"/>
          <p:cNvSpPr txBox="1"/>
          <p:nvPr/>
        </p:nvSpPr>
        <p:spPr>
          <a:xfrm>
            <a:off x="7589520" y="189623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</a:t>
            </a:r>
            <a:endParaRPr lang="ar-SA" sz="29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C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9908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2900" dirty="0"/>
          </a:p>
        </p:txBody>
      </p:sp>
      <p:sp>
        <p:nvSpPr>
          <p:cNvPr id="21" name="C5 M2 mark"/>
          <p:cNvSpPr txBox="1"/>
          <p:nvPr/>
        </p:nvSpPr>
        <p:spPr>
          <a:xfrm>
            <a:off x="6108192" y="19908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فۡ</a:t>
            </a:r>
            <a:endParaRPr lang="ar-SA" sz="29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C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L3 letter"/>
          <p:cNvSpPr txBox="1"/>
          <p:nvPr/>
        </p:nvSpPr>
        <p:spPr>
          <a:xfrm>
            <a:off x="4626864" y="201666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2900" dirty="0"/>
          </a:p>
        </p:txBody>
      </p:sp>
      <p:sp>
        <p:nvSpPr>
          <p:cNvPr id="24" name="C8 M3 mark"/>
          <p:cNvSpPr txBox="1"/>
          <p:nvPr/>
        </p:nvSpPr>
        <p:spPr>
          <a:xfrm>
            <a:off x="4626864" y="201666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فُ</a:t>
            </a:r>
            <a:endParaRPr lang="ar-SA" sz="2900" dirty="0"/>
          </a:p>
        </p:txBody>
      </p:sp>
      <p:sp>
        <p:nvSpPr>
          <p:cNvPr id="25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C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0 L4 letter"/>
          <p:cNvSpPr txBox="1"/>
          <p:nvPr/>
        </p:nvSpPr>
        <p:spPr>
          <a:xfrm>
            <a:off x="3145536" y="193342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2900" dirty="0"/>
          </a:p>
        </p:txBody>
      </p:sp>
      <p:sp>
        <p:nvSpPr>
          <p:cNvPr id="27" name="C11 M4 mark"/>
          <p:cNvSpPr txBox="1"/>
          <p:nvPr/>
        </p:nvSpPr>
        <p:spPr>
          <a:xfrm>
            <a:off x="3145536" y="193342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</a:t>
            </a:r>
            <a:endParaRPr lang="ar-SA" sz="2900" dirty="0"/>
          </a:p>
        </p:txBody>
      </p:sp>
      <p:sp>
        <p:nvSpPr>
          <p:cNvPr id="28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68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14 R result"/>
          <p:cNvSpPr txBox="1"/>
          <p:nvPr/>
        </p:nvSpPr>
        <p:spPr>
          <a:xfrm>
            <a:off x="384048" y="1767878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عَفُّغَ</a:t>
            </a:r>
            <a:endParaRPr lang="ar-SA" sz="54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C5F7C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AD"/>
          </a:solidFill>
          <a:ln w="12700">
            <a:solidFill>
              <a:srgbClr val="D65CAD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8C"/>
          </a:solidFill>
          <a:ln w="12700">
            <a:solidFill>
              <a:srgbClr val="CC338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3342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29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93342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</a:t>
            </a:r>
            <a:endParaRPr lang="ar-SA" sz="29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B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908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29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9908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فۡ</a:t>
            </a:r>
            <a:endParaRPr lang="ar-SA" sz="29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B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201666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29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201666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فُ</a:t>
            </a:r>
            <a:endParaRPr lang="ar-SA" sz="29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B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203958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29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203958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2900" dirty="0"/>
          </a:p>
        </p:txBody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4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951300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غَفُّأَ</a:t>
            </a:r>
            <a:endParaRPr lang="ar-SA" sz="69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DE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66"/>
          </a:solidFill>
          <a:ln w="12700">
            <a:solidFill>
              <a:srgbClr val="C6536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765EED"/>
          </a:solidFill>
          <a:ln w="12700">
            <a:solidFill>
              <a:srgbClr val="76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99156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33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99156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33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80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93614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33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93614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فۡ</a:t>
            </a:r>
            <a:endParaRPr lang="ar-SA" sz="33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80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96548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33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96548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فُ</a:t>
            </a:r>
            <a:endParaRPr lang="ar-SA" sz="33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88928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أَفُّ</a:t>
            </a:r>
            <a:endParaRPr lang="ar-SA" sz="73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4339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B7E052"/>
          </a:solidFill>
          <a:ln w="12700">
            <a:solidFill>
              <a:srgbClr val="B7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A2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87DB"/>
          </a:solidFill>
          <a:ln w="12700">
            <a:solidFill>
              <a:srgbClr val="7087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7D"/>
          </a:solidFill>
          <a:ln w="12700">
            <a:solidFill>
              <a:srgbClr val="85477D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343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3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8343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33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4C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93614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33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93614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فۡ</a:t>
            </a:r>
            <a:endParaRPr lang="ar-SA" sz="33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4C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96548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33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96548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فُ</a:t>
            </a:r>
            <a:endParaRPr lang="ar-SA" sz="33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6D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77749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بَفُّ</a:t>
            </a:r>
            <a:endParaRPr lang="ar-SA" sz="70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C5F3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9ED8"/>
          </a:solidFill>
          <a:ln w="12700">
            <a:solidFill>
              <a:srgbClr val="649E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A4D1"/>
          </a:solidFill>
          <a:ln w="12700">
            <a:solidFill>
              <a:srgbClr val="47A4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061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3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9061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33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35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93614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33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93614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فۡ</a:t>
            </a:r>
            <a:endParaRPr lang="ar-SA" sz="33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35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96548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33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96548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فُ</a:t>
            </a:r>
            <a:endParaRPr lang="ar-SA" sz="33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95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86335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تَفُّ</a:t>
            </a:r>
            <a:endParaRPr lang="ar-SA" sz="78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7C5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CC66"/>
          </a:solidFill>
          <a:ln w="12700">
            <a:solidFill>
              <a:srgbClr val="AA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BF40"/>
          </a:solidFill>
          <a:ln w="12700">
            <a:solidFill>
              <a:srgbClr val="6A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9292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3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9292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33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6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93614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33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93614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فۡ</a:t>
            </a:r>
            <a:endParaRPr lang="ar-SA" sz="33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6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96548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33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96548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فُ</a:t>
            </a:r>
            <a:endParaRPr lang="ar-SA" sz="33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2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86335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ثَفُّ</a:t>
            </a:r>
            <a:endParaRPr lang="ar-SA" sz="78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24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34"/>
          </a:solidFill>
          <a:ln w="12700">
            <a:solidFill>
              <a:srgbClr val="2B643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62"/>
          </a:solidFill>
          <a:ln w="12700">
            <a:solidFill>
              <a:srgbClr val="34796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110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3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8110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33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9D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93614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33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93614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فۡ</a:t>
            </a:r>
            <a:endParaRPr lang="ar-SA" sz="33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9D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96548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33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96548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فُ</a:t>
            </a:r>
            <a:endParaRPr lang="ar-SA" sz="33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8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78162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جَفُّ</a:t>
            </a:r>
            <a:endParaRPr lang="ar-SA" sz="71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C5C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C25C"/>
          </a:solidFill>
          <a:ln w="12700">
            <a:solidFill>
              <a:srgbClr val="D6C2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BF33"/>
          </a:solidFill>
          <a:ln w="12700">
            <a:solidFill>
              <a:srgbClr val="CCBF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110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3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110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33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D1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93614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33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93614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فۡ</a:t>
            </a:r>
            <a:endParaRPr lang="ar-SA" sz="33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D1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96548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33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96548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فُ</a:t>
            </a:r>
            <a:endParaRPr lang="ar-SA" sz="33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62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86335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حَفُّ</a:t>
            </a:r>
            <a:endParaRPr lang="ar-SA" sz="78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7D1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66C653"/>
          </a:solidFill>
          <a:ln w="12700">
            <a:solidFill>
              <a:srgbClr val="66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6B"/>
          </a:solidFill>
          <a:ln w="12700">
            <a:solidFill>
              <a:srgbClr val="ED5E6B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533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3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8533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33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AC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93614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33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93614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فۡ</a:t>
            </a:r>
            <a:endParaRPr lang="ar-SA" sz="33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AC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96548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33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96548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فُ</a:t>
            </a:r>
            <a:endParaRPr lang="ar-SA" sz="33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3A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86335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خَفُّ</a:t>
            </a:r>
            <a:endParaRPr lang="ar-SA" sz="78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1443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DBE0"/>
          </a:solidFill>
          <a:ln w="12700">
            <a:solidFill>
              <a:srgbClr val="52DB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BB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A1"/>
          </a:solidFill>
          <a:ln w="12700">
            <a:solidFill>
              <a:srgbClr val="DB70A1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7D47"/>
          </a:solidFill>
          <a:ln w="12700">
            <a:solidFill>
              <a:srgbClr val="857D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9926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33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89926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33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7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93614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33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93614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فۡ</a:t>
            </a:r>
            <a:endParaRPr lang="ar-SA" sz="33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7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96548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33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96548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فُ</a:t>
            </a:r>
            <a:endParaRPr lang="ar-SA" sz="33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4A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88928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دَفُّ</a:t>
            </a:r>
            <a:endParaRPr lang="ar-SA" sz="73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EE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BB"/>
          </a:solidFill>
          <a:ln w="12700">
            <a:solidFill>
              <a:srgbClr val="D864BB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C6"/>
          </a:solidFill>
          <a:ln w="12700">
            <a:solidFill>
              <a:srgbClr val="D147C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4159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33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94159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33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44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93614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33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93614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فۡ</a:t>
            </a:r>
            <a:endParaRPr lang="ar-SA" sz="33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44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96548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33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96548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فُ</a:t>
            </a:r>
            <a:endParaRPr lang="ar-SA" sz="33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88928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ذَفُّ</a:t>
            </a:r>
            <a:endParaRPr lang="ar-SA" sz="73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1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AA"/>
          </a:solidFill>
          <a:ln w="12700">
            <a:solidFill>
              <a:srgbClr val="66CC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BF"/>
          </a:solidFill>
          <a:ln w="12700">
            <a:solidFill>
              <a:srgbClr val="40BF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2885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33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2885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33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3C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93614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33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93614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فۡ</a:t>
            </a:r>
            <a:endParaRPr lang="ar-SA" sz="33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3C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96548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33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96548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فُ</a:t>
            </a:r>
            <a:endParaRPr lang="ar-SA" sz="33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B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78006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رَفُّ</a:t>
            </a:r>
            <a:endParaRPr lang="ar-SA" sz="65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142F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3064"/>
          </a:solidFill>
          <a:ln w="12700">
            <a:solidFill>
              <a:srgbClr val="2B30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513479"/>
          </a:solidFill>
          <a:ln w="12700">
            <a:solidFill>
              <a:srgbClr val="51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7118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33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87118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</a:t>
            </a:r>
            <a:endParaRPr lang="ar-SA" sz="33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70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93614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33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93614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فۡ</a:t>
            </a:r>
            <a:endParaRPr lang="ar-SA" sz="33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70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96548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33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96548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فُ</a:t>
            </a:r>
            <a:endParaRPr lang="ar-SA" sz="33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AC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78006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زَفُّ</a:t>
            </a:r>
            <a:endParaRPr lang="ar-SA" sz="65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7C5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C2"/>
          </a:solidFill>
          <a:ln w="12700">
            <a:solidFill>
              <a:srgbClr val="5CD6C2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BF"/>
          </a:solidFill>
          <a:ln w="12700">
            <a:solidFill>
              <a:srgbClr val="33CCBF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2487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33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2487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33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A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93614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33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93614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فۡ</a:t>
            </a:r>
            <a:endParaRPr lang="ar-SA" sz="33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A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96548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33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96548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فُ</a:t>
            </a:r>
            <a:endParaRPr lang="ar-SA" sz="33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84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86335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سَفُّ</a:t>
            </a:r>
            <a:endParaRPr lang="ar-SA" sz="78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C5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B3C6"/>
          </a:solidFill>
          <a:ln w="12700">
            <a:solidFill>
              <a:srgbClr val="53B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8EED5E"/>
          </a:solidFill>
          <a:ln w="12700">
            <a:solidFill>
              <a:srgbClr val="8E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025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33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89025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</a:t>
            </a:r>
            <a:endParaRPr lang="ar-SA" sz="33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93614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33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93614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فۡ</a:t>
            </a:r>
            <a:endParaRPr lang="ar-SA" sz="33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96548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33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96548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فُ</a:t>
            </a:r>
            <a:endParaRPr lang="ar-SA" sz="33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5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86335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شَفُّ</a:t>
            </a:r>
            <a:endParaRPr lang="ar-SA" sz="78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21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C252E0"/>
          </a:solidFill>
          <a:ln w="12700">
            <a:solidFill>
              <a:srgbClr val="C2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D5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BCDB70"/>
          </a:solidFill>
          <a:ln w="12700">
            <a:solidFill>
              <a:srgbClr val="BC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6E"/>
          </a:solidFill>
          <a:ln w="12700">
            <a:solidFill>
              <a:srgbClr val="47856E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336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33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8336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</a:t>
            </a:r>
            <a:endParaRPr lang="ar-SA" sz="33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A5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93614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33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93614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فۡ</a:t>
            </a:r>
            <a:endParaRPr lang="ar-SA" sz="33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A5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96548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33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96548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فُ</a:t>
            </a:r>
            <a:endParaRPr lang="ar-SA" sz="33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4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86335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صَفُّ</a:t>
            </a:r>
            <a:endParaRPr lang="ar-SA" sz="78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7E2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D864"/>
          </a:solidFill>
          <a:ln w="12700">
            <a:solidFill>
              <a:srgbClr val="D8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BA47"/>
          </a:solidFill>
          <a:ln w="12700">
            <a:solidFill>
              <a:srgbClr val="D1BA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7600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33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7600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</a:t>
            </a:r>
            <a:endParaRPr lang="ar-SA" sz="33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71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93614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33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93614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فۡ</a:t>
            </a:r>
            <a:endParaRPr lang="ar-SA" sz="33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71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96548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33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96548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فُ</a:t>
            </a:r>
            <a:endParaRPr lang="ar-SA" sz="33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0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86335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ضَفُّ</a:t>
            </a:r>
            <a:endParaRPr lang="ar-SA" sz="78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C5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66CC"/>
          </a:solidFill>
          <a:ln w="12700">
            <a:solidFill>
              <a:srgbClr val="AA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BF"/>
          </a:solidFill>
          <a:ln w="12700">
            <a:solidFill>
              <a:srgbClr val="BF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94132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3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94132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</a:t>
            </a:r>
            <a:endParaRPr lang="ar-SA" sz="33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3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93614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33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93614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فۡ</a:t>
            </a:r>
            <a:endParaRPr lang="ar-SA" sz="33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3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96548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33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96548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فُ</a:t>
            </a:r>
            <a:endParaRPr lang="ar-SA" sz="33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7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86335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طَفُّ</a:t>
            </a:r>
            <a:endParaRPr lang="ar-SA" sz="78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4314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3E"/>
          </a:solidFill>
          <a:ln w="12700">
            <a:solidFill>
              <a:srgbClr val="642B3E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4034"/>
          </a:solidFill>
          <a:ln w="12700">
            <a:solidFill>
              <a:srgbClr val="7940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94132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3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94132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</a:t>
            </a:r>
            <a:endParaRPr lang="ar-SA" sz="33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93614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33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93614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فۡ</a:t>
            </a:r>
            <a:endParaRPr lang="ar-SA" sz="33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96548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33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96548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فُ</a:t>
            </a:r>
            <a:endParaRPr lang="ar-SA" sz="33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A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86335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ظَفُّ</a:t>
            </a:r>
            <a:endParaRPr lang="ar-SA" sz="78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E0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855CD6"/>
          </a:solidFill>
          <a:ln w="12700">
            <a:solidFill>
              <a:srgbClr val="85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7333CC"/>
          </a:solidFill>
          <a:ln w="12700">
            <a:solidFill>
              <a:srgbClr val="73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2843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3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2843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</a:t>
            </a:r>
            <a:endParaRPr lang="ar-SA" sz="33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78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93614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33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93614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فۡ</a:t>
            </a:r>
            <a:endParaRPr lang="ar-SA" sz="33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78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96548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33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96548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فُ</a:t>
            </a:r>
            <a:endParaRPr lang="ar-SA" sz="33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A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86335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عَفُّ</a:t>
            </a:r>
            <a:endParaRPr lang="ar-SA" sz="78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C5D1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B3"/>
          </a:solidFill>
          <a:ln w="12700">
            <a:solidFill>
              <a:srgbClr val="C653B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B2ED"/>
          </a:solidFill>
          <a:ln w="12700">
            <a:solidFill>
              <a:srgbClr val="5EB2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7076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3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87076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</a:t>
            </a:r>
            <a:endParaRPr lang="ar-SA" sz="33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AC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93614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33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93614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فۡ</a:t>
            </a:r>
            <a:endParaRPr lang="ar-SA" sz="33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AC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96548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33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96548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فُ</a:t>
            </a:r>
            <a:endParaRPr lang="ar-SA" sz="33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E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86335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غَفُّ</a:t>
            </a:r>
            <a:endParaRPr lang="ar-SA" sz="78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4315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9F52"/>
          </a:solidFill>
          <a:ln w="12700">
            <a:solidFill>
              <a:srgbClr val="E09F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EE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7DB"/>
          </a:solidFill>
          <a:ln w="12700">
            <a:solidFill>
              <a:srgbClr val="70D7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5E4785"/>
          </a:solidFill>
          <a:ln w="12700">
            <a:solidFill>
              <a:srgbClr val="5E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8976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40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88976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</a:t>
            </a:r>
            <a:endParaRPr lang="ar-SA" sz="40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1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9842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40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9842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أۡ</a:t>
            </a:r>
            <a:endParaRPr lang="ar-SA" sz="40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1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205472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40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205472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أُ</a:t>
            </a:r>
            <a:endParaRPr lang="ar-SA" sz="40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56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200721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قَأُّ</a:t>
            </a:r>
            <a:endParaRPr lang="ar-SA" sz="60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C5F7D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BB"/>
          </a:solidFill>
          <a:ln w="12700">
            <a:solidFill>
              <a:srgbClr val="64D8BB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98"/>
          </a:solidFill>
          <a:ln w="12700">
            <a:solidFill>
              <a:srgbClr val="47D198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8995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9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8995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</a:t>
            </a:r>
            <a:endParaRPr lang="ar-SA" sz="39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9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471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9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471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بۡ</a:t>
            </a:r>
            <a:endParaRPr lang="ar-SA" sz="39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9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650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9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650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بُ</a:t>
            </a:r>
            <a:endParaRPr lang="ar-SA" sz="39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72180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قَبُّ</a:t>
            </a:r>
            <a:endParaRPr lang="ar-SA" sz="75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E4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66"/>
          </a:solidFill>
          <a:ln w="12700">
            <a:solidFill>
              <a:srgbClr val="CC66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6A40"/>
          </a:solidFill>
          <a:ln w="12700">
            <a:solidFill>
              <a:srgbClr val="BF6A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033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7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9033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</a:t>
            </a:r>
            <a:endParaRPr lang="ar-SA" sz="37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69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31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7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931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تۡ</a:t>
            </a:r>
            <a:endParaRPr lang="ar-SA" sz="37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69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93074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7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93074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تُ</a:t>
            </a:r>
            <a:endParaRPr lang="ar-SA" sz="37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5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83268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قَتُّ</a:t>
            </a:r>
            <a:endParaRPr lang="ar-SA" sz="86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433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4C642B"/>
          </a:solidFill>
          <a:ln w="12700">
            <a:solidFill>
              <a:srgbClr val="4C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A7934"/>
          </a:solidFill>
          <a:ln w="12700">
            <a:solidFill>
              <a:srgbClr val="3A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052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6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89052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</a:t>
            </a:r>
            <a:endParaRPr lang="ar-SA" sz="36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35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9184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6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9184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ثۡ</a:t>
            </a:r>
            <a:endParaRPr lang="ar-SA" sz="36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35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95498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6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95498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ثُ</a:t>
            </a:r>
            <a:endParaRPr lang="ar-SA" sz="36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E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87266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قَثُّ</a:t>
            </a:r>
            <a:endParaRPr lang="ar-SA" sz="79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C5E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855C"/>
          </a:solidFill>
          <a:ln w="12700">
            <a:solidFill>
              <a:srgbClr val="D685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7333"/>
          </a:solidFill>
          <a:ln w="12700">
            <a:solidFill>
              <a:srgbClr val="CC73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014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8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9014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</a:t>
            </a:r>
            <a:endParaRPr lang="ar-SA" sz="38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4B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8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جۡ</a:t>
            </a:r>
            <a:endParaRPr lang="ar-SA" sz="38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4B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220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8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220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جُ</a:t>
            </a:r>
            <a:endParaRPr lang="ar-SA" sz="38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A6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63415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قَجُّ</a:t>
            </a:r>
            <a:endParaRPr lang="ar-SA" sz="67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7C5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B3C653"/>
          </a:solidFill>
          <a:ln w="12700">
            <a:solidFill>
              <a:srgbClr val="B3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D5"/>
          </a:solidFill>
          <a:ln w="12700">
            <a:solidFill>
              <a:srgbClr val="ED5ED5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014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8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89014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</a:t>
            </a:r>
            <a:endParaRPr lang="ar-SA" sz="38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8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8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حۡ</a:t>
            </a:r>
            <a:endParaRPr lang="ar-SA" sz="38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8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220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8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8220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حُ</a:t>
            </a:r>
            <a:endParaRPr lang="ar-SA" sz="38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A1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63415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قَحُّ</a:t>
            </a:r>
            <a:endParaRPr lang="ar-SA" sz="67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1D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7B"/>
          </a:solidFill>
          <a:ln w="12700">
            <a:solidFill>
              <a:srgbClr val="52E07B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DD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C570DB"/>
          </a:solidFill>
          <a:ln w="12700">
            <a:solidFill>
              <a:srgbClr val="C5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F47"/>
          </a:solidFill>
          <a:ln w="12700">
            <a:solidFill>
              <a:srgbClr val="854F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9071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5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89071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</a:t>
            </a:r>
            <a:endParaRPr lang="ar-SA" sz="35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B4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7071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5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87071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خۡ</a:t>
            </a:r>
            <a:endParaRPr lang="ar-SA" sz="35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B4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729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5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8729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خُ</a:t>
            </a:r>
            <a:endParaRPr lang="ar-SA" sz="35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7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68309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قَخُّ</a:t>
            </a:r>
            <a:endParaRPr lang="ar-SA" sz="62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C9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9E64D8"/>
          </a:solidFill>
          <a:ln w="12700">
            <a:solidFill>
              <a:srgbClr val="9E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7547D1"/>
          </a:solidFill>
          <a:ln w="12700">
            <a:solidFill>
              <a:srgbClr val="75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8861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46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8861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</a:t>
            </a:r>
            <a:endParaRPr lang="ar-SA" sz="46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CA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795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46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795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دۡ</a:t>
            </a:r>
            <a:endParaRPr lang="ar-SA" sz="46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CA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92921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46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92921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دُ</a:t>
            </a:r>
            <a:endParaRPr lang="ar-SA" sz="46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0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83833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قَدُّ</a:t>
            </a:r>
            <a:endParaRPr lang="ar-SA" sz="86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F7D8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66"/>
          </a:solidFill>
          <a:ln w="12700">
            <a:solidFill>
              <a:srgbClr val="66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6A"/>
          </a:solidFill>
          <a:ln w="12700">
            <a:solidFill>
              <a:srgbClr val="40BF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8937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42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8937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</a:t>
            </a:r>
            <a:endParaRPr lang="ar-SA" sz="42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9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93498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42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93498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ذۡ</a:t>
            </a:r>
            <a:endParaRPr lang="ar-SA" sz="42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9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9803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42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9803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ذُ</a:t>
            </a:r>
            <a:endParaRPr lang="ar-SA" sz="42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4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89577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قَذُّ</a:t>
            </a:r>
            <a:endParaRPr lang="ar-SA" sz="77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1443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5A64"/>
          </a:solidFill>
          <a:ln w="12700">
            <a:solidFill>
              <a:srgbClr val="2B5A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4B79"/>
          </a:solidFill>
          <a:ln w="12700">
            <a:solidFill>
              <a:srgbClr val="344B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8861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46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88861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</a:t>
            </a:r>
            <a:endParaRPr lang="ar-SA" sz="46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6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281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46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8281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رۡ</a:t>
            </a:r>
            <a:endParaRPr lang="ar-SA" sz="46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6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310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46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8310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رُ</a:t>
            </a:r>
            <a:endParaRPr lang="ar-SA" sz="46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5C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65830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قَرُّ</a:t>
            </a:r>
            <a:endParaRPr lang="ar-SA" sz="78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F5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70D65C"/>
          </a:solidFill>
          <a:ln w="12700">
            <a:solidFill>
              <a:srgbClr val="70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40CC33"/>
          </a:solidFill>
          <a:ln w="12700">
            <a:solidFill>
              <a:srgbClr val="40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8937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42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8937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</a:t>
            </a:r>
            <a:endParaRPr lang="ar-SA" sz="42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E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880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42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880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زۡ</a:t>
            </a:r>
            <a:endParaRPr lang="ar-SA" sz="42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E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071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42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9071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زُ</a:t>
            </a:r>
            <a:endParaRPr lang="ar-SA" sz="42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8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72481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قَزُّ</a:t>
            </a:r>
            <a:endParaRPr lang="ar-SA" sz="71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EA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C68C"/>
          </a:solidFill>
          <a:ln w="12700">
            <a:solidFill>
              <a:srgbClr val="53C68C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E15E"/>
          </a:solidFill>
          <a:ln w="12700">
            <a:solidFill>
              <a:srgbClr val="EDE1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090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4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89090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</a:t>
            </a:r>
            <a:endParaRPr lang="ar-SA" sz="34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53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455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34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8455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سۡ</a:t>
            </a:r>
            <a:endParaRPr lang="ar-SA" sz="34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53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4426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34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84426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سُ</a:t>
            </a:r>
            <a:endParaRPr lang="ar-SA" sz="34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AC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65830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قَسُّ</a:t>
            </a:r>
            <a:endParaRPr lang="ar-SA" sz="78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1429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852E0"/>
          </a:solidFill>
          <a:ln w="12700">
            <a:solidFill>
              <a:srgbClr val="58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C4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AA70"/>
          </a:solidFill>
          <a:ln w="12700">
            <a:solidFill>
              <a:srgbClr val="DBAA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F8547"/>
          </a:solidFill>
          <a:ln w="12700">
            <a:solidFill>
              <a:srgbClr val="4F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914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1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8914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</a:t>
            </a:r>
            <a:endParaRPr lang="ar-SA" sz="31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87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90840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31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90840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شۡ</a:t>
            </a:r>
            <a:endParaRPr lang="ar-SA" sz="31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87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91037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31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91037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شُ</a:t>
            </a:r>
            <a:endParaRPr lang="ar-SA" sz="31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B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75909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قَشُّ</a:t>
            </a:r>
            <a:endParaRPr lang="ar-SA" sz="67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F7C5C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8164"/>
          </a:solidFill>
          <a:ln w="12700">
            <a:solidFill>
              <a:srgbClr val="D881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5347"/>
          </a:solidFill>
          <a:ln w="12700">
            <a:solidFill>
              <a:srgbClr val="D153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090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4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9090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</a:t>
            </a:r>
            <a:endParaRPr lang="ar-SA" sz="34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B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511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34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511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صۡ</a:t>
            </a:r>
            <a:endParaRPr lang="ar-SA" sz="34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B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5333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34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5333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صُ</a:t>
            </a:r>
            <a:endParaRPr lang="ar-SA" sz="34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73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65830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قَصُّ</a:t>
            </a:r>
            <a:endParaRPr lang="ar-SA" sz="78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C5F7C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66CC"/>
          </a:solidFill>
          <a:ln w="12700">
            <a:solidFill>
              <a:srgbClr val="66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40BF"/>
          </a:solidFill>
          <a:ln w="12700">
            <a:solidFill>
              <a:srgbClr val="6A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128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2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9128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</a:t>
            </a:r>
            <a:endParaRPr lang="ar-SA" sz="32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C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49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32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949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ضۡ</a:t>
            </a:r>
            <a:endParaRPr lang="ar-SA" sz="32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C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69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32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8969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ضُ</a:t>
            </a:r>
            <a:endParaRPr lang="ar-SA" sz="32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73393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قَضُّ</a:t>
            </a:r>
            <a:endParaRPr lang="ar-SA" sz="70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27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5F2B64"/>
          </a:solidFill>
          <a:ln w="12700">
            <a:solidFill>
              <a:srgbClr val="5F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5C"/>
          </a:solidFill>
          <a:ln w="12700">
            <a:solidFill>
              <a:srgbClr val="79345C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8995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9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88995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</a:t>
            </a:r>
            <a:endParaRPr lang="ar-SA" sz="39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8E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676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9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8676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طۡ</a:t>
            </a:r>
            <a:endParaRPr lang="ar-SA" sz="39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8E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99141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9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99141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طُ</a:t>
            </a:r>
            <a:endParaRPr lang="ar-SA" sz="39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3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93936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قَطُّ</a:t>
            </a:r>
            <a:endParaRPr lang="ar-SA" sz="69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F7E8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70D6"/>
          </a:solidFill>
          <a:ln w="12700">
            <a:solidFill>
              <a:srgbClr val="5C70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40CC"/>
          </a:solidFill>
          <a:ln w="12700">
            <a:solidFill>
              <a:srgbClr val="3340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052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6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9052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</a:t>
            </a:r>
            <a:endParaRPr lang="ar-SA" sz="36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5A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91063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6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91063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ظۡ</a:t>
            </a:r>
            <a:endParaRPr lang="ar-SA" sz="36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5A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98418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6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98418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ظُ</a:t>
            </a:r>
            <a:endParaRPr lang="ar-SA" sz="36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62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93936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قَظُّ</a:t>
            </a:r>
            <a:endParaRPr lang="ar-SA" sz="69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C5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8C53C6"/>
          </a:solidFill>
          <a:ln w="12700">
            <a:solidFill>
              <a:srgbClr val="8C5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BE"/>
          </a:solidFill>
          <a:ln w="12700">
            <a:solidFill>
              <a:srgbClr val="5EEDB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014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8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89014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</a:t>
            </a:r>
            <a:endParaRPr lang="ar-SA" sz="38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7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397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8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8397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عۡ</a:t>
            </a:r>
            <a:endParaRPr lang="ar-SA" sz="38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7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4212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8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84212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عُ</a:t>
            </a:r>
            <a:endParaRPr lang="ar-SA" sz="38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8A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63415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قَعُّ</a:t>
            </a:r>
            <a:endParaRPr lang="ar-SA" sz="67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4314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6F"/>
          </a:solidFill>
          <a:ln w="12700">
            <a:solidFill>
              <a:srgbClr val="E0526F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AA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90"/>
          </a:solidFill>
          <a:ln w="12700">
            <a:solidFill>
              <a:srgbClr val="70DB9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5E85"/>
          </a:solidFill>
          <a:ln w="12700">
            <a:solidFill>
              <a:srgbClr val="475E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9071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5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89071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</a:t>
            </a:r>
            <a:endParaRPr lang="ar-SA" sz="35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5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8915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5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88915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غۡ</a:t>
            </a:r>
            <a:endParaRPr lang="ar-SA" sz="35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5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9137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5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89137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غُ</a:t>
            </a:r>
            <a:endParaRPr lang="ar-SA" sz="35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B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67938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قَغُّ</a:t>
            </a:r>
            <a:endParaRPr lang="ar-SA" sz="62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DA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64"/>
          </a:solidFill>
          <a:ln w="12700">
            <a:solidFill>
              <a:srgbClr val="64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5ED147"/>
          </a:solidFill>
          <a:ln w="12700">
            <a:solidFill>
              <a:srgbClr val="5E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10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3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910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</a:t>
            </a:r>
            <a:endParaRPr lang="ar-SA" sz="33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8F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93614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33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93614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فۡ</a:t>
            </a:r>
            <a:endParaRPr lang="ar-SA" sz="33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8F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96548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33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96548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فُ</a:t>
            </a:r>
            <a:endParaRPr lang="ar-SA" sz="33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9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86335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قَفُّ</a:t>
            </a:r>
            <a:endParaRPr lang="ar-SA" sz="78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solidFill>
          <a:srgbClr val="C5C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AA"/>
          </a:solidFill>
          <a:ln w="12700">
            <a:solidFill>
              <a:srgbClr val="CC66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6A"/>
          </a:solidFill>
          <a:ln w="12700">
            <a:solidFill>
              <a:srgbClr val="BF40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204814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3200" dirty="0"/>
          </a:p>
        </p:txBody>
      </p:sp>
      <p:sp>
        <p:nvSpPr>
          <p:cNvPr id="17" name="C2 M1 mark"/>
          <p:cNvSpPr txBox="1"/>
          <p:nvPr/>
        </p:nvSpPr>
        <p:spPr>
          <a:xfrm>
            <a:off x="7589520" y="204814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32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C3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9690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200" dirty="0"/>
          </a:p>
        </p:txBody>
      </p:sp>
      <p:sp>
        <p:nvSpPr>
          <p:cNvPr id="20" name="C5 M2 mark"/>
          <p:cNvSpPr txBox="1"/>
          <p:nvPr/>
        </p:nvSpPr>
        <p:spPr>
          <a:xfrm>
            <a:off x="6108192" y="19690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قۡ</a:t>
            </a:r>
            <a:endParaRPr lang="ar-SA" sz="32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C3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4626864" y="197104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200" dirty="0"/>
          </a:p>
        </p:txBody>
      </p:sp>
      <p:sp>
        <p:nvSpPr>
          <p:cNvPr id="23" name="C8 M3 mark"/>
          <p:cNvSpPr txBox="1"/>
          <p:nvPr/>
        </p:nvSpPr>
        <p:spPr>
          <a:xfrm>
            <a:off x="4626864" y="197104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قُ</a:t>
            </a:r>
            <a:endParaRPr lang="ar-SA" sz="3200" dirty="0"/>
          </a:p>
        </p:txBody>
      </p:sp>
      <p:sp>
        <p:nvSpPr>
          <p:cNvPr id="24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C3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L4 letter"/>
          <p:cNvSpPr txBox="1"/>
          <p:nvPr/>
        </p:nvSpPr>
        <p:spPr>
          <a:xfrm>
            <a:off x="3145536" y="189572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200" dirty="0"/>
          </a:p>
        </p:txBody>
      </p:sp>
      <p:sp>
        <p:nvSpPr>
          <p:cNvPr id="26" name="C11 M4 mark"/>
          <p:cNvSpPr txBox="1"/>
          <p:nvPr/>
        </p:nvSpPr>
        <p:spPr>
          <a:xfrm>
            <a:off x="3145536" y="189572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3200" dirty="0"/>
          </a:p>
        </p:txBody>
      </p:sp>
      <p:sp>
        <p:nvSpPr>
          <p:cNvPr id="27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6D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4 R result"/>
          <p:cNvSpPr txBox="1"/>
          <p:nvPr/>
        </p:nvSpPr>
        <p:spPr>
          <a:xfrm>
            <a:off x="384048" y="1870685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أَقُّبَ</a:t>
            </a:r>
            <a:endParaRPr lang="ar-SA" sz="58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solidFill>
          <a:srgbClr val="431C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512B"/>
          </a:solidFill>
          <a:ln w="12700">
            <a:solidFill>
              <a:srgbClr val="6451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6E7934"/>
          </a:solidFill>
          <a:ln w="12700">
            <a:solidFill>
              <a:srgbClr val="6E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89572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200" dirty="0"/>
          </a:p>
        </p:txBody>
      </p:sp>
      <p:sp>
        <p:nvSpPr>
          <p:cNvPr id="18" name="C2 M1 mark"/>
          <p:cNvSpPr txBox="1"/>
          <p:nvPr/>
        </p:nvSpPr>
        <p:spPr>
          <a:xfrm>
            <a:off x="7589520" y="189572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32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BB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9690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200" dirty="0"/>
          </a:p>
        </p:txBody>
      </p:sp>
      <p:sp>
        <p:nvSpPr>
          <p:cNvPr id="21" name="C5 M2 mark"/>
          <p:cNvSpPr txBox="1"/>
          <p:nvPr/>
        </p:nvSpPr>
        <p:spPr>
          <a:xfrm>
            <a:off x="6108192" y="19690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قۡ</a:t>
            </a:r>
            <a:endParaRPr lang="ar-SA" sz="32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BB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L3 letter"/>
          <p:cNvSpPr txBox="1"/>
          <p:nvPr/>
        </p:nvSpPr>
        <p:spPr>
          <a:xfrm>
            <a:off x="4626864" y="197104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200" dirty="0"/>
          </a:p>
        </p:txBody>
      </p:sp>
      <p:sp>
        <p:nvSpPr>
          <p:cNvPr id="24" name="C8 M3 mark"/>
          <p:cNvSpPr txBox="1"/>
          <p:nvPr/>
        </p:nvSpPr>
        <p:spPr>
          <a:xfrm>
            <a:off x="4626864" y="197104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قُ</a:t>
            </a:r>
            <a:endParaRPr lang="ar-SA" sz="3200" dirty="0"/>
          </a:p>
        </p:txBody>
      </p:sp>
      <p:sp>
        <p:nvSpPr>
          <p:cNvPr id="25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BB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0 L4 letter"/>
          <p:cNvSpPr txBox="1"/>
          <p:nvPr/>
        </p:nvSpPr>
        <p:spPr>
          <a:xfrm>
            <a:off x="3145536" y="196535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200" dirty="0"/>
          </a:p>
        </p:txBody>
      </p:sp>
      <p:sp>
        <p:nvSpPr>
          <p:cNvPr id="27" name="C11 M4 mark"/>
          <p:cNvSpPr txBox="1"/>
          <p:nvPr/>
        </p:nvSpPr>
        <p:spPr>
          <a:xfrm>
            <a:off x="3145536" y="196535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3200" dirty="0"/>
          </a:p>
        </p:txBody>
      </p:sp>
      <p:sp>
        <p:nvSpPr>
          <p:cNvPr id="28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45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14 R result"/>
          <p:cNvSpPr txBox="1"/>
          <p:nvPr/>
        </p:nvSpPr>
        <p:spPr>
          <a:xfrm>
            <a:off x="384048" y="1852016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بَقُّتَ</a:t>
            </a:r>
            <a:endParaRPr lang="ar-SA" sz="61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bg>
      <p:bgPr>
        <a:solidFill>
          <a:srgbClr val="C5F7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AD"/>
          </a:solidFill>
          <a:ln w="12700">
            <a:solidFill>
              <a:srgbClr val="D65CAD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8C"/>
          </a:solidFill>
          <a:ln w="12700">
            <a:solidFill>
              <a:srgbClr val="CC338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6535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2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96535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32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8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690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2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9690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قۡ</a:t>
            </a:r>
            <a:endParaRPr lang="ar-SA" sz="32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8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97104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2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97104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قُ</a:t>
            </a:r>
            <a:endParaRPr lang="ar-SA" sz="32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8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9877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2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19877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3200" dirty="0"/>
          </a:p>
        </p:txBody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3F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938471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تَقُّثَ</a:t>
            </a:r>
            <a:endParaRPr lang="ar-SA" sz="69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bg>
      <p:bgPr>
        <a:solidFill>
          <a:srgbClr val="EA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8C53"/>
          </a:solidFill>
          <a:ln w="12700">
            <a:solidFill>
              <a:srgbClr val="C68C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9A5EED"/>
          </a:solidFill>
          <a:ln w="12700">
            <a:solidFill>
              <a:srgbClr val="9A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9877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200" dirty="0"/>
          </a:p>
        </p:txBody>
      </p:sp>
      <p:sp>
        <p:nvSpPr>
          <p:cNvPr id="24" name="C2 M1 mark"/>
          <p:cNvSpPr txBox="1"/>
          <p:nvPr/>
        </p:nvSpPr>
        <p:spPr>
          <a:xfrm>
            <a:off x="7589520" y="19877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32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52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9690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200" dirty="0"/>
          </a:p>
        </p:txBody>
      </p:sp>
      <p:sp>
        <p:nvSpPr>
          <p:cNvPr id="27" name="C5 M2 mark"/>
          <p:cNvSpPr txBox="1"/>
          <p:nvPr/>
        </p:nvSpPr>
        <p:spPr>
          <a:xfrm>
            <a:off x="6108192" y="19690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قۡ</a:t>
            </a:r>
            <a:endParaRPr lang="ar-SA" sz="32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52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L3 letter"/>
          <p:cNvSpPr txBox="1"/>
          <p:nvPr/>
        </p:nvSpPr>
        <p:spPr>
          <a:xfrm>
            <a:off x="4626864" y="197104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200" dirty="0"/>
          </a:p>
        </p:txBody>
      </p:sp>
      <p:sp>
        <p:nvSpPr>
          <p:cNvPr id="30" name="C8 M3 mark"/>
          <p:cNvSpPr txBox="1"/>
          <p:nvPr/>
        </p:nvSpPr>
        <p:spPr>
          <a:xfrm>
            <a:off x="4626864" y="197104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قُ</a:t>
            </a:r>
            <a:endParaRPr lang="ar-SA" sz="3200" dirty="0"/>
          </a:p>
        </p:txBody>
      </p:sp>
      <p:sp>
        <p:nvSpPr>
          <p:cNvPr id="31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52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0 L4 letter"/>
          <p:cNvSpPr txBox="1"/>
          <p:nvPr/>
        </p:nvSpPr>
        <p:spPr>
          <a:xfrm>
            <a:off x="3145536" y="187309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200" dirty="0"/>
          </a:p>
        </p:txBody>
      </p:sp>
      <p:sp>
        <p:nvSpPr>
          <p:cNvPr id="33" name="C11 M4 mark"/>
          <p:cNvSpPr txBox="1"/>
          <p:nvPr/>
        </p:nvSpPr>
        <p:spPr>
          <a:xfrm>
            <a:off x="3145536" y="187309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3200" dirty="0"/>
          </a:p>
        </p:txBody>
      </p:sp>
      <p:sp>
        <p:nvSpPr>
          <p:cNvPr id="34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6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C14 R result"/>
          <p:cNvSpPr txBox="1"/>
          <p:nvPr/>
        </p:nvSpPr>
        <p:spPr>
          <a:xfrm>
            <a:off x="384048" y="1767878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ثَقُّجَ</a:t>
            </a:r>
            <a:endParaRPr lang="ar-SA" sz="54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</p:bld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bg>
      <p:bgPr>
        <a:solidFill>
          <a:srgbClr val="41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93E052"/>
          </a:solidFill>
          <a:ln w="12700">
            <a:solidFill>
              <a:srgbClr val="93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91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570DB"/>
          </a:solidFill>
          <a:ln w="12700">
            <a:solidFill>
              <a:srgbClr val="75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6D"/>
          </a:solidFill>
          <a:ln w="12700">
            <a:solidFill>
              <a:srgbClr val="85476D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87309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200" dirty="0"/>
          </a:p>
        </p:txBody>
      </p:sp>
      <p:sp>
        <p:nvSpPr>
          <p:cNvPr id="21" name="C2 M1 mark"/>
          <p:cNvSpPr txBox="1"/>
          <p:nvPr/>
        </p:nvSpPr>
        <p:spPr>
          <a:xfrm>
            <a:off x="7589520" y="187309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32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E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9690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200" dirty="0"/>
          </a:p>
        </p:txBody>
      </p:sp>
      <p:sp>
        <p:nvSpPr>
          <p:cNvPr id="24" name="C5 M2 mark"/>
          <p:cNvSpPr txBox="1"/>
          <p:nvPr/>
        </p:nvSpPr>
        <p:spPr>
          <a:xfrm>
            <a:off x="6108192" y="19690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قۡ</a:t>
            </a:r>
            <a:endParaRPr lang="ar-SA" sz="32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E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L3 letter"/>
          <p:cNvSpPr txBox="1"/>
          <p:nvPr/>
        </p:nvSpPr>
        <p:spPr>
          <a:xfrm>
            <a:off x="4626864" y="197104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200" dirty="0"/>
          </a:p>
        </p:txBody>
      </p:sp>
      <p:sp>
        <p:nvSpPr>
          <p:cNvPr id="27" name="C8 M3 mark"/>
          <p:cNvSpPr txBox="1"/>
          <p:nvPr/>
        </p:nvSpPr>
        <p:spPr>
          <a:xfrm>
            <a:off x="4626864" y="197104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قُ</a:t>
            </a:r>
            <a:endParaRPr lang="ar-SA" sz="3200" dirty="0"/>
          </a:p>
        </p:txBody>
      </p:sp>
      <p:sp>
        <p:nvSpPr>
          <p:cNvPr id="28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E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0 L4 letter"/>
          <p:cNvSpPr txBox="1"/>
          <p:nvPr/>
        </p:nvSpPr>
        <p:spPr>
          <a:xfrm>
            <a:off x="3145536" y="187309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200" dirty="0"/>
          </a:p>
        </p:txBody>
      </p:sp>
      <p:sp>
        <p:nvSpPr>
          <p:cNvPr id="30" name="C11 M4 mark"/>
          <p:cNvSpPr txBox="1"/>
          <p:nvPr/>
        </p:nvSpPr>
        <p:spPr>
          <a:xfrm>
            <a:off x="3145536" y="187309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3200" dirty="0"/>
          </a:p>
        </p:txBody>
      </p:sp>
      <p:sp>
        <p:nvSpPr>
          <p:cNvPr id="31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90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C14 R result"/>
          <p:cNvSpPr txBox="1"/>
          <p:nvPr/>
        </p:nvSpPr>
        <p:spPr>
          <a:xfrm>
            <a:off x="384048" y="1767878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جَقُّحَ</a:t>
            </a:r>
            <a:endParaRPr lang="ar-SA" sz="54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</p:bld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bg>
      <p:bgPr>
        <a:solidFill>
          <a:srgbClr val="C5E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81D8"/>
          </a:solidFill>
          <a:ln w="12700">
            <a:solidFill>
              <a:srgbClr val="6481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80D1"/>
          </a:solidFill>
          <a:ln w="12700">
            <a:solidFill>
              <a:srgbClr val="4780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87309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2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87309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32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62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690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2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9690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قۡ</a:t>
            </a:r>
            <a:endParaRPr lang="ar-SA" sz="32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62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97104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2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97104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قُ</a:t>
            </a:r>
            <a:endParaRPr lang="ar-SA" sz="32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62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91414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2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191414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3200" dirty="0"/>
          </a:p>
        </p:txBody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7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767878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حَقُّخَ</a:t>
            </a:r>
            <a:endParaRPr lang="ar-SA" sz="54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bg>
      <p:bgPr>
        <a:solidFill>
          <a:srgbClr val="F7C5D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CC66"/>
          </a:solidFill>
          <a:ln w="12700">
            <a:solidFill>
              <a:srgbClr val="AA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BF40"/>
          </a:solidFill>
          <a:ln w="12700">
            <a:solidFill>
              <a:srgbClr val="6A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91414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200" dirty="0"/>
          </a:p>
        </p:txBody>
      </p:sp>
      <p:sp>
        <p:nvSpPr>
          <p:cNvPr id="17" name="C2 M1 mark"/>
          <p:cNvSpPr txBox="1"/>
          <p:nvPr/>
        </p:nvSpPr>
        <p:spPr>
          <a:xfrm>
            <a:off x="7589520" y="191414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32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9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9690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200" dirty="0"/>
          </a:p>
        </p:txBody>
      </p:sp>
      <p:sp>
        <p:nvSpPr>
          <p:cNvPr id="20" name="C5 M2 mark"/>
          <p:cNvSpPr txBox="1"/>
          <p:nvPr/>
        </p:nvSpPr>
        <p:spPr>
          <a:xfrm>
            <a:off x="6108192" y="19690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قۡ</a:t>
            </a:r>
            <a:endParaRPr lang="ar-SA" sz="32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9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4626864" y="197104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200" dirty="0"/>
          </a:p>
        </p:txBody>
      </p:sp>
      <p:sp>
        <p:nvSpPr>
          <p:cNvPr id="23" name="C8 M3 mark"/>
          <p:cNvSpPr txBox="1"/>
          <p:nvPr/>
        </p:nvSpPr>
        <p:spPr>
          <a:xfrm>
            <a:off x="4626864" y="197104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قُ</a:t>
            </a:r>
            <a:endParaRPr lang="ar-SA" sz="3200" dirty="0"/>
          </a:p>
        </p:txBody>
      </p:sp>
      <p:sp>
        <p:nvSpPr>
          <p:cNvPr id="24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9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L4 letter"/>
          <p:cNvSpPr txBox="1"/>
          <p:nvPr/>
        </p:nvSpPr>
        <p:spPr>
          <a:xfrm>
            <a:off x="3145536" y="195864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3200" dirty="0"/>
          </a:p>
        </p:txBody>
      </p:sp>
      <p:sp>
        <p:nvSpPr>
          <p:cNvPr id="26" name="C11 M4 mark"/>
          <p:cNvSpPr txBox="1"/>
          <p:nvPr/>
        </p:nvSpPr>
        <p:spPr>
          <a:xfrm>
            <a:off x="3145536" y="195864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3200" dirty="0"/>
          </a:p>
        </p:txBody>
      </p:sp>
      <p:sp>
        <p:nvSpPr>
          <p:cNvPr id="27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8F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4 R result"/>
          <p:cNvSpPr txBox="1"/>
          <p:nvPr/>
        </p:nvSpPr>
        <p:spPr>
          <a:xfrm>
            <a:off x="384048" y="1942852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خَقُّدَ</a:t>
            </a:r>
            <a:endParaRPr lang="ar-SA" sz="69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8">
    <p:bg>
      <p:bgPr>
        <a:solidFill>
          <a:srgbClr val="17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43"/>
          </a:solidFill>
          <a:ln w="12700">
            <a:solidFill>
              <a:srgbClr val="2B6443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74"/>
          </a:solidFill>
          <a:ln w="12700">
            <a:solidFill>
              <a:srgbClr val="34797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95864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3200" dirty="0"/>
          </a:p>
        </p:txBody>
      </p:sp>
      <p:sp>
        <p:nvSpPr>
          <p:cNvPr id="18" name="C2 M1 mark"/>
          <p:cNvSpPr txBox="1"/>
          <p:nvPr/>
        </p:nvSpPr>
        <p:spPr>
          <a:xfrm>
            <a:off x="7589520" y="195864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32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CA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9690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200" dirty="0"/>
          </a:p>
        </p:txBody>
      </p:sp>
      <p:sp>
        <p:nvSpPr>
          <p:cNvPr id="21" name="C5 M2 mark"/>
          <p:cNvSpPr txBox="1"/>
          <p:nvPr/>
        </p:nvSpPr>
        <p:spPr>
          <a:xfrm>
            <a:off x="6108192" y="19690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قۡ</a:t>
            </a:r>
            <a:endParaRPr lang="ar-SA" sz="32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CA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L3 letter"/>
          <p:cNvSpPr txBox="1"/>
          <p:nvPr/>
        </p:nvSpPr>
        <p:spPr>
          <a:xfrm>
            <a:off x="4626864" y="197104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200" dirty="0"/>
          </a:p>
        </p:txBody>
      </p:sp>
      <p:sp>
        <p:nvSpPr>
          <p:cNvPr id="24" name="C8 M3 mark"/>
          <p:cNvSpPr txBox="1"/>
          <p:nvPr/>
        </p:nvSpPr>
        <p:spPr>
          <a:xfrm>
            <a:off x="4626864" y="197104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قُ</a:t>
            </a:r>
            <a:endParaRPr lang="ar-SA" sz="3200" dirty="0"/>
          </a:p>
        </p:txBody>
      </p:sp>
      <p:sp>
        <p:nvSpPr>
          <p:cNvPr id="25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CA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0 L4 letter"/>
          <p:cNvSpPr txBox="1"/>
          <p:nvPr/>
        </p:nvSpPr>
        <p:spPr>
          <a:xfrm>
            <a:off x="3145536" y="199969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3200" dirty="0"/>
          </a:p>
        </p:txBody>
      </p:sp>
      <p:sp>
        <p:nvSpPr>
          <p:cNvPr id="27" name="C11 M4 mark"/>
          <p:cNvSpPr txBox="1"/>
          <p:nvPr/>
        </p:nvSpPr>
        <p:spPr>
          <a:xfrm>
            <a:off x="3145536" y="199969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3200" dirty="0"/>
          </a:p>
        </p:txBody>
      </p:sp>
      <p:sp>
        <p:nvSpPr>
          <p:cNvPr id="28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6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14 R result"/>
          <p:cNvSpPr txBox="1"/>
          <p:nvPr/>
        </p:nvSpPr>
        <p:spPr>
          <a:xfrm>
            <a:off x="384048" y="1966436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دَقُّذَ</a:t>
            </a:r>
            <a:endParaRPr lang="ar-SA" sz="65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</p:bld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9">
    <p:bg>
      <p:bgPr>
        <a:solidFill>
          <a:srgbClr val="D0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ADD65C"/>
          </a:solidFill>
          <a:ln w="12700">
            <a:solidFill>
              <a:srgbClr val="AD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8CCC33"/>
          </a:solidFill>
          <a:ln w="12700">
            <a:solidFill>
              <a:srgbClr val="8C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9969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32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99969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32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B3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690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2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9690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قۡ</a:t>
            </a:r>
            <a:endParaRPr lang="ar-SA" sz="32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B3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97104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2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97104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قُ</a:t>
            </a:r>
            <a:endParaRPr lang="ar-SA" sz="32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B3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89037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32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189037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3200" dirty="0"/>
          </a:p>
        </p:txBody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3F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852930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ذَقُّرَ</a:t>
            </a:r>
            <a:endParaRPr lang="ar-SA" sz="56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0">
    <p:bg>
      <p:bgPr>
        <a:solidFill>
          <a:srgbClr val="F7DE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66C653"/>
          </a:solidFill>
          <a:ln w="12700">
            <a:solidFill>
              <a:srgbClr val="66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775E"/>
          </a:solidFill>
          <a:ln w="12700">
            <a:solidFill>
              <a:srgbClr val="ED77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89037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3200" dirty="0"/>
          </a:p>
        </p:txBody>
      </p:sp>
      <p:sp>
        <p:nvSpPr>
          <p:cNvPr id="24" name="C2 M1 mark"/>
          <p:cNvSpPr txBox="1"/>
          <p:nvPr/>
        </p:nvSpPr>
        <p:spPr>
          <a:xfrm>
            <a:off x="7589520" y="189037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32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7F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9690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200" dirty="0"/>
          </a:p>
        </p:txBody>
      </p:sp>
      <p:sp>
        <p:nvSpPr>
          <p:cNvPr id="27" name="C5 M2 mark"/>
          <p:cNvSpPr txBox="1"/>
          <p:nvPr/>
        </p:nvSpPr>
        <p:spPr>
          <a:xfrm>
            <a:off x="6108192" y="19690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قۡ</a:t>
            </a:r>
            <a:endParaRPr lang="ar-SA" sz="32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7F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L3 letter"/>
          <p:cNvSpPr txBox="1"/>
          <p:nvPr/>
        </p:nvSpPr>
        <p:spPr>
          <a:xfrm>
            <a:off x="4626864" y="197104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200" dirty="0"/>
          </a:p>
        </p:txBody>
      </p:sp>
      <p:sp>
        <p:nvSpPr>
          <p:cNvPr id="30" name="C8 M3 mark"/>
          <p:cNvSpPr txBox="1"/>
          <p:nvPr/>
        </p:nvSpPr>
        <p:spPr>
          <a:xfrm>
            <a:off x="4626864" y="197104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قُ</a:t>
            </a:r>
            <a:endParaRPr lang="ar-SA" sz="3200" dirty="0"/>
          </a:p>
        </p:txBody>
      </p:sp>
      <p:sp>
        <p:nvSpPr>
          <p:cNvPr id="31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7F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0 L4 letter"/>
          <p:cNvSpPr txBox="1"/>
          <p:nvPr/>
        </p:nvSpPr>
        <p:spPr>
          <a:xfrm>
            <a:off x="3145536" y="193141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3200" dirty="0"/>
          </a:p>
        </p:txBody>
      </p:sp>
      <p:sp>
        <p:nvSpPr>
          <p:cNvPr id="33" name="C11 M4 mark"/>
          <p:cNvSpPr txBox="1"/>
          <p:nvPr/>
        </p:nvSpPr>
        <p:spPr>
          <a:xfrm>
            <a:off x="3145536" y="193141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</a:t>
            </a:r>
            <a:endParaRPr lang="ar-SA" sz="3200" dirty="0"/>
          </a:p>
        </p:txBody>
      </p:sp>
      <p:sp>
        <p:nvSpPr>
          <p:cNvPr id="34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45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C14 R result"/>
          <p:cNvSpPr txBox="1"/>
          <p:nvPr/>
        </p:nvSpPr>
        <p:spPr>
          <a:xfrm>
            <a:off x="384048" y="1852930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رَقُّزَ</a:t>
            </a:r>
            <a:endParaRPr lang="ar-SA" sz="56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</p:bld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1">
    <p:bg>
      <p:bgPr>
        <a:solidFill>
          <a:srgbClr val="14433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B6E0"/>
          </a:solidFill>
          <a:ln w="12700">
            <a:solidFill>
              <a:srgbClr val="52B6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A1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86"/>
          </a:solidFill>
          <a:ln w="12700">
            <a:solidFill>
              <a:srgbClr val="DB7086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7D8547"/>
          </a:solidFill>
          <a:ln w="12700">
            <a:solidFill>
              <a:srgbClr val="7D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93141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3200" dirty="0"/>
          </a:p>
        </p:txBody>
      </p:sp>
      <p:sp>
        <p:nvSpPr>
          <p:cNvPr id="21" name="C2 M1 mark"/>
          <p:cNvSpPr txBox="1"/>
          <p:nvPr/>
        </p:nvSpPr>
        <p:spPr>
          <a:xfrm>
            <a:off x="7589520" y="193141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</a:t>
            </a:r>
            <a:endParaRPr lang="ar-SA" sz="32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4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9690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200" dirty="0"/>
          </a:p>
        </p:txBody>
      </p:sp>
      <p:sp>
        <p:nvSpPr>
          <p:cNvPr id="24" name="C5 M2 mark"/>
          <p:cNvSpPr txBox="1"/>
          <p:nvPr/>
        </p:nvSpPr>
        <p:spPr>
          <a:xfrm>
            <a:off x="6108192" y="19690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قۡ</a:t>
            </a:r>
            <a:endParaRPr lang="ar-SA" sz="32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4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L3 letter"/>
          <p:cNvSpPr txBox="1"/>
          <p:nvPr/>
        </p:nvSpPr>
        <p:spPr>
          <a:xfrm>
            <a:off x="4626864" y="197104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200" dirty="0"/>
          </a:p>
        </p:txBody>
      </p:sp>
      <p:sp>
        <p:nvSpPr>
          <p:cNvPr id="27" name="C8 M3 mark"/>
          <p:cNvSpPr txBox="1"/>
          <p:nvPr/>
        </p:nvSpPr>
        <p:spPr>
          <a:xfrm>
            <a:off x="4626864" y="197104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قُ</a:t>
            </a:r>
            <a:endParaRPr lang="ar-SA" sz="3200" dirty="0"/>
          </a:p>
        </p:txBody>
      </p:sp>
      <p:sp>
        <p:nvSpPr>
          <p:cNvPr id="28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4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0 L4 letter"/>
          <p:cNvSpPr txBox="1"/>
          <p:nvPr/>
        </p:nvSpPr>
        <p:spPr>
          <a:xfrm>
            <a:off x="3145536" y="188650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3200" dirty="0"/>
          </a:p>
        </p:txBody>
      </p:sp>
      <p:sp>
        <p:nvSpPr>
          <p:cNvPr id="30" name="C11 M4 mark"/>
          <p:cNvSpPr txBox="1"/>
          <p:nvPr/>
        </p:nvSpPr>
        <p:spPr>
          <a:xfrm>
            <a:off x="3145536" y="188650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3200" dirty="0"/>
          </a:p>
        </p:txBody>
      </p:sp>
      <p:sp>
        <p:nvSpPr>
          <p:cNvPr id="31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6E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C14 R result"/>
          <p:cNvSpPr txBox="1"/>
          <p:nvPr/>
        </p:nvSpPr>
        <p:spPr>
          <a:xfrm>
            <a:off x="384048" y="1852930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زَقُّسَ</a:t>
            </a:r>
            <a:endParaRPr lang="ar-SA" sz="56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</p:bld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2">
    <p:bg>
      <p:bgPr>
        <a:solidFill>
          <a:srgbClr val="F7C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9E"/>
          </a:solidFill>
          <a:ln w="12700">
            <a:solidFill>
              <a:srgbClr val="D8649E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A3"/>
          </a:solidFill>
          <a:ln w="12700">
            <a:solidFill>
              <a:srgbClr val="D147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88650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32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88650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32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3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690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2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9690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قۡ</a:t>
            </a:r>
            <a:endParaRPr lang="ar-SA" sz="32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3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97104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2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97104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قُ</a:t>
            </a:r>
            <a:endParaRPr lang="ar-SA" sz="32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3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94990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32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194990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</a:t>
            </a:r>
            <a:endParaRPr lang="ar-SA" sz="3200" dirty="0"/>
          </a:p>
        </p:txBody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9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822348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سَقُّشَ</a:t>
            </a:r>
            <a:endParaRPr lang="ar-SA" sz="56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3">
    <p:bg>
      <p:bgPr>
        <a:solidFill>
          <a:srgbClr val="E4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AACC"/>
          </a:solidFill>
          <a:ln w="12700">
            <a:solidFill>
              <a:srgbClr val="66AA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6ABF"/>
          </a:solidFill>
          <a:ln w="12700">
            <a:solidFill>
              <a:srgbClr val="406A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94990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3200" dirty="0"/>
          </a:p>
        </p:txBody>
      </p:sp>
      <p:sp>
        <p:nvSpPr>
          <p:cNvPr id="17" name="C2 M1 mark"/>
          <p:cNvSpPr txBox="1"/>
          <p:nvPr/>
        </p:nvSpPr>
        <p:spPr>
          <a:xfrm>
            <a:off x="7589520" y="194990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</a:t>
            </a:r>
            <a:endParaRPr lang="ar-SA" sz="32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6A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9690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200" dirty="0"/>
          </a:p>
        </p:txBody>
      </p:sp>
      <p:sp>
        <p:nvSpPr>
          <p:cNvPr id="20" name="C5 M2 mark"/>
          <p:cNvSpPr txBox="1"/>
          <p:nvPr/>
        </p:nvSpPr>
        <p:spPr>
          <a:xfrm>
            <a:off x="6108192" y="19690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قۡ</a:t>
            </a:r>
            <a:endParaRPr lang="ar-SA" sz="32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6A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4626864" y="197104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200" dirty="0"/>
          </a:p>
        </p:txBody>
      </p:sp>
      <p:sp>
        <p:nvSpPr>
          <p:cNvPr id="23" name="C8 M3 mark"/>
          <p:cNvSpPr txBox="1"/>
          <p:nvPr/>
        </p:nvSpPr>
        <p:spPr>
          <a:xfrm>
            <a:off x="4626864" y="197104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قُ</a:t>
            </a:r>
            <a:endParaRPr lang="ar-SA" sz="3200" dirty="0"/>
          </a:p>
        </p:txBody>
      </p:sp>
      <p:sp>
        <p:nvSpPr>
          <p:cNvPr id="24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6A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L4 letter"/>
          <p:cNvSpPr txBox="1"/>
          <p:nvPr/>
        </p:nvSpPr>
        <p:spPr>
          <a:xfrm>
            <a:off x="3145536" y="189504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3200" dirty="0"/>
          </a:p>
        </p:txBody>
      </p:sp>
      <p:sp>
        <p:nvSpPr>
          <p:cNvPr id="26" name="C11 M4 mark"/>
          <p:cNvSpPr txBox="1"/>
          <p:nvPr/>
        </p:nvSpPr>
        <p:spPr>
          <a:xfrm>
            <a:off x="3145536" y="189504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</a:t>
            </a:r>
            <a:endParaRPr lang="ar-SA" sz="3200" dirty="0"/>
          </a:p>
        </p:txBody>
      </p:sp>
      <p:sp>
        <p:nvSpPr>
          <p:cNvPr id="27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B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4 R result"/>
          <p:cNvSpPr txBox="1"/>
          <p:nvPr/>
        </p:nvSpPr>
        <p:spPr>
          <a:xfrm>
            <a:off x="384048" y="1819313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شَقُّصَ</a:t>
            </a:r>
            <a:endParaRPr lang="ar-SA" sz="54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4">
    <p:bg>
      <p:bgPr>
        <a:solidFill>
          <a:srgbClr val="1423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352B64"/>
          </a:solidFill>
          <a:ln w="12700">
            <a:solidFill>
              <a:srgbClr val="35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633479"/>
          </a:solidFill>
          <a:ln w="12700">
            <a:solidFill>
              <a:srgbClr val="63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89504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3200" dirty="0"/>
          </a:p>
        </p:txBody>
      </p:sp>
      <p:sp>
        <p:nvSpPr>
          <p:cNvPr id="18" name="C2 M1 mark"/>
          <p:cNvSpPr txBox="1"/>
          <p:nvPr/>
        </p:nvSpPr>
        <p:spPr>
          <a:xfrm>
            <a:off x="7589520" y="189504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</a:t>
            </a:r>
            <a:endParaRPr lang="ar-SA" sz="32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9E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9690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200" dirty="0"/>
          </a:p>
        </p:txBody>
      </p:sp>
      <p:sp>
        <p:nvSpPr>
          <p:cNvPr id="21" name="C5 M2 mark"/>
          <p:cNvSpPr txBox="1"/>
          <p:nvPr/>
        </p:nvSpPr>
        <p:spPr>
          <a:xfrm>
            <a:off x="6108192" y="19690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قۡ</a:t>
            </a:r>
            <a:endParaRPr lang="ar-SA" sz="32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9E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L3 letter"/>
          <p:cNvSpPr txBox="1"/>
          <p:nvPr/>
        </p:nvSpPr>
        <p:spPr>
          <a:xfrm>
            <a:off x="4626864" y="197104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200" dirty="0"/>
          </a:p>
        </p:txBody>
      </p:sp>
      <p:sp>
        <p:nvSpPr>
          <p:cNvPr id="24" name="C8 M3 mark"/>
          <p:cNvSpPr txBox="1"/>
          <p:nvPr/>
        </p:nvSpPr>
        <p:spPr>
          <a:xfrm>
            <a:off x="4626864" y="197104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قُ</a:t>
            </a:r>
            <a:endParaRPr lang="ar-SA" sz="3200" dirty="0"/>
          </a:p>
        </p:txBody>
      </p:sp>
      <p:sp>
        <p:nvSpPr>
          <p:cNvPr id="25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9E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0 L4 letter"/>
          <p:cNvSpPr txBox="1"/>
          <p:nvPr/>
        </p:nvSpPr>
        <p:spPr>
          <a:xfrm>
            <a:off x="3145536" y="193609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3200" dirty="0"/>
          </a:p>
        </p:txBody>
      </p:sp>
      <p:sp>
        <p:nvSpPr>
          <p:cNvPr id="27" name="C11 M4 mark"/>
          <p:cNvSpPr txBox="1"/>
          <p:nvPr/>
        </p:nvSpPr>
        <p:spPr>
          <a:xfrm>
            <a:off x="3145536" y="193609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</a:t>
            </a:r>
            <a:endParaRPr lang="ar-SA" sz="3200" dirty="0"/>
          </a:p>
        </p:txBody>
      </p:sp>
      <p:sp>
        <p:nvSpPr>
          <p:cNvPr id="28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89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14 R result"/>
          <p:cNvSpPr txBox="1"/>
          <p:nvPr/>
        </p:nvSpPr>
        <p:spPr>
          <a:xfrm>
            <a:off x="384048" y="1816278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صَقُّضَ</a:t>
            </a:r>
            <a:endParaRPr lang="ar-SA" sz="52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</p:bld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5">
    <p:bg>
      <p:bgPr>
        <a:solidFill>
          <a:srgbClr val="F7C5C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C2"/>
          </a:solidFill>
          <a:ln w="12700">
            <a:solidFill>
              <a:srgbClr val="5CD6C2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BF"/>
          </a:solidFill>
          <a:ln w="12700">
            <a:solidFill>
              <a:srgbClr val="33CCBF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3609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32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93609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</a:t>
            </a:r>
            <a:endParaRPr lang="ar-SA" sz="32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D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690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2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9690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قۡ</a:t>
            </a:r>
            <a:endParaRPr lang="ar-SA" sz="32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D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97104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2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97104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قُ</a:t>
            </a:r>
            <a:endParaRPr lang="ar-SA" sz="32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D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99943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2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199943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</a:t>
            </a:r>
            <a:endParaRPr lang="ar-SA" sz="3200" dirty="0"/>
          </a:p>
        </p:txBody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61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927962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ضَقُّطَ</a:t>
            </a:r>
            <a:endParaRPr lang="ar-SA" sz="64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6">
    <p:bg>
      <p:bgPr>
        <a:solidFill>
          <a:srgbClr val="C5F7D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66C6"/>
          </a:solidFill>
          <a:ln w="12700">
            <a:solidFill>
              <a:srgbClr val="5366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6AED5E"/>
          </a:solidFill>
          <a:ln w="12700">
            <a:solidFill>
              <a:srgbClr val="6A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99943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200" dirty="0"/>
          </a:p>
        </p:txBody>
      </p:sp>
      <p:sp>
        <p:nvSpPr>
          <p:cNvPr id="24" name="C2 M1 mark"/>
          <p:cNvSpPr txBox="1"/>
          <p:nvPr/>
        </p:nvSpPr>
        <p:spPr>
          <a:xfrm>
            <a:off x="7589520" y="199943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</a:t>
            </a:r>
            <a:endParaRPr lang="ar-SA" sz="32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A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9690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200" dirty="0"/>
          </a:p>
        </p:txBody>
      </p:sp>
      <p:sp>
        <p:nvSpPr>
          <p:cNvPr id="27" name="C5 M2 mark"/>
          <p:cNvSpPr txBox="1"/>
          <p:nvPr/>
        </p:nvSpPr>
        <p:spPr>
          <a:xfrm>
            <a:off x="6108192" y="19690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قۡ</a:t>
            </a:r>
            <a:endParaRPr lang="ar-SA" sz="32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A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L3 letter"/>
          <p:cNvSpPr txBox="1"/>
          <p:nvPr/>
        </p:nvSpPr>
        <p:spPr>
          <a:xfrm>
            <a:off x="4626864" y="197104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200" dirty="0"/>
          </a:p>
        </p:txBody>
      </p:sp>
      <p:sp>
        <p:nvSpPr>
          <p:cNvPr id="30" name="C8 M3 mark"/>
          <p:cNvSpPr txBox="1"/>
          <p:nvPr/>
        </p:nvSpPr>
        <p:spPr>
          <a:xfrm>
            <a:off x="4626864" y="197104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قُ</a:t>
            </a:r>
            <a:endParaRPr lang="ar-SA" sz="3200" dirty="0"/>
          </a:p>
        </p:txBody>
      </p:sp>
      <p:sp>
        <p:nvSpPr>
          <p:cNvPr id="31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A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0 L4 letter"/>
          <p:cNvSpPr txBox="1"/>
          <p:nvPr/>
        </p:nvSpPr>
        <p:spPr>
          <a:xfrm>
            <a:off x="3145536" y="199943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200" dirty="0"/>
          </a:p>
        </p:txBody>
      </p:sp>
      <p:sp>
        <p:nvSpPr>
          <p:cNvPr id="33" name="C11 M4 mark"/>
          <p:cNvSpPr txBox="1"/>
          <p:nvPr/>
        </p:nvSpPr>
        <p:spPr>
          <a:xfrm>
            <a:off x="3145536" y="199943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</a:t>
            </a:r>
            <a:endParaRPr lang="ar-SA" sz="3200" dirty="0"/>
          </a:p>
        </p:txBody>
      </p:sp>
      <p:sp>
        <p:nvSpPr>
          <p:cNvPr id="34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3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C14 R result"/>
          <p:cNvSpPr txBox="1"/>
          <p:nvPr/>
        </p:nvSpPr>
        <p:spPr>
          <a:xfrm>
            <a:off x="384048" y="1933918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طَقُّظَ</a:t>
            </a:r>
            <a:endParaRPr lang="ar-SA" sz="66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</p:bld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7">
    <p:bg>
      <p:bgPr>
        <a:solidFill>
          <a:srgbClr val="2E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DA"/>
          </a:solidFill>
          <a:ln w="12700">
            <a:solidFill>
              <a:srgbClr val="E052DA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BB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A1DB70"/>
          </a:solidFill>
          <a:ln w="12700">
            <a:solidFill>
              <a:srgbClr val="A1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7D"/>
          </a:solidFill>
          <a:ln w="12700">
            <a:solidFill>
              <a:srgbClr val="47857D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99943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200" dirty="0"/>
          </a:p>
        </p:txBody>
      </p:sp>
      <p:sp>
        <p:nvSpPr>
          <p:cNvPr id="21" name="C2 M1 mark"/>
          <p:cNvSpPr txBox="1"/>
          <p:nvPr/>
        </p:nvSpPr>
        <p:spPr>
          <a:xfrm>
            <a:off x="7589520" y="199943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</a:t>
            </a:r>
            <a:endParaRPr lang="ar-SA" sz="32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77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9690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200" dirty="0"/>
          </a:p>
        </p:txBody>
      </p:sp>
      <p:sp>
        <p:nvSpPr>
          <p:cNvPr id="24" name="C5 M2 mark"/>
          <p:cNvSpPr txBox="1"/>
          <p:nvPr/>
        </p:nvSpPr>
        <p:spPr>
          <a:xfrm>
            <a:off x="6108192" y="19690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قۡ</a:t>
            </a:r>
            <a:endParaRPr lang="ar-SA" sz="32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77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L3 letter"/>
          <p:cNvSpPr txBox="1"/>
          <p:nvPr/>
        </p:nvSpPr>
        <p:spPr>
          <a:xfrm>
            <a:off x="4626864" y="197104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200" dirty="0"/>
          </a:p>
        </p:txBody>
      </p:sp>
      <p:sp>
        <p:nvSpPr>
          <p:cNvPr id="27" name="C8 M3 mark"/>
          <p:cNvSpPr txBox="1"/>
          <p:nvPr/>
        </p:nvSpPr>
        <p:spPr>
          <a:xfrm>
            <a:off x="4626864" y="197104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قُ</a:t>
            </a:r>
            <a:endParaRPr lang="ar-SA" sz="3200" dirty="0"/>
          </a:p>
        </p:txBody>
      </p:sp>
      <p:sp>
        <p:nvSpPr>
          <p:cNvPr id="28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77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0 L4 letter"/>
          <p:cNvSpPr txBox="1"/>
          <p:nvPr/>
        </p:nvSpPr>
        <p:spPr>
          <a:xfrm>
            <a:off x="3145536" y="188996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200" dirty="0"/>
          </a:p>
        </p:txBody>
      </p:sp>
      <p:sp>
        <p:nvSpPr>
          <p:cNvPr id="30" name="C11 M4 mark"/>
          <p:cNvSpPr txBox="1"/>
          <p:nvPr/>
        </p:nvSpPr>
        <p:spPr>
          <a:xfrm>
            <a:off x="3145536" y="188996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</a:t>
            </a:r>
            <a:endParaRPr lang="ar-SA" sz="3200" dirty="0"/>
          </a:p>
        </p:txBody>
      </p:sp>
      <p:sp>
        <p:nvSpPr>
          <p:cNvPr id="31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4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C14 R result"/>
          <p:cNvSpPr txBox="1"/>
          <p:nvPr/>
        </p:nvSpPr>
        <p:spPr>
          <a:xfrm>
            <a:off x="384048" y="1767878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ظَقُّعَ</a:t>
            </a:r>
            <a:endParaRPr lang="ar-SA" sz="54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</p:bld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8">
    <p:bg>
      <p:bgPr>
        <a:solidFill>
          <a:srgbClr val="F7EF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BBD864"/>
          </a:solidFill>
          <a:ln w="12700">
            <a:solidFill>
              <a:srgbClr val="BB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C5D147"/>
          </a:solidFill>
          <a:ln w="12700">
            <a:solidFill>
              <a:srgbClr val="C5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88996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2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88996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</a:t>
            </a:r>
            <a:endParaRPr lang="ar-SA" sz="32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43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690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2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9690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قۡ</a:t>
            </a:r>
            <a:endParaRPr lang="ar-SA" sz="32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43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97104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2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97104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قُ</a:t>
            </a:r>
            <a:endParaRPr lang="ar-SA" sz="32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43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9310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2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19310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</a:t>
            </a:r>
            <a:endParaRPr lang="ar-SA" sz="3200" dirty="0"/>
          </a:p>
        </p:txBody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73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767878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عَقُّغَ</a:t>
            </a:r>
            <a:endParaRPr lang="ar-SA" sz="54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9">
    <p:bg>
      <p:bgPr>
        <a:solidFill>
          <a:srgbClr val="C5F0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66CC"/>
          </a:solidFill>
          <a:ln w="12700">
            <a:solidFill>
              <a:srgbClr val="AA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BF"/>
          </a:solidFill>
          <a:ln w="12700">
            <a:solidFill>
              <a:srgbClr val="BF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9310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200" dirty="0"/>
          </a:p>
        </p:txBody>
      </p:sp>
      <p:sp>
        <p:nvSpPr>
          <p:cNvPr id="17" name="C2 M1 mark"/>
          <p:cNvSpPr txBox="1"/>
          <p:nvPr/>
        </p:nvSpPr>
        <p:spPr>
          <a:xfrm>
            <a:off x="7589520" y="19310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</a:t>
            </a:r>
            <a:endParaRPr lang="ar-SA" sz="32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3D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9690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200" dirty="0"/>
          </a:p>
        </p:txBody>
      </p:sp>
      <p:sp>
        <p:nvSpPr>
          <p:cNvPr id="20" name="C5 M2 mark"/>
          <p:cNvSpPr txBox="1"/>
          <p:nvPr/>
        </p:nvSpPr>
        <p:spPr>
          <a:xfrm>
            <a:off x="6108192" y="19690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قۡ</a:t>
            </a:r>
            <a:endParaRPr lang="ar-SA" sz="32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3D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4626864" y="197104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200" dirty="0"/>
          </a:p>
        </p:txBody>
      </p:sp>
      <p:sp>
        <p:nvSpPr>
          <p:cNvPr id="23" name="C8 M3 mark"/>
          <p:cNvSpPr txBox="1"/>
          <p:nvPr/>
        </p:nvSpPr>
        <p:spPr>
          <a:xfrm>
            <a:off x="4626864" y="197104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قُ</a:t>
            </a:r>
            <a:endParaRPr lang="ar-SA" sz="3200" dirty="0"/>
          </a:p>
        </p:txBody>
      </p:sp>
      <p:sp>
        <p:nvSpPr>
          <p:cNvPr id="24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3D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L4 letter"/>
          <p:cNvSpPr txBox="1"/>
          <p:nvPr/>
        </p:nvSpPr>
        <p:spPr>
          <a:xfrm>
            <a:off x="3145536" y="200253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3200" dirty="0"/>
          </a:p>
        </p:txBody>
      </p:sp>
      <p:sp>
        <p:nvSpPr>
          <p:cNvPr id="26" name="C11 M4 mark"/>
          <p:cNvSpPr txBox="1"/>
          <p:nvPr/>
        </p:nvSpPr>
        <p:spPr>
          <a:xfrm>
            <a:off x="3145536" y="200253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</a:t>
            </a:r>
            <a:endParaRPr lang="ar-SA" sz="3200" dirty="0"/>
          </a:p>
        </p:txBody>
      </p:sp>
      <p:sp>
        <p:nvSpPr>
          <p:cNvPr id="27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9C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4 R result"/>
          <p:cNvSpPr txBox="1"/>
          <p:nvPr/>
        </p:nvSpPr>
        <p:spPr>
          <a:xfrm>
            <a:off x="384048" y="1926920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غَقُّفَ</a:t>
            </a:r>
            <a:endParaRPr lang="ar-SA" sz="68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0">
    <p:bg>
      <p:bgPr>
        <a:solidFill>
          <a:srgbClr val="4314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2F"/>
          </a:solidFill>
          <a:ln w="12700">
            <a:solidFill>
              <a:srgbClr val="642B2F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5134"/>
          </a:solidFill>
          <a:ln w="12700">
            <a:solidFill>
              <a:srgbClr val="7951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200253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3200" dirty="0"/>
          </a:p>
        </p:txBody>
      </p:sp>
      <p:sp>
        <p:nvSpPr>
          <p:cNvPr id="18" name="C2 M1 mark"/>
          <p:cNvSpPr txBox="1"/>
          <p:nvPr/>
        </p:nvSpPr>
        <p:spPr>
          <a:xfrm>
            <a:off x="7589520" y="200253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</a:t>
            </a:r>
            <a:endParaRPr lang="ar-SA" sz="32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7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9690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200" dirty="0"/>
          </a:p>
        </p:txBody>
      </p:sp>
      <p:sp>
        <p:nvSpPr>
          <p:cNvPr id="21" name="C5 M2 mark"/>
          <p:cNvSpPr txBox="1"/>
          <p:nvPr/>
        </p:nvSpPr>
        <p:spPr>
          <a:xfrm>
            <a:off x="6108192" y="19690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قۡ</a:t>
            </a:r>
            <a:endParaRPr lang="ar-SA" sz="32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7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L3 letter"/>
          <p:cNvSpPr txBox="1"/>
          <p:nvPr/>
        </p:nvSpPr>
        <p:spPr>
          <a:xfrm>
            <a:off x="4626864" y="197104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200" dirty="0"/>
          </a:p>
        </p:txBody>
      </p:sp>
      <p:sp>
        <p:nvSpPr>
          <p:cNvPr id="24" name="C8 M3 mark"/>
          <p:cNvSpPr txBox="1"/>
          <p:nvPr/>
        </p:nvSpPr>
        <p:spPr>
          <a:xfrm>
            <a:off x="4626864" y="197104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قُ</a:t>
            </a:r>
            <a:endParaRPr lang="ar-SA" sz="3200" dirty="0"/>
          </a:p>
        </p:txBody>
      </p:sp>
      <p:sp>
        <p:nvSpPr>
          <p:cNvPr id="25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7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0 L4 letter"/>
          <p:cNvSpPr txBox="1"/>
          <p:nvPr/>
        </p:nvSpPr>
        <p:spPr>
          <a:xfrm>
            <a:off x="3145536" y="204814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3200" dirty="0"/>
          </a:p>
        </p:txBody>
      </p:sp>
      <p:sp>
        <p:nvSpPr>
          <p:cNvPr id="27" name="C11 M4 mark"/>
          <p:cNvSpPr txBox="1"/>
          <p:nvPr/>
        </p:nvSpPr>
        <p:spPr>
          <a:xfrm>
            <a:off x="3145536" y="204814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3200" dirty="0"/>
          </a:p>
        </p:txBody>
      </p:sp>
      <p:sp>
        <p:nvSpPr>
          <p:cNvPr id="28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AB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14 R result"/>
          <p:cNvSpPr txBox="1"/>
          <p:nvPr/>
        </p:nvSpPr>
        <p:spPr>
          <a:xfrm>
            <a:off x="384048" y="1951300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فَقُّأَ</a:t>
            </a:r>
            <a:endParaRPr lang="ar-SA" sz="69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</p:bld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1">
    <p:bg>
      <p:bgPr>
        <a:solidFill>
          <a:srgbClr val="D3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C25CD6"/>
          </a:solidFill>
          <a:ln w="12700">
            <a:solidFill>
              <a:srgbClr val="C2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BF33CC"/>
          </a:solidFill>
          <a:ln w="12700">
            <a:solidFill>
              <a:srgbClr val="BF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200297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37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200297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37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A6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9114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7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9114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قۡ</a:t>
            </a:r>
            <a:endParaRPr lang="ar-SA" sz="37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A6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91382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7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91382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قُ</a:t>
            </a:r>
            <a:endParaRPr lang="ar-SA" sz="37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8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7642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أَقُّ</a:t>
            </a:r>
            <a:endParaRPr lang="ar-SA" sz="69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2">
    <p:bg>
      <p:bgPr>
        <a:solidFill>
          <a:srgbClr val="C5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66"/>
          </a:solidFill>
          <a:ln w="12700">
            <a:solidFill>
              <a:srgbClr val="C6536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8DED"/>
          </a:solidFill>
          <a:ln w="12700">
            <a:solidFill>
              <a:srgbClr val="5E8D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2674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7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82674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37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8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9114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7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9114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قۡ</a:t>
            </a:r>
            <a:endParaRPr lang="ar-SA" sz="37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8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91382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7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91382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قُ</a:t>
            </a:r>
            <a:endParaRPr lang="ar-SA" sz="37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B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70148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بَقُّ</a:t>
            </a:r>
            <a:endParaRPr lang="ar-SA" sz="70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3">
    <p:bg>
      <p:bgPr>
        <a:solidFill>
          <a:srgbClr val="4322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C352"/>
          </a:solidFill>
          <a:ln w="12700">
            <a:solidFill>
              <a:srgbClr val="E0C3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D4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BBDB"/>
          </a:solidFill>
          <a:ln w="12700">
            <a:solidFill>
              <a:srgbClr val="70BB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6E4785"/>
          </a:solidFill>
          <a:ln w="12700">
            <a:solidFill>
              <a:srgbClr val="6E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9072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7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9072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37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A4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9114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7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9114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قۡ</a:t>
            </a:r>
            <a:endParaRPr lang="ar-SA" sz="37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A4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91382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7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91382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قُ</a:t>
            </a:r>
            <a:endParaRPr lang="ar-SA" sz="37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33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70148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تَقُّ</a:t>
            </a:r>
            <a:endParaRPr lang="ar-SA" sz="70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4">
    <p:bg>
      <p:bgPr>
        <a:solidFill>
          <a:srgbClr val="C5F7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D8"/>
          </a:solidFill>
          <a:ln w="12700">
            <a:solidFill>
              <a:srgbClr val="64D8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BB"/>
          </a:solidFill>
          <a:ln w="12700">
            <a:solidFill>
              <a:srgbClr val="47D1BB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3309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7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93309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37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7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9114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7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9114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قۡ</a:t>
            </a:r>
            <a:endParaRPr lang="ar-SA" sz="37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7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91382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7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91382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قُ</a:t>
            </a:r>
            <a:endParaRPr lang="ar-SA" sz="37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51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70148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ثَقُّ</a:t>
            </a:r>
            <a:endParaRPr lang="ar-SA" sz="70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5">
    <p:bg>
      <p:bgPr>
        <a:solidFill>
          <a:srgbClr val="F1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AA66"/>
          </a:solidFill>
          <a:ln w="12700">
            <a:solidFill>
              <a:srgbClr val="CCAA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BF40"/>
          </a:solidFill>
          <a:ln w="12700">
            <a:solidFill>
              <a:srgbClr val="BF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005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7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005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37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3C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9114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7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9114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قۡ</a:t>
            </a:r>
            <a:endParaRPr lang="ar-SA" sz="37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3C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91382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7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91382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قُ</a:t>
            </a:r>
            <a:endParaRPr lang="ar-SA" sz="37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7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70148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جَقُّ</a:t>
            </a:r>
            <a:endParaRPr lang="ar-SA" sz="70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6">
    <p:bg>
      <p:bgPr>
        <a:solidFill>
          <a:srgbClr val="3B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3E642B"/>
          </a:solidFill>
          <a:ln w="12700">
            <a:solidFill>
              <a:srgbClr val="3E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40"/>
          </a:solidFill>
          <a:ln w="12700">
            <a:solidFill>
              <a:srgbClr val="34794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005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7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8005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37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45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9114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7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9114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قۡ</a:t>
            </a:r>
            <a:endParaRPr lang="ar-SA" sz="37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45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91382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7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91382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قُ</a:t>
            </a:r>
            <a:endParaRPr lang="ar-SA" sz="37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A1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70148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حَقُّ</a:t>
            </a:r>
            <a:endParaRPr lang="ar-SA" sz="70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7">
    <p:bg>
      <p:bgPr>
        <a:solidFill>
          <a:srgbClr val="C5E0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855C"/>
          </a:solidFill>
          <a:ln w="12700">
            <a:solidFill>
              <a:srgbClr val="D685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7333"/>
          </a:solidFill>
          <a:ln w="12700">
            <a:solidFill>
              <a:srgbClr val="CC73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4804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7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4804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37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7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9114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7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9114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قۡ</a:t>
            </a:r>
            <a:endParaRPr lang="ar-SA" sz="37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7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91382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7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91382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قُ</a:t>
            </a:r>
            <a:endParaRPr lang="ar-SA" sz="37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A6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70148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خَقُّ</a:t>
            </a:r>
            <a:endParaRPr lang="ar-SA" sz="70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8">
    <p:bg>
      <p:bgPr>
        <a:solidFill>
          <a:srgbClr val="F7C5D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B3C653"/>
          </a:solidFill>
          <a:ln w="12700">
            <a:solidFill>
              <a:srgbClr val="B3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B1"/>
          </a:solidFill>
          <a:ln w="12700">
            <a:solidFill>
              <a:srgbClr val="ED5EB1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949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37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89949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37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A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9114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7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9114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قۡ</a:t>
            </a:r>
            <a:endParaRPr lang="ar-SA" sz="37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A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91382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7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91382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قُ</a:t>
            </a:r>
            <a:endParaRPr lang="ar-SA" sz="37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7D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7642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دَقُّ</a:t>
            </a:r>
            <a:endParaRPr lang="ar-SA" sz="69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9">
    <p:bg>
      <p:bgPr>
        <a:solidFill>
          <a:srgbClr val="1443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A0"/>
          </a:solidFill>
          <a:ln w="12700">
            <a:solidFill>
              <a:srgbClr val="52E0A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ED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D6"/>
          </a:solidFill>
          <a:ln w="12700">
            <a:solidFill>
              <a:srgbClr val="DB70D6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5F47"/>
          </a:solidFill>
          <a:ln w="12700">
            <a:solidFill>
              <a:srgbClr val="855F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946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37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946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37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D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9114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7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9114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قۡ</a:t>
            </a:r>
            <a:endParaRPr lang="ar-SA" sz="37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D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91382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7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91382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قُ</a:t>
            </a:r>
            <a:endParaRPr lang="ar-SA" sz="37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5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7642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ذَقُّ</a:t>
            </a:r>
            <a:endParaRPr lang="ar-SA" sz="69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0">
    <p:bg>
      <p:bgPr>
        <a:solidFill>
          <a:srgbClr val="D6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BC64D8"/>
          </a:solidFill>
          <a:ln w="12700">
            <a:solidFill>
              <a:srgbClr val="BC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9947D1"/>
          </a:solidFill>
          <a:ln w="12700">
            <a:solidFill>
              <a:srgbClr val="99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205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37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205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37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9C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9114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7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9114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قۡ</a:t>
            </a:r>
            <a:endParaRPr lang="ar-SA" sz="37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9C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91382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7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91382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قُ</a:t>
            </a:r>
            <a:endParaRPr lang="ar-SA" sz="37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2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74955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رَقُّ</a:t>
            </a:r>
            <a:endParaRPr lang="ar-SA" sz="68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1">
    <p:bg>
      <p:bgPr>
        <a:solidFill>
          <a:srgbClr val="F7E4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66"/>
          </a:solidFill>
          <a:ln w="12700">
            <a:solidFill>
              <a:srgbClr val="66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6A"/>
          </a:solidFill>
          <a:ln w="12700">
            <a:solidFill>
              <a:srgbClr val="40BF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680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37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680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</a:t>
            </a:r>
            <a:endParaRPr lang="ar-SA" sz="37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68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9114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7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9114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قۡ</a:t>
            </a:r>
            <a:endParaRPr lang="ar-SA" sz="37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68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91382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7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91382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قُ</a:t>
            </a:r>
            <a:endParaRPr lang="ar-SA" sz="37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7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74955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زَقُّ</a:t>
            </a:r>
            <a:endParaRPr lang="ar-SA" sz="68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2">
    <p:bg>
      <p:bgPr>
        <a:solidFill>
          <a:srgbClr val="144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4C64"/>
          </a:solidFill>
          <a:ln w="12700">
            <a:solidFill>
              <a:srgbClr val="2B4C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3979"/>
          </a:solidFill>
          <a:ln w="12700">
            <a:solidFill>
              <a:srgbClr val="3439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1608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37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81608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37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3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9114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7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9114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قۡ</a:t>
            </a:r>
            <a:endParaRPr lang="ar-SA" sz="37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3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91382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7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91382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قُ</a:t>
            </a:r>
            <a:endParaRPr lang="ar-SA" sz="37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7F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70148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سَقُّ</a:t>
            </a:r>
            <a:endParaRPr lang="ar-SA" sz="70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3">
    <p:bg>
      <p:bgPr>
        <a:solidFill>
          <a:srgbClr val="F7C5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85"/>
          </a:solidFill>
          <a:ln w="12700">
            <a:solidFill>
              <a:srgbClr val="5CD685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73"/>
          </a:solidFill>
          <a:ln w="12700">
            <a:solidFill>
              <a:srgbClr val="33CC7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8939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37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8939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</a:t>
            </a:r>
            <a:endParaRPr lang="ar-SA" sz="37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4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9114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7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9114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قۡ</a:t>
            </a:r>
            <a:endParaRPr lang="ar-SA" sz="37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4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91382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7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91382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قُ</a:t>
            </a:r>
            <a:endParaRPr lang="ar-SA" sz="37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A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70148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شَقُّ</a:t>
            </a:r>
            <a:endParaRPr lang="ar-SA" sz="70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4">
    <p:bg>
      <p:bgPr>
        <a:solidFill>
          <a:srgbClr val="DE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B3C6"/>
          </a:solidFill>
          <a:ln w="12700">
            <a:solidFill>
              <a:srgbClr val="53B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D4ED5E"/>
          </a:solidFill>
          <a:ln w="12700">
            <a:solidFill>
              <a:srgbClr val="D4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2595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37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82595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</a:t>
            </a:r>
            <a:endParaRPr lang="ar-SA" sz="37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81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9114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7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9114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قۡ</a:t>
            </a:r>
            <a:endParaRPr lang="ar-SA" sz="37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81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91382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7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91382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قُ</a:t>
            </a:r>
            <a:endParaRPr lang="ar-SA" sz="37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A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70148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صَقُّ</a:t>
            </a:r>
            <a:endParaRPr lang="ar-SA" sz="70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5">
    <p:bg>
      <p:bgPr>
        <a:solidFill>
          <a:srgbClr val="141D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7C52E0"/>
          </a:solidFill>
          <a:ln w="12700">
            <a:solidFill>
              <a:srgbClr val="7C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DE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C670"/>
          </a:solidFill>
          <a:ln w="12700">
            <a:solidFill>
              <a:srgbClr val="DBC6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4F"/>
          </a:solidFill>
          <a:ln w="12700">
            <a:solidFill>
              <a:srgbClr val="47854F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7341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37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87341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</a:t>
            </a:r>
            <a:endParaRPr lang="ar-SA" sz="37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B5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9114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7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9114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قۡ</a:t>
            </a:r>
            <a:endParaRPr lang="ar-SA" sz="37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B5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91382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7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91382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قُ</a:t>
            </a:r>
            <a:endParaRPr lang="ar-SA" sz="37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8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70148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ضَقُّ</a:t>
            </a:r>
            <a:endParaRPr lang="ar-SA" sz="70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6">
    <p:bg>
      <p:bgPr>
        <a:solidFill>
          <a:srgbClr val="F7C9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9F64"/>
          </a:solidFill>
          <a:ln w="12700">
            <a:solidFill>
              <a:srgbClr val="D89F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7647"/>
          </a:solidFill>
          <a:ln w="12700">
            <a:solidFill>
              <a:srgbClr val="D176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4665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7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94665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</a:t>
            </a:r>
            <a:endParaRPr lang="ar-SA" sz="37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C9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9114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7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9114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قۡ</a:t>
            </a:r>
            <a:endParaRPr lang="ar-SA" sz="37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C9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91382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7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91382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قُ</a:t>
            </a:r>
            <a:endParaRPr lang="ar-SA" sz="37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4F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70148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طَقُّ</a:t>
            </a:r>
            <a:endParaRPr lang="ar-SA" sz="70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7">
    <p:bg>
      <p:bgPr>
        <a:solidFill>
          <a:srgbClr val="C5F7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66CC"/>
          </a:solidFill>
          <a:ln w="12700">
            <a:solidFill>
              <a:srgbClr val="66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40BF"/>
          </a:solidFill>
          <a:ln w="12700">
            <a:solidFill>
              <a:srgbClr val="6A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94665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7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94665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</a:t>
            </a:r>
            <a:endParaRPr lang="ar-SA" sz="37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9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9114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7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9114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قۡ</a:t>
            </a:r>
            <a:endParaRPr lang="ar-SA" sz="37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9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91382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7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91382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قُ</a:t>
            </a:r>
            <a:endParaRPr lang="ar-SA" sz="37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35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70148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ظَقُّ</a:t>
            </a:r>
            <a:endParaRPr lang="ar-SA" sz="70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8">
    <p:bg>
      <p:bgPr>
        <a:solidFill>
          <a:srgbClr val="34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5A"/>
          </a:solidFill>
          <a:ln w="12700">
            <a:solidFill>
              <a:srgbClr val="642B5A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4B"/>
          </a:solidFill>
          <a:ln w="12700">
            <a:solidFill>
              <a:srgbClr val="79344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200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7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8200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</a:t>
            </a:r>
            <a:endParaRPr lang="ar-SA" sz="37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60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9114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7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9114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قۡ</a:t>
            </a:r>
            <a:endParaRPr lang="ar-SA" sz="37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60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91382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7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91382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قُ</a:t>
            </a:r>
            <a:endParaRPr lang="ar-SA" sz="37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5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70148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عَقُّ</a:t>
            </a:r>
            <a:endParaRPr lang="ar-SA" sz="70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9">
    <p:bg>
      <p:bgPr>
        <a:solidFill>
          <a:srgbClr val="F7F5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70D6"/>
          </a:solidFill>
          <a:ln w="12700">
            <a:solidFill>
              <a:srgbClr val="5C70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40CC"/>
          </a:solidFill>
          <a:ln w="12700">
            <a:solidFill>
              <a:srgbClr val="3340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6754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7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6754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</a:t>
            </a:r>
            <a:endParaRPr lang="ar-SA" sz="37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2C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9114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7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9114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قۡ</a:t>
            </a:r>
            <a:endParaRPr lang="ar-SA" sz="37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2C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91382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7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91382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قُ</a:t>
            </a:r>
            <a:endParaRPr lang="ar-SA" sz="37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5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70148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غَقُّ</a:t>
            </a:r>
            <a:endParaRPr lang="ar-SA" sz="70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0">
    <p:bg>
      <p:bgPr>
        <a:solidFill>
          <a:srgbClr val="C5E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8C53C6"/>
          </a:solidFill>
          <a:ln w="12700">
            <a:solidFill>
              <a:srgbClr val="8C5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E2"/>
          </a:solidFill>
          <a:ln w="12700">
            <a:solidFill>
              <a:srgbClr val="5EEDE2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95024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37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95024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</a:t>
            </a:r>
            <a:endParaRPr lang="ar-SA" sz="37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54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9114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7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9114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قۡ</a:t>
            </a:r>
            <a:endParaRPr lang="ar-SA" sz="37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54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91382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7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91382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قُ</a:t>
            </a:r>
            <a:endParaRPr lang="ar-SA" sz="37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AD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70148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فَقُّ</a:t>
            </a:r>
            <a:endParaRPr lang="ar-SA" sz="70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1">
    <p:bg>
      <p:bgPr>
        <a:solidFill>
          <a:srgbClr val="4314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952"/>
          </a:solidFill>
          <a:ln w="12700">
            <a:solidFill>
              <a:srgbClr val="E059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C4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AB"/>
          </a:solidFill>
          <a:ln w="12700">
            <a:solidFill>
              <a:srgbClr val="70DBA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4F85"/>
          </a:solidFill>
          <a:ln w="12700">
            <a:solidFill>
              <a:srgbClr val="474F85"/>
            </a:solidFill>
            <a:prstDash val="solid"/>
          </a:ln>
        </p:spPr>
      </p:sp>
      <p:sp>
        <p:nvSpPr>
          <p:cNvPr id="15" name="C1 W1 pill"/>
          <p:cNvSpPr/>
          <p:nvPr/>
        </p:nvSpPr>
        <p:spPr>
          <a:xfrm>
            <a:off x="6718689" y="896112"/>
            <a:ext cx="1652460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5B36"/>
            </a:solidFill>
            <a:prstDash val="solid"/>
          </a:ln>
        </p:spPr>
      </p:sp>
      <p:sp>
        <p:nvSpPr>
          <p:cNvPr id="16" name="C1 W1 word"/>
          <p:cNvSpPr txBox="1"/>
          <p:nvPr/>
        </p:nvSpPr>
        <p:spPr>
          <a:xfrm>
            <a:off x="6718689" y="896112"/>
            <a:ext cx="1652460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وَٱللَّهُ</a:t>
            </a:r>
            <a:endParaRPr lang="ar-SA" sz="4000" dirty="0"/>
          </a:p>
        </p:txBody>
      </p:sp>
      <p:sp>
        <p:nvSpPr>
          <p:cNvPr id="17" name="C2 W2 pill"/>
          <p:cNvSpPr/>
          <p:nvPr/>
        </p:nvSpPr>
        <p:spPr>
          <a:xfrm>
            <a:off x="4637385" y="896112"/>
            <a:ext cx="1761264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E25B"/>
            </a:solidFill>
            <a:prstDash val="solid"/>
          </a:ln>
        </p:spPr>
      </p:sp>
      <p:sp>
        <p:nvSpPr>
          <p:cNvPr id="18" name="C2 W2 word"/>
          <p:cNvSpPr txBox="1"/>
          <p:nvPr/>
        </p:nvSpPr>
        <p:spPr>
          <a:xfrm>
            <a:off x="4637385" y="896112"/>
            <a:ext cx="1761264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يُحِبُّ</a:t>
            </a:r>
            <a:endParaRPr lang="ar-SA" sz="4000" dirty="0"/>
          </a:p>
        </p:txBody>
      </p:sp>
      <p:sp>
        <p:nvSpPr>
          <p:cNvPr id="19" name="C3 W3 pill"/>
          <p:cNvSpPr/>
          <p:nvPr/>
        </p:nvSpPr>
        <p:spPr>
          <a:xfrm>
            <a:off x="772850" y="896112"/>
            <a:ext cx="3544495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5B36E2"/>
            </a:solidFill>
            <a:prstDash val="solid"/>
          </a:ln>
        </p:spPr>
      </p:sp>
      <p:sp>
        <p:nvSpPr>
          <p:cNvPr id="20" name="C3 W3 word"/>
          <p:cNvSpPr txBox="1"/>
          <p:nvPr/>
        </p:nvSpPr>
        <p:spPr>
          <a:xfrm>
            <a:off x="772850" y="896112"/>
            <a:ext cx="3544495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ٱلۡمُحۡسِنِينَ</a:t>
            </a:r>
            <a:endParaRPr lang="ar-SA" sz="4000" dirty="0"/>
          </a:p>
        </p:txBody>
      </p:sp>
      <p:sp>
        <p:nvSpPr>
          <p:cNvPr id="21" name="C4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2E9A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S panel"/>
          <p:cNvSpPr/>
          <p:nvPr/>
        </p:nvSpPr>
        <p:spPr>
          <a:xfrm>
            <a:off x="1608372" y="2834640"/>
            <a:ext cx="5927257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4 S sentence"/>
          <p:cNvSpPr txBox="1"/>
          <p:nvPr/>
        </p:nvSpPr>
        <p:spPr>
          <a:xfrm>
            <a:off x="1608372" y="2834640"/>
            <a:ext cx="5927257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وَٱللَّهُ يُحِبُّ ٱلۡمُحۡسِنِينَ</a:t>
            </a:r>
            <a:endParaRPr lang="ar-SA" sz="40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2">
    <p:bg>
      <p:bgPr>
        <a:solidFill>
          <a:srgbClr val="CD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82"/>
          </a:solidFill>
          <a:ln w="12700">
            <a:solidFill>
              <a:srgbClr val="64D882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54"/>
          </a:solidFill>
          <a:ln w="12700">
            <a:solidFill>
              <a:srgbClr val="47D1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1 W1 pill"/>
          <p:cNvSpPr/>
          <p:nvPr/>
        </p:nvSpPr>
        <p:spPr>
          <a:xfrm>
            <a:off x="5497043" y="896112"/>
            <a:ext cx="1918237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E28E"/>
            </a:solidFill>
            <a:prstDash val="solid"/>
          </a:ln>
        </p:spPr>
      </p:sp>
      <p:sp>
        <p:nvSpPr>
          <p:cNvPr id="11" name="C1 W1 word"/>
          <p:cNvSpPr txBox="1"/>
          <p:nvPr/>
        </p:nvSpPr>
        <p:spPr>
          <a:xfrm>
            <a:off x="5497043" y="896112"/>
            <a:ext cx="1918237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ٱلۡحَقُّ</a:t>
            </a:r>
            <a:endParaRPr lang="ar-SA" sz="4600" dirty="0"/>
          </a:p>
        </p:txBody>
      </p:sp>
      <p:sp>
        <p:nvSpPr>
          <p:cNvPr id="12" name="C2 W2 pill"/>
          <p:cNvSpPr/>
          <p:nvPr/>
        </p:nvSpPr>
        <p:spPr>
          <a:xfrm>
            <a:off x="3725222" y="896112"/>
            <a:ext cx="1451781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8E36E2"/>
            </a:solidFill>
            <a:prstDash val="solid"/>
          </a:ln>
        </p:spPr>
      </p:sp>
      <p:sp>
        <p:nvSpPr>
          <p:cNvPr id="13" name="C2 W2 word"/>
          <p:cNvSpPr txBox="1"/>
          <p:nvPr/>
        </p:nvSpPr>
        <p:spPr>
          <a:xfrm>
            <a:off x="3725222" y="896112"/>
            <a:ext cx="1451781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مِن</a:t>
            </a:r>
            <a:endParaRPr lang="ar-SA" sz="4600" dirty="0"/>
          </a:p>
        </p:txBody>
      </p:sp>
      <p:sp>
        <p:nvSpPr>
          <p:cNvPr id="14" name="C3 W3 pill"/>
          <p:cNvSpPr/>
          <p:nvPr/>
        </p:nvSpPr>
        <p:spPr>
          <a:xfrm>
            <a:off x="1728720" y="896112"/>
            <a:ext cx="1676462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8E36"/>
            </a:solidFill>
            <a:prstDash val="solid"/>
          </a:ln>
        </p:spPr>
      </p:sp>
      <p:sp>
        <p:nvSpPr>
          <p:cNvPr id="15" name="C3 W3 word"/>
          <p:cNvSpPr txBox="1"/>
          <p:nvPr/>
        </p:nvSpPr>
        <p:spPr>
          <a:xfrm>
            <a:off x="1728720" y="896112"/>
            <a:ext cx="1676462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رَّبِّكَ</a:t>
            </a:r>
            <a:endParaRPr lang="ar-SA" sz="4600" dirty="0"/>
          </a:p>
        </p:txBody>
      </p:sp>
      <p:sp>
        <p:nvSpPr>
          <p:cNvPr id="16" name="C4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B82E7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S panel"/>
          <p:cNvSpPr/>
          <p:nvPr/>
        </p:nvSpPr>
        <p:spPr>
          <a:xfrm>
            <a:off x="2516104" y="2834640"/>
            <a:ext cx="4111792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4 S sentence"/>
          <p:cNvSpPr txBox="1"/>
          <p:nvPr/>
        </p:nvSpPr>
        <p:spPr>
          <a:xfrm>
            <a:off x="2516104" y="2834640"/>
            <a:ext cx="4111792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ٱلۡحَقُّ مِن رَّبِّكَ</a:t>
            </a:r>
            <a:endParaRPr lang="ar-SA" sz="46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</p:bldLst>
  </p:timing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3">
    <p:bg>
      <p:bgPr>
        <a:solidFill>
          <a:srgbClr val="CC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66"/>
          </a:solidFill>
          <a:ln w="12700">
            <a:solidFill>
              <a:srgbClr val="CC66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6A40"/>
          </a:solidFill>
          <a:ln w="12700">
            <a:solidFill>
              <a:srgbClr val="BF6A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1 W1 pill"/>
          <p:cNvSpPr/>
          <p:nvPr/>
        </p:nvSpPr>
        <p:spPr>
          <a:xfrm>
            <a:off x="6232080" y="896112"/>
            <a:ext cx="1632734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C036E2"/>
            </a:solidFill>
            <a:prstDash val="solid"/>
          </a:ln>
        </p:spPr>
      </p:sp>
      <p:sp>
        <p:nvSpPr>
          <p:cNvPr id="12" name="C1 W1 word"/>
          <p:cNvSpPr txBox="1"/>
          <p:nvPr/>
        </p:nvSpPr>
        <p:spPr>
          <a:xfrm>
            <a:off x="6232080" y="896112"/>
            <a:ext cx="1632734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وَهُوَ</a:t>
            </a:r>
            <a:endParaRPr lang="ar-SA" sz="4500" dirty="0"/>
          </a:p>
        </p:txBody>
      </p:sp>
      <p:sp>
        <p:nvSpPr>
          <p:cNvPr id="13" name="C2 W2 pill"/>
          <p:cNvSpPr/>
          <p:nvPr/>
        </p:nvSpPr>
        <p:spPr>
          <a:xfrm>
            <a:off x="3935809" y="896112"/>
            <a:ext cx="1976231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C036"/>
            </a:solidFill>
            <a:prstDash val="solid"/>
          </a:ln>
        </p:spPr>
      </p:sp>
      <p:sp>
        <p:nvSpPr>
          <p:cNvPr id="14" name="C2 W2 word"/>
          <p:cNvSpPr txBox="1"/>
          <p:nvPr/>
        </p:nvSpPr>
        <p:spPr>
          <a:xfrm>
            <a:off x="3935809" y="896112"/>
            <a:ext cx="1976231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ٱلۡعَلِيُّ</a:t>
            </a:r>
            <a:endParaRPr lang="ar-SA" sz="4500" dirty="0"/>
          </a:p>
        </p:txBody>
      </p:sp>
      <p:sp>
        <p:nvSpPr>
          <p:cNvPr id="15" name="C3 W3 pill"/>
          <p:cNvSpPr/>
          <p:nvPr/>
        </p:nvSpPr>
        <p:spPr>
          <a:xfrm>
            <a:off x="1279186" y="896112"/>
            <a:ext cx="2336583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E2C0"/>
            </a:solidFill>
            <a:prstDash val="solid"/>
          </a:ln>
        </p:spPr>
      </p:sp>
      <p:sp>
        <p:nvSpPr>
          <p:cNvPr id="16" name="C3 W3 word"/>
          <p:cNvSpPr txBox="1"/>
          <p:nvPr/>
        </p:nvSpPr>
        <p:spPr>
          <a:xfrm>
            <a:off x="1279186" y="896112"/>
            <a:ext cx="2336583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ٱلۡعَظِيمُ</a:t>
            </a:r>
            <a:endParaRPr lang="ar-SA" sz="4500" dirty="0"/>
          </a:p>
        </p:txBody>
      </p:sp>
      <p:sp>
        <p:nvSpPr>
          <p:cNvPr id="17" name="C4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49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S panel"/>
          <p:cNvSpPr/>
          <p:nvPr/>
        </p:nvSpPr>
        <p:spPr>
          <a:xfrm>
            <a:off x="2143502" y="2834640"/>
            <a:ext cx="4856995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4 S sentence"/>
          <p:cNvSpPr txBox="1"/>
          <p:nvPr/>
        </p:nvSpPr>
        <p:spPr>
          <a:xfrm>
            <a:off x="2143502" y="2834640"/>
            <a:ext cx="4856995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وَهُوَ ٱلۡعَلِيُّ ٱلۡعَظِيمُ</a:t>
            </a:r>
            <a:endParaRPr lang="ar-SA" sz="45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123</Slides>
  <Notes>123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123</vt:i4>
      </vt:variant>
    </vt:vector>
  </HeadingPairs>
  <TitlesOfParts>
    <vt:vector size="1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  <vt:lpstr>Slide 90</vt:lpstr>
      <vt:lpstr>Slide 91</vt:lpstr>
      <vt:lpstr>Slide 92</vt:lpstr>
      <vt:lpstr>Slide 93</vt:lpstr>
      <vt:lpstr>Slide 94</vt:lpstr>
      <vt:lpstr>Slide 95</vt:lpstr>
      <vt:lpstr>Slide 96</vt:lpstr>
      <vt:lpstr>Slide 97</vt:lpstr>
      <vt:lpstr>Slide 98</vt:lpstr>
      <vt:lpstr>Slide 99</vt:lpstr>
      <vt:lpstr>Slide 100</vt:lpstr>
      <vt:lpstr>Slide 101</vt:lpstr>
      <vt:lpstr>Slide 102</vt:lpstr>
      <vt:lpstr>Slide 103</vt:lpstr>
      <vt:lpstr>Slide 104</vt:lpstr>
      <vt:lpstr>Slide 105</vt:lpstr>
      <vt:lpstr>Slide 106</vt:lpstr>
      <vt:lpstr>Slide 107</vt:lpstr>
      <vt:lpstr>Slide 108</vt:lpstr>
      <vt:lpstr>Slide 109</vt:lpstr>
      <vt:lpstr>Slide 110</vt:lpstr>
      <vt:lpstr>Slide 111</vt:lpstr>
      <vt:lpstr>Slide 112</vt:lpstr>
      <vt:lpstr>Slide 113</vt:lpstr>
      <vt:lpstr>Slide 114</vt:lpstr>
      <vt:lpstr>Slide 115</vt:lpstr>
      <vt:lpstr>Slide 116</vt:lpstr>
      <vt:lpstr>Slide 117</vt:lpstr>
      <vt:lpstr>Slide 118</vt:lpstr>
      <vt:lpstr>Slide 119</vt:lpstr>
      <vt:lpstr>Slide 120</vt:lpstr>
      <vt:lpstr>Slide 121</vt:lpstr>
      <vt:lpstr>Slide 122</vt:lpstr>
      <vt:lpstr>Slide 123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Shaddah damma 11-fa-qaf</dc:title>
  <dc:subject>PptxGenJS Presentation</dc:subject>
  <dc:creator>PptxGenJS</dc:creator>
  <cp:lastModifiedBy>PptxGenJS</cp:lastModifiedBy>
  <cp:revision>1</cp:revision>
  <dcterms:created xsi:type="dcterms:W3CDTF">2026-10-21T19:04:21Z</dcterms:created>
  <dcterms:modified xsi:type="dcterms:W3CDTF">2026-10-21T19:04:21Z</dcterms:modified>
</cp:coreProperties>
</file>