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CE052"/>
          </a:solidFill>
          <a:ln w="12700">
            <a:solidFill>
              <a:srgbClr val="D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2DB"/>
          </a:solidFill>
          <a:ln w="12700">
            <a:solidFill>
              <a:srgbClr val="70A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4785"/>
          </a:solidFill>
          <a:ln w="12700">
            <a:solidFill>
              <a:srgbClr val="7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23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R result"/>
          <p:cNvSpPr txBox="1"/>
          <p:nvPr/>
        </p:nvSpPr>
        <p:spPr>
          <a:xfrm>
            <a:off x="685800" y="16404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CD8"/>
          </a:solidFill>
          <a:ln w="12700">
            <a:solidFill>
              <a:srgbClr val="64B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7D1"/>
          </a:solidFill>
          <a:ln w="12700">
            <a:solidFill>
              <a:srgbClr val="47C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7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87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0"/>
          </a:solidFill>
          <a:ln w="12700">
            <a:solidFill>
              <a:srgbClr val="3479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2007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فَأُّ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3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3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فَبُّ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F"/>
          </a:solidFill>
          <a:ln w="12700">
            <a:solidFill>
              <a:srgbClr val="ED5E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0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0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فَتُّ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2"/>
          </a:solidFill>
          <a:ln w="12700">
            <a:solidFill>
              <a:srgbClr val="52E0C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D"/>
          </a:solidFill>
          <a:ln w="12700">
            <a:solidFill>
              <a:srgbClr val="DB70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D47"/>
          </a:solidFill>
          <a:ln w="12700">
            <a:solidFill>
              <a:srgbClr val="856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فَثُّ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64D8"/>
          </a:solidFill>
          <a:ln w="12700">
            <a:solidFill>
              <a:srgbClr val="D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47D1"/>
          </a:solidFill>
          <a:ln w="12700">
            <a:solidFill>
              <a:srgbClr val="B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فَجُّ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فَحُّ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3479"/>
          </a:solidFill>
          <a:ln w="12700">
            <a:solidFill>
              <a:srgbClr val="3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73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73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فَخُّ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فَدُّ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3ED5E"/>
          </a:solidFill>
          <a:ln w="12700">
            <a:solidFill>
              <a:srgbClr val="B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7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7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فَذُّ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52E0"/>
          </a:solidFill>
          <a:ln w="12700">
            <a:solidFill>
              <a:srgbClr val="9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DB70"/>
          </a:solidFill>
          <a:ln w="12700">
            <a:solidFill>
              <a:srgbClr val="D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فَرُّ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A64"/>
          </a:solidFill>
          <a:ln w="12700">
            <a:solidFill>
              <a:srgbClr val="D8B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747"/>
          </a:solidFill>
          <a:ln w="12700">
            <a:solidFill>
              <a:srgbClr val="D19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7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فَزُّ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5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فَسُّ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16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16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فَشُّ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5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فَصُّ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6ED"/>
          </a:solidFill>
          <a:ln w="12700">
            <a:solidFill>
              <a:srgbClr val="5ED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31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31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فَضُّ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A52"/>
          </a:solidFill>
          <a:ln w="12700">
            <a:solidFill>
              <a:srgbClr val="E07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4"/>
          </a:solidFill>
          <a:ln w="12700">
            <a:solidFill>
              <a:srgbClr val="70DBC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3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3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فَطُّ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D"/>
          </a:solidFill>
          <a:ln w="12700">
            <a:solidFill>
              <a:srgbClr val="64D8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5"/>
          </a:solidFill>
          <a:ln w="12700">
            <a:solidFill>
              <a:srgbClr val="47D1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فَظُّ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فَعُّ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73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73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فَغُّ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706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أَفُّبَ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5EED"/>
          </a:solidFill>
          <a:ln w="12700">
            <a:solidFill>
              <a:srgbClr val="E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52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بَفُّتَ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7"/>
          </a:solidFill>
          <a:ln w="12700">
            <a:solidFill>
              <a:srgbClr val="52E05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70DB"/>
          </a:solidFill>
          <a:ln w="12700">
            <a:solidFill>
              <a:srgbClr val="A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384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تَفُّثَ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64D8"/>
          </a:solidFill>
          <a:ln w="12700">
            <a:solidFill>
              <a:srgbClr val="8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47D1"/>
          </a:solidFill>
          <a:ln w="12700">
            <a:solidFill>
              <a:srgbClr val="5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78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ثَفُّجَ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678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جَفُّحَ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D79"/>
          </a:solidFill>
          <a:ln w="12700">
            <a:solidFill>
              <a:srgbClr val="345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678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حَفُّخَ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2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خَفُّدَ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D5E"/>
          </a:solidFill>
          <a:ln w="12700">
            <a:solidFill>
              <a:srgbClr val="EDB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664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دَفُّذَ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0E0"/>
          </a:solidFill>
          <a:ln w="12700">
            <a:solidFill>
              <a:srgbClr val="527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F70"/>
          </a:solidFill>
          <a:ln w="12700">
            <a:solidFill>
              <a:srgbClr val="DB8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529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ذَفُّرَ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4"/>
          </a:solidFill>
          <a:ln w="12700">
            <a:solidFill>
              <a:srgbClr val="D86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F"/>
          </a:solidFill>
          <a:ln w="12700">
            <a:solidFill>
              <a:srgbClr val="D147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29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رَفُّزَ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529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زَفُّسَ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E"/>
          </a:solidFill>
          <a:ln w="12700">
            <a:solidFill>
              <a:srgbClr val="7934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223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سَفُّشَ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93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شَفُّصَ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9"/>
          </a:solidFill>
          <a:ln w="12700">
            <a:solidFill>
              <a:srgbClr val="5EED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380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380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6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صَفُّضَ</a:t>
            </a:r>
            <a:endParaRPr lang="ar-SA" sz="5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4"/>
          </a:solidFill>
          <a:ln w="12700">
            <a:solidFill>
              <a:srgbClr val="E052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4"/>
          </a:solidFill>
          <a:ln w="12700">
            <a:solidFill>
              <a:srgbClr val="70DB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E85"/>
          </a:solidFill>
          <a:ln w="12700">
            <a:solidFill>
              <a:srgbClr val="476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80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80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279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ضَفُّطَ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1D864"/>
          </a:solidFill>
          <a:ln w="12700">
            <a:solidFill>
              <a:srgbClr val="8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1D147"/>
          </a:solidFill>
          <a:ln w="12700">
            <a:solidFill>
              <a:srgbClr val="8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39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طَفُّظَ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96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96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678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ظَفُّعَ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6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6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34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34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678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عَفُّغَ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34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34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66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غَفُّأَ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65EED"/>
          </a:solidFill>
          <a:ln w="12700">
            <a:solidFill>
              <a:srgbClr val="7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915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915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89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أَفُّ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7E052"/>
          </a:solidFill>
          <a:ln w="12700">
            <a:solidFill>
              <a:srgbClr val="B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7DB"/>
          </a:solidFill>
          <a:ln w="12700">
            <a:solidFill>
              <a:srgbClr val="708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4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34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77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بَفُّ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ED8"/>
          </a:solidFill>
          <a:ln w="12700">
            <a:solidFill>
              <a:srgbClr val="649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4D1"/>
          </a:solidFill>
          <a:ln w="12700">
            <a:solidFill>
              <a:srgbClr val="47A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61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61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3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تَفُّ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9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29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3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ثَفُّ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2"/>
          </a:solidFill>
          <a:ln w="12700">
            <a:solidFill>
              <a:srgbClr val="3479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81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جَفُّ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3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حَفُّ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B"/>
          </a:solidFill>
          <a:ln w="12700">
            <a:solidFill>
              <a:srgbClr val="ED5E6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3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53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3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خَفُّ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BE0"/>
          </a:solidFill>
          <a:ln w="12700">
            <a:solidFill>
              <a:srgbClr val="52D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1"/>
          </a:solidFill>
          <a:ln w="12700">
            <a:solidFill>
              <a:srgbClr val="DB70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89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دَفُّ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B"/>
          </a:solidFill>
          <a:ln w="12700">
            <a:solidFill>
              <a:srgbClr val="D864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6"/>
          </a:solidFill>
          <a:ln w="12700">
            <a:solidFill>
              <a:srgbClr val="D147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15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15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89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ذَفُّ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88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88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8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رَفُّ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1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1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8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زَفُّ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3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سَفُّ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ED5E"/>
          </a:solidFill>
          <a:ln w="12700">
            <a:solidFill>
              <a:srgbClr val="8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3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شَفُّ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52E0"/>
          </a:solidFill>
          <a:ln w="12700">
            <a:solidFill>
              <a:srgbClr val="C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36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336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3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صَفُّ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864"/>
          </a:solidFill>
          <a:ln w="12700">
            <a:solidFill>
              <a:srgbClr val="D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A47"/>
          </a:solidFill>
          <a:ln w="12700">
            <a:solidFill>
              <a:srgbClr val="D1B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6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6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3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ضَفُّ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3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طَفُّ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3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ظَفُّ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8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8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3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عَفُّ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2ED"/>
          </a:solidFill>
          <a:ln w="12700">
            <a:solidFill>
              <a:srgbClr val="5EB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0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3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غَفُّ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F52"/>
          </a:solidFill>
          <a:ln w="12700">
            <a:solidFill>
              <a:srgbClr val="E09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7DB"/>
          </a:solidFill>
          <a:ln w="12700">
            <a:solidFill>
              <a:srgbClr val="70D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2007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قَأُّ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B"/>
          </a:solidFill>
          <a:ln w="12700">
            <a:solidFill>
              <a:srgbClr val="64D8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8"/>
          </a:solidFill>
          <a:ln w="12700">
            <a:solidFill>
              <a:srgbClr val="47D19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9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9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قَبُّ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قَتُّ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7934"/>
          </a:solidFill>
          <a:ln w="12700">
            <a:solidFill>
              <a:srgbClr val="3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قَثُّ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قَجُّ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5"/>
          </a:solidFill>
          <a:ln w="12700">
            <a:solidFill>
              <a:srgbClr val="ED5E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قَحُّ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B"/>
          </a:solidFill>
          <a:ln w="12700">
            <a:solidFill>
              <a:srgbClr val="52E07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70DB"/>
          </a:solidFill>
          <a:ln w="12700">
            <a:solidFill>
              <a:srgbClr val="C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قَخُّ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64D8"/>
          </a:solidFill>
          <a:ln w="12700">
            <a:solidFill>
              <a:srgbClr val="9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547D1"/>
          </a:solidFill>
          <a:ln w="12700">
            <a:solidFill>
              <a:srgbClr val="7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قَدُّ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9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95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قَذُّ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B79"/>
          </a:solidFill>
          <a:ln w="12700">
            <a:solidFill>
              <a:srgbClr val="344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قَرُّ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قَزُّ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15E"/>
          </a:solidFill>
          <a:ln w="12700">
            <a:solidFill>
              <a:srgbClr val="EDE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0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قَسُّ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52E0"/>
          </a:solidFill>
          <a:ln w="12700">
            <a:solidFill>
              <a:srgbClr val="5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A70"/>
          </a:solidFill>
          <a:ln w="12700">
            <a:solidFill>
              <a:srgbClr val="DBA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14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1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14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قَشُّ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قَصُّ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1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1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قَضُّ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99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99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قَطُّ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قَظُّ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قَعُّ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0"/>
          </a:solidFill>
          <a:ln w="12700">
            <a:solidFill>
              <a:srgbClr val="70DB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قَغُّ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1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1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3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قَفُّ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706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أَقُّبَ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52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بَقُّتَ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84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تَقُّثَ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5EED"/>
          </a:solidFill>
          <a:ln w="12700">
            <a:solidFill>
              <a:srgbClr val="9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678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ثَقُّجَ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E052"/>
          </a:solidFill>
          <a:ln w="12700">
            <a:solidFill>
              <a:srgbClr val="9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678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جَقُّحَ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1D8"/>
          </a:solidFill>
          <a:ln w="12700">
            <a:solidFill>
              <a:srgbClr val="648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0D1"/>
          </a:solidFill>
          <a:ln w="12700">
            <a:solidFill>
              <a:srgbClr val="478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78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حَقُّخَ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42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خَقُّدَ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664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دَقُّذَ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29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ذَقُّرَ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75E"/>
          </a:solidFill>
          <a:ln w="12700">
            <a:solidFill>
              <a:srgbClr val="ED7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529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رَقُّزَ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6E0"/>
          </a:solidFill>
          <a:ln w="12700">
            <a:solidFill>
              <a:srgbClr val="52B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529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زَقُّسَ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E"/>
          </a:solidFill>
          <a:ln w="12700">
            <a:solidFill>
              <a:srgbClr val="D864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3"/>
          </a:solidFill>
          <a:ln w="12700">
            <a:solidFill>
              <a:srgbClr val="D147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23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سَقُّشَ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193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شَقُّصَ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16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صَقُّضَ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279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ضَقُّطَ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ED5E"/>
          </a:solidFill>
          <a:ln w="12700">
            <a:solidFill>
              <a:srgbClr val="6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339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طَقُّظَ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A"/>
          </a:solidFill>
          <a:ln w="12700">
            <a:solidFill>
              <a:srgbClr val="E052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DB70"/>
          </a:solidFill>
          <a:ln w="12700">
            <a:solidFill>
              <a:srgbClr val="A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9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9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678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ظَقُّعَ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D864"/>
          </a:solidFill>
          <a:ln w="12700">
            <a:solidFill>
              <a:srgbClr val="B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D147"/>
          </a:solidFill>
          <a:ln w="12700">
            <a:solidFill>
              <a:srgbClr val="C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9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10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10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78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عَقُّغَ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10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10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269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غَقُّفَ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71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فَقُّأَ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42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أَقُّ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بَقُّ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352"/>
          </a:solidFill>
          <a:ln w="12700">
            <a:solidFill>
              <a:srgbClr val="E0C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BDB"/>
          </a:solidFill>
          <a:ln w="12700">
            <a:solidFill>
              <a:srgbClr val="70B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تَقُّ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ثَقُّ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جَقُّ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حَقُّ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خَقُّ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1"/>
          </a:solidFill>
          <a:ln w="12700">
            <a:solidFill>
              <a:srgbClr val="ED5E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642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دَقُّ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6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6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642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ذَقُّ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47D1"/>
          </a:solidFill>
          <a:ln w="12700">
            <a:solidFill>
              <a:srgbClr val="9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95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رَقُّ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80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80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495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زَقُّ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60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60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سَقُّ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شَقُّ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ED5E"/>
          </a:solidFill>
          <a:ln w="12700">
            <a:solidFill>
              <a:srgbClr val="D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5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5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صَقُّ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52E0"/>
          </a:solidFill>
          <a:ln w="12700">
            <a:solidFill>
              <a:srgbClr val="7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670"/>
          </a:solidFill>
          <a:ln w="12700">
            <a:solidFill>
              <a:srgbClr val="DBC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34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34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ضَقُّ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F64"/>
          </a:solidFill>
          <a:ln w="12700">
            <a:solidFill>
              <a:srgbClr val="D89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647"/>
          </a:solidFill>
          <a:ln w="12700">
            <a:solidFill>
              <a:srgbClr val="D17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طَقُّ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ظَقُّ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A"/>
          </a:solidFill>
          <a:ln w="12700">
            <a:solidFill>
              <a:srgbClr val="642B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عَقُّ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غَقُّ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2"/>
          </a:solidFill>
          <a:ln w="12700">
            <a:solidFill>
              <a:srgbClr val="5EEDE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0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0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فَقُّ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952"/>
          </a:solidFill>
          <a:ln w="12700">
            <a:solidFill>
              <a:srgbClr val="E05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B"/>
          </a:solidFill>
          <a:ln w="12700">
            <a:solidFill>
              <a:srgbClr val="70DB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718689" y="896112"/>
            <a:ext cx="16524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B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718689" y="896112"/>
            <a:ext cx="16524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4637385" y="896112"/>
            <a:ext cx="17612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4637385" y="896112"/>
            <a:ext cx="17612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يُحِبُّ</a:t>
            </a:r>
            <a:endParaRPr lang="ar-SA" sz="4000" dirty="0"/>
          </a:p>
        </p:txBody>
      </p:sp>
      <p:sp>
        <p:nvSpPr>
          <p:cNvPr id="19" name="C3 W3 pill"/>
          <p:cNvSpPr/>
          <p:nvPr/>
        </p:nvSpPr>
        <p:spPr>
          <a:xfrm>
            <a:off x="772850" y="896112"/>
            <a:ext cx="35444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B36E2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772850" y="896112"/>
            <a:ext cx="35444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ٱلۡمُحۡسِنِينَ</a:t>
            </a:r>
            <a:endParaRPr lang="ar-SA" sz="40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1608372" y="2834640"/>
            <a:ext cx="59272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1608372" y="2834640"/>
            <a:ext cx="59272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 يُحِبُّ ٱلۡمُحۡسِنِينَ</a:t>
            </a:r>
            <a:endParaRPr lang="ar-SA" sz="4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2"/>
          </a:solidFill>
          <a:ln w="12700">
            <a:solidFill>
              <a:srgbClr val="64D8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4"/>
          </a:solidFill>
          <a:ln w="12700">
            <a:solidFill>
              <a:srgbClr val="47D1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497043" y="896112"/>
            <a:ext cx="19182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497043" y="896112"/>
            <a:ext cx="19182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3725222" y="896112"/>
            <a:ext cx="14517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E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725222" y="896112"/>
            <a:ext cx="14517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4600" dirty="0"/>
          </a:p>
        </p:txBody>
      </p:sp>
      <p:sp>
        <p:nvSpPr>
          <p:cNvPr id="14" name="C3 W3 pill"/>
          <p:cNvSpPr/>
          <p:nvPr/>
        </p:nvSpPr>
        <p:spPr>
          <a:xfrm>
            <a:off x="1728720" y="896112"/>
            <a:ext cx="16764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E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728720" y="896112"/>
            <a:ext cx="16764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رَّبِّكَ</a:t>
            </a:r>
            <a:endParaRPr lang="ar-SA" sz="46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516104" y="2834640"/>
            <a:ext cx="41117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516104" y="2834640"/>
            <a:ext cx="41117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 مِن رَّبِّكَ</a:t>
            </a:r>
            <a:endParaRPr lang="ar-SA" sz="4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6232080" y="896112"/>
            <a:ext cx="16327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0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6232080" y="896112"/>
            <a:ext cx="16327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</a:t>
            </a:r>
            <a:endParaRPr lang="ar-SA" sz="4500" dirty="0"/>
          </a:p>
        </p:txBody>
      </p:sp>
      <p:sp>
        <p:nvSpPr>
          <p:cNvPr id="13" name="C2 W2 pill"/>
          <p:cNvSpPr/>
          <p:nvPr/>
        </p:nvSpPr>
        <p:spPr>
          <a:xfrm>
            <a:off x="3935809" y="896112"/>
            <a:ext cx="19762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0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935809" y="896112"/>
            <a:ext cx="1976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ٱلۡعَلِيُّ</a:t>
            </a:r>
            <a:endParaRPr lang="ar-SA" sz="4500" dirty="0"/>
          </a:p>
        </p:txBody>
      </p:sp>
      <p:sp>
        <p:nvSpPr>
          <p:cNvPr id="15" name="C3 W3 pill"/>
          <p:cNvSpPr/>
          <p:nvPr/>
        </p:nvSpPr>
        <p:spPr>
          <a:xfrm>
            <a:off x="1279186" y="896112"/>
            <a:ext cx="23365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0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279186" y="896112"/>
            <a:ext cx="23365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ٱلۡعَظِيمُ</a:t>
            </a:r>
            <a:endParaRPr lang="ar-SA" sz="45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143502" y="2834640"/>
            <a:ext cx="48569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143502" y="2834640"/>
            <a:ext cx="48569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 ٱلۡعَلِيُّ ٱلۡعَظِيمُ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damma 11-fa-qaf</dc:title>
  <dc:subject>PptxGenJS Presentation</dc:subject>
  <dc:creator>PptxGenJS</dc:creator>
  <cp:lastModifiedBy>PptxGenJS</cp:lastModifiedBy>
  <cp:revision>1</cp:revision>
  <dcterms:created xsi:type="dcterms:W3CDTF">2026-10-21T19:04:21Z</dcterms:created>
  <dcterms:modified xsi:type="dcterms:W3CDTF">2026-10-21T19:04:21Z</dcterms:modified>
</cp:coreProperties>
</file>