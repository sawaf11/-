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12B64"/>
          </a:solidFill>
          <a:ln w="12700">
            <a:solidFill>
              <a:srgbClr val="4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13479"/>
          </a:solidFill>
          <a:ln w="12700">
            <a:solidFill>
              <a:srgbClr val="7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20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R result"/>
          <p:cNvSpPr txBox="1"/>
          <p:nvPr/>
        </p:nvSpPr>
        <p:spPr>
          <a:xfrm>
            <a:off x="685800" y="16404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7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87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1"/>
          </a:solidFill>
          <a:ln w="12700">
            <a:solidFill>
              <a:srgbClr val="5EED7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B"/>
          </a:solidFill>
          <a:ln w="12700">
            <a:solidFill>
              <a:srgbClr val="E052B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ADB70"/>
          </a:solidFill>
          <a:ln w="12700">
            <a:solidFill>
              <a:srgbClr val="8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F85"/>
          </a:solidFill>
          <a:ln w="12700">
            <a:solidFill>
              <a:srgbClr val="477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974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صَأُّ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2D864"/>
          </a:solidFill>
          <a:ln w="12700">
            <a:solidFill>
              <a:srgbClr val="A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8D147"/>
          </a:solidFill>
          <a:ln w="12700">
            <a:solidFill>
              <a:srgbClr val="A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صَبُّ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5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5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239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صَتُّ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32B"/>
          </a:solidFill>
          <a:ln w="12700">
            <a:solidFill>
              <a:srgbClr val="643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034"/>
          </a:solidFill>
          <a:ln w="12700">
            <a:solidFill>
              <a:srgbClr val="796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صَثُّ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صَجُّ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FED"/>
          </a:solidFill>
          <a:ln w="12700">
            <a:solidFill>
              <a:srgbClr val="5E6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صَحُّ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FE052"/>
          </a:solidFill>
          <a:ln w="12700">
            <a:solidFill>
              <a:srgbClr val="D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5DB"/>
          </a:solidFill>
          <a:ln w="12700">
            <a:solidFill>
              <a:srgbClr val="70A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B4785"/>
          </a:solidFill>
          <a:ln w="12700">
            <a:solidFill>
              <a:srgbClr val="7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9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9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صَخُّ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FD8"/>
          </a:solidFill>
          <a:ln w="12700">
            <a:solidFill>
              <a:srgbClr val="64B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AD1"/>
          </a:solidFill>
          <a:ln w="12700">
            <a:solidFill>
              <a:srgbClr val="47C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7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7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صَدُّ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6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6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9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صَذُّ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1642B"/>
          </a:solidFill>
          <a:ln w="12700">
            <a:solidFill>
              <a:srgbClr val="3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F"/>
          </a:solidFill>
          <a:ln w="12700">
            <a:solidFill>
              <a:srgbClr val="34794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26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26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5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5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صَرُّ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6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6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صَزُّ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2"/>
          </a:solidFill>
          <a:ln w="12700">
            <a:solidFill>
              <a:srgbClr val="ED5E9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76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صَسُّ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E"/>
          </a:solidFill>
          <a:ln w="12700">
            <a:solidFill>
              <a:srgbClr val="52E0B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F"/>
          </a:solidFill>
          <a:ln w="12700">
            <a:solidFill>
              <a:srgbClr val="DB70B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C47"/>
          </a:solidFill>
          <a:ln w="12700">
            <a:solidFill>
              <a:srgbClr val="856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5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1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375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صَشُّ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564D8"/>
          </a:solidFill>
          <a:ln w="12700">
            <a:solidFill>
              <a:srgbClr val="D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647D1"/>
          </a:solidFill>
          <a:ln w="12700">
            <a:solidFill>
              <a:srgbClr val="B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أَصُّبَ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695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بَصُّتَ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064"/>
          </a:solidFill>
          <a:ln w="12700">
            <a:solidFill>
              <a:srgbClr val="2B4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D3479"/>
          </a:solidFill>
          <a:ln w="12700">
            <a:solidFill>
              <a:srgbClr val="3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3214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تَصُّثَ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ثَصُّجَ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6ED5E"/>
          </a:solidFill>
          <a:ln w="12700">
            <a:solidFill>
              <a:srgbClr val="B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8802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جَصُّحَ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B52E0"/>
          </a:solidFill>
          <a:ln w="12700">
            <a:solidFill>
              <a:srgbClr val="9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ADB70"/>
          </a:solidFill>
          <a:ln w="12700">
            <a:solidFill>
              <a:srgbClr val="D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C"/>
          </a:solidFill>
          <a:ln w="12700">
            <a:solidFill>
              <a:srgbClr val="4785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8802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حَصُّخَ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864"/>
          </a:solidFill>
          <a:ln w="12700">
            <a:solidFill>
              <a:srgbClr val="D8B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447"/>
          </a:solidFill>
          <a:ln w="12700">
            <a:solidFill>
              <a:srgbClr val="D19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05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خَصُّدَ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602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دَصُّذَ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E"/>
          </a:solidFill>
          <a:ln w="12700">
            <a:solidFill>
              <a:srgbClr val="642B4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C"/>
          </a:solidFill>
          <a:ln w="12700">
            <a:solidFill>
              <a:srgbClr val="79343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480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ذَصُّرَ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80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رَصُّزَ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AED"/>
          </a:solidFill>
          <a:ln w="12700">
            <a:solidFill>
              <a:srgbClr val="5ED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456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زَصُّسَ</a:t>
            </a:r>
            <a:endParaRPr lang="ar-SA" sz="5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752"/>
          </a:solidFill>
          <a:ln w="12700">
            <a:solidFill>
              <a:srgbClr val="E07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2"/>
          </a:solidFill>
          <a:ln w="12700">
            <a:solidFill>
              <a:srgbClr val="70DBC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4785"/>
          </a:solidFill>
          <a:ln w="12700">
            <a:solidFill>
              <a:srgbClr val="4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447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سَصُّشَ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B"/>
          </a:solidFill>
          <a:ln w="12700">
            <a:solidFill>
              <a:srgbClr val="64D89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1"/>
          </a:solidFill>
          <a:ln w="12700">
            <a:solidFill>
              <a:srgbClr val="47D17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38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شَصُّأَ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أَصُّ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642B"/>
          </a:solidFill>
          <a:ln w="12700">
            <a:solidFill>
              <a:srgbClr val="5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D7934"/>
          </a:solidFill>
          <a:ln w="12700">
            <a:solidFill>
              <a:srgbClr val="4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بَصُّ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تَصُّ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D5EED"/>
          </a:solidFill>
          <a:ln w="12700">
            <a:solidFill>
              <a:srgbClr val="D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ثَصُّ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3"/>
          </a:solidFill>
          <a:ln w="12700">
            <a:solidFill>
              <a:srgbClr val="52E05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770DB"/>
          </a:solidFill>
          <a:ln w="12700">
            <a:solidFill>
              <a:srgbClr val="A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1"/>
          </a:solidFill>
          <a:ln w="12700">
            <a:solidFill>
              <a:srgbClr val="85475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جَصُّ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E64D8"/>
          </a:solidFill>
          <a:ln w="12700">
            <a:solidFill>
              <a:srgbClr val="7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F47D1"/>
          </a:solidFill>
          <a:ln w="12700">
            <a:solidFill>
              <a:srgbClr val="4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حَصُّ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خَصُّ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E"/>
          </a:solidFill>
          <a:ln w="12700">
            <a:solidFill>
              <a:srgbClr val="2B645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E79"/>
          </a:solidFill>
          <a:ln w="12700">
            <a:solidFill>
              <a:srgbClr val="345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دَصُّ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ذَصُّ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A5E"/>
          </a:solidFill>
          <a:ln w="12700">
            <a:solidFill>
              <a:srgbClr val="EDB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رَصُّ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3E0"/>
          </a:solidFill>
          <a:ln w="12700">
            <a:solidFill>
              <a:srgbClr val="527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C70"/>
          </a:solidFill>
          <a:ln w="12700">
            <a:solidFill>
              <a:srgbClr val="DB8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08547"/>
          </a:solidFill>
          <a:ln w="12700">
            <a:solidFill>
              <a:srgbClr val="6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زَصُّ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7"/>
          </a:solidFill>
          <a:ln w="12700">
            <a:solidFill>
              <a:srgbClr val="D8646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2"/>
          </a:solidFill>
          <a:ln w="12700">
            <a:solidFill>
              <a:srgbClr val="D1476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78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سَصُّ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78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شَصُّ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2B64"/>
          </a:solidFill>
          <a:ln w="12700">
            <a:solidFill>
              <a:srgbClr val="4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0"/>
          </a:solidFill>
          <a:ln w="12700">
            <a:solidFill>
              <a:srgbClr val="79347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974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ضَأُّ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2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2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ضَبُّ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6"/>
          </a:solidFill>
          <a:ln w="12700">
            <a:solidFill>
              <a:srgbClr val="5EED9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34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34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239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ضَتُّ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7"/>
          </a:solidFill>
          <a:ln w="12700">
            <a:solidFill>
              <a:srgbClr val="E0529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2"/>
          </a:solidFill>
          <a:ln w="12700">
            <a:solidFill>
              <a:srgbClr val="70DB7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F85"/>
          </a:solidFill>
          <a:ln w="12700">
            <a:solidFill>
              <a:srgbClr val="476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ضَثُّ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4D864"/>
          </a:solidFill>
          <a:ln w="12700">
            <a:solidFill>
              <a:srgbClr val="8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5D147"/>
          </a:solidFill>
          <a:ln w="12700">
            <a:solidFill>
              <a:srgbClr val="8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ضَجُّ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ضَحُّ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12B"/>
          </a:solidFill>
          <a:ln w="12700">
            <a:solidFill>
              <a:srgbClr val="644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234"/>
          </a:solidFill>
          <a:ln w="12700">
            <a:solidFill>
              <a:srgbClr val="797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47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47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ضَخُّ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5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5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ضَدُّ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25EED"/>
          </a:solidFill>
          <a:ln w="12700">
            <a:solidFill>
              <a:srgbClr val="7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3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3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76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76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ضَذُّ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BE052"/>
          </a:solidFill>
          <a:ln w="12700">
            <a:solidFill>
              <a:srgbClr val="B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9DB"/>
          </a:solidFill>
          <a:ln w="12700">
            <a:solidFill>
              <a:srgbClr val="708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F"/>
          </a:solidFill>
          <a:ln w="12700">
            <a:solidFill>
              <a:srgbClr val="8547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7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7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97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97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ضَرُّ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1D8"/>
          </a:solidFill>
          <a:ln w="12700">
            <a:solidFill>
              <a:srgbClr val="64A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7D1"/>
          </a:solidFill>
          <a:ln w="12700">
            <a:solidFill>
              <a:srgbClr val="47A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4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4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10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10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ضَزُّ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53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53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76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ضَسُّ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3"/>
          </a:solidFill>
          <a:ln w="12700">
            <a:solidFill>
              <a:srgbClr val="2B64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0"/>
          </a:solidFill>
          <a:ln w="12700">
            <a:solidFill>
              <a:srgbClr val="34796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ضَشُّ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53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53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72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ضَصُّ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E"/>
          </a:solidFill>
          <a:ln w="12700">
            <a:solidFill>
              <a:srgbClr val="ED5E6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367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8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367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28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03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8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03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8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أَضُّبَ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4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EE0"/>
          </a:solidFill>
          <a:ln w="12700">
            <a:solidFill>
              <a:srgbClr val="52D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4"/>
          </a:solidFill>
          <a:ln w="12700">
            <a:solidFill>
              <a:srgbClr val="DB70A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B47"/>
          </a:solidFill>
          <a:ln w="12700">
            <a:solidFill>
              <a:srgbClr val="857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3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8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03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28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4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8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64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8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357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بَضُّتَ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E"/>
          </a:solidFill>
          <a:ln w="12700">
            <a:solidFill>
              <a:srgbClr val="D864B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9"/>
          </a:solidFill>
          <a:ln w="12700">
            <a:solidFill>
              <a:srgbClr val="D147C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4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4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38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38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973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تَضُّثَ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38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8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38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28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8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8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526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ثَضُّجَ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164"/>
          </a:solidFill>
          <a:ln w="12700">
            <a:solidFill>
              <a:srgbClr val="2B3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F3479"/>
          </a:solidFill>
          <a:ln w="12700">
            <a:solidFill>
              <a:srgbClr val="4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8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28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8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8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526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جَضُّحَ</a:t>
            </a:r>
            <a:endParaRPr lang="ar-SA" sz="5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9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9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26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حَضُّخَ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2ED5E"/>
          </a:solidFill>
          <a:ln w="12700">
            <a:solidFill>
              <a:srgbClr val="9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9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8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19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28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8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8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8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8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253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خَضُّدَ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F52E0"/>
          </a:solidFill>
          <a:ln w="12700">
            <a:solidFill>
              <a:srgbClr val="B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FDB70"/>
          </a:solidFill>
          <a:ln w="12700">
            <a:solidFill>
              <a:srgbClr val="B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C"/>
          </a:solidFill>
          <a:ln w="12700">
            <a:solidFill>
              <a:srgbClr val="47856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8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28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94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8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94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8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280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دَضُّذَ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564"/>
          </a:solidFill>
          <a:ln w="12700">
            <a:solidFill>
              <a:srgbClr val="D8D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747"/>
          </a:solidFill>
          <a:ln w="12700">
            <a:solidFill>
              <a:srgbClr val="D1B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4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4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8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8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21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ذَضُّرَ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8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8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8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28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34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8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34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8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121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رَضُّزَ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F"/>
          </a:solidFill>
          <a:ln w="12700">
            <a:solidFill>
              <a:srgbClr val="642B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E34"/>
          </a:solidFill>
          <a:ln w="12700">
            <a:solidFill>
              <a:srgbClr val="793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4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8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4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28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52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8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52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8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0231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زَضُّسَ</a:t>
            </a:r>
            <a:endParaRPr lang="ar-SA" sz="5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52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52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0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0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49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سَضُّشَ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5ED"/>
          </a:solidFill>
          <a:ln w="12700">
            <a:solidFill>
              <a:srgbClr val="5EB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0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8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0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28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027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8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027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8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937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شَضُّصَ</a:t>
            </a:r>
            <a:endParaRPr lang="ar-SA" sz="4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C52"/>
          </a:solidFill>
          <a:ln w="12700">
            <a:solidFill>
              <a:srgbClr val="E09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9DB"/>
          </a:solidFill>
          <a:ln w="12700">
            <a:solidFill>
              <a:srgbClr val="70D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D4785"/>
          </a:solidFill>
          <a:ln w="12700">
            <a:solidFill>
              <a:srgbClr val="5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27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8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027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28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367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8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367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8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3173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صَضُّأَ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8"/>
          </a:solidFill>
          <a:ln w="12700">
            <a:solidFill>
              <a:srgbClr val="64D8B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4"/>
          </a:solidFill>
          <a:ln w="12700">
            <a:solidFill>
              <a:srgbClr val="47D19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88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88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أَضُّ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6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6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بَضُّ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642B"/>
          </a:solidFill>
          <a:ln w="12700">
            <a:solidFill>
              <a:srgbClr val="4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B7934"/>
          </a:solidFill>
          <a:ln w="12700">
            <a:solidFill>
              <a:srgbClr val="3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59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59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تَضُّ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8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8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ثَضُّ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9"/>
          </a:solidFill>
          <a:ln w="12700">
            <a:solidFill>
              <a:srgbClr val="ED5ED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جَضُّ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8"/>
          </a:solidFill>
          <a:ln w="12700">
            <a:solidFill>
              <a:srgbClr val="52E07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270DB"/>
          </a:solidFill>
          <a:ln w="12700">
            <a:solidFill>
              <a:srgbClr val="C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E47"/>
          </a:solidFill>
          <a:ln w="12700">
            <a:solidFill>
              <a:srgbClr val="854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حَضُّ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B64D8"/>
          </a:solidFill>
          <a:ln w="12700">
            <a:solidFill>
              <a:srgbClr val="9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247D1"/>
          </a:solidFill>
          <a:ln w="12700">
            <a:solidFill>
              <a:srgbClr val="7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4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4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خَضُّ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دَضُّ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C64"/>
          </a:solidFill>
          <a:ln w="12700">
            <a:solidFill>
              <a:srgbClr val="2B5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D79"/>
          </a:solidFill>
          <a:ln w="12700">
            <a:solidFill>
              <a:srgbClr val="344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ذَضُّ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09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09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رَضُّ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E5E"/>
          </a:solidFill>
          <a:ln w="12700">
            <a:solidFill>
              <a:srgbClr val="EDD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1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1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زَضُّ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452E0"/>
          </a:solidFill>
          <a:ln w="12700">
            <a:solidFill>
              <a:srgbClr val="5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870"/>
          </a:solidFill>
          <a:ln w="12700">
            <a:solidFill>
              <a:srgbClr val="DBA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8547"/>
          </a:solidFill>
          <a:ln w="12700">
            <a:solidFill>
              <a:srgbClr val="5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7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7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سَضُّ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E64"/>
          </a:solidFill>
          <a:ln w="12700">
            <a:solidFill>
              <a:srgbClr val="D87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047"/>
          </a:solidFill>
          <a:ln w="12700">
            <a:solidFill>
              <a:srgbClr val="D15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4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4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شَضُّ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5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5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صَضُّ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2B64"/>
          </a:solidFill>
          <a:ln w="12700">
            <a:solidFill>
              <a:srgbClr val="5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E"/>
          </a:solidFill>
          <a:ln w="12700">
            <a:solidFill>
              <a:srgbClr val="79345E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6718689" y="896112"/>
            <a:ext cx="16524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8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6718689" y="896112"/>
            <a:ext cx="16524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4637385" y="896112"/>
            <a:ext cx="17612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8E2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4637385" y="896112"/>
            <a:ext cx="17612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يُحِبُّ</a:t>
            </a:r>
            <a:endParaRPr lang="ar-SA" sz="4000" dirty="0"/>
          </a:p>
        </p:txBody>
      </p:sp>
      <p:sp>
        <p:nvSpPr>
          <p:cNvPr id="16" name="C3 W3 pill"/>
          <p:cNvSpPr/>
          <p:nvPr/>
        </p:nvSpPr>
        <p:spPr>
          <a:xfrm>
            <a:off x="772850" y="896112"/>
            <a:ext cx="35444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8E2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772850" y="896112"/>
            <a:ext cx="35444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ٱلۡمُحۡسِنِينَ</a:t>
            </a:r>
            <a:endParaRPr lang="ar-SA" sz="40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1608372" y="2834640"/>
            <a:ext cx="592725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1608372" y="2834640"/>
            <a:ext cx="592725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 يُحِبُّ ٱلۡمُحۡسِنِينَ</a:t>
            </a:r>
            <a:endParaRPr lang="ar-SA" sz="4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497043" y="896112"/>
            <a:ext cx="19182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6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497043" y="896112"/>
            <a:ext cx="19182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3725222" y="896112"/>
            <a:ext cx="14517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725222" y="896112"/>
            <a:ext cx="14517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4600" dirty="0"/>
          </a:p>
        </p:txBody>
      </p:sp>
      <p:sp>
        <p:nvSpPr>
          <p:cNvPr id="14" name="C3 W3 pill"/>
          <p:cNvSpPr/>
          <p:nvPr/>
        </p:nvSpPr>
        <p:spPr>
          <a:xfrm>
            <a:off x="1728720" y="896112"/>
            <a:ext cx="16764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728720" y="896112"/>
            <a:ext cx="16764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رَّبِّكَ</a:t>
            </a:r>
            <a:endParaRPr lang="ar-SA" sz="46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516104" y="2834640"/>
            <a:ext cx="411179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516104" y="2834640"/>
            <a:ext cx="411179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 مِن رَّبِّكَ</a:t>
            </a:r>
            <a:endParaRPr lang="ar-SA" sz="4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A"/>
          </a:solidFill>
          <a:ln w="12700">
            <a:solidFill>
              <a:srgbClr val="5EEDB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232080" y="896112"/>
            <a:ext cx="16327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3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232080" y="896112"/>
            <a:ext cx="16327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</a:t>
            </a:r>
            <a:endParaRPr lang="ar-SA" sz="4500" dirty="0"/>
          </a:p>
        </p:txBody>
      </p:sp>
      <p:sp>
        <p:nvSpPr>
          <p:cNvPr id="20" name="C2 W2 pill"/>
          <p:cNvSpPr/>
          <p:nvPr/>
        </p:nvSpPr>
        <p:spPr>
          <a:xfrm>
            <a:off x="3935809" y="896112"/>
            <a:ext cx="19762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3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935809" y="896112"/>
            <a:ext cx="19762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ٱلۡعَلِيُّ</a:t>
            </a:r>
            <a:endParaRPr lang="ar-SA" sz="4500" dirty="0"/>
          </a:p>
        </p:txBody>
      </p:sp>
      <p:sp>
        <p:nvSpPr>
          <p:cNvPr id="22" name="C3 W3 pill"/>
          <p:cNvSpPr/>
          <p:nvPr/>
        </p:nvSpPr>
        <p:spPr>
          <a:xfrm>
            <a:off x="1279186" y="896112"/>
            <a:ext cx="23365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3E236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279186" y="896112"/>
            <a:ext cx="23365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ٱلۡعَظِيمُ</a:t>
            </a:r>
            <a:endParaRPr lang="ar-SA" sz="45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143502" y="2834640"/>
            <a:ext cx="48569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143502" y="2834640"/>
            <a:ext cx="48569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 ٱلۡعَلِيُّ ٱلۡعَظِيمُ</a:t>
            </a:r>
            <a:endParaRPr lang="ar-SA" sz="4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87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damma 08-sad-dad</dc:title>
  <dc:subject>PptxGenJS Presentation</dc:subject>
  <dc:creator>PptxGenJS</dc:creator>
  <cp:lastModifiedBy>PptxGenJS</cp:lastModifiedBy>
  <cp:revision>1</cp:revision>
  <dcterms:created xsi:type="dcterms:W3CDTF">2026-10-21T19:04:21Z</dcterms:created>
  <dcterms:modified xsi:type="dcterms:W3CDTF">2026-10-21T19:04:21Z</dcterms:modified>
</cp:coreProperties>
</file>