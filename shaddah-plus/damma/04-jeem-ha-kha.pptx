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15E"/>
          </a:solidFill>
          <a:ln w="12700">
            <a:solidFill>
              <a:srgbClr val="ED6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26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CE0"/>
          </a:solidFill>
          <a:ln w="12700">
            <a:solidFill>
              <a:srgbClr val="52C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7"/>
          </a:solidFill>
          <a:ln w="12700">
            <a:solidFill>
              <a:srgbClr val="DB70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347"/>
          </a:solidFill>
          <a:ln w="12700">
            <a:solidFill>
              <a:srgbClr val="858347"/>
            </a:solidFill>
            <a:prstDash val="solid"/>
          </a:ln>
        </p:spPr>
      </p:sp>
      <p:sp>
        <p:nvSpPr>
          <p:cNvPr id="15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17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20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1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0"/>
          </a:solidFill>
          <a:ln w="12700">
            <a:solidFill>
              <a:srgbClr val="D864B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8"/>
          </a:solidFill>
          <a:ln w="12700">
            <a:solidFill>
              <a:srgbClr val="D147B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10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جَأُّ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2B64"/>
          </a:solidFill>
          <a:ln w="12700">
            <a:solidFill>
              <a:srgbClr val="2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3479"/>
          </a:solidFill>
          <a:ln w="12700">
            <a:solidFill>
              <a:srgbClr val="5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جَتُّ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0ED5E"/>
          </a:solidFill>
          <a:ln w="12700">
            <a:solidFill>
              <a:srgbClr val="8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784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جَثُّ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152E0"/>
          </a:solidFill>
          <a:ln w="12700">
            <a:solidFill>
              <a:srgbClr val="D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1DB70"/>
          </a:solidFill>
          <a:ln w="12700">
            <a:solidFill>
              <a:srgbClr val="B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4"/>
          </a:solidFill>
          <a:ln w="12700">
            <a:solidFill>
              <a:srgbClr val="4785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D864"/>
          </a:solidFill>
          <a:ln w="12700">
            <a:solidFill>
              <a:srgbClr val="C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847"/>
          </a:solidFill>
          <a:ln w="12700">
            <a:solidFill>
              <a:srgbClr val="D1C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جَخُّ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48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جَدُّ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8"/>
          </a:solidFill>
          <a:ln w="12700">
            <a:solidFill>
              <a:srgbClr val="642B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734"/>
          </a:solidFill>
          <a:ln w="12700">
            <a:solidFill>
              <a:srgbClr val="794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أَجُّبَ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25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بَجُّتَ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3ED"/>
          </a:solidFill>
          <a:ln w="12700">
            <a:solidFill>
              <a:srgbClr val="5EA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57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تَجُّثَ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D52"/>
          </a:solidFill>
          <a:ln w="12700">
            <a:solidFill>
              <a:srgbClr val="E0A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CDB"/>
          </a:solidFill>
          <a:ln w="12700">
            <a:solidFill>
              <a:srgbClr val="70C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4785"/>
          </a:solidFill>
          <a:ln w="12700">
            <a:solidFill>
              <a:srgbClr val="6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ثَجُّحَ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7"/>
          </a:solidFill>
          <a:ln w="12700">
            <a:solidFill>
              <a:srgbClr val="64D8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6"/>
          </a:solidFill>
          <a:ln w="12700">
            <a:solidFill>
              <a:srgbClr val="47D1A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حَجُّخَ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57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خَجُّدَ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642B"/>
          </a:solidFill>
          <a:ln w="12700">
            <a:solidFill>
              <a:srgbClr val="4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5"/>
          </a:solidFill>
          <a:ln w="12700">
            <a:solidFill>
              <a:srgbClr val="34793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575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دَجُّأَ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أَجُّ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7"/>
          </a:solidFill>
          <a:ln w="12700">
            <a:solidFill>
              <a:srgbClr val="ED5E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A"/>
          </a:solidFill>
          <a:ln w="12700">
            <a:solidFill>
              <a:srgbClr val="52E08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070DB"/>
          </a:solidFill>
          <a:ln w="12700">
            <a:solidFill>
              <a:srgbClr val="D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547"/>
          </a:solidFill>
          <a:ln w="12700">
            <a:solidFill>
              <a:srgbClr val="855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تَجُّ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A64D8"/>
          </a:solidFill>
          <a:ln w="12700">
            <a:solidFill>
              <a:srgbClr val="A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347D1"/>
          </a:solidFill>
          <a:ln w="12700">
            <a:solidFill>
              <a:srgbClr val="8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حَجُّ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564"/>
          </a:solidFill>
          <a:ln w="12700">
            <a:solidFill>
              <a:srgbClr val="2B5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479"/>
          </a:solidFill>
          <a:ln w="12700">
            <a:solidFill>
              <a:srgbClr val="344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خَجُّ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دَجُّ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AED5E"/>
          </a:solidFill>
          <a:ln w="12700">
            <a:solidFill>
              <a:srgbClr val="E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2007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حَأُّ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652E0"/>
          </a:solidFill>
          <a:ln w="12700">
            <a:solidFill>
              <a:srgbClr val="6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570"/>
          </a:solidFill>
          <a:ln w="12700">
            <a:solidFill>
              <a:srgbClr val="DBB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8547"/>
          </a:solidFill>
          <a:ln w="12700">
            <a:solidFill>
              <a:srgbClr val="4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حَبُّ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D64"/>
          </a:solidFill>
          <a:ln w="12700">
            <a:solidFill>
              <a:srgbClr val="D88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147"/>
          </a:solidFill>
          <a:ln w="12700">
            <a:solidFill>
              <a:srgbClr val="D16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حَتُّ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حَثُّ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3"/>
          </a:solidFill>
          <a:ln w="12700">
            <a:solidFill>
              <a:srgbClr val="642B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5"/>
          </a:solidFill>
          <a:ln w="12700">
            <a:solidFill>
              <a:srgbClr val="79345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C"/>
          </a:solidFill>
          <a:ln w="12700">
            <a:solidFill>
              <a:srgbClr val="5EEDC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B"/>
          </a:solidFill>
          <a:ln w="12700">
            <a:solidFill>
              <a:srgbClr val="70DB9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885"/>
          </a:solidFill>
          <a:ln w="12700">
            <a:solidFill>
              <a:srgbClr val="475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أَحُّبَ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0"/>
          </a:solidFill>
          <a:ln w="12700">
            <a:solidFill>
              <a:srgbClr val="64D8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0D147"/>
          </a:solidFill>
          <a:ln w="12700">
            <a:solidFill>
              <a:srgbClr val="5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25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بَحُّتَ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917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تَحُّثَ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72B"/>
          </a:solidFill>
          <a:ln w="12700">
            <a:solidFill>
              <a:srgbClr val="645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7934"/>
          </a:solidFill>
          <a:ln w="12700">
            <a:solidFill>
              <a:srgbClr val="6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ثَحُّجَ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جَحُّخَ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95EED"/>
          </a:solidFill>
          <a:ln w="12700">
            <a:solidFill>
              <a:srgbClr val="A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051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خَحُّدَ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4E052"/>
          </a:solidFill>
          <a:ln w="12700">
            <a:solidFill>
              <a:srgbClr val="8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070DB"/>
          </a:solidFill>
          <a:ln w="12700">
            <a:solidFill>
              <a:srgbClr val="8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7"/>
          </a:solidFill>
          <a:ln w="12700">
            <a:solidFill>
              <a:srgbClr val="8547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دَحُّأَ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5D8"/>
          </a:solidFill>
          <a:ln w="12700">
            <a:solidFill>
              <a:srgbClr val="647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2D1"/>
          </a:solidFill>
          <a:ln w="12700">
            <a:solidFill>
              <a:srgbClr val="477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أَحُّ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بَحُّ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9"/>
          </a:solidFill>
          <a:ln w="12700">
            <a:solidFill>
              <a:srgbClr val="2B64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879"/>
          </a:solidFill>
          <a:ln w="12700">
            <a:solidFill>
              <a:srgbClr val="347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ثَحُّ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55E"/>
          </a:solidFill>
          <a:ln w="12700">
            <a:solidFill>
              <a:srgbClr val="ED8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جَحُّ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8E0"/>
          </a:solidFill>
          <a:ln w="12700">
            <a:solidFill>
              <a:srgbClr val="52A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B"/>
          </a:solidFill>
          <a:ln w="12700">
            <a:solidFill>
              <a:srgbClr val="DB707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8547"/>
          </a:solidFill>
          <a:ln w="12700">
            <a:solidFill>
              <a:srgbClr val="7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خَحُّ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2"/>
          </a:solidFill>
          <a:ln w="12700">
            <a:solidFill>
              <a:srgbClr val="D8649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5"/>
          </a:solidFill>
          <a:ln w="12700">
            <a:solidFill>
              <a:srgbClr val="D1479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دَحُّ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2007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خَأُّ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2B64"/>
          </a:solidFill>
          <a:ln w="12700">
            <a:solidFill>
              <a:srgbClr val="3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3479"/>
          </a:solidFill>
          <a:ln w="12700">
            <a:solidFill>
              <a:srgbClr val="6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خَبُّ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خَتُّ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2"/>
          </a:solidFill>
          <a:ln w="12700">
            <a:solidFill>
              <a:srgbClr val="5EED6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خَثُّ</a:t>
            </a:r>
            <a:endParaRPr lang="ar-SA" sz="7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B"/>
          </a:solidFill>
          <a:ln w="12700">
            <a:solidFill>
              <a:srgbClr val="E052C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DB70"/>
          </a:solidFill>
          <a:ln w="12700">
            <a:solidFill>
              <a:srgbClr val="9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3"/>
          </a:solidFill>
          <a:ln w="12700">
            <a:solidFill>
              <a:srgbClr val="4785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خَجُّ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FD864"/>
          </a:solidFill>
          <a:ln w="12700">
            <a:solidFill>
              <a:srgbClr val="A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7D147"/>
          </a:solidFill>
          <a:ln w="12700">
            <a:solidFill>
              <a:srgbClr val="B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78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78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خَدُّ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C2B"/>
          </a:solidFill>
          <a:ln w="12700">
            <a:solidFill>
              <a:srgbClr val="642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834"/>
          </a:solidFill>
          <a:ln w="12700">
            <a:solidFill>
              <a:srgbClr val="795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أَخُّبَ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84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بَخُّتَ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FED"/>
          </a:solidFill>
          <a:ln w="12700">
            <a:solidFill>
              <a:srgbClr val="5E7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247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تَخُّثَ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252"/>
          </a:solidFill>
          <a:ln w="12700">
            <a:solidFill>
              <a:srgbClr val="E0D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1DB"/>
          </a:solidFill>
          <a:ln w="12700">
            <a:solidFill>
              <a:srgbClr val="70B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4785"/>
          </a:solidFill>
          <a:ln w="12700">
            <a:solidFill>
              <a:srgbClr val="7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35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ثَخُّجَ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CD8"/>
          </a:solidFill>
          <a:ln w="12700">
            <a:solidFill>
              <a:srgbClr val="64C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9"/>
          </a:solidFill>
          <a:ln w="12700">
            <a:solidFill>
              <a:srgbClr val="47D1C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35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جَخُّحَ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292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حَخُّدَ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642B"/>
          </a:solidFill>
          <a:ln w="12700">
            <a:solidFill>
              <a:srgbClr val="3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7"/>
          </a:solidFill>
          <a:ln w="12700">
            <a:solidFill>
              <a:srgbClr val="3479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دَخُّأَ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2"/>
          </a:solidFill>
          <a:ln w="12700">
            <a:solidFill>
              <a:srgbClr val="ED5EA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بَخُّ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E"/>
          </a:solidFill>
          <a:ln w="12700">
            <a:solidFill>
              <a:srgbClr val="52E0A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B"/>
          </a:solidFill>
          <a:ln w="12700">
            <a:solidFill>
              <a:srgbClr val="DB70C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547"/>
          </a:solidFill>
          <a:ln w="12700">
            <a:solidFill>
              <a:srgbClr val="856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تَخُّ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864D8"/>
          </a:solidFill>
          <a:ln w="12700">
            <a:solidFill>
              <a:srgbClr val="C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747D1"/>
          </a:solidFill>
          <a:ln w="12700">
            <a:solidFill>
              <a:srgbClr val="A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ثَخُّ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جَخُّ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664"/>
          </a:solidFill>
          <a:ln w="12700">
            <a:solidFill>
              <a:srgbClr val="2B4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3479"/>
          </a:solidFill>
          <a:ln w="12700">
            <a:solidFill>
              <a:srgbClr val="3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حَخُّ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دَخُّ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6ED5E"/>
          </a:solidFill>
          <a:ln w="12700">
            <a:solidFill>
              <a:srgbClr val="C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6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22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636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B52E0"/>
          </a:solidFill>
          <a:ln w="12700">
            <a:solidFill>
              <a:srgbClr val="8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170"/>
          </a:solidFill>
          <a:ln w="12700">
            <a:solidFill>
              <a:srgbClr val="DBD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6"/>
          </a:solidFill>
          <a:ln w="12700">
            <a:solidFill>
              <a:srgbClr val="478556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8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8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19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8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B64"/>
          </a:solidFill>
          <a:ln w="12700">
            <a:solidFill>
              <a:srgbClr val="D8A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447"/>
          </a:solidFill>
          <a:ln w="12700">
            <a:solidFill>
              <a:srgbClr val="D18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A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A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14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A36E2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04-jeem-ha-kha</dc:title>
  <dc:subject>PptxGenJS Presentation</dc:subject>
  <dc:creator>PptxGenJS</dc:creator>
  <cp:lastModifiedBy>PptxGenJS</cp:lastModifiedBy>
  <cp:revision>1</cp:revision>
  <dcterms:created xsi:type="dcterms:W3CDTF">2026-10-21T19:04:21Z</dcterms:created>
  <dcterms:modified xsi:type="dcterms:W3CDTF">2026-10-21T19:04:21Z</dcterms:modified>
</cp:coreProperties>
</file>