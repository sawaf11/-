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15E"/>
          </a:solidFill>
          <a:ln w="12700">
            <a:solidFill>
              <a:srgbClr val="ED6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CE0"/>
          </a:solidFill>
          <a:ln w="12700">
            <a:solidFill>
              <a:srgbClr val="52C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8"/>
          </a:solidFill>
          <a:ln w="12700">
            <a:solidFill>
              <a:srgbClr val="D147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0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جَأُّ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جَتُّ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8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DB70"/>
          </a:solidFill>
          <a:ln w="12700">
            <a:solidFill>
              <a:srgbClr val="B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أَجُّبَ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بَجُّتَ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3ED"/>
          </a:solidFill>
          <a:ln w="12700">
            <a:solidFill>
              <a:srgbClr val="5EA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57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تَجُّثَ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ثَجُّحَ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6"/>
          </a:solidFill>
          <a:ln w="12700">
            <a:solidFill>
              <a:srgbClr val="47D1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حَجُّخَ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57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خَجُّدَ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دَجُّأَ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AED5E"/>
          </a:solidFill>
          <a:ln w="12700">
            <a:solidFill>
              <a:srgbClr val="E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حَأُّ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حَتُّ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حَثُّ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0"/>
          </a:solidFill>
          <a:ln w="12700">
            <a:solidFill>
              <a:srgbClr val="E052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أَحُّبَ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بَحُّتَ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17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تَحُّثَ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ثَحُّجَ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جَحُّخَ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51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خَحُّدَ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دَحُّأَ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2D1"/>
          </a:solidFill>
          <a:ln w="12700">
            <a:solidFill>
              <a:srgbClr val="477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أَحُّ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دَحُّ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خَأُّ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خَتُّ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2"/>
          </a:solidFill>
          <a:ln w="12700">
            <a:solidFill>
              <a:srgbClr val="5EED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خَثُّ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B"/>
          </a:solidFill>
          <a:ln w="12700">
            <a:solidFill>
              <a:srgbClr val="E052C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أَخُّبَ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4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بَخُّتَ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4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تَخُّثَ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ثَخُّجَ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جَخُّحَ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92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حَخُّدَ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دَخُّأَ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2"/>
          </a:solidFill>
          <a:ln w="12700">
            <a:solidFill>
              <a:srgbClr val="ED5E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47D1"/>
          </a:solidFill>
          <a:ln w="12700">
            <a:solidFill>
              <a:srgbClr val="A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حَخُّ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دَخُّ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6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6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170"/>
          </a:solidFill>
          <a:ln w="12700">
            <a:solidFill>
              <a:srgbClr val="DBD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9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8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4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A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04-jeem-ha-kha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