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25E"/>
          </a:solidFill>
          <a:ln w="12700">
            <a:solidFill>
              <a:srgbClr val="ED6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BE0"/>
          </a:solidFill>
          <a:ln w="12700">
            <a:solidFill>
              <a:srgbClr val="52C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6"/>
          </a:solidFill>
          <a:ln w="12700">
            <a:solidFill>
              <a:srgbClr val="DB70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F"/>
          </a:solidFill>
          <a:ln w="12700">
            <a:solidFill>
              <a:srgbClr val="D864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7"/>
          </a:solidFill>
          <a:ln w="12700">
            <a:solidFill>
              <a:srgbClr val="D147B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899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هَأُّ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3479"/>
          </a:solidFill>
          <a:ln w="12700">
            <a:solidFill>
              <a:srgbClr val="5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251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هَتُّ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48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هَثُّ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ED5E"/>
          </a:solidFill>
          <a:ln w="12700">
            <a:solidFill>
              <a:srgbClr val="7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252E0"/>
          </a:solidFill>
          <a:ln w="12700">
            <a:solidFill>
              <a:srgbClr val="D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DB70"/>
          </a:solidFill>
          <a:ln w="12700">
            <a:solidFill>
              <a:srgbClr val="B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D864"/>
          </a:solidFill>
          <a:ln w="12700">
            <a:solidFill>
              <a:srgbClr val="C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947"/>
          </a:solidFill>
          <a:ln w="12700">
            <a:solidFill>
              <a:srgbClr val="D1C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5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هَدُّ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734"/>
          </a:solidFill>
          <a:ln w="12700">
            <a:solidFill>
              <a:srgbClr val="794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828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هَذُّ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2ED"/>
          </a:solidFill>
          <a:ln w="12700">
            <a:solidFill>
              <a:srgbClr val="5EA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F52"/>
          </a:solidFill>
          <a:ln w="12700">
            <a:solidFill>
              <a:srgbClr val="E0A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BDB"/>
          </a:solidFill>
          <a:ln w="12700">
            <a:solidFill>
              <a:srgbClr val="70C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4785"/>
          </a:solidFill>
          <a:ln w="12700">
            <a:solidFill>
              <a:srgbClr val="6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8"/>
          </a:solidFill>
          <a:ln w="12700">
            <a:solidFill>
              <a:srgbClr val="64D8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7"/>
          </a:solidFill>
          <a:ln w="12700">
            <a:solidFill>
              <a:srgbClr val="47D1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26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هَطُّ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6"/>
          </a:solidFill>
          <a:ln w="12700">
            <a:solidFill>
              <a:srgbClr val="ED5EC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26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هَظُّ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B"/>
          </a:solidFill>
          <a:ln w="12700">
            <a:solidFill>
              <a:srgbClr val="52E0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70DB"/>
          </a:solidFill>
          <a:ln w="12700">
            <a:solidFill>
              <a:srgbClr val="D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64D8"/>
          </a:solidFill>
          <a:ln w="12700">
            <a:solidFill>
              <a:srgbClr val="A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47D1"/>
          </a:solidFill>
          <a:ln w="12700">
            <a:solidFill>
              <a:srgbClr val="8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هَفُّ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94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هَكُّ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ED5E"/>
          </a:solidFill>
          <a:ln w="12700">
            <a:solidFill>
              <a:srgbClr val="E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هَلُّ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52E0"/>
          </a:solidFill>
          <a:ln w="12700">
            <a:solidFill>
              <a:srgbClr val="6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670"/>
          </a:solidFill>
          <a:ln w="12700">
            <a:solidFill>
              <a:srgbClr val="DBB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هَمُّ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E64"/>
          </a:solidFill>
          <a:ln w="12700">
            <a:solidFill>
              <a:srgbClr val="D88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247"/>
          </a:solidFill>
          <a:ln w="12700">
            <a:solidFill>
              <a:srgbClr val="D16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هَنُّ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أَهُّبَ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بَهُّتَ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تَهُّثَ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E"/>
          </a:solidFill>
          <a:ln w="12700">
            <a:solidFill>
              <a:srgbClr val="5EED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ثَهُّجَ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F"/>
          </a:solidFill>
          <a:ln w="12700">
            <a:solidFill>
              <a:srgbClr val="E052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B"/>
          </a:solidFill>
          <a:ln w="12700">
            <a:solidFill>
              <a:srgbClr val="70DB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جَهُّحَ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1"/>
          </a:solidFill>
          <a:ln w="12700">
            <a:solidFill>
              <a:srgbClr val="64D8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D147"/>
          </a:solidFill>
          <a:ln w="12700">
            <a:solidFill>
              <a:srgbClr val="4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07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07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حَهُّخَ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07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07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خَهُّدَ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92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دَهُّذَ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47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ذَهُّرَ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5EED"/>
          </a:solidFill>
          <a:ln w="12700">
            <a:solidFill>
              <a:srgbClr val="A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47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رَهُّزَ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E052"/>
          </a:solidFill>
          <a:ln w="12700">
            <a:solidFill>
              <a:srgbClr val="8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70DB"/>
          </a:solidFill>
          <a:ln w="12700">
            <a:solidFill>
              <a:srgbClr val="8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36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زَهُّسَ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4D8"/>
          </a:solidFill>
          <a:ln w="12700">
            <a:solidFill>
              <a:srgbClr val="647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1D1"/>
          </a:solidFill>
          <a:ln w="12700">
            <a:solidFill>
              <a:srgbClr val="477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08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سَهُّشَ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8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03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شَهُّصَ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779"/>
          </a:solidFill>
          <a:ln w="12700">
            <a:solidFill>
              <a:srgbClr val="347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81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81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99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صَهُّضَ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81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81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28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ضَهُّطَ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65E"/>
          </a:solidFill>
          <a:ln w="12700">
            <a:solidFill>
              <a:srgbClr val="ED8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طَهُّظَ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6E0"/>
          </a:solidFill>
          <a:ln w="12700">
            <a:solidFill>
              <a:srgbClr val="52A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A"/>
          </a:solidFill>
          <a:ln w="12700">
            <a:solidFill>
              <a:srgbClr val="DB70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ظَهُّعَ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1"/>
          </a:solidFill>
          <a:ln w="12700">
            <a:solidFill>
              <a:srgbClr val="D864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3"/>
          </a:solidFill>
          <a:ln w="12700">
            <a:solidFill>
              <a:srgbClr val="D147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عَهُّغَ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9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غَهُّفَ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07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فَهُّقَ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قَهُّكَ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3"/>
          </a:solidFill>
          <a:ln w="12700">
            <a:solidFill>
              <a:srgbClr val="5EED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كَهُّلَ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A"/>
          </a:solidFill>
          <a:ln w="12700">
            <a:solidFill>
              <a:srgbClr val="E052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لَهُّمَ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D147"/>
          </a:solidFill>
          <a:ln w="12700">
            <a:solidFill>
              <a:srgbClr val="B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مَهُّنَ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13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نَهُّأَ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أَهُّ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4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تَهُّ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352"/>
          </a:solidFill>
          <a:ln w="12700">
            <a:solidFill>
              <a:srgbClr val="E0D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0DB"/>
          </a:solidFill>
          <a:ln w="12700">
            <a:solidFill>
              <a:srgbClr val="70B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ثَهُّ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A"/>
          </a:solidFill>
          <a:ln w="12700">
            <a:solidFill>
              <a:srgbClr val="47D1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68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جَهُّ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حَهُّ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5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5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خَهُّ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49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دَهُّ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1"/>
          </a:solidFill>
          <a:ln w="12700">
            <a:solidFill>
              <a:srgbClr val="ED5E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49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ذَهُّ</a:t>
            </a:r>
            <a:endParaRPr lang="ar-SA" sz="8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1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سَهُّ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25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25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1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شَهُّ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4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4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1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صَهُّ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ED5E"/>
          </a:solidFill>
          <a:ln w="12700">
            <a:solidFill>
              <a:srgbClr val="C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25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25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1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ضَهُّ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52E0"/>
          </a:solidFill>
          <a:ln w="12700">
            <a:solidFill>
              <a:srgbClr val="8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طَهُّ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547"/>
          </a:solidFill>
          <a:ln w="12700">
            <a:solidFill>
              <a:srgbClr val="D18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ظَهُّ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37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37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غَهُّ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فَهُّ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قَهُّ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852"/>
          </a:solidFill>
          <a:ln w="12700">
            <a:solidFill>
              <a:srgbClr val="E06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كَهُّ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لَهُّ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32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مَهُّ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نَهُّ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D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D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B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B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22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B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3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3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9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3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15-ha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