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</p:sldIdLst>
  <p:notesMasterIdLst>
    <p:notesMasterId r:id="rId16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notesMaster" Target="notesMasters/notesMaster1.xml"/><Relationship Id="rId162" Type="http://schemas.openxmlformats.org/officeDocument/2006/relationships/presProps" Target="presProps.xml"/><Relationship Id="rId163" Type="http://schemas.openxmlformats.org/officeDocument/2006/relationships/viewProps" Target="viewProps.xml"/><Relationship Id="rId164" Type="http://schemas.openxmlformats.org/officeDocument/2006/relationships/theme" Target="theme/theme1.xml"/><Relationship Id="rId16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الشدة حرفان مكتوبان حرفاً واحداً: الأول ساكن (بسكون المصحف «ۡ»)، والثاني متحرك. نضغطهما معاً فنكتب الحرف مرة واحدة وفوقه شدة «ّ»، ونقرؤه حرفين: نقف عليه أولاً ثم ننطلق بالحركة.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تكون الشدة في أول الكلمة، لأن أول الحرفين ساكن، ولا نبدأ بساكن أبداً. لا بد من حرف متحرك قبل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الطريقة الصحيحة: حرف متحرك أولاً، ثم الحرفان اللذان يصنعان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TrSnd" Type="http://schemas.openxmlformats.org/officeDocument/2006/relationships/audio" Target="../media/marimba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TrSnd" Type="http://schemas.openxmlformats.org/officeDocument/2006/relationships/audio" Target="../media/harp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TrSnd" Type="http://schemas.openxmlformats.org/officeDocument/2006/relationships/audio" Target="../media/chime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TrSnd" Type="http://schemas.openxmlformats.org/officeDocument/2006/relationships/audio" Target="../media/whoosh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TrSnd" Type="http://schemas.openxmlformats.org/officeDocument/2006/relationships/audio" Target="../media/bubbles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TrSnd" Type="http://schemas.openxmlformats.org/officeDocument/2006/relationships/audio" Target="../media/sparkle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TrSnd" Type="http://schemas.openxmlformats.org/officeDocument/2006/relationships/audio" Target="../media/marimba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TrSnd" Type="http://schemas.openxmlformats.org/officeDocument/2006/relationships/audio" Target="../media/harp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TrSnd" Type="http://schemas.openxmlformats.org/officeDocument/2006/relationships/audio" Target="../media/chime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TrSnd" Type="http://schemas.openxmlformats.org/officeDocument/2006/relationships/audio" Target="../media/whoosh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TrSnd" Type="http://schemas.openxmlformats.org/officeDocument/2006/relationships/audio" Target="../media/bubbles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TrSnd" Type="http://schemas.openxmlformats.org/officeDocument/2006/relationships/audio" Target="../media/sparkle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TrSnd" Type="http://schemas.openxmlformats.org/officeDocument/2006/relationships/audio" Target="../media/marimba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TrSnd" Type="http://schemas.openxmlformats.org/officeDocument/2006/relationships/audio" Target="../media/harp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TrSnd" Type="http://schemas.openxmlformats.org/officeDocument/2006/relationships/audio" Target="../media/chime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TrSnd" Type="http://schemas.openxmlformats.org/officeDocument/2006/relationships/audio" Target="../media/whoosh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TrSnd" Type="http://schemas.openxmlformats.org/officeDocument/2006/relationships/audio" Target="../media/bubbles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TrSnd" Type="http://schemas.openxmlformats.org/officeDocument/2006/relationships/audio" Target="../media/sparkle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TrSnd" Type="http://schemas.openxmlformats.org/officeDocument/2006/relationships/audio" Target="../media/marimba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TrSnd" Type="http://schemas.openxmlformats.org/officeDocument/2006/relationships/audio" Target="../media/harp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TrSnd" Type="http://schemas.openxmlformats.org/officeDocument/2006/relationships/audio" Target="../media/chime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TrSnd" Type="http://schemas.openxmlformats.org/officeDocument/2006/relationships/audio" Target="../media/whoosh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TrSnd" Type="http://schemas.openxmlformats.org/officeDocument/2006/relationships/audio" Target="../media/bubbles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Relationship Id="rIdTrSnd" Type="http://schemas.openxmlformats.org/officeDocument/2006/relationships/audio" Target="../media/sparkle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TrSnd" Type="http://schemas.openxmlformats.org/officeDocument/2006/relationships/audio" Target="../media/marimba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TrSnd" Type="http://schemas.openxmlformats.org/officeDocument/2006/relationships/audio" Target="../media/harp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TrSnd" Type="http://schemas.openxmlformats.org/officeDocument/2006/relationships/audio" Target="../media/chime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TrSnd" Type="http://schemas.openxmlformats.org/officeDocument/2006/relationships/audio" Target="../media/whoosh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Relationship Id="rIdTrSnd" Type="http://schemas.openxmlformats.org/officeDocument/2006/relationships/audio" Target="../media/bubbles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TrSnd" Type="http://schemas.openxmlformats.org/officeDocument/2006/relationships/audio" Target="../media/sparkle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TrSnd" Type="http://schemas.openxmlformats.org/officeDocument/2006/relationships/audio" Target="../media/marimba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TrSnd" Type="http://schemas.openxmlformats.org/officeDocument/2006/relationships/audio" Target="../media/harp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TrSnd" Type="http://schemas.openxmlformats.org/officeDocument/2006/relationships/audio" Target="../media/chime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TrSnd" Type="http://schemas.openxmlformats.org/officeDocument/2006/relationships/audio" Target="../media/whoosh.wav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451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451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5600" dirty="0"/>
          </a:p>
        </p:txBody>
      </p:sp>
      <p:sp>
        <p:nvSpPr>
          <p:cNvPr id="18" name="C6 H shaddah bar"/>
          <p:cNvSpPr/>
          <p:nvPr/>
        </p:nvSpPr>
        <p:spPr>
          <a:xfrm>
            <a:off x="4480560" y="1472184"/>
            <a:ext cx="384048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8 R result"/>
          <p:cNvSpPr txBox="1"/>
          <p:nvPr/>
        </p:nvSpPr>
        <p:spPr>
          <a:xfrm>
            <a:off x="685800" y="164048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بُّ</a:t>
            </a:r>
            <a:endParaRPr lang="ar-SA" sz="8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0ED5E"/>
          </a:solidFill>
          <a:ln w="12700">
            <a:solidFill>
              <a:srgbClr val="B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120640" y="1231029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بُّ</a:t>
            </a:r>
            <a:endParaRPr lang="ar-SA" sz="8700" dirty="0"/>
          </a:p>
        </p:txBody>
      </p:sp>
      <p:sp>
        <p:nvSpPr>
          <p:cNvPr id="20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22" name="C3 W2 word"/>
          <p:cNvSpPr txBox="1"/>
          <p:nvPr/>
        </p:nvSpPr>
        <p:spPr>
          <a:xfrm>
            <a:off x="914400" y="1231029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تَبُّ</a:t>
            </a:r>
            <a:endParaRPr lang="ar-SA" sz="8700" dirty="0"/>
          </a:p>
        </p:txBody>
      </p:sp>
      <p:sp>
        <p:nvSpPr>
          <p:cNvPr id="23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24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052E0"/>
          </a:solidFill>
          <a:ln w="12700">
            <a:solidFill>
              <a:srgbClr val="A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6DB70"/>
          </a:solidFill>
          <a:ln w="12700">
            <a:solidFill>
              <a:srgbClr val="D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F"/>
          </a:solidFill>
          <a:ln w="12700">
            <a:solidFill>
              <a:srgbClr val="47855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9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21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تَبُّ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C64"/>
          </a:solidFill>
          <a:ln w="12700">
            <a:solidFill>
              <a:srgbClr val="D8B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947"/>
          </a:solidFill>
          <a:ln w="12700">
            <a:solidFill>
              <a:srgbClr val="D19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20072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نَأُّ</a:t>
            </a:r>
            <a:endParaRPr lang="ar-SA" sz="6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75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575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9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21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نَبُّ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C"/>
          </a:solidFill>
          <a:ln w="12700">
            <a:solidFill>
              <a:srgbClr val="642B4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9"/>
          </a:solidFill>
          <a:ln w="12700">
            <a:solidFill>
              <a:srgbClr val="7934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95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7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595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7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326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نَتُّ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05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05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72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نَثُّ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4ED"/>
          </a:solidFill>
          <a:ln w="12700">
            <a:solidFill>
              <a:srgbClr val="5ED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58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58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نَجُّ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D52"/>
          </a:solidFill>
          <a:ln w="12700">
            <a:solidFill>
              <a:srgbClr val="E07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6"/>
          </a:solidFill>
          <a:ln w="12700">
            <a:solidFill>
              <a:srgbClr val="70DBC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4785"/>
          </a:solidFill>
          <a:ln w="12700">
            <a:solidFill>
              <a:srgbClr val="5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8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58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نَحُّ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F"/>
          </a:solidFill>
          <a:ln w="12700">
            <a:solidFill>
              <a:srgbClr val="64D89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7"/>
          </a:solidFill>
          <a:ln w="12700">
            <a:solidFill>
              <a:srgbClr val="47D17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15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15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830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نَخُّ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5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4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38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نَدُّ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A642B"/>
          </a:solidFill>
          <a:ln w="12700">
            <a:solidFill>
              <a:srgbClr val="5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A7934"/>
          </a:solidFill>
          <a:ln w="12700">
            <a:solidFill>
              <a:srgbClr val="4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44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544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8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8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42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957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نَذُّ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5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1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1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رُ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نَرُّ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35EED"/>
          </a:solidFill>
          <a:ln w="12700">
            <a:solidFill>
              <a:srgbClr val="E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544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544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4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248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نَزُّ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9"/>
          </a:solidFill>
          <a:ln w="12700">
            <a:solidFill>
              <a:srgbClr val="52E05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B70DB"/>
          </a:solidFill>
          <a:ln w="12700">
            <a:solidFill>
              <a:srgbClr val="A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E"/>
          </a:solidFill>
          <a:ln w="12700">
            <a:solidFill>
              <a:srgbClr val="85474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6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34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نَسُّ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264D8"/>
          </a:solidFill>
          <a:ln w="12700">
            <a:solidFill>
              <a:srgbClr val="8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447D1"/>
          </a:solidFill>
          <a:ln w="12700">
            <a:solidFill>
              <a:srgbClr val="5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5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1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5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شُ</a:t>
            </a:r>
            <a:endParaRPr lang="ar-SA" sz="31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590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نَشُّ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6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34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نَصُّ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0"/>
          </a:solidFill>
          <a:ln w="12700">
            <a:solidFill>
              <a:srgbClr val="2B646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C79"/>
          </a:solidFill>
          <a:ln w="12700">
            <a:solidFill>
              <a:srgbClr val="345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4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64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32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3393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نَضُّ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75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575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نَطُّ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F5E"/>
          </a:solidFill>
          <a:ln w="12700">
            <a:solidFill>
              <a:srgbClr val="EDB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05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605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نَظُّ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EE0"/>
          </a:solidFill>
          <a:ln w="12700">
            <a:solidFill>
              <a:srgbClr val="526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170"/>
          </a:solidFill>
          <a:ln w="12700">
            <a:solidFill>
              <a:srgbClr val="DB9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E8547"/>
          </a:solidFill>
          <a:ln w="12700">
            <a:solidFill>
              <a:srgbClr val="5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8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58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نَعُّ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564"/>
          </a:solidFill>
          <a:ln w="12700">
            <a:solidFill>
              <a:srgbClr val="D86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D"/>
          </a:solidFill>
          <a:ln w="12700">
            <a:solidFill>
              <a:srgbClr val="D1475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15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15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793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نَغُّ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36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636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33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633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نَفُّ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2B64"/>
          </a:solidFill>
          <a:ln w="12700">
            <a:solidFill>
              <a:srgbClr val="5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D"/>
          </a:solidFill>
          <a:ln w="12700">
            <a:solidFill>
              <a:srgbClr val="79346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95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7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595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7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014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نَقُّ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8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58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14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نَكُّ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C"/>
          </a:solidFill>
          <a:ln w="12700">
            <a:solidFill>
              <a:srgbClr val="5EED9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05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605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870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نَلُّ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1"/>
          </a:solidFill>
          <a:ln w="12700">
            <a:solidFill>
              <a:srgbClr val="E0529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6"/>
          </a:solidFill>
          <a:ln w="12700">
            <a:solidFill>
              <a:srgbClr val="70DB7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D85"/>
          </a:solidFill>
          <a:ln w="12700">
            <a:solidFill>
              <a:srgbClr val="476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01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نَمُّ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0D864"/>
          </a:solidFill>
          <a:ln w="12700">
            <a:solidFill>
              <a:srgbClr val="8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FD147"/>
          </a:solidFill>
          <a:ln w="12700">
            <a:solidFill>
              <a:srgbClr val="7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538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538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400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أَنُّبَ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34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4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4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214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بَنُّتَ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32B"/>
          </a:solidFill>
          <a:ln w="12700">
            <a:solidFill>
              <a:srgbClr val="644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434"/>
          </a:solidFill>
          <a:ln w="12700">
            <a:solidFill>
              <a:srgbClr val="797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4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34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4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4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073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تَنُّثَ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3618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ثَنُّجَ</a:t>
            </a:r>
            <a:endParaRPr lang="ar-SA" sz="5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85EED"/>
          </a:solidFill>
          <a:ln w="12700">
            <a:solidFill>
              <a:srgbClr val="7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4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34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4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4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3618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جَنُّحَ</a:t>
            </a:r>
            <a:endParaRPr lang="ar-SA" sz="5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5E052"/>
          </a:solidFill>
          <a:ln w="12700">
            <a:solidFill>
              <a:srgbClr val="B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5DB"/>
          </a:solidFill>
          <a:ln w="12700">
            <a:solidFill>
              <a:srgbClr val="708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C"/>
          </a:solidFill>
          <a:ln w="12700">
            <a:solidFill>
              <a:srgbClr val="85477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4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34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4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4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3618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حَنُّخَ</a:t>
            </a:r>
            <a:endParaRPr lang="ar-SA" sz="5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DD8"/>
          </a:solidFill>
          <a:ln w="12700">
            <a:solidFill>
              <a:srgbClr val="649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1D1"/>
          </a:solidFill>
          <a:ln w="12700">
            <a:solidFill>
              <a:srgbClr val="47A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143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خَنُّدَ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34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4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4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4094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دَنُّذَ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5"/>
          </a:solidFill>
          <a:ln w="12700">
            <a:solidFill>
              <a:srgbClr val="2B643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3"/>
          </a:solidFill>
          <a:ln w="12700">
            <a:solidFill>
              <a:srgbClr val="34796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4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34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4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4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2422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ذَنُّرَ</a:t>
            </a:r>
            <a:endParaRPr lang="ar-SA" sz="6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2422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رَنُّزَ</a:t>
            </a:r>
            <a:endParaRPr lang="ar-SA" sz="6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8"/>
          </a:solidFill>
          <a:ln w="12700">
            <a:solidFill>
              <a:srgbClr val="ED5E6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4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34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4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2422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زَنُّسَ</a:t>
            </a:r>
            <a:endParaRPr lang="ar-SA" sz="6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9E0"/>
          </a:solidFill>
          <a:ln w="12700">
            <a:solidFill>
              <a:srgbClr val="52D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0"/>
          </a:solidFill>
          <a:ln w="12700">
            <a:solidFill>
              <a:srgbClr val="DB70A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E47"/>
          </a:solidFill>
          <a:ln w="12700">
            <a:solidFill>
              <a:srgbClr val="857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34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49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4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49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4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9327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سَنُّشَ</a:t>
            </a:r>
            <a:endParaRPr lang="ar-SA" sz="6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A"/>
          </a:solidFill>
          <a:ln w="12700">
            <a:solidFill>
              <a:srgbClr val="D864B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4"/>
          </a:solidFill>
          <a:ln w="12700">
            <a:solidFill>
              <a:srgbClr val="D147C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49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9141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شَنُّصَ</a:t>
            </a:r>
            <a:endParaRPr lang="ar-SA" sz="5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34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4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4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886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صَنُّضَ</a:t>
            </a:r>
            <a:endParaRPr lang="ar-SA" sz="5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F64"/>
          </a:solidFill>
          <a:ln w="12700">
            <a:solidFill>
              <a:srgbClr val="2B2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23479"/>
          </a:solidFill>
          <a:ln w="12700">
            <a:solidFill>
              <a:srgbClr val="5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4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34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4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024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ضَنُّطَ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120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طَنُّظَ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CED5E"/>
          </a:solidFill>
          <a:ln w="12700">
            <a:solidFill>
              <a:srgbClr val="8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4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34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857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4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857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4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3618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ظَنُّعَ</a:t>
            </a:r>
            <a:endParaRPr lang="ar-SA" sz="5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552E0"/>
          </a:solidFill>
          <a:ln w="12700">
            <a:solidFill>
              <a:srgbClr val="C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BDB70"/>
          </a:solidFill>
          <a:ln w="12700">
            <a:solidFill>
              <a:srgbClr val="B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F"/>
          </a:solidFill>
          <a:ln w="12700">
            <a:solidFill>
              <a:srgbClr val="47856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57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4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857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34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293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4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293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4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3618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عَنُّغَ</a:t>
            </a:r>
            <a:endParaRPr lang="ar-SA" sz="5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7D864"/>
          </a:solidFill>
          <a:ln w="12700">
            <a:solidFill>
              <a:srgbClr val="D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C47"/>
          </a:solidFill>
          <a:ln w="12700">
            <a:solidFill>
              <a:srgbClr val="D1B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93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293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05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05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958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غَنُّفَ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05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2005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34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50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4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50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4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8332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فَنُّقَ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D"/>
          </a:solidFill>
          <a:ln w="12700">
            <a:solidFill>
              <a:srgbClr val="642B3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134"/>
          </a:solidFill>
          <a:ln w="12700">
            <a:solidFill>
              <a:srgbClr val="794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0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4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50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34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841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4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841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4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073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قَنُّكَ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41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841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67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667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00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كَنُّلَ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0ED"/>
          </a:solidFill>
          <a:ln w="12700">
            <a:solidFill>
              <a:srgbClr val="5EB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67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4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667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34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60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4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60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4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3618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لَنُّمَ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152"/>
          </a:solidFill>
          <a:ln w="12700">
            <a:solidFill>
              <a:srgbClr val="E0A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5DB"/>
          </a:solidFill>
          <a:ln w="12700">
            <a:solidFill>
              <a:srgbClr val="70D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F4785"/>
          </a:solidFill>
          <a:ln w="12700">
            <a:solidFill>
              <a:srgbClr val="5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0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4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60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34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20538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4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20538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4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395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مَنُّأَ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D"/>
          </a:solidFill>
          <a:ln w="12700">
            <a:solidFill>
              <a:srgbClr val="64D8B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A"/>
          </a:solidFill>
          <a:ln w="12700">
            <a:solidFill>
              <a:srgbClr val="47D19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448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أَنُّ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1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1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01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بَنُّ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B642B"/>
          </a:solidFill>
          <a:ln w="12700">
            <a:solidFill>
              <a:srgbClr val="4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97934"/>
          </a:solidFill>
          <a:ln w="12700">
            <a:solidFill>
              <a:srgbClr val="3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01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تَنُّ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59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59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1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ثَنُّ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3"/>
          </a:solidFill>
          <a:ln w="12700">
            <a:solidFill>
              <a:srgbClr val="ED5ED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01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جَنُّ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E"/>
          </a:solidFill>
          <a:ln w="12700">
            <a:solidFill>
              <a:srgbClr val="52E07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770DB"/>
          </a:solidFill>
          <a:ln w="12700">
            <a:solidFill>
              <a:srgbClr val="C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047"/>
          </a:solidFill>
          <a:ln w="12700">
            <a:solidFill>
              <a:srgbClr val="855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01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حَنُّ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064D8"/>
          </a:solidFill>
          <a:ln w="12700">
            <a:solidFill>
              <a:srgbClr val="A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747D1"/>
          </a:solidFill>
          <a:ln w="12700">
            <a:solidFill>
              <a:srgbClr val="7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4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44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1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خَنُّ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9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12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دَنُّ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A64"/>
          </a:solidFill>
          <a:ln w="12700">
            <a:solidFill>
              <a:srgbClr val="2B5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A79"/>
          </a:solidFill>
          <a:ln w="12700">
            <a:solidFill>
              <a:srgbClr val="344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5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12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ذَنُّ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4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4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26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رَنُّ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45E"/>
          </a:solidFill>
          <a:ln w="12700">
            <a:solidFill>
              <a:srgbClr val="EDE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56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656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026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زَنُّ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A52E0"/>
          </a:solidFill>
          <a:ln w="12700">
            <a:solidFill>
              <a:srgbClr val="5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C70"/>
          </a:solidFill>
          <a:ln w="12700">
            <a:solidFill>
              <a:srgbClr val="DBA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E8547"/>
          </a:solidFill>
          <a:ln w="12700">
            <a:solidFill>
              <a:srgbClr val="4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94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094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01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سَنُّ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364"/>
          </a:solidFill>
          <a:ln w="12700">
            <a:solidFill>
              <a:srgbClr val="D88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547"/>
          </a:solidFill>
          <a:ln w="12700">
            <a:solidFill>
              <a:srgbClr val="D15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1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شَنُّ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01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01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01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صَنُّ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02B64"/>
          </a:solidFill>
          <a:ln w="12700">
            <a:solidFill>
              <a:srgbClr val="6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B"/>
          </a:solidFill>
          <a:ln w="12700">
            <a:solidFill>
              <a:srgbClr val="79345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01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ضَنُّ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1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طَنُّ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0"/>
          </a:solidFill>
          <a:ln w="12700">
            <a:solidFill>
              <a:srgbClr val="5EEDC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01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ظَنُّ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D"/>
          </a:solidFill>
          <a:ln w="12700">
            <a:solidFill>
              <a:srgbClr val="E0526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1"/>
          </a:solidFill>
          <a:ln w="12700">
            <a:solidFill>
              <a:srgbClr val="70DB9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D85"/>
          </a:solidFill>
          <a:ln w="12700">
            <a:solidFill>
              <a:srgbClr val="475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3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13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01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عَنُّ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6"/>
          </a:solidFill>
          <a:ln w="12700">
            <a:solidFill>
              <a:srgbClr val="64D86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CD147"/>
          </a:solidFill>
          <a:ln w="12700">
            <a:solidFill>
              <a:srgbClr val="5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5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5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1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غَنُّ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01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فَنُّ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22B"/>
          </a:solidFill>
          <a:ln w="12700">
            <a:solidFill>
              <a:srgbClr val="645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D7934"/>
          </a:solidFill>
          <a:ln w="12700">
            <a:solidFill>
              <a:srgbClr val="6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01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قَنُّ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29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29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1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كَنُّ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C5EED"/>
          </a:solidFill>
          <a:ln w="12700">
            <a:solidFill>
              <a:srgbClr val="9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9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09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01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لَنُّ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0E052"/>
          </a:solidFill>
          <a:ln w="12700">
            <a:solidFill>
              <a:srgbClr val="9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770DB"/>
          </a:solidFill>
          <a:ln w="12700">
            <a:solidFill>
              <a:srgbClr val="7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D"/>
          </a:solidFill>
          <a:ln w="12700">
            <a:solidFill>
              <a:srgbClr val="85476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01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مَنُّ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FD8"/>
          </a:solidFill>
          <a:ln w="12700">
            <a:solidFill>
              <a:srgbClr val="647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ED1"/>
          </a:solidFill>
          <a:ln w="12700">
            <a:solidFill>
              <a:srgbClr val="477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369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369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076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يَأُّ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409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409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9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21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يَبُّ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4"/>
          </a:solidFill>
          <a:ln w="12700">
            <a:solidFill>
              <a:srgbClr val="2B64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5"/>
          </a:solidFill>
          <a:ln w="12700">
            <a:solidFill>
              <a:srgbClr val="34797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48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7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48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7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313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يَتُّ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29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529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753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يَثُّ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95E"/>
          </a:solidFill>
          <a:ln w="12700">
            <a:solidFill>
              <a:srgbClr val="ED7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يَجُّ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4E0"/>
          </a:solidFill>
          <a:ln w="12700">
            <a:solidFill>
              <a:srgbClr val="52B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4"/>
          </a:solidFill>
          <a:ln w="12700">
            <a:solidFill>
              <a:srgbClr val="DB708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C8547"/>
          </a:solidFill>
          <a:ln w="12700">
            <a:solidFill>
              <a:srgbClr val="7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يَحُّ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C"/>
          </a:solidFill>
          <a:ln w="12700">
            <a:solidFill>
              <a:srgbClr val="D8649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1"/>
          </a:solidFill>
          <a:ln w="12700">
            <a:solidFill>
              <a:srgbClr val="D147A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69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569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830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يَخُّ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12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12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4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315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يَدُّ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2B64"/>
          </a:solidFill>
          <a:ln w="12700">
            <a:solidFill>
              <a:srgbClr val="3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43479"/>
          </a:solidFill>
          <a:ln w="12700">
            <a:solidFill>
              <a:srgbClr val="6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28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4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28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8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8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42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931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يَذُّ</a:t>
            </a:r>
            <a:endParaRPr lang="ar-SA" sz="6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12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12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1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1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رُ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يَرُّ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7ED5E"/>
          </a:solidFill>
          <a:ln w="12700">
            <a:solidFill>
              <a:srgbClr val="6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28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4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28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4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248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يَزُّ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8"/>
          </a:solidFill>
          <a:ln w="12700">
            <a:solidFill>
              <a:srgbClr val="E052D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FDB70"/>
          </a:solidFill>
          <a:ln w="12700">
            <a:solidFill>
              <a:srgbClr val="9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E"/>
          </a:solidFill>
          <a:ln w="12700">
            <a:solidFill>
              <a:srgbClr val="47857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09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4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609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34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يَسُّ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9D864"/>
          </a:solidFill>
          <a:ln w="12700">
            <a:solidFill>
              <a:srgbClr val="B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3D147"/>
          </a:solidFill>
          <a:ln w="12700">
            <a:solidFill>
              <a:srgbClr val="C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3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1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73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شُ</a:t>
            </a:r>
            <a:endParaRPr lang="ar-SA" sz="31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590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يَشُّ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09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609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34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يَصُّ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E"/>
          </a:solidFill>
          <a:ln w="12700">
            <a:solidFill>
              <a:srgbClr val="642B2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234"/>
          </a:solidFill>
          <a:ln w="12700">
            <a:solidFill>
              <a:srgbClr val="795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6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32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3393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يَضُّ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09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409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406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يَطُّ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BED"/>
          </a:solidFill>
          <a:ln w="12700">
            <a:solidFill>
              <a:srgbClr val="5E8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529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529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406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يَظُّ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652"/>
          </a:solidFill>
          <a:ln w="12700">
            <a:solidFill>
              <a:srgbClr val="E0C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ADB"/>
          </a:solidFill>
          <a:ln w="12700">
            <a:solidFill>
              <a:srgbClr val="70B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F4785"/>
          </a:solidFill>
          <a:ln w="12700">
            <a:solidFill>
              <a:srgbClr val="6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يَعُّ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6D8"/>
          </a:solidFill>
          <a:ln w="12700">
            <a:solidFill>
              <a:srgbClr val="64D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D"/>
          </a:solidFill>
          <a:ln w="12700">
            <a:solidFill>
              <a:srgbClr val="47D1B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69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569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793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يَغُّ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5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65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33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766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يَفُّ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D642B"/>
          </a:solidFill>
          <a:ln w="12700">
            <a:solidFill>
              <a:srgbClr val="3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1"/>
          </a:solidFill>
          <a:ln w="12700">
            <a:solidFill>
              <a:srgbClr val="34794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48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7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48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7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014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يَقُّ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198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يَكُّ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F"/>
          </a:solidFill>
          <a:ln w="12700">
            <a:solidFill>
              <a:srgbClr val="ED5EA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529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529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870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يَلُّ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2"/>
          </a:solidFill>
          <a:ln w="12700">
            <a:solidFill>
              <a:srgbClr val="52E0A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5"/>
          </a:solidFill>
          <a:ln w="12700">
            <a:solidFill>
              <a:srgbClr val="DB70D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047"/>
          </a:solidFill>
          <a:ln w="12700">
            <a:solidFill>
              <a:srgbClr val="856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369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369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01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يَمُّ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E64D8"/>
          </a:solidFill>
          <a:ln w="12700">
            <a:solidFill>
              <a:srgbClr val="B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B47D1"/>
          </a:solidFill>
          <a:ln w="12700">
            <a:solidFill>
              <a:srgbClr val="9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369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369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1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يَنُّ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168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168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4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435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يَهُّ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B64"/>
          </a:solidFill>
          <a:ln w="12700">
            <a:solidFill>
              <a:srgbClr val="2B4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879"/>
          </a:solidFill>
          <a:ln w="12700">
            <a:solidFill>
              <a:srgbClr val="343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12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12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69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69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4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يَوُّ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أَيُّبَ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2ED5E"/>
          </a:solidFill>
          <a:ln w="12700">
            <a:solidFill>
              <a:srgbClr val="D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116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بَيُّتَ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E52E0"/>
          </a:solidFill>
          <a:ln w="12700">
            <a:solidFill>
              <a:srgbClr val="7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770"/>
          </a:solidFill>
          <a:ln w="12700">
            <a:solidFill>
              <a:srgbClr val="DBC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0"/>
          </a:solidFill>
          <a:ln w="12700">
            <a:solidFill>
              <a:srgbClr val="47855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116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تَيُّثَ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164"/>
          </a:solidFill>
          <a:ln w="12700">
            <a:solidFill>
              <a:srgbClr val="D8A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847"/>
          </a:solidFill>
          <a:ln w="12700">
            <a:solidFill>
              <a:srgbClr val="D17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2717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ثَيُّجَ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2717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جَيُّحَ</a:t>
            </a:r>
            <a:endParaRPr lang="ar-SA" sz="5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9"/>
          </a:solidFill>
          <a:ln w="12700">
            <a:solidFill>
              <a:srgbClr val="642B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A"/>
          </a:solidFill>
          <a:ln w="12700">
            <a:solidFill>
              <a:srgbClr val="79344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2717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حَيُّخَ</a:t>
            </a:r>
            <a:endParaRPr lang="ar-SA" sz="5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116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خَيُّدَ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5"/>
          </a:solidFill>
          <a:ln w="12700">
            <a:solidFill>
              <a:srgbClr val="5EEDE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20010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20010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116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دَيُّذَ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B52"/>
          </a:solidFill>
          <a:ln w="12700">
            <a:solidFill>
              <a:srgbClr val="E05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D"/>
          </a:solidFill>
          <a:ln w="12700">
            <a:solidFill>
              <a:srgbClr val="70DBA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E85"/>
          </a:solidFill>
          <a:ln w="12700">
            <a:solidFill>
              <a:srgbClr val="474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010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20010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882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882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870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ذَيُّرَ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4"/>
          </a:solidFill>
          <a:ln w="12700">
            <a:solidFill>
              <a:srgbClr val="64D88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6"/>
          </a:solidFill>
          <a:ln w="12700">
            <a:solidFill>
              <a:srgbClr val="47D15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82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82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306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306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870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رَيُّزَ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06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306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84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84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870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زَيُّسَ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12B"/>
          </a:solidFill>
          <a:ln w="12700">
            <a:solidFill>
              <a:srgbClr val="646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B7934"/>
          </a:solidFill>
          <a:ln w="12700">
            <a:solidFill>
              <a:srgbClr val="5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4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84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4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4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831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سَيُّشَ</a:t>
            </a:r>
            <a:endParaRPr lang="ar-SA" sz="5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4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31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31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8164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شَيُّصَ</a:t>
            </a:r>
            <a:endParaRPr lang="ar-SA" sz="5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15EED"/>
          </a:solidFill>
          <a:ln w="12700">
            <a:solidFill>
              <a:srgbClr val="C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931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931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354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354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793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صَيُّضَ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CE052"/>
          </a:solidFill>
          <a:ln w="12700">
            <a:solidFill>
              <a:srgbClr val="6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270DB"/>
          </a:solidFill>
          <a:ln w="12700">
            <a:solidFill>
              <a:srgbClr val="9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D"/>
          </a:solidFill>
          <a:ln w="12700">
            <a:solidFill>
              <a:srgbClr val="85475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54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354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116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ضَيُّطَ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764D8"/>
          </a:solidFill>
          <a:ln w="12700">
            <a:solidFill>
              <a:srgbClr val="6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BD1"/>
          </a:solidFill>
          <a:ln w="12700">
            <a:solidFill>
              <a:srgbClr val="475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116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طَيُّظَ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2717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ظَيُّعَ</a:t>
            </a:r>
            <a:endParaRPr lang="ar-SA" sz="5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2"/>
          </a:solidFill>
          <a:ln w="12700">
            <a:solidFill>
              <a:srgbClr val="2B645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C79"/>
          </a:solidFill>
          <a:ln w="12700">
            <a:solidFill>
              <a:srgbClr val="346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302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302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2717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عَيُّغَ</a:t>
            </a:r>
            <a:endParaRPr lang="ar-SA" sz="5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02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02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039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039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116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غَيُّفَ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D5E"/>
          </a:solidFill>
          <a:ln w="12700">
            <a:solidFill>
              <a:srgbClr val="ED9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039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20039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50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50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743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فَيُّقَ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0E0"/>
          </a:solidFill>
          <a:ln w="12700">
            <a:solidFill>
              <a:srgbClr val="529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770"/>
          </a:solidFill>
          <a:ln w="12700">
            <a:solidFill>
              <a:srgbClr val="DB7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C8547"/>
          </a:solidFill>
          <a:ln w="12700">
            <a:solidFill>
              <a:srgbClr val="6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0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50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116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قَيُّكَ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E"/>
          </a:solidFill>
          <a:ln w="12700">
            <a:solidFill>
              <a:srgbClr val="D8647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D"/>
          </a:solidFill>
          <a:ln w="12700">
            <a:solidFill>
              <a:srgbClr val="D1477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64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664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9114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كَيُّلَ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64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664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6335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6335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2717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لَيُّمَ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42B64"/>
          </a:solidFill>
          <a:ln w="12700">
            <a:solidFill>
              <a:srgbClr val="4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53479"/>
          </a:solidFill>
          <a:ln w="12700">
            <a:solidFill>
              <a:srgbClr val="7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335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6335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230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230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870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مَيُّنَ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30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230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56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56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116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نَيُّهَ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A"/>
          </a:solidFill>
          <a:ln w="12700">
            <a:solidFill>
              <a:srgbClr val="5EED7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6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56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85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85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870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هَيُّوَ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3"/>
          </a:solidFill>
          <a:ln w="12700">
            <a:solidFill>
              <a:srgbClr val="E052B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4DB70"/>
          </a:solidFill>
          <a:ln w="12700">
            <a:solidFill>
              <a:srgbClr val="8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B85"/>
          </a:solidFill>
          <a:ln w="12700">
            <a:solidFill>
              <a:srgbClr val="477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5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85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303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وَيُّأَ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BD864"/>
          </a:solidFill>
          <a:ln w="12700">
            <a:solidFill>
              <a:srgbClr val="9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0D147"/>
          </a:solidFill>
          <a:ln w="12700">
            <a:solidFill>
              <a:srgbClr val="A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أَيُّ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684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بَيُّ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62B"/>
          </a:solidFill>
          <a:ln w="12700">
            <a:solidFill>
              <a:srgbClr val="643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434"/>
          </a:solidFill>
          <a:ln w="12700">
            <a:solidFill>
              <a:srgbClr val="796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684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تَيُّ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ثَيُّ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7ED"/>
          </a:solidFill>
          <a:ln w="12700">
            <a:solidFill>
              <a:srgbClr val="5E6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684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جَيُّ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7E052"/>
          </a:solidFill>
          <a:ln w="12700">
            <a:solidFill>
              <a:srgbClr val="D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EDB"/>
          </a:solidFill>
          <a:ln w="12700">
            <a:solidFill>
              <a:srgbClr val="709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4785"/>
          </a:solidFill>
          <a:ln w="12700">
            <a:solidFill>
              <a:srgbClr val="7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684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حَيُّ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8D8"/>
          </a:solidFill>
          <a:ln w="12700">
            <a:solidFill>
              <a:srgbClr val="64B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2D1"/>
          </a:solidFill>
          <a:ln w="12700">
            <a:solidFill>
              <a:srgbClr val="47C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684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خَيُّ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684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دَيُّ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E642B"/>
          </a:solidFill>
          <a:ln w="12700">
            <a:solidFill>
              <a:srgbClr val="2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3"/>
          </a:solidFill>
          <a:ln w="12700">
            <a:solidFill>
              <a:srgbClr val="34795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8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48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684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ذَيُّ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684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رَيُّ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A"/>
          </a:solidFill>
          <a:ln w="12700">
            <a:solidFill>
              <a:srgbClr val="ED5E8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72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672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684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زَيُّ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7"/>
          </a:solidFill>
          <a:ln w="12700">
            <a:solidFill>
              <a:srgbClr val="52E0C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9"/>
          </a:solidFill>
          <a:ln w="12700">
            <a:solidFill>
              <a:srgbClr val="DB70B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F47"/>
          </a:solidFill>
          <a:ln w="12700">
            <a:solidFill>
              <a:srgbClr val="856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38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138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684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سَيُّ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5"/>
          </a:solidFill>
          <a:ln w="12700">
            <a:solidFill>
              <a:srgbClr val="D864D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E47D1"/>
          </a:solidFill>
          <a:ln w="12700">
            <a:solidFill>
              <a:srgbClr val="B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684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شَيُّ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4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4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684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صَيُّ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C64"/>
          </a:solidFill>
          <a:ln w="12700">
            <a:solidFill>
              <a:srgbClr val="2B3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3479"/>
          </a:solidFill>
          <a:ln w="12700">
            <a:solidFill>
              <a:srgbClr val="4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2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72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684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ضَيُّ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684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طَيُّ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EED5E"/>
          </a:solidFill>
          <a:ln w="12700">
            <a:solidFill>
              <a:srgbClr val="A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684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ظَيُّ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352E0"/>
          </a:solidFill>
          <a:ln w="12700">
            <a:solidFill>
              <a:srgbClr val="A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4DB70"/>
          </a:solidFill>
          <a:ln w="12700">
            <a:solidFill>
              <a:srgbClr val="D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0"/>
          </a:solidFill>
          <a:ln w="12700">
            <a:solidFill>
              <a:srgbClr val="47856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684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عَيُّ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E64"/>
          </a:solidFill>
          <a:ln w="12700">
            <a:solidFill>
              <a:srgbClr val="D8B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C47"/>
          </a:solidFill>
          <a:ln w="12700">
            <a:solidFill>
              <a:srgbClr val="D19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67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67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684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غَيُّ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C3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1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51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80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فَيُّ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B"/>
          </a:solidFill>
          <a:ln w="12700">
            <a:solidFill>
              <a:srgbClr val="642B4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8"/>
          </a:solidFill>
          <a:ln w="12700">
            <a:solidFill>
              <a:srgbClr val="79343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01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01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80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قَيُّ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684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كَيُّ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1ED"/>
          </a:solidFill>
          <a:ln w="12700">
            <a:solidFill>
              <a:srgbClr val="5ED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84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084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86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لَيُّ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F52"/>
          </a:solidFill>
          <a:ln w="12700">
            <a:solidFill>
              <a:srgbClr val="E07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8"/>
          </a:solidFill>
          <a:ln w="12700">
            <a:solidFill>
              <a:srgbClr val="70DBC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14785"/>
          </a:solidFill>
          <a:ln w="12700">
            <a:solidFill>
              <a:srgbClr val="5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684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مَيُّ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1"/>
          </a:solidFill>
          <a:ln w="12700">
            <a:solidFill>
              <a:srgbClr val="64D8A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9"/>
          </a:solidFill>
          <a:ln w="12700">
            <a:solidFill>
              <a:srgbClr val="47D17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8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58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684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نَيُّ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1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1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684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هَيُّ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642B"/>
          </a:solidFill>
          <a:ln w="12700">
            <a:solidFill>
              <a:srgbClr val="5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97934"/>
          </a:solidFill>
          <a:ln w="12700">
            <a:solidFill>
              <a:srgbClr val="4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5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15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684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وَيُّ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6718689" y="896112"/>
            <a:ext cx="16524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2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6718689" y="896112"/>
            <a:ext cx="16524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وَٱللَّهُ</a:t>
            </a:r>
            <a:endParaRPr lang="ar-SA" sz="4000" dirty="0"/>
          </a:p>
        </p:txBody>
      </p:sp>
      <p:sp>
        <p:nvSpPr>
          <p:cNvPr id="12" name="C2 W2 pill"/>
          <p:cNvSpPr/>
          <p:nvPr/>
        </p:nvSpPr>
        <p:spPr>
          <a:xfrm>
            <a:off x="4637385" y="896112"/>
            <a:ext cx="17612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4637385" y="896112"/>
            <a:ext cx="17612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يُحِبُّ</a:t>
            </a:r>
            <a:endParaRPr lang="ar-SA" sz="4000" dirty="0"/>
          </a:p>
        </p:txBody>
      </p:sp>
      <p:sp>
        <p:nvSpPr>
          <p:cNvPr id="14" name="C3 W3 pill"/>
          <p:cNvSpPr/>
          <p:nvPr/>
        </p:nvSpPr>
        <p:spPr>
          <a:xfrm>
            <a:off x="772850" y="896112"/>
            <a:ext cx="35444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2E236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772850" y="896112"/>
            <a:ext cx="35444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ٱلۡمُحۡسِنِينَ</a:t>
            </a:r>
            <a:endParaRPr lang="ar-SA" sz="40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1608372" y="2834640"/>
            <a:ext cx="592725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1608372" y="2834640"/>
            <a:ext cx="592725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وَٱللَّهُ يُحِبُّ ٱلۡمُحۡسِنِينَ</a:t>
            </a:r>
            <a:endParaRPr lang="ar-SA" sz="4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55EED"/>
          </a:solidFill>
          <a:ln w="12700">
            <a:solidFill>
              <a:srgbClr val="E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5497043" y="896112"/>
            <a:ext cx="19182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3F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497043" y="896112"/>
            <a:ext cx="19182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ٱلۡحَقُّ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3725222" y="896112"/>
            <a:ext cx="14517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F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3725222" y="896112"/>
            <a:ext cx="14517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</a:t>
            </a:r>
            <a:endParaRPr lang="ar-SA" sz="4600" dirty="0"/>
          </a:p>
        </p:txBody>
      </p:sp>
      <p:sp>
        <p:nvSpPr>
          <p:cNvPr id="22" name="C3 W3 pill"/>
          <p:cNvSpPr/>
          <p:nvPr/>
        </p:nvSpPr>
        <p:spPr>
          <a:xfrm>
            <a:off x="1728720" y="896112"/>
            <a:ext cx="167646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3FE2"/>
            </a:solidFill>
            <a:prstDash val="solid"/>
          </a:ln>
        </p:spPr>
      </p:sp>
      <p:sp>
        <p:nvSpPr>
          <p:cNvPr id="23" name="C3 W3 word"/>
          <p:cNvSpPr txBox="1"/>
          <p:nvPr/>
        </p:nvSpPr>
        <p:spPr>
          <a:xfrm>
            <a:off x="1728720" y="896112"/>
            <a:ext cx="167646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رَّبِّكَ</a:t>
            </a:r>
            <a:endParaRPr lang="ar-SA" sz="4600" dirty="0"/>
          </a:p>
        </p:txBody>
      </p:sp>
      <p:sp>
        <p:nvSpPr>
          <p:cNvPr id="24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S panel"/>
          <p:cNvSpPr/>
          <p:nvPr/>
        </p:nvSpPr>
        <p:spPr>
          <a:xfrm>
            <a:off x="2516104" y="2834640"/>
            <a:ext cx="411179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C4 S sentence"/>
          <p:cNvSpPr txBox="1"/>
          <p:nvPr/>
        </p:nvSpPr>
        <p:spPr>
          <a:xfrm>
            <a:off x="2516104" y="2834640"/>
            <a:ext cx="411179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ٱلۡحَقُّ مِن رَّبِّكَ</a:t>
            </a:r>
            <a:endParaRPr lang="ar-SA" sz="4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C"/>
          </a:solidFill>
          <a:ln w="12700">
            <a:solidFill>
              <a:srgbClr val="52E05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D70DB"/>
          </a:solidFill>
          <a:ln w="12700">
            <a:solidFill>
              <a:srgbClr val="A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D"/>
          </a:solidFill>
          <a:ln w="12700">
            <a:solidFill>
              <a:srgbClr val="85474D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6232080" y="896112"/>
            <a:ext cx="16327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F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6232080" y="896112"/>
            <a:ext cx="16327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وَهُوَ</a:t>
            </a:r>
            <a:endParaRPr lang="ar-SA" sz="4500" dirty="0"/>
          </a:p>
        </p:txBody>
      </p:sp>
      <p:sp>
        <p:nvSpPr>
          <p:cNvPr id="17" name="C2 W2 pill"/>
          <p:cNvSpPr/>
          <p:nvPr/>
        </p:nvSpPr>
        <p:spPr>
          <a:xfrm>
            <a:off x="3935809" y="896112"/>
            <a:ext cx="19762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F3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3935809" y="896112"/>
            <a:ext cx="19762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ٱلۡعَلِيُّ</a:t>
            </a:r>
            <a:endParaRPr lang="ar-SA" sz="4500" dirty="0"/>
          </a:p>
        </p:txBody>
      </p:sp>
      <p:sp>
        <p:nvSpPr>
          <p:cNvPr id="19" name="C3 W3 pill"/>
          <p:cNvSpPr/>
          <p:nvPr/>
        </p:nvSpPr>
        <p:spPr>
          <a:xfrm>
            <a:off x="1279186" y="896112"/>
            <a:ext cx="23365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F36"/>
            </a:solidFill>
            <a:prstDash val="solid"/>
          </a:ln>
        </p:spPr>
      </p:sp>
      <p:sp>
        <p:nvSpPr>
          <p:cNvPr id="20" name="C3 W3 word"/>
          <p:cNvSpPr txBox="1"/>
          <p:nvPr/>
        </p:nvSpPr>
        <p:spPr>
          <a:xfrm>
            <a:off x="1279186" y="896112"/>
            <a:ext cx="23365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ٱلۡعَظِيمُ</a:t>
            </a:r>
            <a:endParaRPr lang="ar-SA" sz="4500" dirty="0"/>
          </a:p>
        </p:txBody>
      </p:sp>
      <p:sp>
        <p:nvSpPr>
          <p:cNvPr id="21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S panel"/>
          <p:cNvSpPr/>
          <p:nvPr/>
        </p:nvSpPr>
        <p:spPr>
          <a:xfrm>
            <a:off x="2143502" y="2834640"/>
            <a:ext cx="485699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4 S sentence"/>
          <p:cNvSpPr txBox="1"/>
          <p:nvPr/>
        </p:nvSpPr>
        <p:spPr>
          <a:xfrm>
            <a:off x="2143502" y="2834640"/>
            <a:ext cx="485699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وَهُوَ ٱلۡعَلِيُّ ٱلۡعَظِيمُ</a:t>
            </a:r>
            <a:endParaRPr lang="ar-SA" sz="4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159</Slides>
  <Notes>159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159</vt:i4>
      </vt:variant>
    </vt:vector>
  </HeadingPairs>
  <TitlesOfParts>
    <vt:vector size="16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damma 03-noon-ya</dc:title>
  <dc:subject>PptxGenJS Presentation</dc:subject>
  <dc:creator>PptxGenJS</dc:creator>
  <cp:lastModifiedBy>PptxGenJS</cp:lastModifiedBy>
  <cp:revision>1</cp:revision>
  <dcterms:created xsi:type="dcterms:W3CDTF">2026-10-21T19:04:20Z</dcterms:created>
  <dcterms:modified xsi:type="dcterms:W3CDTF">2026-10-21T19:04:20Z</dcterms:modified>
</cp:coreProperties>
</file>