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0ED5E"/>
          </a:solidFill>
          <a:ln w="12700">
            <a:solidFill>
              <a:srgbClr val="B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52E0"/>
          </a:solidFill>
          <a:ln w="12700">
            <a:solidFill>
              <a:srgbClr val="A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DB70"/>
          </a:solidFill>
          <a:ln w="12700">
            <a:solidFill>
              <a:srgbClr val="D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C64"/>
          </a:solidFill>
          <a:ln w="12700">
            <a:solidFill>
              <a:srgbClr val="D8B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947"/>
          </a:solidFill>
          <a:ln w="12700">
            <a:solidFill>
              <a:srgbClr val="D19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9"/>
          </a:solidFill>
          <a:ln w="12700">
            <a:solidFill>
              <a:srgbClr val="7934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4ED"/>
          </a:solidFill>
          <a:ln w="12700">
            <a:solidFill>
              <a:srgbClr val="5ED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D52"/>
          </a:solidFill>
          <a:ln w="12700">
            <a:solidFill>
              <a:srgbClr val="E07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6"/>
          </a:solidFill>
          <a:ln w="12700">
            <a:solidFill>
              <a:srgbClr val="70DB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4785"/>
          </a:solidFill>
          <a:ln w="12700">
            <a:solidFill>
              <a:srgbClr val="5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F"/>
          </a:solidFill>
          <a:ln w="12700">
            <a:solidFill>
              <a:srgbClr val="64D8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7"/>
          </a:solidFill>
          <a:ln w="12700">
            <a:solidFill>
              <a:srgbClr val="47D1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7934"/>
          </a:solidFill>
          <a:ln w="12700">
            <a:solidFill>
              <a:srgbClr val="4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35EED"/>
          </a:solidFill>
          <a:ln w="12700">
            <a:solidFill>
              <a:srgbClr val="E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4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9"/>
          </a:solidFill>
          <a:ln w="12700">
            <a:solidFill>
              <a:srgbClr val="52E05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70DB"/>
          </a:solidFill>
          <a:ln w="12700">
            <a:solidFill>
              <a:srgbClr val="A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E"/>
          </a:solidFill>
          <a:ln w="12700">
            <a:solidFill>
              <a:srgbClr val="8547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64D8"/>
          </a:solidFill>
          <a:ln w="12700">
            <a:solidFill>
              <a:srgbClr val="8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47D1"/>
          </a:solidFill>
          <a:ln w="12700">
            <a:solidFill>
              <a:srgbClr val="5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7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F5E"/>
          </a:solidFill>
          <a:ln w="12700">
            <a:solidFill>
              <a:srgbClr val="EDB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EE0"/>
          </a:solidFill>
          <a:ln w="12700">
            <a:solidFill>
              <a:srgbClr val="526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170"/>
          </a:solidFill>
          <a:ln w="12700">
            <a:solidFill>
              <a:srgbClr val="DB9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D"/>
          </a:solidFill>
          <a:ln w="12700">
            <a:solidFill>
              <a:srgbClr val="D147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1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36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95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نَكُّ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C"/>
          </a:solidFill>
          <a:ln w="12700">
            <a:solidFill>
              <a:srgbClr val="5EED9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0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نَلُّ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1"/>
          </a:solidFill>
          <a:ln w="12700">
            <a:solidFill>
              <a:srgbClr val="E0529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6"/>
          </a:solidFill>
          <a:ln w="12700">
            <a:solidFill>
              <a:srgbClr val="70DB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نَمُّ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D147"/>
          </a:solidFill>
          <a:ln w="12700">
            <a:solidFill>
              <a:srgbClr val="7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0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أَنُّبَ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14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بَنُّتَ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73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تَنُّثَ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ثَنُّجَ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5EED"/>
          </a:solidFill>
          <a:ln w="12700">
            <a:solidFill>
              <a:srgbClr val="7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جَنُّحَ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E052"/>
          </a:solidFill>
          <a:ln w="12700">
            <a:solidFill>
              <a:srgbClr val="B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5DB"/>
          </a:solidFill>
          <a:ln w="12700">
            <a:solidFill>
              <a:srgbClr val="708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حَنُّخَ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1D1"/>
          </a:solidFill>
          <a:ln w="12700">
            <a:solidFill>
              <a:srgbClr val="47A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4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خَنُّدَ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09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دَنُّذَ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4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ذَنُّرَ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4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رَنُّزَ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8"/>
          </a:solidFill>
          <a:ln w="12700">
            <a:solidFill>
              <a:srgbClr val="ED5E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4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زَنُّسَ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32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سَنُّشَ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4"/>
          </a:solidFill>
          <a:ln w="12700">
            <a:solidFill>
              <a:srgbClr val="D147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1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شَنُّصَ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86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صَنُّضَ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24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ضَنُّطَ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20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طَنُّظَ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ED5E"/>
          </a:solidFill>
          <a:ln w="12700">
            <a:solidFill>
              <a:srgbClr val="8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ظَنُّعَ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52E0"/>
          </a:solidFill>
          <a:ln w="12700">
            <a:solidFill>
              <a:srgbClr val="C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57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عَنُّغَ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C47"/>
          </a:solidFill>
          <a:ln w="12700">
            <a:solidFill>
              <a:srgbClr val="D1B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3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58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غَنُّفَ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5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3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فَنُّقَ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73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قَنُّكَ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1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0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كَنُّلَ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67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لَنُّمَ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152"/>
          </a:solidFill>
          <a:ln w="12700">
            <a:solidFill>
              <a:srgbClr val="E0A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5DB"/>
          </a:solidFill>
          <a:ln w="12700">
            <a:solidFill>
              <a:srgbClr val="70D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4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مَنُّأَ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D"/>
          </a:solidFill>
          <a:ln w="12700">
            <a:solidFill>
              <a:srgbClr val="64D8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A"/>
          </a:solidFill>
          <a:ln w="12700">
            <a:solidFill>
              <a:srgbClr val="47D1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بَنُّ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تَنُّ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3"/>
          </a:solidFill>
          <a:ln w="12700">
            <a:solidFill>
              <a:srgbClr val="ED5E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جَنُّ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E"/>
          </a:solidFill>
          <a:ln w="12700">
            <a:solidFill>
              <a:srgbClr val="52E07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70DB"/>
          </a:solidFill>
          <a:ln w="12700">
            <a:solidFill>
              <a:srgbClr val="C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حَنُّ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64D8"/>
          </a:solidFill>
          <a:ln w="12700">
            <a:solidFill>
              <a:srgbClr val="A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2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2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رَنُّ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45E"/>
          </a:solidFill>
          <a:ln w="12700">
            <a:solidFill>
              <a:srgbClr val="EDE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زَنُّ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52E0"/>
          </a:solidFill>
          <a:ln w="12700">
            <a:solidFill>
              <a:srgbClr val="5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C70"/>
          </a:solidFill>
          <a:ln w="12700">
            <a:solidFill>
              <a:srgbClr val="DBA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سَنُّ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364"/>
          </a:solidFill>
          <a:ln w="12700">
            <a:solidFill>
              <a:srgbClr val="D88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547"/>
          </a:solidFill>
          <a:ln w="12700">
            <a:solidFill>
              <a:srgbClr val="D15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شَنُّ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ضَنُّ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طَنُّ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0"/>
          </a:solidFill>
          <a:ln w="12700">
            <a:solidFill>
              <a:srgbClr val="5EED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D"/>
          </a:solidFill>
          <a:ln w="12700">
            <a:solidFill>
              <a:srgbClr val="E052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1"/>
          </a:solidFill>
          <a:ln w="12700">
            <a:solidFill>
              <a:srgbClr val="70DB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عَنُّ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6"/>
          </a:solidFill>
          <a:ln w="12700">
            <a:solidFill>
              <a:srgbClr val="64D8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D147"/>
          </a:solidFill>
          <a:ln w="12700">
            <a:solidFill>
              <a:srgbClr val="5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غَنُّ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فَنُّ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قَنُّ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كَنُّ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لَنُّ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E052"/>
          </a:solidFill>
          <a:ln w="12700">
            <a:solidFill>
              <a:srgbClr val="9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70DB"/>
          </a:solidFill>
          <a:ln w="12700">
            <a:solidFill>
              <a:srgbClr val="7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ED1"/>
          </a:solidFill>
          <a:ln w="12700">
            <a:solidFill>
              <a:srgbClr val="477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7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يَأُّ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يَبُّ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13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يَتُّ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53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يَثُّ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4"/>
          </a:solidFill>
          <a:ln w="12700">
            <a:solidFill>
              <a:srgbClr val="DB70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يَحُّ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15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يَدُّ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31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يَذُّ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يَرُّ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ED5E"/>
          </a:solidFill>
          <a:ln w="12700">
            <a:solidFill>
              <a:srgbClr val="6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28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يَزُّ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3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609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يَصُّ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يَضُّ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09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06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BED"/>
          </a:solidFill>
          <a:ln w="12700">
            <a:solidFill>
              <a:srgbClr val="5E8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06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يَظُّ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652"/>
          </a:solidFill>
          <a:ln w="12700">
            <a:solidFill>
              <a:srgbClr val="E0C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D"/>
          </a:solidFill>
          <a:ln w="12700">
            <a:solidFill>
              <a:srgbClr val="47D1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56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يَغُّ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65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66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يَفُّ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48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49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98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يَكُّ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529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يَلُّ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2"/>
          </a:solidFill>
          <a:ln w="12700">
            <a:solidFill>
              <a:srgbClr val="52E0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1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يَمُّ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64D8"/>
          </a:solidFill>
          <a:ln w="12700">
            <a:solidFill>
              <a:srgbClr val="B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47D1"/>
          </a:solidFill>
          <a:ln w="12700">
            <a:solidFill>
              <a:srgbClr val="9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6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يَنُّ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35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يَهُّ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12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يَوُّ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أَيُّبَ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ED5E"/>
          </a:solidFill>
          <a:ln w="12700">
            <a:solidFill>
              <a:srgbClr val="D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بَيُّتَ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تَيُّثَ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164"/>
          </a:solidFill>
          <a:ln w="12700">
            <a:solidFill>
              <a:srgbClr val="D8A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ثَيُّجَ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جَيُّحَ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حَيُّخَ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خَيُّدَ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5"/>
          </a:solidFill>
          <a:ln w="12700">
            <a:solidFill>
              <a:srgbClr val="5EED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دَيُّذَ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B52"/>
          </a:solidFill>
          <a:ln w="12700">
            <a:solidFill>
              <a:srgbClr val="E05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D"/>
          </a:solidFill>
          <a:ln w="12700">
            <a:solidFill>
              <a:srgbClr val="70DB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ذَيُّرَ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4"/>
          </a:solidFill>
          <a:ln w="12700">
            <a:solidFill>
              <a:srgbClr val="64D8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6"/>
          </a:solidFill>
          <a:ln w="12700">
            <a:solidFill>
              <a:srgbClr val="47D1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رَيُّزَ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زَيُّسَ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31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سَيُّشَ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6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شَيُّصَ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5EED"/>
          </a:solidFill>
          <a:ln w="12700">
            <a:solidFill>
              <a:srgbClr val="C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93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صَيُّضَ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CE052"/>
          </a:solidFill>
          <a:ln w="12700">
            <a:solidFill>
              <a:srgbClr val="6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70DB"/>
          </a:solidFill>
          <a:ln w="12700">
            <a:solidFill>
              <a:srgbClr val="9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ضَيُّطَ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64D8"/>
          </a:solidFill>
          <a:ln w="12700">
            <a:solidFill>
              <a:srgbClr val="6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BD1"/>
          </a:solidFill>
          <a:ln w="12700">
            <a:solidFill>
              <a:srgbClr val="475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طَيُّظَ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ظَيُّعَ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عَيُّغَ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غَيُّفَ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43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فَيُّقَ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0E0"/>
          </a:solidFill>
          <a:ln w="12700">
            <a:solidFill>
              <a:srgbClr val="529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قَيُّكَ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E"/>
          </a:solidFill>
          <a:ln w="12700">
            <a:solidFill>
              <a:srgbClr val="D864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D"/>
          </a:solidFill>
          <a:ln w="12700">
            <a:solidFill>
              <a:srgbClr val="D1477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33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11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كَيُّلَ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64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لَيُّمَ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33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مَيُّنَ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30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16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نَيُّهَ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A"/>
          </a:solidFill>
          <a:ln w="12700">
            <a:solidFill>
              <a:srgbClr val="5EED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66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70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هَيُّوَ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3"/>
          </a:solidFill>
          <a:ln w="12700">
            <a:solidFill>
              <a:srgbClr val="E052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5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00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وَيُّأَ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D864"/>
          </a:solidFill>
          <a:ln w="12700">
            <a:solidFill>
              <a:srgbClr val="9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أَيُّ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ثَيُّ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7ED"/>
          </a:solidFill>
          <a:ln w="12700">
            <a:solidFill>
              <a:srgbClr val="5E6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E052"/>
          </a:solidFill>
          <a:ln w="12700">
            <a:solidFill>
              <a:srgbClr val="D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EDB"/>
          </a:solidFill>
          <a:ln w="12700">
            <a:solidFill>
              <a:srgbClr val="709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4785"/>
          </a:solidFill>
          <a:ln w="12700">
            <a:solidFill>
              <a:srgbClr val="7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8D8"/>
          </a:solidFill>
          <a:ln w="12700">
            <a:solidFill>
              <a:srgbClr val="64B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2D1"/>
          </a:solidFill>
          <a:ln w="12700">
            <a:solidFill>
              <a:srgbClr val="47C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A"/>
          </a:solidFill>
          <a:ln w="12700">
            <a:solidFill>
              <a:srgbClr val="ED5E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زَيُّ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7"/>
          </a:solidFill>
          <a:ln w="12700">
            <a:solidFill>
              <a:srgbClr val="52E0C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9"/>
          </a:solidFill>
          <a:ln w="12700">
            <a:solidFill>
              <a:srgbClr val="DB70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5"/>
          </a:solidFill>
          <a:ln w="12700">
            <a:solidFill>
              <a:srgbClr val="D864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47D1"/>
          </a:solidFill>
          <a:ln w="12700">
            <a:solidFill>
              <a:srgbClr val="B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ED5E"/>
          </a:solidFill>
          <a:ln w="12700">
            <a:solidFill>
              <a:srgbClr val="A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52E0"/>
          </a:solidFill>
          <a:ln w="12700">
            <a:solidFill>
              <a:srgbClr val="A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E64"/>
          </a:solidFill>
          <a:ln w="12700">
            <a:solidFill>
              <a:srgbClr val="D8B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C47"/>
          </a:solidFill>
          <a:ln w="12700">
            <a:solidFill>
              <a:srgbClr val="D19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C3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فَيُّ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قَيُّ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1ED"/>
          </a:solidFill>
          <a:ln w="12700">
            <a:solidFill>
              <a:srgbClr val="5ED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8"/>
          </a:solidFill>
          <a:ln w="12700">
            <a:solidFill>
              <a:srgbClr val="70DB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1"/>
          </a:solidFill>
          <a:ln w="12700">
            <a:solidFill>
              <a:srgbClr val="64D8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9"/>
          </a:solidFill>
          <a:ln w="12700">
            <a:solidFill>
              <a:srgbClr val="47D1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5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84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2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F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F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22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F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C"/>
          </a:solidFill>
          <a:ln w="12700">
            <a:solidFill>
              <a:srgbClr val="52E0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70DB"/>
          </a:solidFill>
          <a:ln w="12700">
            <a:solidFill>
              <a:srgbClr val="A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D"/>
          </a:solidFill>
          <a:ln w="12700">
            <a:solidFill>
              <a:srgbClr val="85474D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F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F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9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F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03-noon-ya</dc:title>
  <dc:subject>PptxGenJS Presentation</dc:subject>
  <dc:creator>PptxGenJS</dc:creator>
  <cp:lastModifiedBy>PptxGenJS</cp:lastModifiedBy>
  <cp:revision>1</cp:revision>
  <dcterms:created xsi:type="dcterms:W3CDTF">2026-10-21T19:04:20Z</dcterms:created>
  <dcterms:modified xsi:type="dcterms:W3CDTF">2026-10-21T19:04:20Z</dcterms:modified>
</cp:coreProperties>
</file>