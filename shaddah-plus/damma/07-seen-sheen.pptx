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19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7"/>
          </a:solidFill>
          <a:ln w="12700">
            <a:solidFill>
              <a:srgbClr val="642B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834"/>
          </a:solidFill>
          <a:ln w="12700">
            <a:solidFill>
              <a:srgbClr val="794834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4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17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8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0ED"/>
          </a:solidFill>
          <a:ln w="12700">
            <a:solidFill>
              <a:srgbClr val="5EA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974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سَأُّ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152"/>
          </a:solidFill>
          <a:ln w="12700">
            <a:solidFill>
              <a:srgbClr val="E0B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9DB"/>
          </a:solidFill>
          <a:ln w="12700">
            <a:solidFill>
              <a:srgbClr val="70C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4785"/>
          </a:solidFill>
          <a:ln w="12700">
            <a:solidFill>
              <a:srgbClr val="6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A"/>
          </a:solidFill>
          <a:ln w="12700">
            <a:solidFill>
              <a:srgbClr val="64D8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9"/>
          </a:solidFill>
          <a:ln w="12700">
            <a:solidFill>
              <a:srgbClr val="47D1A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سَتُّ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سَثُّ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642B"/>
          </a:solidFill>
          <a:ln w="12700">
            <a:solidFill>
              <a:srgbClr val="4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7"/>
          </a:solidFill>
          <a:ln w="12700">
            <a:solidFill>
              <a:srgbClr val="3479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3"/>
          </a:solidFill>
          <a:ln w="12700">
            <a:solidFill>
              <a:srgbClr val="ED5EC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D"/>
          </a:solidFill>
          <a:ln w="12700">
            <a:solidFill>
              <a:srgbClr val="52E08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370DB"/>
          </a:solidFill>
          <a:ln w="12700">
            <a:solidFill>
              <a:srgbClr val="D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747"/>
          </a:solidFill>
          <a:ln w="12700">
            <a:solidFill>
              <a:srgbClr val="855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D64D8"/>
          </a:solidFill>
          <a:ln w="12700">
            <a:solidFill>
              <a:srgbClr val="A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747D1"/>
          </a:solidFill>
          <a:ln w="12700">
            <a:solidFill>
              <a:srgbClr val="8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سَذُّ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سَرُّ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364"/>
          </a:solidFill>
          <a:ln w="12700">
            <a:solidFill>
              <a:srgbClr val="2B5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279"/>
          </a:solidFill>
          <a:ln w="12700">
            <a:solidFill>
              <a:srgbClr val="344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أَسُّبَ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7ED5E"/>
          </a:solidFill>
          <a:ln w="12700">
            <a:solidFill>
              <a:srgbClr val="E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04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بَسُّتَ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A52E0"/>
          </a:solidFill>
          <a:ln w="12700">
            <a:solidFill>
              <a:srgbClr val="6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870"/>
          </a:solidFill>
          <a:ln w="12700">
            <a:solidFill>
              <a:srgbClr val="DBB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8"/>
          </a:solidFill>
          <a:ln w="12700">
            <a:solidFill>
              <a:srgbClr val="47854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66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تَسُّثَ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064"/>
          </a:solidFill>
          <a:ln w="12700">
            <a:solidFill>
              <a:srgbClr val="D89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447"/>
          </a:solidFill>
          <a:ln w="12700">
            <a:solidFill>
              <a:srgbClr val="D16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082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ثَسُّجَ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082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جَسُّحَ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1"/>
          </a:solidFill>
          <a:ln w="12700">
            <a:solidFill>
              <a:srgbClr val="642B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4"/>
          </a:solidFill>
          <a:ln w="12700">
            <a:solidFill>
              <a:srgbClr val="7934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082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حَسُّخَ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61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خَسُّدَ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0"/>
          </a:solidFill>
          <a:ln w="12700">
            <a:solidFill>
              <a:srgbClr val="5EEDD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876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دَسُّذَ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D"/>
          </a:solidFill>
          <a:ln w="12700">
            <a:solidFill>
              <a:srgbClr val="E0525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D"/>
          </a:solidFill>
          <a:ln w="12700">
            <a:solidFill>
              <a:srgbClr val="70DB9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785"/>
          </a:solidFill>
          <a:ln w="12700">
            <a:solidFill>
              <a:srgbClr val="475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681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ذَسُّرَ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3"/>
          </a:solidFill>
          <a:ln w="12700">
            <a:solidFill>
              <a:srgbClr val="64D87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DD147"/>
          </a:solidFill>
          <a:ln w="12700">
            <a:solidFill>
              <a:srgbClr val="4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81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رَسُّزَ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زَسُّأَ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82B"/>
          </a:solidFill>
          <a:ln w="12700">
            <a:solidFill>
              <a:srgbClr val="645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7934"/>
          </a:solidFill>
          <a:ln w="12700">
            <a:solidFill>
              <a:srgbClr val="6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أَسُّ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C5EED"/>
          </a:solidFill>
          <a:ln w="12700">
            <a:solidFill>
              <a:srgbClr val="A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تَسُّ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1E052"/>
          </a:solidFill>
          <a:ln w="12700">
            <a:solidFill>
              <a:srgbClr val="8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270DB"/>
          </a:solidFill>
          <a:ln w="12700">
            <a:solidFill>
              <a:srgbClr val="8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6"/>
          </a:solidFill>
          <a:ln w="12700">
            <a:solidFill>
              <a:srgbClr val="8547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ثَسُّ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2D8"/>
          </a:solidFill>
          <a:ln w="12700">
            <a:solidFill>
              <a:srgbClr val="647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FD1"/>
          </a:solidFill>
          <a:ln w="12700">
            <a:solidFill>
              <a:srgbClr val="476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جَسُّ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حَسُّ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A"/>
          </a:solidFill>
          <a:ln w="12700">
            <a:solidFill>
              <a:srgbClr val="2B64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679"/>
          </a:solidFill>
          <a:ln w="12700">
            <a:solidFill>
              <a:srgbClr val="347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خَسُّ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دَسُّ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95E"/>
          </a:solidFill>
          <a:ln w="12700">
            <a:solidFill>
              <a:srgbClr val="ED8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ذَسُّ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4E0"/>
          </a:solidFill>
          <a:ln w="12700">
            <a:solidFill>
              <a:srgbClr val="52A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9"/>
          </a:solidFill>
          <a:ln w="12700">
            <a:solidFill>
              <a:srgbClr val="DB707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8547"/>
          </a:solidFill>
          <a:ln w="12700">
            <a:solidFill>
              <a:srgbClr val="7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F"/>
          </a:solidFill>
          <a:ln w="12700">
            <a:solidFill>
              <a:srgbClr val="D864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1"/>
          </a:solidFill>
          <a:ln w="12700">
            <a:solidFill>
              <a:srgbClr val="D1479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زَسُّ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974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شَأُّ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2B64"/>
          </a:solidFill>
          <a:ln w="12700">
            <a:solidFill>
              <a:srgbClr val="3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3479"/>
          </a:solidFill>
          <a:ln w="12700">
            <a:solidFill>
              <a:srgbClr val="6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شَبُّ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شَتُّ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5"/>
          </a:solidFill>
          <a:ln w="12700">
            <a:solidFill>
              <a:srgbClr val="5EED6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شَثُّ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8"/>
          </a:solidFill>
          <a:ln w="12700">
            <a:solidFill>
              <a:srgbClr val="E052C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3DB70"/>
          </a:solidFill>
          <a:ln w="12700">
            <a:solidFill>
              <a:srgbClr val="9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485"/>
          </a:solidFill>
          <a:ln w="12700">
            <a:solidFill>
              <a:srgbClr val="478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شَجُّ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CD864"/>
          </a:solidFill>
          <a:ln w="12700">
            <a:solidFill>
              <a:srgbClr val="A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4D147"/>
          </a:solidFill>
          <a:ln w="12700">
            <a:solidFill>
              <a:srgbClr val="B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شَحُّ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شَخُّ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E2B"/>
          </a:solidFill>
          <a:ln w="12700">
            <a:solidFill>
              <a:srgbClr val="642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A34"/>
          </a:solidFill>
          <a:ln w="12700">
            <a:solidFill>
              <a:srgbClr val="795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5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5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شَدُّ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76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76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شَذُّ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BED"/>
          </a:solidFill>
          <a:ln w="12700">
            <a:solidFill>
              <a:srgbClr val="5E7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97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97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شَرُّ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552"/>
          </a:solidFill>
          <a:ln w="12700">
            <a:solidFill>
              <a:srgbClr val="E0D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EDB"/>
          </a:solidFill>
          <a:ln w="12700">
            <a:solidFill>
              <a:srgbClr val="70A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4785"/>
          </a:solidFill>
          <a:ln w="12700">
            <a:solidFill>
              <a:srgbClr val="7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10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10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شَزُّ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9D8"/>
          </a:solidFill>
          <a:ln w="12700">
            <a:solidFill>
              <a:srgbClr val="64C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C"/>
          </a:solidFill>
          <a:ln w="12700">
            <a:solidFill>
              <a:srgbClr val="47D1C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شَسُّ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7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7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7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28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أَشُّبَ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7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7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7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604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بَشُّتَ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48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تَشُّثَ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F"/>
          </a:solidFill>
          <a:ln w="12700">
            <a:solidFill>
              <a:srgbClr val="ED5E9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7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7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7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764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ثَشُّجَ</a:t>
            </a:r>
            <a:endParaRPr lang="ar-SA" sz="5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2"/>
          </a:solidFill>
          <a:ln w="12700">
            <a:solidFill>
              <a:srgbClr val="52E0B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9"/>
          </a:solidFill>
          <a:ln w="12700">
            <a:solidFill>
              <a:srgbClr val="DB70C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7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7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7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764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جَشُّحَ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B64D8"/>
          </a:solidFill>
          <a:ln w="12700">
            <a:solidFill>
              <a:srgbClr val="C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A47D1"/>
          </a:solidFill>
          <a:ln w="12700">
            <a:solidFill>
              <a:srgbClr val="A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64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حَشُّخَ</a:t>
            </a:r>
            <a:endParaRPr lang="ar-SA" sz="5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7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7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7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15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خَشُّدَ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3479"/>
          </a:solidFill>
          <a:ln w="12700">
            <a:solidFill>
              <a:srgbClr val="3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7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7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7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15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دَشُّذَ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53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ذَشُّرَ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2ED5E"/>
          </a:solidFill>
          <a:ln w="12700">
            <a:solidFill>
              <a:srgbClr val="C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7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7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7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53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رَشُّزَ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E52E0"/>
          </a:solidFill>
          <a:ln w="12700">
            <a:solidFill>
              <a:srgbClr val="8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370"/>
          </a:solidFill>
          <a:ln w="12700">
            <a:solidFill>
              <a:srgbClr val="DBD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7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7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7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268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زَشُّسَ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E64"/>
          </a:solidFill>
          <a:ln w="12700">
            <a:solidFill>
              <a:srgbClr val="D8A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847"/>
          </a:solidFill>
          <a:ln w="12700">
            <a:solidFill>
              <a:srgbClr val="D18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15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سَشُّأَ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بَشُّ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تَشُّ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6ED"/>
          </a:solidFill>
          <a:ln w="12700">
            <a:solidFill>
              <a:srgbClr val="5EE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ثَشُّ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B52"/>
          </a:solidFill>
          <a:ln w="12700">
            <a:solidFill>
              <a:srgbClr val="E06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9"/>
          </a:solidFill>
          <a:ln w="12700">
            <a:solidFill>
              <a:srgbClr val="70DBB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جَشُّ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1"/>
          </a:solidFill>
          <a:ln w="12700">
            <a:solidFill>
              <a:srgbClr val="64D89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5"/>
          </a:solidFill>
          <a:ln w="12700">
            <a:solidFill>
              <a:srgbClr val="47D16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خَشُّ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642B"/>
          </a:solidFill>
          <a:ln w="12700">
            <a:solidFill>
              <a:srgbClr val="6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7934"/>
          </a:solidFill>
          <a:ln w="12700">
            <a:solidFill>
              <a:srgbClr val="5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15EED"/>
          </a:solidFill>
          <a:ln w="12700">
            <a:solidFill>
              <a:srgbClr val="D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رَشُّ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CE052"/>
          </a:solidFill>
          <a:ln w="12700">
            <a:solidFill>
              <a:srgbClr val="5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70DB"/>
          </a:solidFill>
          <a:ln w="12700">
            <a:solidFill>
              <a:srgbClr val="9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464D8"/>
          </a:solidFill>
          <a:ln w="12700">
            <a:solidFill>
              <a:srgbClr val="7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CD1"/>
          </a:solidFill>
          <a:ln w="12700">
            <a:solidFill>
              <a:srgbClr val="474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سَشُّ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B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B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5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B36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D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D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6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D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6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4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6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07-seen-sheen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