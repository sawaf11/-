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notesMasterIdLst>
    <p:notesMasterId r:id="rId7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600" dirty="0"/>
          </a:p>
        </p:txBody>
      </p:sp>
      <p:sp>
        <p:nvSpPr>
          <p:cNvPr id="19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8 R result"/>
          <p:cNvSpPr txBox="1"/>
          <p:nvPr/>
        </p:nvSpPr>
        <p:spPr>
          <a:xfrm>
            <a:off x="685800" y="16404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7"/>
          </a:solidFill>
          <a:ln w="12700">
            <a:solidFill>
              <a:srgbClr val="642B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834"/>
          </a:solidFill>
          <a:ln w="12700">
            <a:solidFill>
              <a:srgbClr val="794834"/>
            </a:solidFill>
            <a:prstDash val="solid"/>
          </a:ln>
        </p:spPr>
      </p:sp>
      <p:sp>
        <p:nvSpPr>
          <p:cNvPr id="12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12064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700" dirty="0"/>
          </a:p>
        </p:txBody>
      </p:sp>
      <p:sp>
        <p:nvSpPr>
          <p:cNvPr id="14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C3 W2 word"/>
          <p:cNvSpPr txBox="1"/>
          <p:nvPr/>
        </p:nvSpPr>
        <p:spPr>
          <a:xfrm>
            <a:off x="91440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8700" dirty="0"/>
          </a:p>
        </p:txBody>
      </p:sp>
      <p:sp>
        <p:nvSpPr>
          <p:cNvPr id="17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8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6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0ED"/>
          </a:solidFill>
          <a:ln w="12700">
            <a:solidFill>
              <a:srgbClr val="5EA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974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سَأُّ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152"/>
          </a:solidFill>
          <a:ln w="12700">
            <a:solidFill>
              <a:srgbClr val="E0B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9DB"/>
          </a:solidFill>
          <a:ln w="12700">
            <a:solidFill>
              <a:srgbClr val="70C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4785"/>
          </a:solidFill>
          <a:ln w="12700">
            <a:solidFill>
              <a:srgbClr val="6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سَبُّ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A"/>
          </a:solidFill>
          <a:ln w="12700">
            <a:solidFill>
              <a:srgbClr val="64D8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9"/>
          </a:solidFill>
          <a:ln w="12700">
            <a:solidFill>
              <a:srgbClr val="47D1A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60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60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2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سَتُّ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72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سَثُّ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642B"/>
          </a:solidFill>
          <a:ln w="12700">
            <a:solidFill>
              <a:srgbClr val="4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7"/>
          </a:solidFill>
          <a:ln w="12700">
            <a:solidFill>
              <a:srgbClr val="3479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سَجُّ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سَحُّ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3"/>
          </a:solidFill>
          <a:ln w="12700">
            <a:solidFill>
              <a:srgbClr val="ED5EC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04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04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سَخُّ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D"/>
          </a:solidFill>
          <a:ln w="12700">
            <a:solidFill>
              <a:srgbClr val="52E08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370DB"/>
          </a:solidFill>
          <a:ln w="12700">
            <a:solidFill>
              <a:srgbClr val="D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747"/>
          </a:solidFill>
          <a:ln w="12700">
            <a:solidFill>
              <a:srgbClr val="855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سَدُّ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D64D8"/>
          </a:solidFill>
          <a:ln w="12700">
            <a:solidFill>
              <a:srgbClr val="A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747D1"/>
          </a:solidFill>
          <a:ln w="12700">
            <a:solidFill>
              <a:srgbClr val="8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5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سَذُّ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سَرُّ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364"/>
          </a:solidFill>
          <a:ln w="12700">
            <a:solidFill>
              <a:srgbClr val="2B5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279"/>
          </a:solidFill>
          <a:ln w="12700">
            <a:solidFill>
              <a:srgbClr val="344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سَزُّ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أَسُّبَ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7ED5E"/>
          </a:solidFill>
          <a:ln w="12700">
            <a:solidFill>
              <a:srgbClr val="E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904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بَسُّتَ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A52E0"/>
          </a:solidFill>
          <a:ln w="12700">
            <a:solidFill>
              <a:srgbClr val="6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870"/>
          </a:solidFill>
          <a:ln w="12700">
            <a:solidFill>
              <a:srgbClr val="DBB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8"/>
          </a:solidFill>
          <a:ln w="12700">
            <a:solidFill>
              <a:srgbClr val="47854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5664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تَسُّثَ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064"/>
          </a:solidFill>
          <a:ln w="12700">
            <a:solidFill>
              <a:srgbClr val="D89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447"/>
          </a:solidFill>
          <a:ln w="12700">
            <a:solidFill>
              <a:srgbClr val="D16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082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ثَسُّجَ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082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جَسُّحَ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1"/>
          </a:solidFill>
          <a:ln w="12700">
            <a:solidFill>
              <a:srgbClr val="642B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4"/>
          </a:solidFill>
          <a:ln w="12700">
            <a:solidFill>
              <a:srgbClr val="7934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082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حَسُّخَ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761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خَسُّدَ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0"/>
          </a:solidFill>
          <a:ln w="12700">
            <a:solidFill>
              <a:srgbClr val="5EEDD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876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دَسُّذَ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D"/>
          </a:solidFill>
          <a:ln w="12700">
            <a:solidFill>
              <a:srgbClr val="E0525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D"/>
          </a:solidFill>
          <a:ln w="12700">
            <a:solidFill>
              <a:srgbClr val="70DB9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681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ذَسُّرَ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3"/>
          </a:solidFill>
          <a:ln w="12700">
            <a:solidFill>
              <a:srgbClr val="64D87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D147"/>
          </a:solidFill>
          <a:ln w="12700">
            <a:solidFill>
              <a:srgbClr val="4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681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رَسُّزَ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115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30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زَسُّأَ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82B"/>
          </a:solidFill>
          <a:ln w="12700">
            <a:solidFill>
              <a:srgbClr val="645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7934"/>
          </a:solidFill>
          <a:ln w="12700">
            <a:solidFill>
              <a:srgbClr val="6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أَسُّ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2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2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بَسُّ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5EED"/>
          </a:solidFill>
          <a:ln w="12700">
            <a:solidFill>
              <a:srgbClr val="A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6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6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تَسُّ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1E052"/>
          </a:solidFill>
          <a:ln w="12700">
            <a:solidFill>
              <a:srgbClr val="8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70DB"/>
          </a:solidFill>
          <a:ln w="12700">
            <a:solidFill>
              <a:srgbClr val="8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6"/>
          </a:solidFill>
          <a:ln w="12700">
            <a:solidFill>
              <a:srgbClr val="8547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ثَسُّ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2D8"/>
          </a:solidFill>
          <a:ln w="12700">
            <a:solidFill>
              <a:srgbClr val="647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FD1"/>
          </a:solidFill>
          <a:ln w="12700">
            <a:solidFill>
              <a:srgbClr val="476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جَسُّ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حَسُّ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A"/>
          </a:solidFill>
          <a:ln w="12700">
            <a:solidFill>
              <a:srgbClr val="2B64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679"/>
          </a:solidFill>
          <a:ln w="12700">
            <a:solidFill>
              <a:srgbClr val="347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خَسُّ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دَسُّ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95E"/>
          </a:solidFill>
          <a:ln w="12700">
            <a:solidFill>
              <a:srgbClr val="ED8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ذَسُّ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4E0"/>
          </a:solidFill>
          <a:ln w="12700">
            <a:solidFill>
              <a:srgbClr val="52A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9"/>
          </a:solidFill>
          <a:ln w="12700">
            <a:solidFill>
              <a:srgbClr val="DB707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8547"/>
          </a:solidFill>
          <a:ln w="12700">
            <a:solidFill>
              <a:srgbClr val="7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رَسُّ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F"/>
          </a:solidFill>
          <a:ln w="12700">
            <a:solidFill>
              <a:srgbClr val="D864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1"/>
          </a:solidFill>
          <a:ln w="12700">
            <a:solidFill>
              <a:srgbClr val="D1479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0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زَسُّ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974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شَأُّ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2B64"/>
          </a:solidFill>
          <a:ln w="12700">
            <a:solidFill>
              <a:srgbClr val="3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3479"/>
          </a:solidFill>
          <a:ln w="12700">
            <a:solidFill>
              <a:srgbClr val="6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شَبُّ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2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شَتُّ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5"/>
          </a:solidFill>
          <a:ln w="12700">
            <a:solidFill>
              <a:srgbClr val="5EED6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72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شَثُّ</a:t>
            </a:r>
            <a:endParaRPr lang="ar-SA" sz="7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8"/>
          </a:solidFill>
          <a:ln w="12700">
            <a:solidFill>
              <a:srgbClr val="E052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3DB70"/>
          </a:solidFill>
          <a:ln w="12700">
            <a:solidFill>
              <a:srgbClr val="9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485"/>
          </a:solidFill>
          <a:ln w="12700">
            <a:solidFill>
              <a:srgbClr val="478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شَجُّ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D864"/>
          </a:solidFill>
          <a:ln w="12700">
            <a:solidFill>
              <a:srgbClr val="A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4D147"/>
          </a:solidFill>
          <a:ln w="12700">
            <a:solidFill>
              <a:srgbClr val="B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شَحُّ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8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شَخُّ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E2B"/>
          </a:solidFill>
          <a:ln w="12700">
            <a:solidFill>
              <a:srgbClr val="642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A34"/>
          </a:solidFill>
          <a:ln w="12700">
            <a:solidFill>
              <a:srgbClr val="795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25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25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شَدُّ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3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3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76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76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5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شَذُّ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BED"/>
          </a:solidFill>
          <a:ln w="12700">
            <a:solidFill>
              <a:srgbClr val="5E7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7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7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97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97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شَرُّ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552"/>
          </a:solidFill>
          <a:ln w="12700">
            <a:solidFill>
              <a:srgbClr val="E0D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EDB"/>
          </a:solidFill>
          <a:ln w="12700">
            <a:solidFill>
              <a:srgbClr val="70A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4785"/>
          </a:solidFill>
          <a:ln w="12700">
            <a:solidFill>
              <a:srgbClr val="7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4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84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10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10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شَزُّ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9D8"/>
          </a:solidFill>
          <a:ln w="12700">
            <a:solidFill>
              <a:srgbClr val="64C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C"/>
          </a:solidFill>
          <a:ln w="12700">
            <a:solidFill>
              <a:srgbClr val="47D1C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0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00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شَسُّ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338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7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338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27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05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7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05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7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528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أَشُّبَ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5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7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05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27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4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7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64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7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604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بَشُّتَ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4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7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4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27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2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7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2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7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48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تَشُّثَ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F"/>
          </a:solidFill>
          <a:ln w="12700">
            <a:solidFill>
              <a:srgbClr val="ED5E9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2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7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2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27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7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7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764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ثَشُّجَ</a:t>
            </a:r>
            <a:endParaRPr lang="ar-SA" sz="5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2"/>
          </a:solidFill>
          <a:ln w="12700">
            <a:solidFill>
              <a:srgbClr val="52E0B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9"/>
          </a:solidFill>
          <a:ln w="12700">
            <a:solidFill>
              <a:srgbClr val="DB70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7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27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7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7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764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جَشُّحَ</a:t>
            </a:r>
            <a:endParaRPr lang="ar-SA" sz="5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B64D8"/>
          </a:solidFill>
          <a:ln w="12700">
            <a:solidFill>
              <a:srgbClr val="C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47D1"/>
          </a:solidFill>
          <a:ln w="12700">
            <a:solidFill>
              <a:srgbClr val="A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7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27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20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7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20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7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764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حَشُّخَ</a:t>
            </a:r>
            <a:endParaRPr lang="ar-SA" sz="5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0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7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20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27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8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7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8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7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515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خَشُّدَ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3479"/>
          </a:solidFill>
          <a:ln w="12700">
            <a:solidFill>
              <a:srgbClr val="3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7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27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929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7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929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7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515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دَشُّذَ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29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7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29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27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007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7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007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7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53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ذَشُّرَ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2ED5E"/>
          </a:solidFill>
          <a:ln w="12700">
            <a:solidFill>
              <a:srgbClr val="C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07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7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007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27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35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7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35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7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353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رَشُّزَ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E52E0"/>
          </a:solidFill>
          <a:ln w="12700">
            <a:solidFill>
              <a:srgbClr val="8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370"/>
          </a:solidFill>
          <a:ln w="12700">
            <a:solidFill>
              <a:srgbClr val="DBD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5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7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5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27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97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7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97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7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268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زَشُّسَ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E64"/>
          </a:solidFill>
          <a:ln w="12700">
            <a:solidFill>
              <a:srgbClr val="D8A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847"/>
          </a:solidFill>
          <a:ln w="12700">
            <a:solidFill>
              <a:srgbClr val="D18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7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7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7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8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27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338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7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338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7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15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سَشُّأَ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858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858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أَشُّ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81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381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بَشُّ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5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5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تَشُّ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6ED"/>
          </a:solidFill>
          <a:ln w="12700">
            <a:solidFill>
              <a:srgbClr val="5EE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27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27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ثَشُّ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B52"/>
          </a:solidFill>
          <a:ln w="12700">
            <a:solidFill>
              <a:srgbClr val="E06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9"/>
          </a:solidFill>
          <a:ln w="12700">
            <a:solidFill>
              <a:srgbClr val="70DB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6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6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جَشُّ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1"/>
          </a:solidFill>
          <a:ln w="12700">
            <a:solidFill>
              <a:srgbClr val="64D89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5"/>
          </a:solidFill>
          <a:ln w="12700">
            <a:solidFill>
              <a:srgbClr val="47D16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6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6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حَشُّ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6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56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خَشُّ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7934"/>
          </a:solidFill>
          <a:ln w="12700">
            <a:solidFill>
              <a:srgbClr val="5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9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دَشُّ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8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ذَشُّ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15EED"/>
          </a:solidFill>
          <a:ln w="12700">
            <a:solidFill>
              <a:srgbClr val="D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3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1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33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رَشُّ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CE052"/>
          </a:solidFill>
          <a:ln w="12700">
            <a:solidFill>
              <a:srgbClr val="5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70DB"/>
          </a:solidFill>
          <a:ln w="12700">
            <a:solidFill>
              <a:srgbClr val="9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2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1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2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زَشُّ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464D8"/>
          </a:solidFill>
          <a:ln w="12700">
            <a:solidFill>
              <a:srgbClr val="7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CD1"/>
          </a:solidFill>
          <a:ln w="12700">
            <a:solidFill>
              <a:srgbClr val="474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9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9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سَشُّ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6718689" y="896112"/>
            <a:ext cx="16524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B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6718689" y="896112"/>
            <a:ext cx="16524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</a:t>
            </a:r>
            <a:endParaRPr lang="ar-SA" sz="4000" dirty="0"/>
          </a:p>
        </p:txBody>
      </p:sp>
      <p:sp>
        <p:nvSpPr>
          <p:cNvPr id="13" name="C2 W2 pill"/>
          <p:cNvSpPr/>
          <p:nvPr/>
        </p:nvSpPr>
        <p:spPr>
          <a:xfrm>
            <a:off x="4637385" y="896112"/>
            <a:ext cx="17612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B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4637385" y="896112"/>
            <a:ext cx="17612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يُحِبُّ</a:t>
            </a:r>
            <a:endParaRPr lang="ar-SA" sz="4000" dirty="0"/>
          </a:p>
        </p:txBody>
      </p:sp>
      <p:sp>
        <p:nvSpPr>
          <p:cNvPr id="15" name="C3 W3 pill"/>
          <p:cNvSpPr/>
          <p:nvPr/>
        </p:nvSpPr>
        <p:spPr>
          <a:xfrm>
            <a:off x="772850" y="896112"/>
            <a:ext cx="35444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B36E2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772850" y="896112"/>
            <a:ext cx="35444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ٱلۡمُحۡسِنِينَ</a:t>
            </a:r>
            <a:endParaRPr lang="ar-SA" sz="4000" dirty="0"/>
          </a:p>
        </p:txBody>
      </p:sp>
      <p:sp>
        <p:nvSpPr>
          <p:cNvPr id="17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S panel"/>
          <p:cNvSpPr/>
          <p:nvPr/>
        </p:nvSpPr>
        <p:spPr>
          <a:xfrm>
            <a:off x="1608372" y="2834640"/>
            <a:ext cx="592725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4 S sentence"/>
          <p:cNvSpPr txBox="1"/>
          <p:nvPr/>
        </p:nvSpPr>
        <p:spPr>
          <a:xfrm>
            <a:off x="1608372" y="2834640"/>
            <a:ext cx="592725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 يُحِبُّ ٱلۡمُحۡسِنِينَ</a:t>
            </a:r>
            <a:endParaRPr lang="ar-SA" sz="4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497043" y="896112"/>
            <a:ext cx="19182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D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497043" y="896112"/>
            <a:ext cx="19182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3725222" y="896112"/>
            <a:ext cx="14517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D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725222" y="896112"/>
            <a:ext cx="14517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4600" dirty="0"/>
          </a:p>
        </p:txBody>
      </p:sp>
      <p:sp>
        <p:nvSpPr>
          <p:cNvPr id="16" name="C3 W3 pill"/>
          <p:cNvSpPr/>
          <p:nvPr/>
        </p:nvSpPr>
        <p:spPr>
          <a:xfrm>
            <a:off x="1728720" y="896112"/>
            <a:ext cx="16764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D36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1728720" y="896112"/>
            <a:ext cx="16764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رَّبِّكَ</a:t>
            </a:r>
            <a:endParaRPr lang="ar-SA" sz="46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2516104" y="2834640"/>
            <a:ext cx="411179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2516104" y="2834640"/>
            <a:ext cx="411179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 مِن رَّبِّكَ</a:t>
            </a:r>
            <a:endParaRPr lang="ar-SA" sz="4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232080" y="896112"/>
            <a:ext cx="16327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232080" y="896112"/>
            <a:ext cx="16327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3935809" y="896112"/>
            <a:ext cx="19762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6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935809" y="896112"/>
            <a:ext cx="19762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ٱلۡعَلِيُّ</a:t>
            </a:r>
            <a:endParaRPr lang="ar-SA" sz="4500" dirty="0"/>
          </a:p>
        </p:txBody>
      </p:sp>
      <p:sp>
        <p:nvSpPr>
          <p:cNvPr id="14" name="C3 W3 pill"/>
          <p:cNvSpPr/>
          <p:nvPr/>
        </p:nvSpPr>
        <p:spPr>
          <a:xfrm>
            <a:off x="1279186" y="896112"/>
            <a:ext cx="23365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6E2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279186" y="896112"/>
            <a:ext cx="23365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ٱلۡعَظِيمُ</a:t>
            </a:r>
            <a:endParaRPr lang="ar-SA" sz="45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143502" y="2834640"/>
            <a:ext cx="48569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143502" y="2834640"/>
            <a:ext cx="48569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 ٱلۡعَلِيُّ ٱلۡعَظِيمُ</a:t>
            </a:r>
            <a:endParaRPr lang="ar-SA" sz="4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damma 07-seen-sheen</dc:title>
  <dc:subject>PptxGenJS Presentation</dc:subject>
  <dc:creator>PptxGenJS</dc:creator>
  <cp:lastModifiedBy>PptxGenJS</cp:lastModifiedBy>
  <cp:revision>1</cp:revision>
  <dcterms:created xsi:type="dcterms:W3CDTF">2026-10-21T19:04:21Z</dcterms:created>
  <dcterms:modified xsi:type="dcterms:W3CDTF">2026-10-21T19:04:21Z</dcterms:modified>
</cp:coreProperties>
</file>