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8E052"/>
          </a:solidFill>
          <a:ln w="12700">
            <a:solidFill>
              <a:srgbClr val="7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70DB"/>
          </a:solidFill>
          <a:ln w="12700">
            <a:solidFill>
              <a:srgbClr val="8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2"/>
          </a:solidFill>
          <a:ln w="12700">
            <a:solidFill>
              <a:srgbClr val="8547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BD8"/>
          </a:solidFill>
          <a:ln w="12700">
            <a:solidFill>
              <a:srgbClr val="646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6D1"/>
          </a:solidFill>
          <a:ln w="12700">
            <a:solidFill>
              <a:srgbClr val="476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E"/>
          </a:solidFill>
          <a:ln w="12700">
            <a:solidFill>
              <a:srgbClr val="2B64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279"/>
          </a:solidFill>
          <a:ln w="12700">
            <a:solidFill>
              <a:srgbClr val="347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904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دَأُّ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25E"/>
          </a:solidFill>
          <a:ln w="12700">
            <a:solidFill>
              <a:srgbClr val="ED9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BE0"/>
          </a:solidFill>
          <a:ln w="12700">
            <a:solidFill>
              <a:srgbClr val="529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2"/>
          </a:solidFill>
          <a:ln w="12700">
            <a:solidFill>
              <a:srgbClr val="DB70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8"/>
          </a:solidFill>
          <a:ln w="12700">
            <a:solidFill>
              <a:srgbClr val="D864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9"/>
          </a:solidFill>
          <a:ln w="12700">
            <a:solidFill>
              <a:srgbClr val="D147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3479"/>
          </a:solidFill>
          <a:ln w="12700">
            <a:solidFill>
              <a:srgbClr val="7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أَدُّبَ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E"/>
          </a:solidFill>
          <a:ln w="12700">
            <a:solidFill>
              <a:srgbClr val="5EED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25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بَدُّتَ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F"/>
          </a:solidFill>
          <a:ln w="12700">
            <a:solidFill>
              <a:srgbClr val="E052B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DB70"/>
          </a:solidFill>
          <a:ln w="12700">
            <a:solidFill>
              <a:srgbClr val="8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085"/>
          </a:solidFill>
          <a:ln w="12700">
            <a:solidFill>
              <a:srgbClr val="478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004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تَدُّثَ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D864"/>
          </a:solidFill>
          <a:ln w="12700">
            <a:solidFill>
              <a:srgbClr val="A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D147"/>
          </a:solidFill>
          <a:ln w="12700">
            <a:solidFill>
              <a:srgbClr val="A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ثَدُّجَ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4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جَدُّحَ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12B"/>
          </a:solidFill>
          <a:ln w="12700">
            <a:solidFill>
              <a:srgbClr val="643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E34"/>
          </a:solidFill>
          <a:ln w="12700">
            <a:solidFill>
              <a:srgbClr val="795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1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1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3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حَدُّخَ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1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1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خَدُّأَ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2ED"/>
          </a:solidFill>
          <a:ln w="12700">
            <a:solidFill>
              <a:srgbClr val="5E7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أَدُّ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E52"/>
          </a:solidFill>
          <a:ln w="12700">
            <a:solidFill>
              <a:srgbClr val="E0D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7DB"/>
          </a:solidFill>
          <a:ln w="12700">
            <a:solidFill>
              <a:srgbClr val="70A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4785"/>
          </a:solidFill>
          <a:ln w="12700">
            <a:solidFill>
              <a:srgbClr val="7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2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2D8"/>
          </a:solidFill>
          <a:ln w="12700">
            <a:solidFill>
              <a:srgbClr val="64C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DD1"/>
          </a:solidFill>
          <a:ln w="12700">
            <a:solidFill>
              <a:srgbClr val="47C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تَدُّ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D"/>
          </a:solidFill>
          <a:ln w="12700">
            <a:solidFill>
              <a:srgbClr val="3479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48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حَدُّ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6"/>
          </a:solidFill>
          <a:ln w="12700">
            <a:solidFill>
              <a:srgbClr val="ED5E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78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78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B"/>
          </a:solidFill>
          <a:ln w="12700">
            <a:solidFill>
              <a:srgbClr val="52E0B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2"/>
          </a:solidFill>
          <a:ln w="12700">
            <a:solidFill>
              <a:srgbClr val="DB70C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904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ذَأُّ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64D8"/>
          </a:solidFill>
          <a:ln w="12700">
            <a:solidFill>
              <a:srgbClr val="D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347D1"/>
          </a:solidFill>
          <a:ln w="12700">
            <a:solidFill>
              <a:srgbClr val="B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ذَبُّ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ذَتُّ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ذَثُّ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ذَجُّ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9ED5E"/>
          </a:solidFill>
          <a:ln w="12700">
            <a:solidFill>
              <a:srgbClr val="B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ذَحُّ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52E0"/>
          </a:solidFill>
          <a:ln w="12700">
            <a:solidFill>
              <a:srgbClr val="9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A70"/>
          </a:solidFill>
          <a:ln w="12700">
            <a:solidFill>
              <a:srgbClr val="DBD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B"/>
          </a:solidFill>
          <a:ln w="12700">
            <a:solidFill>
              <a:srgbClr val="4785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ذَخُّ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564"/>
          </a:solidFill>
          <a:ln w="12700">
            <a:solidFill>
              <a:srgbClr val="D8B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047"/>
          </a:solidFill>
          <a:ln w="12700">
            <a:solidFill>
              <a:srgbClr val="D19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ذَدُّ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64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أَذُّبَ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61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بَذُّتَ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05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تَذُّثَ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DED"/>
          </a:solidFill>
          <a:ln w="12700">
            <a:solidFill>
              <a:srgbClr val="5ED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1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ثَذُّجَ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452"/>
          </a:solidFill>
          <a:ln w="12700">
            <a:solidFill>
              <a:srgbClr val="E07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F"/>
          </a:solidFill>
          <a:ln w="12700">
            <a:solidFill>
              <a:srgbClr val="70DBB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1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جَذُّحَ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8"/>
          </a:solidFill>
          <a:ln w="12700">
            <a:solidFill>
              <a:srgbClr val="64D8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E"/>
          </a:solidFill>
          <a:ln w="12700">
            <a:solidFill>
              <a:srgbClr val="47D1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1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حَذُّخَ</a:t>
            </a:r>
            <a:endParaRPr lang="ar-SA" sz="5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4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خَذُّدَ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27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4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دَذُّأَ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أَذُّ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A5EED"/>
          </a:solidFill>
          <a:ln w="12700">
            <a:solidFill>
              <a:srgbClr val="D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40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بَذُّ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E052"/>
          </a:solidFill>
          <a:ln w="12700">
            <a:solidFill>
              <a:srgbClr val="5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70DB"/>
          </a:solidFill>
          <a:ln w="12700">
            <a:solidFill>
              <a:srgbClr val="A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تَذُّ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64D8"/>
          </a:solidFill>
          <a:ln w="12700">
            <a:solidFill>
              <a:srgbClr val="7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C47D1"/>
          </a:solidFill>
          <a:ln w="12700">
            <a:solidFill>
              <a:srgbClr val="4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ثَذُّ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62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جَذُّ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حَذُّ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خَذُّ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65E"/>
          </a:solidFill>
          <a:ln w="12700">
            <a:solidFill>
              <a:srgbClr val="EDB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دَذُّ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7E0"/>
          </a:solidFill>
          <a:ln w="12700">
            <a:solidFill>
              <a:srgbClr val="527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A70"/>
          </a:solidFill>
          <a:ln w="12700">
            <a:solidFill>
              <a:srgbClr val="DB8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6E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A"/>
          </a:solidFill>
          <a:ln w="12700">
            <a:solidFill>
              <a:srgbClr val="D864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5"/>
          </a:solidFill>
          <a:ln w="12700">
            <a:solidFill>
              <a:srgbClr val="D1476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8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4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83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B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B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5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B36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05-dal-dhal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