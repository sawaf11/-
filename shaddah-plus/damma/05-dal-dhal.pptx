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8E052"/>
          </a:solidFill>
          <a:ln w="12700">
            <a:solidFill>
              <a:srgbClr val="7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970DB"/>
          </a:solidFill>
          <a:ln w="12700">
            <a:solidFill>
              <a:srgbClr val="8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2"/>
          </a:solidFill>
          <a:ln w="12700">
            <a:solidFill>
              <a:srgbClr val="8547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600" dirty="0"/>
          </a:p>
        </p:txBody>
      </p:sp>
      <p:sp>
        <p:nvSpPr>
          <p:cNvPr id="23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R result"/>
          <p:cNvSpPr txBox="1"/>
          <p:nvPr/>
        </p:nvSpPr>
        <p:spPr>
          <a:xfrm>
            <a:off x="685800" y="16404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BD8"/>
          </a:solidFill>
          <a:ln w="12700">
            <a:solidFill>
              <a:srgbClr val="646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6D1"/>
          </a:solidFill>
          <a:ln w="12700">
            <a:solidFill>
              <a:srgbClr val="476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7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87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E"/>
          </a:solidFill>
          <a:ln w="12700">
            <a:solidFill>
              <a:srgbClr val="2B64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279"/>
          </a:solidFill>
          <a:ln w="12700">
            <a:solidFill>
              <a:srgbClr val="347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904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دَأُّ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دَبُّ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25E"/>
          </a:solidFill>
          <a:ln w="12700">
            <a:solidFill>
              <a:srgbClr val="ED9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32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دَتُّ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BE0"/>
          </a:solidFill>
          <a:ln w="12700">
            <a:solidFill>
              <a:srgbClr val="529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2"/>
          </a:solidFill>
          <a:ln w="12700">
            <a:solidFill>
              <a:srgbClr val="DB707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8547"/>
          </a:solidFill>
          <a:ln w="12700">
            <a:solidFill>
              <a:srgbClr val="7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دَثُّ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8"/>
          </a:solidFill>
          <a:ln w="12700">
            <a:solidFill>
              <a:srgbClr val="D864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9"/>
          </a:solidFill>
          <a:ln w="12700">
            <a:solidFill>
              <a:srgbClr val="D1478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دَجُّ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دَحُّ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2B64"/>
          </a:solidFill>
          <a:ln w="12700">
            <a:solidFill>
              <a:srgbClr val="3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3479"/>
          </a:solidFill>
          <a:ln w="12700">
            <a:solidFill>
              <a:srgbClr val="7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دَخُّ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4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4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أَدُّبَ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E"/>
          </a:solidFill>
          <a:ln w="12700">
            <a:solidFill>
              <a:srgbClr val="5EED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4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4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125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بَدُّتَ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F"/>
          </a:solidFill>
          <a:ln w="12700">
            <a:solidFill>
              <a:srgbClr val="E052B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DB70"/>
          </a:solidFill>
          <a:ln w="12700">
            <a:solidFill>
              <a:srgbClr val="8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085"/>
          </a:solidFill>
          <a:ln w="12700">
            <a:solidFill>
              <a:srgbClr val="478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4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4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004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تَدُّثَ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D864"/>
          </a:solidFill>
          <a:ln w="12700">
            <a:solidFill>
              <a:srgbClr val="A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BD147"/>
          </a:solidFill>
          <a:ln w="12700">
            <a:solidFill>
              <a:srgbClr val="A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4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4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ثَدُّجَ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4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4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2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جَدُّحَ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12B"/>
          </a:solidFill>
          <a:ln w="12700">
            <a:solidFill>
              <a:srgbClr val="643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E34"/>
          </a:solidFill>
          <a:ln w="12700">
            <a:solidFill>
              <a:srgbClr val="795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31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31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38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2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حَدُّخَ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31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31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3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خَدُّأَ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2ED"/>
          </a:solidFill>
          <a:ln w="12700">
            <a:solidFill>
              <a:srgbClr val="5E7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أَدُّ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E52"/>
          </a:solidFill>
          <a:ln w="12700">
            <a:solidFill>
              <a:srgbClr val="E0D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7DB"/>
          </a:solidFill>
          <a:ln w="12700">
            <a:solidFill>
              <a:srgbClr val="70A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4785"/>
          </a:solidFill>
          <a:ln w="12700">
            <a:solidFill>
              <a:srgbClr val="7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32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بَدُّ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2D8"/>
          </a:solidFill>
          <a:ln w="12700">
            <a:solidFill>
              <a:srgbClr val="64C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DD1"/>
          </a:solidFill>
          <a:ln w="12700">
            <a:solidFill>
              <a:srgbClr val="47C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تَدُّ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ثَدُّ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642B"/>
          </a:solidFill>
          <a:ln w="12700">
            <a:solidFill>
              <a:srgbClr val="3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D"/>
          </a:solidFill>
          <a:ln w="12700">
            <a:solidFill>
              <a:srgbClr val="3479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348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جَدُّ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حَدُّ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6"/>
          </a:solidFill>
          <a:ln w="12700">
            <a:solidFill>
              <a:srgbClr val="ED5E9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278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278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خَدُّ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B"/>
          </a:solidFill>
          <a:ln w="12700">
            <a:solidFill>
              <a:srgbClr val="52E0B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2"/>
          </a:solidFill>
          <a:ln w="12700">
            <a:solidFill>
              <a:srgbClr val="DB70C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A47"/>
          </a:solidFill>
          <a:ln w="12700">
            <a:solidFill>
              <a:srgbClr val="856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904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ذَأُّ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264D8"/>
          </a:solidFill>
          <a:ln w="12700">
            <a:solidFill>
              <a:srgbClr val="D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347D1"/>
          </a:solidFill>
          <a:ln w="12700">
            <a:solidFill>
              <a:srgbClr val="B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ذَبُّ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6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6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32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ذَتُّ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164"/>
          </a:solidFill>
          <a:ln w="12700">
            <a:solidFill>
              <a:srgbClr val="2B4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3479"/>
          </a:solidFill>
          <a:ln w="12700">
            <a:solidFill>
              <a:srgbClr val="3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ذَثُّ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ذَجُّ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9ED5E"/>
          </a:solidFill>
          <a:ln w="12700">
            <a:solidFill>
              <a:srgbClr val="B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ذَحُّ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752E0"/>
          </a:solidFill>
          <a:ln w="12700">
            <a:solidFill>
              <a:srgbClr val="9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A70"/>
          </a:solidFill>
          <a:ln w="12700">
            <a:solidFill>
              <a:srgbClr val="DBD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B"/>
          </a:solidFill>
          <a:ln w="12700">
            <a:solidFill>
              <a:srgbClr val="4785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42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42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ذَخُّ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564"/>
          </a:solidFill>
          <a:ln w="12700">
            <a:solidFill>
              <a:srgbClr val="D8B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047"/>
          </a:solidFill>
          <a:ln w="12700">
            <a:solidFill>
              <a:srgbClr val="D19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ذَدُّ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2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2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36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5649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أَذُّبَ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F"/>
          </a:solidFill>
          <a:ln w="12700">
            <a:solidFill>
              <a:srgbClr val="642B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E"/>
          </a:solidFill>
          <a:ln w="12700">
            <a:solidFill>
              <a:srgbClr val="7934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2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2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36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661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بَذُّتَ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2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2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05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تَذُّثَ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DED"/>
          </a:solidFill>
          <a:ln w="12700">
            <a:solidFill>
              <a:srgbClr val="5ED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2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2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36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814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ثَذُّجَ</a:t>
            </a:r>
            <a:endParaRPr lang="ar-SA" sz="5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452"/>
          </a:solidFill>
          <a:ln w="12700">
            <a:solidFill>
              <a:srgbClr val="E07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F"/>
          </a:solidFill>
          <a:ln w="12700">
            <a:solidFill>
              <a:srgbClr val="70DBB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2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2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36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814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جَذُّحَ</a:t>
            </a:r>
            <a:endParaRPr lang="ar-SA" sz="5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8"/>
          </a:solidFill>
          <a:ln w="12700">
            <a:solidFill>
              <a:srgbClr val="64D8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E"/>
          </a:solidFill>
          <a:ln w="12700">
            <a:solidFill>
              <a:srgbClr val="47D1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2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2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814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حَذُّخَ</a:t>
            </a:r>
            <a:endParaRPr lang="ar-SA" sz="5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2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2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36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547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خَذُّدَ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642B"/>
          </a:solidFill>
          <a:ln w="12700">
            <a:solidFill>
              <a:srgbClr val="5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7934"/>
          </a:solidFill>
          <a:ln w="12700">
            <a:solidFill>
              <a:srgbClr val="4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2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2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36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547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دَذُّأَ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5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أَذُّ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A5EED"/>
          </a:solidFill>
          <a:ln w="12700">
            <a:solidFill>
              <a:srgbClr val="D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940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بَذُّ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3E052"/>
          </a:solidFill>
          <a:ln w="12700">
            <a:solidFill>
              <a:srgbClr val="5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70DB"/>
          </a:solidFill>
          <a:ln w="12700">
            <a:solidFill>
              <a:srgbClr val="A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2"/>
          </a:solidFill>
          <a:ln w="12700">
            <a:solidFill>
              <a:srgbClr val="8547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95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تَذُّ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B64D8"/>
          </a:solidFill>
          <a:ln w="12700">
            <a:solidFill>
              <a:srgbClr val="7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C47D1"/>
          </a:solidFill>
          <a:ln w="12700">
            <a:solidFill>
              <a:srgbClr val="4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5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ثَذُّ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962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جَذُّ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C"/>
          </a:solidFill>
          <a:ln w="12700">
            <a:solidFill>
              <a:srgbClr val="2B64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079"/>
          </a:solidFill>
          <a:ln w="12700">
            <a:solidFill>
              <a:srgbClr val="346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95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حَذُّ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5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خَذُّ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65E"/>
          </a:solidFill>
          <a:ln w="12700">
            <a:solidFill>
              <a:srgbClr val="EDB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95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دَذُّ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7E0"/>
          </a:solidFill>
          <a:ln w="12700">
            <a:solidFill>
              <a:srgbClr val="527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A70"/>
          </a:solidFill>
          <a:ln w="12700">
            <a:solidFill>
              <a:srgbClr val="DB8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718689" y="896112"/>
            <a:ext cx="16524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718689" y="896112"/>
            <a:ext cx="16524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</a:t>
            </a:r>
            <a:endParaRPr lang="ar-SA" sz="4000" dirty="0"/>
          </a:p>
        </p:txBody>
      </p:sp>
      <p:sp>
        <p:nvSpPr>
          <p:cNvPr id="17" name="C2 W2 pill"/>
          <p:cNvSpPr/>
          <p:nvPr/>
        </p:nvSpPr>
        <p:spPr>
          <a:xfrm>
            <a:off x="4637385" y="896112"/>
            <a:ext cx="17612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4637385" y="896112"/>
            <a:ext cx="17612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يُحِبُّ</a:t>
            </a:r>
            <a:endParaRPr lang="ar-SA" sz="4000" dirty="0"/>
          </a:p>
        </p:txBody>
      </p:sp>
      <p:sp>
        <p:nvSpPr>
          <p:cNvPr id="19" name="C3 W3 pill"/>
          <p:cNvSpPr/>
          <p:nvPr/>
        </p:nvSpPr>
        <p:spPr>
          <a:xfrm>
            <a:off x="772850" y="896112"/>
            <a:ext cx="35444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6E236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772850" y="896112"/>
            <a:ext cx="35444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ٱلۡمُحۡسِنِينَ</a:t>
            </a:r>
            <a:endParaRPr lang="ar-SA" sz="40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1608372" y="2834640"/>
            <a:ext cx="592725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1608372" y="2834640"/>
            <a:ext cx="592725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 يُحِبُّ ٱلۡمُحۡسِنِينَ</a:t>
            </a:r>
            <a:endParaRPr lang="ar-SA" sz="4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A"/>
          </a:solidFill>
          <a:ln w="12700">
            <a:solidFill>
              <a:srgbClr val="D864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5"/>
          </a:solidFill>
          <a:ln w="12700">
            <a:solidFill>
              <a:srgbClr val="D1476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497043" y="896112"/>
            <a:ext cx="19182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8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497043" y="896112"/>
            <a:ext cx="19182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3725222" y="896112"/>
            <a:ext cx="14517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8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725222" y="896112"/>
            <a:ext cx="14517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4600" dirty="0"/>
          </a:p>
        </p:txBody>
      </p:sp>
      <p:sp>
        <p:nvSpPr>
          <p:cNvPr id="14" name="C3 W3 pill"/>
          <p:cNvSpPr/>
          <p:nvPr/>
        </p:nvSpPr>
        <p:spPr>
          <a:xfrm>
            <a:off x="1728720" y="896112"/>
            <a:ext cx="16764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836E2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728720" y="896112"/>
            <a:ext cx="16764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رَّبِّكَ</a:t>
            </a:r>
            <a:endParaRPr lang="ar-SA" sz="46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516104" y="2834640"/>
            <a:ext cx="411179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516104" y="2834640"/>
            <a:ext cx="411179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 مِن رَّبِّكَ</a:t>
            </a:r>
            <a:endParaRPr lang="ar-SA" sz="4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6232080" y="896112"/>
            <a:ext cx="16327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B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6232080" y="896112"/>
            <a:ext cx="16327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</a:t>
            </a:r>
            <a:endParaRPr lang="ar-SA" sz="4500" dirty="0"/>
          </a:p>
        </p:txBody>
      </p:sp>
      <p:sp>
        <p:nvSpPr>
          <p:cNvPr id="13" name="C2 W2 pill"/>
          <p:cNvSpPr/>
          <p:nvPr/>
        </p:nvSpPr>
        <p:spPr>
          <a:xfrm>
            <a:off x="3935809" y="896112"/>
            <a:ext cx="19762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B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3935809" y="896112"/>
            <a:ext cx="19762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ٱلۡعَلِيُّ</a:t>
            </a:r>
            <a:endParaRPr lang="ar-SA" sz="4500" dirty="0"/>
          </a:p>
        </p:txBody>
      </p:sp>
      <p:sp>
        <p:nvSpPr>
          <p:cNvPr id="15" name="C3 W3 pill"/>
          <p:cNvSpPr/>
          <p:nvPr/>
        </p:nvSpPr>
        <p:spPr>
          <a:xfrm>
            <a:off x="1279186" y="896112"/>
            <a:ext cx="23365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B36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1279186" y="896112"/>
            <a:ext cx="23365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ٱلۡعَظِيمُ</a:t>
            </a:r>
            <a:endParaRPr lang="ar-SA" sz="4500" dirty="0"/>
          </a:p>
        </p:txBody>
      </p:sp>
      <p:sp>
        <p:nvSpPr>
          <p:cNvPr id="17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S panel"/>
          <p:cNvSpPr/>
          <p:nvPr/>
        </p:nvSpPr>
        <p:spPr>
          <a:xfrm>
            <a:off x="2143502" y="2834640"/>
            <a:ext cx="48569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4 S sentence"/>
          <p:cNvSpPr txBox="1"/>
          <p:nvPr/>
        </p:nvSpPr>
        <p:spPr>
          <a:xfrm>
            <a:off x="2143502" y="2834640"/>
            <a:ext cx="48569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 ٱلۡعَلِيُّ ٱلۡعَظِيمُ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damma 05-dal-dhal</dc:title>
  <dc:subject>PptxGenJS Presentation</dc:subject>
  <dc:creator>PptxGenJS</dc:creator>
  <cp:lastModifiedBy>PptxGenJS</cp:lastModifiedBy>
  <cp:revision>1</cp:revision>
  <dcterms:created xsi:type="dcterms:W3CDTF">2026-10-21T19:04:21Z</dcterms:created>
  <dcterms:modified xsi:type="dcterms:W3CDTF">2026-10-21T19:04:21Z</dcterms:modified>
</cp:coreProperties>
</file>