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7D864"/>
          </a:solidFill>
          <a:ln w="12700">
            <a:solidFill>
              <a:srgbClr val="7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5D147"/>
          </a:solidFill>
          <a:ln w="12700">
            <a:solidFill>
              <a:srgbClr val="7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600" dirty="0"/>
          </a:p>
        </p:txBody>
      </p:sp>
      <p:sp>
        <p:nvSpPr>
          <p:cNvPr id="18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8 R result"/>
          <p:cNvSpPr txBox="1"/>
          <p:nvPr/>
        </p:nvSpPr>
        <p:spPr>
          <a:xfrm>
            <a:off x="685800" y="164048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8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120640" y="12310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8700" dirty="0"/>
          </a:p>
        </p:txBody>
      </p:sp>
      <p:sp>
        <p:nvSpPr>
          <p:cNvPr id="13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5" name="C3 W2 word"/>
          <p:cNvSpPr txBox="1"/>
          <p:nvPr/>
        </p:nvSpPr>
        <p:spPr>
          <a:xfrm>
            <a:off x="914400" y="12310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8700" dirty="0"/>
          </a:p>
        </p:txBody>
      </p:sp>
      <p:sp>
        <p:nvSpPr>
          <p:cNvPr id="16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7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16" grpId="0" animBg="1"/>
      <p:bldP spid="1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72B"/>
          </a:solidFill>
          <a:ln w="12700">
            <a:solidFill>
              <a:srgbClr val="6447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934"/>
          </a:solidFill>
          <a:ln w="12700">
            <a:solidFill>
              <a:srgbClr val="7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20072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كَأُّ</a:t>
            </a:r>
            <a:endParaRPr lang="ar-SA" sz="6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25EED"/>
          </a:solidFill>
          <a:ln w="12700">
            <a:solidFill>
              <a:srgbClr val="8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28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28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كَبُّ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33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BE052"/>
          </a:solidFill>
          <a:ln w="12700">
            <a:solidFill>
              <a:srgbClr val="A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9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EDB"/>
          </a:solidFill>
          <a:ln w="12700">
            <a:solidFill>
              <a:srgbClr val="707E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8"/>
          </a:solidFill>
          <a:ln w="12700">
            <a:solidFill>
              <a:srgbClr val="85477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270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270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3268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كَتُّ</a:t>
            </a:r>
            <a:endParaRPr lang="ar-SA" sz="8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4D8"/>
          </a:solidFill>
          <a:ln w="12700">
            <a:solidFill>
              <a:srgbClr val="649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8D1"/>
          </a:solidFill>
          <a:ln w="12700">
            <a:solidFill>
              <a:srgbClr val="479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6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6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72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كَثُّ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كَجُّ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9"/>
          </a:solidFill>
          <a:ln w="12700">
            <a:solidFill>
              <a:srgbClr val="2B643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8"/>
          </a:solidFill>
          <a:ln w="12700">
            <a:solidFill>
              <a:srgbClr val="34796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كَحُّ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54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54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كَخُّ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F5E"/>
          </a:solidFill>
          <a:ln w="12700">
            <a:solidFill>
              <a:srgbClr val="ED5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43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43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3833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كَدُّ</a:t>
            </a:r>
            <a:endParaRPr lang="ar-SA" sz="8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43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EE0"/>
          </a:solidFill>
          <a:ln w="12700">
            <a:solidFill>
              <a:srgbClr val="52C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8"/>
          </a:solidFill>
          <a:ln w="12700">
            <a:solidFill>
              <a:srgbClr val="DB709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247"/>
          </a:solidFill>
          <a:ln w="12700">
            <a:solidFill>
              <a:srgbClr val="858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1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1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957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كَذُّ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1"/>
          </a:solidFill>
          <a:ln w="12700">
            <a:solidFill>
              <a:srgbClr val="D864B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A"/>
          </a:solidFill>
          <a:ln w="12700">
            <a:solidFill>
              <a:srgbClr val="D147B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43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43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كَرُّ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1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311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24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كَزُّ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B64"/>
          </a:solidFill>
          <a:ln w="12700">
            <a:solidFill>
              <a:srgbClr val="2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73479"/>
          </a:solidFill>
          <a:ln w="12700">
            <a:solidFill>
              <a:srgbClr val="5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246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246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كَسُّ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2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2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590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كَشُّ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2ED5E"/>
          </a:solidFill>
          <a:ln w="12700">
            <a:solidFill>
              <a:srgbClr val="8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246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246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كَصُّ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F52E0"/>
          </a:solidFill>
          <a:ln w="12700">
            <a:solidFill>
              <a:srgbClr val="C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3DB70"/>
          </a:solidFill>
          <a:ln w="12700">
            <a:solidFill>
              <a:srgbClr val="B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3"/>
          </a:solidFill>
          <a:ln w="12700">
            <a:solidFill>
              <a:srgbClr val="47857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230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230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339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كَضُّ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ED864"/>
          </a:solidFill>
          <a:ln w="12700">
            <a:solidFill>
              <a:srgbClr val="C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647"/>
          </a:solidFill>
          <a:ln w="12700">
            <a:solidFill>
              <a:srgbClr val="D1C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8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8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كَطُّ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26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26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393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كَظُّ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43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9"/>
          </a:solidFill>
          <a:ln w="12700">
            <a:solidFill>
              <a:srgbClr val="642B3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634"/>
          </a:solidFill>
          <a:ln w="12700">
            <a:solidFill>
              <a:srgbClr val="794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كَعُّ</a:t>
            </a:r>
            <a:endParaRPr lang="ar-SA" sz="6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54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549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7938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كَغُّ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5ED"/>
          </a:solidFill>
          <a:ln w="12700">
            <a:solidFill>
              <a:srgbClr val="5EA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23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238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33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6335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كَفُّ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3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B52"/>
          </a:solidFill>
          <a:ln w="12700">
            <a:solidFill>
              <a:srgbClr val="E0A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5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EDB"/>
          </a:solidFill>
          <a:ln w="12700">
            <a:solidFill>
              <a:srgbClr val="70CE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44785"/>
          </a:solidFill>
          <a:ln w="12700">
            <a:solidFill>
              <a:srgbClr val="6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270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270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014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كَقُّ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5"/>
          </a:solidFill>
          <a:ln w="12700">
            <a:solidFill>
              <a:srgbClr val="64D8C5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4"/>
          </a:solidFill>
          <a:ln w="12700">
            <a:solidFill>
              <a:srgbClr val="47D1A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868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أَكُّبَ</a:t>
            </a:r>
            <a:endParaRPr lang="ar-SA" sz="5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38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966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بَكُّتَ</a:t>
            </a:r>
            <a:endParaRPr lang="ar-SA" sz="5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7642B"/>
          </a:solidFill>
          <a:ln w="12700">
            <a:solidFill>
              <a:srgbClr val="4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4"/>
          </a:solidFill>
          <a:ln w="12700">
            <a:solidFill>
              <a:srgbClr val="3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6561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778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تَكُّثَ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86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B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384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ثَكُّجَ</a:t>
            </a:r>
            <a:endParaRPr lang="ar-SA" sz="5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9"/>
          </a:solidFill>
          <a:ln w="12700">
            <a:solidFill>
              <a:srgbClr val="ED5EC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1384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جَكُّحَ</a:t>
            </a:r>
            <a:endParaRPr lang="ar-SA" sz="5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8"/>
          </a:solidFill>
          <a:ln w="12700">
            <a:solidFill>
              <a:srgbClr val="52E08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E70DB"/>
          </a:solidFill>
          <a:ln w="12700">
            <a:solidFill>
              <a:srgbClr val="CE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447"/>
          </a:solidFill>
          <a:ln w="12700">
            <a:solidFill>
              <a:srgbClr val="855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7048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1384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حَكُّخَ</a:t>
            </a:r>
            <a:endParaRPr lang="ar-SA" sz="5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864D8"/>
          </a:solidFill>
          <a:ln w="12700">
            <a:solidFill>
              <a:srgbClr val="A8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147D1"/>
          </a:solidFill>
          <a:ln w="12700">
            <a:solidFill>
              <a:srgbClr val="8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12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818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خَكُّدَ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58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818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دَكُّذَ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43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564"/>
          </a:solidFill>
          <a:ln w="12700">
            <a:solidFill>
              <a:srgbClr val="2B5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579"/>
          </a:solidFill>
          <a:ln w="12700">
            <a:solidFill>
              <a:srgbClr val="344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20010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7139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ذَكُّرَ</a:t>
            </a:r>
            <a:endParaRPr lang="ar-SA" sz="5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829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7139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رَكُّزَ</a:t>
            </a:r>
            <a:endParaRPr lang="ar-SA" sz="5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D5E"/>
          </a:solidFill>
          <a:ln w="12700">
            <a:solidFill>
              <a:srgbClr val="E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306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7139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زَكُّسَ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2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452E0"/>
          </a:solidFill>
          <a:ln w="12700">
            <a:solidFill>
              <a:srgbClr val="64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470"/>
          </a:solidFill>
          <a:ln w="12700">
            <a:solidFill>
              <a:srgbClr val="DBB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A8547"/>
          </a:solidFill>
          <a:ln w="12700">
            <a:solidFill>
              <a:srgbClr val="4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431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7139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سَكُّشَ</a:t>
            </a:r>
            <a:endParaRPr lang="ar-SA" sz="5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B64"/>
          </a:solidFill>
          <a:ln w="12700">
            <a:solidFill>
              <a:srgbClr val="D88B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F47"/>
          </a:solidFill>
          <a:ln w="12700">
            <a:solidFill>
              <a:srgbClr val="D15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4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7139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شَكُّصَ</a:t>
            </a:r>
            <a:endParaRPr lang="ar-SA" sz="5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9311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6643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صَكُّضَ</a:t>
            </a:r>
            <a:endParaRPr lang="ar-SA" sz="5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4"/>
          </a:solidFill>
          <a:ln w="12700">
            <a:solidFill>
              <a:srgbClr val="6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6"/>
          </a:solidFill>
          <a:ln w="12700">
            <a:solidFill>
              <a:srgbClr val="79345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3544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818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ضَكُّطَ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818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طَكُّظَ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A"/>
          </a:solidFill>
          <a:ln w="12700">
            <a:solidFill>
              <a:srgbClr val="5EEDC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0076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3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3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1384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ظَكُّعَ</a:t>
            </a:r>
            <a:endParaRPr lang="ar-SA" sz="5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431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3"/>
          </a:solidFill>
          <a:ln w="12700">
            <a:solidFill>
              <a:srgbClr val="E0526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3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9"/>
          </a:solidFill>
          <a:ln w="12700">
            <a:solidFill>
              <a:srgbClr val="70DB9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985"/>
          </a:solidFill>
          <a:ln w="12700">
            <a:solidFill>
              <a:srgbClr val="4759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88787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3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3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3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1384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عَكُّغَ</a:t>
            </a:r>
            <a:endParaRPr lang="ar-SA" sz="5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E"/>
          </a:solidFill>
          <a:ln w="12700">
            <a:solidFill>
              <a:srgbClr val="64D86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2D147"/>
          </a:solidFill>
          <a:ln w="12700">
            <a:solidFill>
              <a:srgbClr val="5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020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3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6624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غَكُّفَ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0396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3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D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3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3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6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5882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فَكُّقَ</a:t>
            </a:r>
            <a:endParaRPr lang="ar-SA" sz="5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432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62B"/>
          </a:solidFill>
          <a:ln w="12700">
            <a:solidFill>
              <a:srgbClr val="6456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87934"/>
          </a:solidFill>
          <a:ln w="12700">
            <a:solidFill>
              <a:srgbClr val="6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3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505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3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5891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3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3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20189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3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20509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98975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قَكُّأَ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C5F7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أَكُّ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75EED"/>
          </a:solidFill>
          <a:ln w="12700">
            <a:solidFill>
              <a:srgbClr val="A7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207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بَكُّ</a:t>
            </a:r>
            <a:endParaRPr lang="ar-SA" sz="6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3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6E052"/>
          </a:solidFill>
          <a:ln w="12700">
            <a:solidFill>
              <a:srgbClr val="86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E70DB"/>
          </a:solidFill>
          <a:ln w="12700">
            <a:solidFill>
              <a:srgbClr val="7E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8"/>
          </a:solidFill>
          <a:ln w="12700">
            <a:solidFill>
              <a:srgbClr val="85476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تَكُّ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C5E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7D8"/>
          </a:solidFill>
          <a:ln w="12700">
            <a:solidFill>
              <a:srgbClr val="6477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4D1"/>
          </a:solidFill>
          <a:ln w="12700">
            <a:solidFill>
              <a:srgbClr val="477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ثَكُّ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227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جَكُّ</a:t>
            </a:r>
            <a:endParaRPr lang="ar-SA" sz="65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8"/>
          </a:solidFill>
          <a:ln w="12700">
            <a:solidFill>
              <a:srgbClr val="2B644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9"/>
          </a:solidFill>
          <a:ln w="12700">
            <a:solidFill>
              <a:srgbClr val="347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حَكُّ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خَكُّ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35E"/>
          </a:solidFill>
          <a:ln w="12700">
            <a:solidFill>
              <a:srgbClr val="ED8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دَكُّ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44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AE0"/>
          </a:solidFill>
          <a:ln w="12700">
            <a:solidFill>
              <a:srgbClr val="52A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D"/>
          </a:solidFill>
          <a:ln w="12700">
            <a:solidFill>
              <a:srgbClr val="DB707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78547"/>
          </a:solidFill>
          <a:ln w="12700">
            <a:solidFill>
              <a:srgbClr val="77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ذَكُّ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C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4"/>
          </a:solidFill>
          <a:ln w="12700">
            <a:solidFill>
              <a:srgbClr val="D8649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7"/>
          </a:solidFill>
          <a:ln w="12700">
            <a:solidFill>
              <a:srgbClr val="D1479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925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رَكُّ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925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زَكُّ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4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A2B64"/>
          </a:solidFill>
          <a:ln w="12700">
            <a:solidFill>
              <a:srgbClr val="3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93479"/>
          </a:solidFill>
          <a:ln w="12700">
            <a:solidFill>
              <a:srgbClr val="6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سَكُّ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7C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شَكُّ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5F"/>
          </a:solidFill>
          <a:ln w="12700">
            <a:solidFill>
              <a:srgbClr val="5EED5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صَكُّ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3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D"/>
          </a:solidFill>
          <a:ln w="12700">
            <a:solidFill>
              <a:srgbClr val="E052C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8DB70"/>
          </a:solidFill>
          <a:ln w="12700">
            <a:solidFill>
              <a:srgbClr val="98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3"/>
          </a:solidFill>
          <a:ln w="12700">
            <a:solidFill>
              <a:srgbClr val="47858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ضَكُّ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1D864"/>
          </a:solidFill>
          <a:ln w="12700">
            <a:solidFill>
              <a:srgbClr val="B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9D147"/>
          </a:solidFill>
          <a:ln w="12700">
            <a:solidFill>
              <a:srgbClr val="B9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طَكُّ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ظَكُّ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4314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B"/>
          </a:solidFill>
          <a:ln w="12700">
            <a:solidFill>
              <a:srgbClr val="642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734"/>
          </a:solidFill>
          <a:ln w="12700">
            <a:solidFill>
              <a:srgbClr val="795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عَكُّ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غَكُّ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1ED"/>
          </a:solidFill>
          <a:ln w="12700">
            <a:solidFill>
              <a:srgbClr val="5E8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فَكُّ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432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052"/>
          </a:solidFill>
          <a:ln w="12700">
            <a:solidFill>
              <a:srgbClr val="E0D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B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2DB"/>
          </a:solidFill>
          <a:ln w="12700">
            <a:solidFill>
              <a:srgbClr val="70B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34785"/>
          </a:solidFill>
          <a:ln w="12700">
            <a:solidFill>
              <a:srgbClr val="73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140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قَكُّ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ED8"/>
          </a:solidFill>
          <a:ln w="12700">
            <a:solidFill>
              <a:srgbClr val="64C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7"/>
          </a:solidFill>
          <a:ln w="12700">
            <a:solidFill>
              <a:srgbClr val="47D1C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718689" y="896112"/>
            <a:ext cx="16524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A7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718689" y="896112"/>
            <a:ext cx="16524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وَٱللَّهُ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4637385" y="896112"/>
            <a:ext cx="17612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A7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4637385" y="896112"/>
            <a:ext cx="17612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يُحِبُّ</a:t>
            </a:r>
            <a:endParaRPr lang="ar-SA" sz="4000" dirty="0"/>
          </a:p>
        </p:txBody>
      </p:sp>
      <p:sp>
        <p:nvSpPr>
          <p:cNvPr id="14" name="C3 W3 pill"/>
          <p:cNvSpPr/>
          <p:nvPr/>
        </p:nvSpPr>
        <p:spPr>
          <a:xfrm>
            <a:off x="772850" y="896112"/>
            <a:ext cx="35444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A7E2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772850" y="896112"/>
            <a:ext cx="35444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ٱلۡمُحۡسِنِينَ</a:t>
            </a:r>
            <a:endParaRPr lang="ar-SA" sz="40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5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1608372" y="2834640"/>
            <a:ext cx="592725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1608372" y="2834640"/>
            <a:ext cx="592725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وَٱللَّهُ يُحِبُّ ٱلۡمُحۡسِنِينَ</a:t>
            </a:r>
            <a:endParaRPr lang="ar-SA" sz="4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5497043" y="896112"/>
            <a:ext cx="191823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5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497043" y="896112"/>
            <a:ext cx="191823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ٱلۡحَقُّ</a:t>
            </a:r>
            <a:endParaRPr lang="ar-SA" sz="4600" dirty="0"/>
          </a:p>
        </p:txBody>
      </p:sp>
      <p:sp>
        <p:nvSpPr>
          <p:cNvPr id="13" name="C2 W2 pill"/>
          <p:cNvSpPr/>
          <p:nvPr/>
        </p:nvSpPr>
        <p:spPr>
          <a:xfrm>
            <a:off x="3725222" y="896112"/>
            <a:ext cx="14517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5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3725222" y="896112"/>
            <a:ext cx="14517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4600" dirty="0"/>
          </a:p>
        </p:txBody>
      </p:sp>
      <p:sp>
        <p:nvSpPr>
          <p:cNvPr id="15" name="C3 W3 pill"/>
          <p:cNvSpPr/>
          <p:nvPr/>
        </p:nvSpPr>
        <p:spPr>
          <a:xfrm>
            <a:off x="1728720" y="896112"/>
            <a:ext cx="167646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5E2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1728720" y="896112"/>
            <a:ext cx="167646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رَّبِّكَ</a:t>
            </a:r>
            <a:endParaRPr lang="ar-SA" sz="4600" dirty="0"/>
          </a:p>
        </p:txBody>
      </p:sp>
      <p:sp>
        <p:nvSpPr>
          <p:cNvPr id="17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S panel"/>
          <p:cNvSpPr/>
          <p:nvPr/>
        </p:nvSpPr>
        <p:spPr>
          <a:xfrm>
            <a:off x="2516104" y="2834640"/>
            <a:ext cx="411179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4 S sentence"/>
          <p:cNvSpPr txBox="1"/>
          <p:nvPr/>
        </p:nvSpPr>
        <p:spPr>
          <a:xfrm>
            <a:off x="2516104" y="2834640"/>
            <a:ext cx="411179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ٱلۡحَقُّ مِن رَّبِّكَ</a:t>
            </a:r>
            <a:endParaRPr lang="ar-SA" sz="4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3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9642B"/>
          </a:solidFill>
          <a:ln w="12700">
            <a:solidFill>
              <a:srgbClr val="3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6"/>
          </a:solidFill>
          <a:ln w="12700">
            <a:solidFill>
              <a:srgbClr val="347946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6232080" y="896112"/>
            <a:ext cx="16327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3E2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6232080" y="896112"/>
            <a:ext cx="16327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وَهُوَ</a:t>
            </a:r>
            <a:endParaRPr lang="ar-SA" sz="4500" dirty="0"/>
          </a:p>
        </p:txBody>
      </p:sp>
      <p:sp>
        <p:nvSpPr>
          <p:cNvPr id="14" name="C2 W2 pill"/>
          <p:cNvSpPr/>
          <p:nvPr/>
        </p:nvSpPr>
        <p:spPr>
          <a:xfrm>
            <a:off x="3935809" y="896112"/>
            <a:ext cx="19762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43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3935809" y="896112"/>
            <a:ext cx="19762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ٱلۡعَلِيُّ</a:t>
            </a:r>
            <a:endParaRPr lang="ar-SA" sz="4500" dirty="0"/>
          </a:p>
        </p:txBody>
      </p:sp>
      <p:sp>
        <p:nvSpPr>
          <p:cNvPr id="16" name="C3 W3 pill"/>
          <p:cNvSpPr/>
          <p:nvPr/>
        </p:nvSpPr>
        <p:spPr>
          <a:xfrm>
            <a:off x="1279186" y="896112"/>
            <a:ext cx="23365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3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1279186" y="896112"/>
            <a:ext cx="23365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ٱلۡعَظِيمُ</a:t>
            </a:r>
            <a:endParaRPr lang="ar-SA" sz="4500" dirty="0"/>
          </a:p>
        </p:txBody>
      </p:sp>
      <p:sp>
        <p:nvSpPr>
          <p:cNvPr id="18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A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S panel"/>
          <p:cNvSpPr/>
          <p:nvPr/>
        </p:nvSpPr>
        <p:spPr>
          <a:xfrm>
            <a:off x="2143502" y="2834640"/>
            <a:ext cx="485699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4 S sentence"/>
          <p:cNvSpPr txBox="1"/>
          <p:nvPr/>
        </p:nvSpPr>
        <p:spPr>
          <a:xfrm>
            <a:off x="2143502" y="2834640"/>
            <a:ext cx="485699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وَهُوَ ٱلۡعَلِيُّ ٱلۡعَظِيمُ</a:t>
            </a:r>
            <a:endParaRPr lang="ar-SA" sz="4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69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damma 12-kaf</dc:title>
  <dc:subject>PptxGenJS Presentation</dc:subject>
  <dc:creator>PptxGenJS</dc:creator>
  <cp:lastModifiedBy>PptxGenJS</cp:lastModifiedBy>
  <cp:revision>1</cp:revision>
  <dcterms:created xsi:type="dcterms:W3CDTF">2026-10-21T19:04:21Z</dcterms:created>
  <dcterms:modified xsi:type="dcterms:W3CDTF">2026-10-21T19:04:21Z</dcterms:modified>
</cp:coreProperties>
</file>