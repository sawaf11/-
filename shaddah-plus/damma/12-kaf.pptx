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5EED"/>
          </a:solidFill>
          <a:ln w="12700">
            <a:solidFill>
              <a:srgbClr val="8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E052"/>
          </a:solidFill>
          <a:ln w="12700">
            <a:solidFill>
              <a:srgbClr val="A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4D8"/>
          </a:solidFill>
          <a:ln w="12700">
            <a:solidFill>
              <a:srgbClr val="649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8D1"/>
          </a:solidFill>
          <a:ln w="12700">
            <a:solidFill>
              <a:srgbClr val="479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F5E"/>
          </a:solidFill>
          <a:ln w="12700">
            <a:solidFill>
              <a:srgbClr val="ED5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EE0"/>
          </a:solidFill>
          <a:ln w="12700">
            <a:solidFill>
              <a:srgbClr val="52C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8"/>
          </a:solidFill>
          <a:ln w="12700">
            <a:solidFill>
              <a:srgbClr val="DB70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1"/>
          </a:solidFill>
          <a:ln w="12700">
            <a:solidFill>
              <a:srgbClr val="D864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D864"/>
          </a:solidFill>
          <a:ln w="12700">
            <a:solidFill>
              <a:srgbClr val="C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5ED"/>
          </a:solidFill>
          <a:ln w="12700">
            <a:solidFill>
              <a:srgbClr val="5EA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4"/>
          </a:solidFill>
          <a:ln w="12700">
            <a:solidFill>
              <a:srgbClr val="47D1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68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أَكُّبَ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6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بَكُّتَ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78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تَكُّثَ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38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ثَكُّجَ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38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جَكُّحَ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8"/>
          </a:solidFill>
          <a:ln w="12700">
            <a:solidFill>
              <a:srgbClr val="52E0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38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حَكُّخَ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8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خَكُّدَ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18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دَكُّذَ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1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ذَكُّرَ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1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رَكُّزَ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1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زَكُّسَ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71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سَكُّشَ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1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شَكُّصَ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64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صَكُّضَ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18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ضَكُّطَ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8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طَكُّظَ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38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ظَكُّعَ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38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عَكُّغَ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62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غَكُّفَ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8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فَكُّقَ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قَكُّأَ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5EED"/>
          </a:solidFill>
          <a:ln w="12700">
            <a:solidFill>
              <a:srgbClr val="A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07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بَكُّ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E052"/>
          </a:solidFill>
          <a:ln w="12700">
            <a:solidFill>
              <a:srgbClr val="8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تَكُّ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4D1"/>
          </a:solidFill>
          <a:ln w="12700">
            <a:solidFill>
              <a:srgbClr val="477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2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جَكُّ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دَكُّ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2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رَكُّ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2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زَكُّ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سَكُّ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شَكُّ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صَكُّ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ضَكُّ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طَكُّ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ظَكُّ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عَكُّ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غَكُّ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قَكُّ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5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6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3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12-kaf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