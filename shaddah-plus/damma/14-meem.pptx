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20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52E0"/>
          </a:solidFill>
          <a:ln w="12700">
            <a:solidFill>
              <a:srgbClr val="A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DB70"/>
          </a:solidFill>
          <a:ln w="12700">
            <a:solidFill>
              <a:srgbClr val="D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937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مَأُّ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D64"/>
          </a:solidFill>
          <a:ln w="12700">
            <a:solidFill>
              <a:srgbClr val="D8B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A47"/>
          </a:solidFill>
          <a:ln w="12700">
            <a:solidFill>
              <a:srgbClr val="D19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2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مَتُّ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72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مَثُّ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3ED"/>
          </a:solidFill>
          <a:ln w="12700">
            <a:solidFill>
              <a:srgbClr val="5ED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E52"/>
          </a:solidFill>
          <a:ln w="12700">
            <a:solidFill>
              <a:srgbClr val="E07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0"/>
          </a:solidFill>
          <a:ln w="12700">
            <a:solidFill>
              <a:srgbClr val="64D8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28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مَدُّ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877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مَذُّ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مَرُّ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84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5EED"/>
          </a:solidFill>
          <a:ln w="12700">
            <a:solidFill>
              <a:srgbClr val="E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مَسُّ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A"/>
          </a:solidFill>
          <a:ln w="12700">
            <a:solidFill>
              <a:srgbClr val="52E0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70DB"/>
          </a:solidFill>
          <a:ln w="12700">
            <a:solidFill>
              <a:srgbClr val="A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95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95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مَشُّ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64D8"/>
          </a:solidFill>
          <a:ln w="12700">
            <a:solidFill>
              <a:srgbClr val="8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47D1"/>
          </a:solidFill>
          <a:ln w="12700">
            <a:solidFill>
              <a:srgbClr val="5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10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مَصُّ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6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6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مَضُّ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69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349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مَطُّ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349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مَظُّ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05E"/>
          </a:solidFill>
          <a:ln w="12700">
            <a:solidFill>
              <a:srgbClr val="EDC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DE0"/>
          </a:solidFill>
          <a:ln w="12700">
            <a:solidFill>
              <a:srgbClr val="526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270"/>
          </a:solidFill>
          <a:ln w="12700">
            <a:solidFill>
              <a:srgbClr val="DB9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82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مَغُّ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664"/>
          </a:solidFill>
          <a:ln w="12700">
            <a:solidFill>
              <a:srgbClr val="D86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C"/>
          </a:solidFill>
          <a:ln w="12700">
            <a:solidFill>
              <a:srgbClr val="D147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9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مَفُّ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25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مَقُّ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914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مَكُّ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5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مَلُّ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أَمُّبَ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0"/>
          </a:solidFill>
          <a:ln w="12700">
            <a:solidFill>
              <a:srgbClr val="E052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45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بَمُّتَ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D864"/>
          </a:solidFill>
          <a:ln w="12700">
            <a:solidFill>
              <a:srgbClr val="7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D147"/>
          </a:solidFill>
          <a:ln w="12700">
            <a:solidFill>
              <a:srgbClr val="7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21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تَمُّثَ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82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ثَمُّجَ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534"/>
          </a:solidFill>
          <a:ln w="12700">
            <a:solidFill>
              <a:srgbClr val="797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982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جَمُّحَ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82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حَمُّخَ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5EED"/>
          </a:solidFill>
          <a:ln w="12700">
            <a:solidFill>
              <a:srgbClr val="7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723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خَمُّدَ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4E052"/>
          </a:solidFill>
          <a:ln w="12700">
            <a:solidFill>
              <a:srgbClr val="B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4DB"/>
          </a:solidFill>
          <a:ln w="12700">
            <a:solidFill>
              <a:srgbClr val="708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C"/>
          </a:solidFill>
          <a:ln w="12700">
            <a:solidFill>
              <a:srgbClr val="8547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723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دَمُّذَ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CD8"/>
          </a:solidFill>
          <a:ln w="12700">
            <a:solidFill>
              <a:srgbClr val="649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0D1"/>
          </a:solidFill>
          <a:ln w="12700">
            <a:solidFill>
              <a:srgbClr val="47A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8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ذَمُّرَ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8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رَمُّزَ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4"/>
          </a:solidFill>
          <a:ln w="12700">
            <a:solidFill>
              <a:srgbClr val="3479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6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زَمُّسَ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1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سَمُّشَ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7"/>
          </a:solidFill>
          <a:ln w="12700">
            <a:solidFill>
              <a:srgbClr val="ED5E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3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شَمُّصَ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7E0"/>
          </a:solidFill>
          <a:ln w="12700">
            <a:solidFill>
              <a:srgbClr val="52D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F"/>
          </a:solidFill>
          <a:ln w="12700">
            <a:solidFill>
              <a:srgbClr val="DB70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E47"/>
          </a:solidFill>
          <a:ln w="12700">
            <a:solidFill>
              <a:srgbClr val="857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2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2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29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صَمُّضَ</a:t>
            </a:r>
            <a:endParaRPr lang="ar-SA" sz="5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9"/>
          </a:solidFill>
          <a:ln w="12700">
            <a:solidFill>
              <a:srgbClr val="D864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3"/>
          </a:solidFill>
          <a:ln w="12700">
            <a:solidFill>
              <a:srgbClr val="D147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2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2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33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ضَمُّطَ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467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طَمُّظَ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3479"/>
          </a:solidFill>
          <a:ln w="12700">
            <a:solidFill>
              <a:srgbClr val="5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982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ظَمُّعَ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82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عَمُّغَ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ED5E"/>
          </a:solidFill>
          <a:ln w="12700">
            <a:solidFill>
              <a:srgbClr val="8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17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غَمُّفَ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652E0"/>
          </a:solidFill>
          <a:ln w="12700">
            <a:solidFill>
              <a:srgbClr val="C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DB70"/>
          </a:solidFill>
          <a:ln w="12700">
            <a:solidFill>
              <a:srgbClr val="B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53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فَمُّقَ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6D864"/>
          </a:solidFill>
          <a:ln w="12700">
            <a:solidFill>
              <a:srgbClr val="D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D47"/>
          </a:solidFill>
          <a:ln w="12700">
            <a:solidFill>
              <a:srgbClr val="D1B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38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قَمُّكَ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628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كَمُّلَ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134"/>
          </a:solidFill>
          <a:ln w="12700">
            <a:solidFill>
              <a:srgbClr val="794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39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لَمُّأَ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أَمُّ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بَمُّ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252"/>
          </a:solidFill>
          <a:ln w="12700">
            <a:solidFill>
              <a:srgbClr val="E0A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تَمُّ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B"/>
          </a:solidFill>
          <a:ln w="12700">
            <a:solidFill>
              <a:srgbClr val="47D1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ثَمُّ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جَمُّ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حَمُّ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خَمُّ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2"/>
          </a:solidFill>
          <a:ln w="12700">
            <a:solidFill>
              <a:srgbClr val="ED5ED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234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دَمُّ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234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ذَمُّ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64D8"/>
          </a:solidFill>
          <a:ln w="12700">
            <a:solidFill>
              <a:srgbClr val="A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234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رَمُّ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234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زَمُّ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سَمُّ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شَمُّ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55E"/>
          </a:solidFill>
          <a:ln w="12700">
            <a:solidFill>
              <a:srgbClr val="EDE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صَمُّ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52E0"/>
          </a:solidFill>
          <a:ln w="12700">
            <a:solidFill>
              <a:srgbClr val="5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ضَمُّ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464"/>
          </a:solidFill>
          <a:ln w="12700">
            <a:solidFill>
              <a:srgbClr val="D88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647"/>
          </a:solidFill>
          <a:ln w="12700">
            <a:solidFill>
              <a:srgbClr val="D15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طَمُّ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ظَمُّ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عَمُّ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1"/>
          </a:solidFill>
          <a:ln w="12700">
            <a:solidFill>
              <a:srgbClr val="5EEDC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فَمُّ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C"/>
          </a:solidFill>
          <a:ln w="12700">
            <a:solidFill>
              <a:srgbClr val="E052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2"/>
          </a:solidFill>
          <a:ln w="12700">
            <a:solidFill>
              <a:srgbClr val="70DB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قَمُّ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7"/>
          </a:solidFill>
          <a:ln w="12700">
            <a:solidFill>
              <a:srgbClr val="64D8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D147"/>
          </a:solidFill>
          <a:ln w="12700">
            <a:solidFill>
              <a:srgbClr val="5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كَمُّ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لَمُّ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A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A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6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A36E2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8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14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8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20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6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22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6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14-meem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