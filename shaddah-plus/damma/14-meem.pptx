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</p:sldIdLst>
  <p:notesMasterIdLst>
    <p:notesMasterId r:id="rId7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notesMaster" Target="notesMasters/notesMaster1.xml"/><Relationship Id="rId78" Type="http://schemas.openxmlformats.org/officeDocument/2006/relationships/presProps" Target="presProps.xml"/><Relationship Id="rId79" Type="http://schemas.openxmlformats.org/officeDocument/2006/relationships/viewProps" Target="viewProps.xml"/><Relationship Id="rId80" Type="http://schemas.openxmlformats.org/officeDocument/2006/relationships/theme" Target="theme/theme1.xml"/><Relationship Id="rId8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D64"/>
          </a:solidFill>
          <a:ln w="12700">
            <a:solidFill>
              <a:srgbClr val="2B3D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13479"/>
          </a:solidFill>
          <a:ln w="12700">
            <a:solidFill>
              <a:srgbClr val="41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45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45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5600" dirty="0"/>
          </a:p>
        </p:txBody>
      </p:sp>
      <p:sp>
        <p:nvSpPr>
          <p:cNvPr id="20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R result"/>
          <p:cNvSpPr txBox="1"/>
          <p:nvPr/>
        </p:nvSpPr>
        <p:spPr>
          <a:xfrm>
            <a:off x="685800" y="164048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بُّ</a:t>
            </a:r>
            <a:endParaRPr lang="ar-SA" sz="8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120640" y="1231029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بُّ</a:t>
            </a:r>
            <a:endParaRPr lang="ar-SA" sz="8700" dirty="0"/>
          </a:p>
        </p:txBody>
      </p:sp>
      <p:sp>
        <p:nvSpPr>
          <p:cNvPr id="12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4" name="C3 W2 word"/>
          <p:cNvSpPr txBox="1"/>
          <p:nvPr/>
        </p:nvSpPr>
        <p:spPr>
          <a:xfrm>
            <a:off x="914400" y="1231029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تَبُّ</a:t>
            </a:r>
            <a:endParaRPr lang="ar-SA" sz="8700" dirty="0"/>
          </a:p>
        </p:txBody>
      </p:sp>
      <p:sp>
        <p:nvSpPr>
          <p:cNvPr id="15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6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FED5E"/>
          </a:solidFill>
          <a:ln w="12700">
            <a:solidFill>
              <a:srgbClr val="AF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تَبُّ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152E0"/>
          </a:solidFill>
          <a:ln w="12700">
            <a:solidFill>
              <a:srgbClr val="A1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5DB70"/>
          </a:solidFill>
          <a:ln w="12700">
            <a:solidFill>
              <a:srgbClr val="D5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F"/>
          </a:solidFill>
          <a:ln w="12700">
            <a:solidFill>
              <a:srgbClr val="47855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9937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مَأُّ</a:t>
            </a:r>
            <a:endParaRPr lang="ar-SA" sz="5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D64"/>
          </a:solidFill>
          <a:ln w="12700">
            <a:solidFill>
              <a:srgbClr val="D8BD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A47"/>
          </a:solidFill>
          <a:ln w="12700">
            <a:solidFill>
              <a:srgbClr val="D19A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869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869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مَبُّ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25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925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7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326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مَتُّ</a:t>
            </a:r>
            <a:endParaRPr lang="ar-SA" sz="8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B"/>
          </a:solidFill>
          <a:ln w="12700">
            <a:solidFill>
              <a:srgbClr val="642B4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9"/>
          </a:solidFill>
          <a:ln w="12700">
            <a:solidFill>
              <a:srgbClr val="7934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5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95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726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مَثُّ</a:t>
            </a:r>
            <a:endParaRPr lang="ar-SA" sz="7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مَجُّ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3ED"/>
          </a:solidFill>
          <a:ln w="12700">
            <a:solidFill>
              <a:srgbClr val="5ED3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مَحُّ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31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E52"/>
          </a:solidFill>
          <a:ln w="12700">
            <a:solidFill>
              <a:srgbClr val="E07E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F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7"/>
          </a:solidFill>
          <a:ln w="12700">
            <a:solidFill>
              <a:srgbClr val="70DBC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04785"/>
          </a:solidFill>
          <a:ln w="12700">
            <a:solidFill>
              <a:srgbClr val="50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82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982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830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مَخُّ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0"/>
          </a:solidFill>
          <a:ln w="12700">
            <a:solidFill>
              <a:srgbClr val="64D8A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8"/>
          </a:solidFill>
          <a:ln w="12700">
            <a:solidFill>
              <a:srgbClr val="47D17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7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67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3287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مَدُّ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784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784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4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877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مَذُّ</a:t>
            </a:r>
            <a:endParaRPr lang="ar-SA" sz="7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33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9642B"/>
          </a:solidFill>
          <a:ln w="12700">
            <a:solidFill>
              <a:srgbClr val="59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A7934"/>
          </a:solidFill>
          <a:ln w="12700">
            <a:solidFill>
              <a:srgbClr val="4A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67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67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مَرُّ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84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784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248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مَزُّ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45EED"/>
          </a:solidFill>
          <a:ln w="12700">
            <a:solidFill>
              <a:srgbClr val="E4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1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4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01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34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مَسُّ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A"/>
          </a:solidFill>
          <a:ln w="12700">
            <a:solidFill>
              <a:srgbClr val="52E05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C70DB"/>
          </a:solidFill>
          <a:ln w="12700">
            <a:solidFill>
              <a:srgbClr val="AC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E"/>
          </a:solidFill>
          <a:ln w="12700">
            <a:solidFill>
              <a:srgbClr val="85474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95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1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095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31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590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مَشُّ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364D8"/>
          </a:solidFill>
          <a:ln w="12700">
            <a:solidFill>
              <a:srgbClr val="8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547D1"/>
          </a:solidFill>
          <a:ln w="12700">
            <a:solidFill>
              <a:srgbClr val="55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1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1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مَصُّ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67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067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3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3393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مَضُّ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4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60"/>
          </a:solidFill>
          <a:ln w="12700">
            <a:solidFill>
              <a:srgbClr val="2B646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B79"/>
          </a:solidFill>
          <a:ln w="12700">
            <a:solidFill>
              <a:srgbClr val="345B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869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869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9349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مَطُّ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5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5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349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مَظُّ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C05E"/>
          </a:solidFill>
          <a:ln w="12700">
            <a:solidFill>
              <a:srgbClr val="EDC0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مَعُّ</a:t>
            </a:r>
            <a:endParaRPr lang="ar-SA" sz="6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3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DE0"/>
          </a:solidFill>
          <a:ln w="12700">
            <a:solidFill>
              <a:srgbClr val="526D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C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270"/>
          </a:solidFill>
          <a:ln w="12700">
            <a:solidFill>
              <a:srgbClr val="DB9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D8547"/>
          </a:solidFill>
          <a:ln w="12700">
            <a:solidFill>
              <a:srgbClr val="5D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82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982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793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مَغُّ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664"/>
          </a:solidFill>
          <a:ln w="12700">
            <a:solidFill>
              <a:srgbClr val="D86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C"/>
          </a:solidFill>
          <a:ln w="12700">
            <a:solidFill>
              <a:srgbClr val="D1475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39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39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3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335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مَفُّ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25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925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7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014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مَقُّ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22B64"/>
          </a:solidFill>
          <a:ln w="12700">
            <a:solidFill>
              <a:srgbClr val="52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C"/>
          </a:solidFill>
          <a:ln w="12700">
            <a:solidFill>
              <a:srgbClr val="79346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914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مَكُّ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5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5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870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مَلُّ</a:t>
            </a:r>
            <a:endParaRPr lang="ar-SA" sz="6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D"/>
          </a:solidFill>
          <a:ln w="12700">
            <a:solidFill>
              <a:srgbClr val="5EED9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56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5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56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35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899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5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899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5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أَمُّبَ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43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0"/>
          </a:solidFill>
          <a:ln w="12700">
            <a:solidFill>
              <a:srgbClr val="E0529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3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7"/>
          </a:solidFill>
          <a:ln w="12700">
            <a:solidFill>
              <a:srgbClr val="70DB7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C85"/>
          </a:solidFill>
          <a:ln w="12700">
            <a:solidFill>
              <a:srgbClr val="476C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99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5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899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35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61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5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661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5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8452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بَمُّتَ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FD864"/>
          </a:solidFill>
          <a:ln w="12700">
            <a:solidFill>
              <a:srgbClr val="7F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ED147"/>
          </a:solidFill>
          <a:ln w="12700">
            <a:solidFill>
              <a:srgbClr val="7E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61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61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35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905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5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905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5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621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تَمُّثَ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05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905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35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5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5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6982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ثَمُّجَ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4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42B"/>
          </a:solidFill>
          <a:ln w="12700">
            <a:solidFill>
              <a:srgbClr val="644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534"/>
          </a:solidFill>
          <a:ln w="12700">
            <a:solidFill>
              <a:srgbClr val="7975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5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35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5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5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6982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جَمُّحَ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35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10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10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982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حَمُّخَ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95EED"/>
          </a:solidFill>
          <a:ln w="12700">
            <a:solidFill>
              <a:srgbClr val="79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10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10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35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58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5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58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5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723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خَمُّدَ</a:t>
            </a:r>
            <a:endParaRPr lang="ar-SA" sz="7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433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4E052"/>
          </a:solidFill>
          <a:ln w="12700">
            <a:solidFill>
              <a:srgbClr val="B4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F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4DB"/>
          </a:solidFill>
          <a:ln w="12700">
            <a:solidFill>
              <a:srgbClr val="708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C"/>
          </a:solidFill>
          <a:ln w="12700">
            <a:solidFill>
              <a:srgbClr val="85477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8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5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58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35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20037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5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20037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5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723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دَمُّذَ</a:t>
            </a:r>
            <a:endParaRPr lang="ar-SA" sz="7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CD8"/>
          </a:solidFill>
          <a:ln w="12700">
            <a:solidFill>
              <a:srgbClr val="649C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0D1"/>
          </a:solidFill>
          <a:ln w="12700">
            <a:solidFill>
              <a:srgbClr val="47A0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37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37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35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4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5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4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5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82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ذَمُّرَ</a:t>
            </a:r>
            <a:endParaRPr lang="ar-SA" sz="6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84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84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35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290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5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290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5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582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رَمُّزَ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6"/>
          </a:solidFill>
          <a:ln w="12700">
            <a:solidFill>
              <a:srgbClr val="2B643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4"/>
          </a:solidFill>
          <a:ln w="12700">
            <a:solidFill>
              <a:srgbClr val="34796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290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5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290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35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799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5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799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5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563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زَمُّسَ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99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99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D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D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35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D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5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5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419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سَمُّشَ</a:t>
            </a:r>
            <a:endParaRPr lang="ar-SA" sz="5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7"/>
          </a:solidFill>
          <a:ln w="12700">
            <a:solidFill>
              <a:srgbClr val="ED5E6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5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35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5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5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538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شَمُّصَ</a:t>
            </a:r>
            <a:endParaRPr lang="ar-SA" sz="5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4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7E0"/>
          </a:solidFill>
          <a:ln w="12700">
            <a:solidFill>
              <a:srgbClr val="52D7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9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F"/>
          </a:solidFill>
          <a:ln w="12700">
            <a:solidFill>
              <a:srgbClr val="DB709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E47"/>
          </a:solidFill>
          <a:ln w="12700">
            <a:solidFill>
              <a:srgbClr val="857E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4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829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4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829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34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529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صَمُّضَ</a:t>
            </a:r>
            <a:endParaRPr lang="ar-SA" sz="5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9"/>
          </a:solidFill>
          <a:ln w="12700">
            <a:solidFill>
              <a:srgbClr val="D864B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3"/>
          </a:solidFill>
          <a:ln w="12700">
            <a:solidFill>
              <a:srgbClr val="D147C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829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829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4330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ضَمُّطَ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35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5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5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467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طَمُّظَ</a:t>
            </a:r>
            <a:endParaRPr lang="ar-SA" sz="6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42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E64"/>
          </a:solidFill>
          <a:ln w="12700">
            <a:solidFill>
              <a:srgbClr val="2B2E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23479"/>
          </a:solidFill>
          <a:ln w="12700">
            <a:solidFill>
              <a:srgbClr val="52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5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35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83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5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83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5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6982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ظَمُّعَ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3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3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35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285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285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5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982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عَمُّغَ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F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BED5E"/>
          </a:solidFill>
          <a:ln w="12700">
            <a:solidFill>
              <a:srgbClr val="8B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285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285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35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20068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5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20068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5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4175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غَمُّفَ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652E0"/>
          </a:solidFill>
          <a:ln w="12700">
            <a:solidFill>
              <a:srgbClr val="C6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ADB70"/>
          </a:solidFill>
          <a:ln w="12700">
            <a:solidFill>
              <a:srgbClr val="BA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F"/>
          </a:solidFill>
          <a:ln w="12700">
            <a:solidFill>
              <a:srgbClr val="47856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068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5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068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35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5014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5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5014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5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4536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فَمُّقَ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6D864"/>
          </a:solidFill>
          <a:ln w="12700">
            <a:solidFill>
              <a:srgbClr val="D6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D47"/>
          </a:solidFill>
          <a:ln w="12700">
            <a:solidFill>
              <a:srgbClr val="D1BD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014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014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35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84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5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84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5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6381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قَمُّكَ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84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84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35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7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5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67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5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6288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كَمُّلَ</a:t>
            </a:r>
            <a:endParaRPr lang="ar-SA" sz="6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43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D"/>
          </a:solidFill>
          <a:ln w="12700">
            <a:solidFill>
              <a:srgbClr val="642B3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134"/>
          </a:solidFill>
          <a:ln w="12700">
            <a:solidFill>
              <a:srgbClr val="7941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67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5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67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35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2056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5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2056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5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3956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لَمُّأَ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60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أَمُّ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D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EED"/>
          </a:solidFill>
          <a:ln w="12700">
            <a:solidFill>
              <a:srgbClr val="5EA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1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1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01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بَمُّ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43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252"/>
          </a:solidFill>
          <a:ln w="12700">
            <a:solidFill>
              <a:srgbClr val="E0A2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C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4DB"/>
          </a:solidFill>
          <a:ln w="12700">
            <a:solidFill>
              <a:srgbClr val="70D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04785"/>
          </a:solidFill>
          <a:ln w="12700">
            <a:solidFill>
              <a:srgbClr val="60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80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80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01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تَمُّ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E"/>
          </a:solidFill>
          <a:ln w="12700">
            <a:solidFill>
              <a:srgbClr val="64D8B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B"/>
          </a:solidFill>
          <a:ln w="12700">
            <a:solidFill>
              <a:srgbClr val="47D19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59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59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01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ثَمُّ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01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جَمُّ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434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B642B"/>
          </a:solidFill>
          <a:ln w="12700">
            <a:solidFill>
              <a:srgbClr val="4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87934"/>
          </a:solidFill>
          <a:ln w="12700">
            <a:solidFill>
              <a:srgbClr val="38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01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حَمُّ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4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44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01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خَمُّ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2"/>
          </a:solidFill>
          <a:ln w="12700">
            <a:solidFill>
              <a:srgbClr val="ED5ED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9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9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234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دَمُّ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F"/>
          </a:solidFill>
          <a:ln w="12700">
            <a:solidFill>
              <a:srgbClr val="52E07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870DB"/>
          </a:solidFill>
          <a:ln w="12700">
            <a:solidFill>
              <a:srgbClr val="C8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147"/>
          </a:solidFill>
          <a:ln w="12700">
            <a:solidFill>
              <a:srgbClr val="8551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5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5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234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ذَمُّ</a:t>
            </a:r>
            <a:endParaRPr lang="ar-SA" sz="6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164D8"/>
          </a:solidFill>
          <a:ln w="12700">
            <a:solidFill>
              <a:srgbClr val="A1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947D1"/>
          </a:solidFill>
          <a:ln w="12700">
            <a:solidFill>
              <a:srgbClr val="79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4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4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234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رَمُّ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56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656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234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زَمُّ</a:t>
            </a:r>
            <a:endParaRPr lang="ar-SA" sz="68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44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964"/>
          </a:solidFill>
          <a:ln w="12700">
            <a:solidFill>
              <a:srgbClr val="2B59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979"/>
          </a:solidFill>
          <a:ln w="12700">
            <a:solidFill>
              <a:srgbClr val="344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94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094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01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سَمُّ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01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شَمُّ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55E"/>
          </a:solidFill>
          <a:ln w="12700">
            <a:solidFill>
              <a:srgbClr val="EDE5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0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0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01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صَمُّ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42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B52E0"/>
          </a:solidFill>
          <a:ln w="12700">
            <a:solidFill>
              <a:srgbClr val="5B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6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D70"/>
          </a:solidFill>
          <a:ln w="12700">
            <a:solidFill>
              <a:srgbClr val="DBAD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E8547"/>
          </a:solidFill>
          <a:ln w="12700">
            <a:solidFill>
              <a:srgbClr val="4E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01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ضَمُّ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464"/>
          </a:solidFill>
          <a:ln w="12700">
            <a:solidFill>
              <a:srgbClr val="D88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647"/>
          </a:solidFill>
          <a:ln w="12700">
            <a:solidFill>
              <a:srgbClr val="D156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01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طَمُّ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5F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01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ظَمُّ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2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12B64"/>
          </a:solidFill>
          <a:ln w="12700">
            <a:solidFill>
              <a:srgbClr val="6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B"/>
          </a:solidFill>
          <a:ln w="12700">
            <a:solidFill>
              <a:srgbClr val="79345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3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3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01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عَمُّ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E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5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5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01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غَمُّ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1"/>
          </a:solidFill>
          <a:ln w="12700">
            <a:solidFill>
              <a:srgbClr val="5EEDC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45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545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01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فَمُّ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431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C"/>
          </a:solidFill>
          <a:ln w="12700">
            <a:solidFill>
              <a:srgbClr val="E0526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D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2"/>
          </a:solidFill>
          <a:ln w="12700">
            <a:solidFill>
              <a:srgbClr val="70DB9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D85"/>
          </a:solidFill>
          <a:ln w="12700">
            <a:solidFill>
              <a:srgbClr val="475D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01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قَمُّ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7"/>
          </a:solidFill>
          <a:ln w="12700">
            <a:solidFill>
              <a:srgbClr val="64D86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BD147"/>
          </a:solidFill>
          <a:ln w="12700">
            <a:solidFill>
              <a:srgbClr val="5B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29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29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01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كَمُّ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90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90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01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لَمُّ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431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22B"/>
          </a:solidFill>
          <a:ln w="12700">
            <a:solidFill>
              <a:srgbClr val="645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C7934"/>
          </a:solidFill>
          <a:ln w="12700">
            <a:solidFill>
              <a:srgbClr val="6C793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6718689" y="896112"/>
            <a:ext cx="165246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CA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6718689" y="896112"/>
            <a:ext cx="165246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وَٱللَّهُ</a:t>
            </a:r>
            <a:endParaRPr lang="ar-SA" sz="4000" dirty="0"/>
          </a:p>
        </p:txBody>
      </p:sp>
      <p:sp>
        <p:nvSpPr>
          <p:cNvPr id="14" name="C2 W2 pill"/>
          <p:cNvSpPr/>
          <p:nvPr/>
        </p:nvSpPr>
        <p:spPr>
          <a:xfrm>
            <a:off x="4637385" y="896112"/>
            <a:ext cx="17612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CA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4637385" y="896112"/>
            <a:ext cx="17612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يُحِبُّ</a:t>
            </a:r>
            <a:endParaRPr lang="ar-SA" sz="4000" dirty="0"/>
          </a:p>
        </p:txBody>
      </p:sp>
      <p:sp>
        <p:nvSpPr>
          <p:cNvPr id="16" name="C3 W3 pill"/>
          <p:cNvSpPr/>
          <p:nvPr/>
        </p:nvSpPr>
        <p:spPr>
          <a:xfrm>
            <a:off x="772850" y="896112"/>
            <a:ext cx="354449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CA36E2"/>
            </a:solidFill>
            <a:prstDash val="solid"/>
          </a:ln>
        </p:spPr>
      </p:sp>
      <p:sp>
        <p:nvSpPr>
          <p:cNvPr id="17" name="C3 W3 word"/>
          <p:cNvSpPr txBox="1"/>
          <p:nvPr/>
        </p:nvSpPr>
        <p:spPr>
          <a:xfrm>
            <a:off x="772850" y="896112"/>
            <a:ext cx="354449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ٱلۡمُحۡسِنِينَ</a:t>
            </a:r>
            <a:endParaRPr lang="ar-SA" sz="4000" dirty="0"/>
          </a:p>
        </p:txBody>
      </p:sp>
      <p:sp>
        <p:nvSpPr>
          <p:cNvPr id="18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4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S panel"/>
          <p:cNvSpPr/>
          <p:nvPr/>
        </p:nvSpPr>
        <p:spPr>
          <a:xfrm>
            <a:off x="1608372" y="2834640"/>
            <a:ext cx="592725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4 S sentence"/>
          <p:cNvSpPr txBox="1"/>
          <p:nvPr/>
        </p:nvSpPr>
        <p:spPr>
          <a:xfrm>
            <a:off x="1608372" y="2834640"/>
            <a:ext cx="592725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وَٱللَّهُ يُحِبُّ ٱلۡمُحۡسِنِينَ</a:t>
            </a:r>
            <a:endParaRPr lang="ar-SA" sz="4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497043" y="896112"/>
            <a:ext cx="191823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C8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497043" y="896112"/>
            <a:ext cx="191823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ٱلۡحَقُّ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3725222" y="896112"/>
            <a:ext cx="14517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C8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3725222" y="896112"/>
            <a:ext cx="14517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4600" dirty="0"/>
          </a:p>
        </p:txBody>
      </p:sp>
      <p:sp>
        <p:nvSpPr>
          <p:cNvPr id="14" name="C3 W3 pill"/>
          <p:cNvSpPr/>
          <p:nvPr/>
        </p:nvSpPr>
        <p:spPr>
          <a:xfrm>
            <a:off x="1728720" y="896112"/>
            <a:ext cx="167646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C8E236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1728720" y="896112"/>
            <a:ext cx="167646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رَّبِّكَ</a:t>
            </a:r>
            <a:endParaRPr lang="ar-SA" sz="46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4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2516104" y="2834640"/>
            <a:ext cx="411179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2516104" y="2834640"/>
            <a:ext cx="411179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ٱلۡحَقُّ مِن رَّبِّكَ</a:t>
            </a:r>
            <a:endParaRPr lang="ar-SA" sz="4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E5EED"/>
          </a:solidFill>
          <a:ln w="12700">
            <a:solidFill>
              <a:srgbClr val="9E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6232080" y="896112"/>
            <a:ext cx="16327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9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6232080" y="896112"/>
            <a:ext cx="16327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وَهُوَ</a:t>
            </a:r>
            <a:endParaRPr lang="ar-SA" sz="4500" dirty="0"/>
          </a:p>
        </p:txBody>
      </p:sp>
      <p:sp>
        <p:nvSpPr>
          <p:cNvPr id="20" name="C2 W2 pill"/>
          <p:cNvSpPr/>
          <p:nvPr/>
        </p:nvSpPr>
        <p:spPr>
          <a:xfrm>
            <a:off x="3935809" y="896112"/>
            <a:ext cx="197623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6E2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3935809" y="896112"/>
            <a:ext cx="197623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ٱلۡعَلِيُّ</a:t>
            </a:r>
            <a:endParaRPr lang="ar-SA" sz="4500" dirty="0"/>
          </a:p>
        </p:txBody>
      </p:sp>
      <p:sp>
        <p:nvSpPr>
          <p:cNvPr id="22" name="C3 W3 pill"/>
          <p:cNvSpPr/>
          <p:nvPr/>
        </p:nvSpPr>
        <p:spPr>
          <a:xfrm>
            <a:off x="1279186" y="896112"/>
            <a:ext cx="233658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96E2"/>
            </a:solidFill>
            <a:prstDash val="solid"/>
          </a:ln>
        </p:spPr>
      </p:sp>
      <p:sp>
        <p:nvSpPr>
          <p:cNvPr id="23" name="C3 W3 word"/>
          <p:cNvSpPr txBox="1"/>
          <p:nvPr/>
        </p:nvSpPr>
        <p:spPr>
          <a:xfrm>
            <a:off x="1279186" y="896112"/>
            <a:ext cx="233658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ٱلۡعَظِيمُ</a:t>
            </a:r>
            <a:endParaRPr lang="ar-SA" sz="4500" dirty="0"/>
          </a:p>
        </p:txBody>
      </p:sp>
      <p:sp>
        <p:nvSpPr>
          <p:cNvPr id="24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S panel"/>
          <p:cNvSpPr/>
          <p:nvPr/>
        </p:nvSpPr>
        <p:spPr>
          <a:xfrm>
            <a:off x="2143502" y="2834640"/>
            <a:ext cx="485699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6" name="C4 S sentence"/>
          <p:cNvSpPr txBox="1"/>
          <p:nvPr/>
        </p:nvSpPr>
        <p:spPr>
          <a:xfrm>
            <a:off x="2143502" y="2834640"/>
            <a:ext cx="485699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وَهُوَ ٱلۡعَلِيُّ ٱلۡعَظِيمُ</a:t>
            </a:r>
            <a:endParaRPr lang="ar-SA" sz="4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75</Slides>
  <Notes>75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7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damma 14-meem</dc:title>
  <dc:subject>PptxGenJS Presentation</dc:subject>
  <dc:creator>PptxGenJS</dc:creator>
  <cp:lastModifiedBy>PptxGenJS</cp:lastModifiedBy>
  <cp:revision>1</cp:revision>
  <dcterms:created xsi:type="dcterms:W3CDTF">2026-10-21T19:04:21Z</dcterms:created>
  <dcterms:modified xsi:type="dcterms:W3CDTF">2026-10-21T19:04:21Z</dcterms:modified>
</cp:coreProperties>
</file>