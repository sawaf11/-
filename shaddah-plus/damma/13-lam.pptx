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90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لَأُّ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لَرُّ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3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B"/>
          </a:solidFill>
          <a:ln w="12700">
            <a:solidFill>
              <a:srgbClr val="D147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7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C"/>
          </a:solidFill>
          <a:ln w="12700">
            <a:solidFill>
              <a:srgbClr val="5EED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6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1"/>
          </a:solidFill>
          <a:ln w="12700">
            <a:solidFill>
              <a:srgbClr val="E052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0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D147"/>
          </a:solidFill>
          <a:ln w="12700">
            <a:solidFill>
              <a:srgbClr val="A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1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لَكُّ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08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أَلُّبَ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بَلُّتَ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8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تَلُّثَ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C52"/>
          </a:solidFill>
          <a:ln w="12700">
            <a:solidFill>
              <a:srgbClr val="E0D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9DB"/>
          </a:solidFill>
          <a:ln w="12700">
            <a:solidFill>
              <a:srgbClr val="70A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ثَلُّجَ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جَلُّحَ</a:t>
            </a:r>
            <a:endParaRPr lang="ar-SA" sz="4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حَلُّخَ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خَلُّدَ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دَلُّذَ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8"/>
          </a:solidFill>
          <a:ln w="12700">
            <a:solidFill>
              <a:srgbClr val="ED5E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ذَلُّرَ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4"/>
          </a:solidFill>
          <a:ln w="12700">
            <a:solidFill>
              <a:srgbClr val="DB70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رَلُّزَ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47D1"/>
          </a:solidFill>
          <a:ln w="12700">
            <a:solidFill>
              <a:srgbClr val="B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زَلُّسَ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سَلُّشَ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شَلُّصَ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صَلُّضَ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ED5E"/>
          </a:solidFill>
          <a:ln w="12700">
            <a:solidFill>
              <a:srgbClr val="B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ضَلُّطَ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52E0"/>
          </a:solidFill>
          <a:ln w="12700">
            <a:solidFill>
              <a:srgbClr val="9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طَلُّظَ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E47"/>
          </a:solidFill>
          <a:ln w="12700">
            <a:solidFill>
              <a:srgbClr val="D18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ظَلُّعَ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عَلُّغَ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70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غَلُّفَ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2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فَلُّقَ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FED"/>
          </a:solidFill>
          <a:ln w="12700">
            <a:solidFill>
              <a:srgbClr val="5ED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8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قَلُّكَ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152"/>
          </a:solidFill>
          <a:ln w="12700">
            <a:solidFill>
              <a:srgbClr val="E07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2000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كَلُّأَ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7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بَلُّ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تَلُّ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ثَلُّ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جَلُّ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حَلُّ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خَلُّ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87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دَلُّ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7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ذَلُّ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2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رَلُّ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2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سَلُّ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8"/>
          </a:solidFill>
          <a:ln w="12700">
            <a:solidFill>
              <a:srgbClr val="D147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شَلُّ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صَلُّ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ضَلُّ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طَلُّ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0"/>
          </a:solidFill>
          <a:ln w="12700">
            <a:solidFill>
              <a:srgbClr val="5EED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ظَلُّ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D"/>
          </a:solidFill>
          <a:ln w="12700">
            <a:solidFill>
              <a:srgbClr val="E052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عَلُّ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غَلُّ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فَلُّ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كَلُّ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EDB"/>
          </a:solidFill>
          <a:ln w="12700">
            <a:solidFill>
              <a:srgbClr val="708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9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4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13-lam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