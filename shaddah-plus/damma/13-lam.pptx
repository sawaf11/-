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notesMasterIdLst>
    <p:notesMasterId r:id="rId7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600" dirty="0"/>
          </a:p>
        </p:txBody>
      </p:sp>
      <p:sp>
        <p:nvSpPr>
          <p:cNvPr id="19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8 R result"/>
          <p:cNvSpPr txBox="1"/>
          <p:nvPr/>
        </p:nvSpPr>
        <p:spPr>
          <a:xfrm>
            <a:off x="685800" y="164048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F"/>
          </a:solidFill>
          <a:ln w="12700">
            <a:solidFill>
              <a:srgbClr val="642B5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0"/>
          </a:solidFill>
          <a:ln w="12700">
            <a:solidFill>
              <a:srgbClr val="793450"/>
            </a:solidFill>
            <a:prstDash val="solid"/>
          </a:ln>
        </p:spPr>
      </p:sp>
      <p:sp>
        <p:nvSpPr>
          <p:cNvPr id="12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12064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700" dirty="0"/>
          </a:p>
        </p:txBody>
      </p:sp>
      <p:sp>
        <p:nvSpPr>
          <p:cNvPr id="14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6" name="C3 W2 word"/>
          <p:cNvSpPr txBox="1"/>
          <p:nvPr/>
        </p:nvSpPr>
        <p:spPr>
          <a:xfrm>
            <a:off x="91440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8700" dirty="0"/>
          </a:p>
        </p:txBody>
      </p:sp>
      <p:sp>
        <p:nvSpPr>
          <p:cNvPr id="17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8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7"/>
          </a:solidFill>
          <a:ln w="12700">
            <a:solidFill>
              <a:srgbClr val="5EEDD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9901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لَأُّ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1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6"/>
          </a:solidFill>
          <a:ln w="12700">
            <a:solidFill>
              <a:srgbClr val="E0525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2"/>
          </a:solidFill>
          <a:ln w="12700">
            <a:solidFill>
              <a:srgbClr val="70DBA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485"/>
          </a:solidFill>
          <a:ln w="12700">
            <a:solidFill>
              <a:srgbClr val="475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8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8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لَبُّ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8"/>
          </a:solidFill>
          <a:ln w="12700">
            <a:solidFill>
              <a:srgbClr val="64D87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49"/>
          </a:solidFill>
          <a:ln w="12700">
            <a:solidFill>
              <a:srgbClr val="47D14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81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81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2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لَتُّ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72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لَثُّ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2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B2B"/>
          </a:solidFill>
          <a:ln w="12700">
            <a:solidFill>
              <a:srgbClr val="645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27934"/>
          </a:solidFill>
          <a:ln w="12700">
            <a:solidFill>
              <a:srgbClr val="6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لَجُّ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لَحُّ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35EED"/>
          </a:solidFill>
          <a:ln w="12700">
            <a:solidFill>
              <a:srgbClr val="B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76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76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لَخُّ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AE052"/>
          </a:solidFill>
          <a:ln w="12700">
            <a:solidFill>
              <a:srgbClr val="7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870DB"/>
          </a:solidFill>
          <a:ln w="12700">
            <a:solidFill>
              <a:srgbClr val="8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3"/>
          </a:solidFill>
          <a:ln w="12700">
            <a:solidFill>
              <a:srgbClr val="85476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08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108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38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لَدُّ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DD8"/>
          </a:solidFill>
          <a:ln w="12700">
            <a:solidFill>
              <a:srgbClr val="646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8D1"/>
          </a:solidFill>
          <a:ln w="12700">
            <a:solidFill>
              <a:srgbClr val="476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57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لَذُّ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08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108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لَرُّ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4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D"/>
          </a:solidFill>
          <a:ln w="12700">
            <a:solidFill>
              <a:srgbClr val="2B644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379"/>
          </a:solidFill>
          <a:ln w="12700">
            <a:solidFill>
              <a:srgbClr val="3473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24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لَزُّ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3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3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لَسُّ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F5E"/>
          </a:solidFill>
          <a:ln w="12700">
            <a:solidFill>
              <a:srgbClr val="ED8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64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64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31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590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لَشُّ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DE0"/>
          </a:solidFill>
          <a:ln w="12700">
            <a:solidFill>
              <a:srgbClr val="529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8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4"/>
          </a:solidFill>
          <a:ln w="12700">
            <a:solidFill>
              <a:srgbClr val="DB707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28547"/>
          </a:solidFill>
          <a:ln w="12700">
            <a:solidFill>
              <a:srgbClr val="7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73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73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لَصُّ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9"/>
          </a:solidFill>
          <a:ln w="12700">
            <a:solidFill>
              <a:srgbClr val="D8648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B"/>
          </a:solidFill>
          <a:ln w="12700">
            <a:solidFill>
              <a:srgbClr val="D1478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67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67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39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لَضُّ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8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8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لَطُّ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F2B64"/>
          </a:solidFill>
          <a:ln w="12700">
            <a:solidFill>
              <a:srgbClr val="3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F3479"/>
          </a:solidFill>
          <a:ln w="12700">
            <a:solidFill>
              <a:srgbClr val="6F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7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لَظُّ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لَعُّ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C"/>
          </a:solidFill>
          <a:ln w="12700">
            <a:solidFill>
              <a:srgbClr val="5EED6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76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76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793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لَغُّ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1"/>
          </a:solidFill>
          <a:ln w="12700">
            <a:solidFill>
              <a:srgbClr val="E052C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EDB70"/>
          </a:solidFill>
          <a:ln w="12700">
            <a:solidFill>
              <a:srgbClr val="8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185"/>
          </a:solidFill>
          <a:ln w="12700">
            <a:solidFill>
              <a:srgbClr val="4781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70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3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70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33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633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لَفُّ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6D864"/>
          </a:solidFill>
          <a:ln w="12700">
            <a:solidFill>
              <a:srgbClr val="A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DD147"/>
          </a:solidFill>
          <a:ln w="12700">
            <a:solidFill>
              <a:srgbClr val="A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81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81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14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لَقُّ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لَكُّ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02B"/>
          </a:solidFill>
          <a:ln w="12700">
            <a:solidFill>
              <a:srgbClr val="643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D34"/>
          </a:solidFill>
          <a:ln w="12700">
            <a:solidFill>
              <a:srgbClr val="795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0083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أَلُّبَ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7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076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بَلُّتَ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4ED"/>
          </a:solidFill>
          <a:ln w="12700">
            <a:solidFill>
              <a:srgbClr val="5E7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65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8871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تَلُّثَ</a:t>
            </a:r>
            <a:endParaRPr lang="ar-SA" sz="6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2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C52"/>
          </a:solidFill>
          <a:ln w="12700">
            <a:solidFill>
              <a:srgbClr val="E0D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9DB"/>
          </a:solidFill>
          <a:ln w="12700">
            <a:solidFill>
              <a:srgbClr val="70A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94785"/>
          </a:solidFill>
          <a:ln w="12700">
            <a:solidFill>
              <a:srgbClr val="7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8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275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ثَلُّجَ</a:t>
            </a:r>
            <a:endParaRPr lang="ar-SA" sz="4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3D8"/>
          </a:solidFill>
          <a:ln w="12700">
            <a:solidFill>
              <a:srgbClr val="64C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FD1"/>
          </a:solidFill>
          <a:ln w="12700">
            <a:solidFill>
              <a:srgbClr val="47C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275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جَلُّحَ</a:t>
            </a:r>
            <a:endParaRPr lang="ar-SA" sz="4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75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275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حَلُّخَ</a:t>
            </a:r>
            <a:endParaRPr lang="ar-SA" sz="4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3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4642B"/>
          </a:solidFill>
          <a:ln w="12700">
            <a:solidFill>
              <a:srgbClr val="3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C"/>
          </a:solidFill>
          <a:ln w="12700">
            <a:solidFill>
              <a:srgbClr val="34794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15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925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خَلُّدَ</a:t>
            </a:r>
            <a:endParaRPr lang="ar-SA" sz="6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983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983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925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دَلُّذَ</a:t>
            </a:r>
            <a:endParaRPr lang="ar-SA" sz="6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8"/>
          </a:solidFill>
          <a:ln w="12700">
            <a:solidFill>
              <a:srgbClr val="ED5E9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83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983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924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1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924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1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853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ذَلُّرَ</a:t>
            </a:r>
            <a:endParaRPr lang="ar-SA" sz="5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4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9"/>
          </a:solidFill>
          <a:ln w="12700">
            <a:solidFill>
              <a:srgbClr val="52E0B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4"/>
          </a:solidFill>
          <a:ln w="12700">
            <a:solidFill>
              <a:srgbClr val="DB70C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947"/>
          </a:solidFill>
          <a:ln w="12700">
            <a:solidFill>
              <a:srgbClr val="856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24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924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32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1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32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1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853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رَلُّزَ</a:t>
            </a:r>
            <a:endParaRPr lang="ar-SA" sz="5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064D8"/>
          </a:solidFill>
          <a:ln w="12700">
            <a:solidFill>
              <a:srgbClr val="D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047D1"/>
          </a:solidFill>
          <a:ln w="12700">
            <a:solidFill>
              <a:srgbClr val="B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2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2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87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87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853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زَلُّسَ</a:t>
            </a:r>
            <a:endParaRPr lang="ar-SA" sz="5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87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870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0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0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853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سَلُّشَ</a:t>
            </a:r>
            <a:endParaRPr lang="ar-SA" sz="5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264"/>
          </a:solidFill>
          <a:ln w="12700">
            <a:solidFill>
              <a:srgbClr val="2B4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B3479"/>
          </a:solidFill>
          <a:ln w="12700">
            <a:solidFill>
              <a:srgbClr val="3B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0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0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969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1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969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1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853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شَلُّصَ</a:t>
            </a:r>
            <a:endParaRPr lang="ar-SA" sz="5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69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69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853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صَلُّضَ</a:t>
            </a:r>
            <a:endParaRPr lang="ar-SA" sz="5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CED5E"/>
          </a:solidFill>
          <a:ln w="12700">
            <a:solidFill>
              <a:srgbClr val="B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1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1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925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ضَلُّطَ</a:t>
            </a:r>
            <a:endParaRPr lang="ar-SA" sz="6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1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552E0"/>
          </a:solidFill>
          <a:ln w="12700">
            <a:solidFill>
              <a:srgbClr val="9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870"/>
          </a:solidFill>
          <a:ln w="12700">
            <a:solidFill>
              <a:srgbClr val="DBD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A"/>
          </a:solidFill>
          <a:ln w="12700">
            <a:solidFill>
              <a:srgbClr val="47855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1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1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9252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طَلُّظَ</a:t>
            </a:r>
            <a:endParaRPr lang="ar-SA" sz="6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364"/>
          </a:solidFill>
          <a:ln w="12700">
            <a:solidFill>
              <a:srgbClr val="D8B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E47"/>
          </a:solidFill>
          <a:ln w="12700">
            <a:solidFill>
              <a:srgbClr val="D18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20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20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275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ظَلُّعَ</a:t>
            </a:r>
            <a:endParaRPr lang="ar-SA" sz="4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20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20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31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1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31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1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275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عَلُّغَ</a:t>
            </a:r>
            <a:endParaRPr lang="ar-SA" sz="4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3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0"/>
          </a:solidFill>
          <a:ln w="12700">
            <a:solidFill>
              <a:srgbClr val="642B5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F"/>
          </a:solidFill>
          <a:ln w="12700">
            <a:solidFill>
              <a:srgbClr val="79343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1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31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01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1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01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1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7703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غَلُّفَ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1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11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09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09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726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فَلُّقَ</a:t>
            </a:r>
            <a:endParaRPr lang="ar-SA" sz="5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FED"/>
          </a:solidFill>
          <a:ln w="12700">
            <a:solidFill>
              <a:srgbClr val="5ED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09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1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09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81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1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81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1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8871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قَلُّكَ</a:t>
            </a:r>
            <a:endParaRPr lang="ar-SA" sz="6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152"/>
          </a:solidFill>
          <a:ln w="12700">
            <a:solidFill>
              <a:srgbClr val="E07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E"/>
          </a:solidFill>
          <a:ln w="12700">
            <a:solidFill>
              <a:srgbClr val="70DBB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B4785"/>
          </a:solidFill>
          <a:ln w="12700">
            <a:solidFill>
              <a:srgbClr val="4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81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817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55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1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452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1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20006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كَلُّأَ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6"/>
          </a:solidFill>
          <a:ln w="12700">
            <a:solidFill>
              <a:srgbClr val="64D89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C"/>
          </a:solidFill>
          <a:ln w="12700">
            <a:solidFill>
              <a:srgbClr val="47D16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887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أَلُّ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870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بَلُّ</a:t>
            </a:r>
            <a:endParaRPr lang="ar-SA" sz="6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433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E642B"/>
          </a:solidFill>
          <a:ln w="12700">
            <a:solidFill>
              <a:srgbClr val="5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07934"/>
          </a:solidFill>
          <a:ln w="12700">
            <a:solidFill>
              <a:srgbClr val="5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870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تَلُّ</a:t>
            </a:r>
            <a:endParaRPr lang="ar-SA" sz="6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870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ثَلُّ</a:t>
            </a:r>
            <a:endParaRPr lang="ar-SA" sz="6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85EED"/>
          </a:solidFill>
          <a:ln w="12700">
            <a:solidFill>
              <a:srgbClr val="D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870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جَلُّ</a:t>
            </a:r>
            <a:endParaRPr lang="ar-SA" sz="6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5E052"/>
          </a:solidFill>
          <a:ln w="12700">
            <a:solidFill>
              <a:srgbClr val="5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370DB"/>
          </a:solidFill>
          <a:ln w="12700">
            <a:solidFill>
              <a:srgbClr val="A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3"/>
          </a:solidFill>
          <a:ln w="12700">
            <a:solidFill>
              <a:srgbClr val="85475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870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حَلُّ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964D8"/>
          </a:solidFill>
          <a:ln w="12700">
            <a:solidFill>
              <a:srgbClr val="7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A47D1"/>
          </a:solidFill>
          <a:ln w="12700">
            <a:solidFill>
              <a:srgbClr val="4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870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خَلُّ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887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دَلُّ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4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B"/>
          </a:solidFill>
          <a:ln w="12700">
            <a:solidFill>
              <a:srgbClr val="2B645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179"/>
          </a:solidFill>
          <a:ln w="12700">
            <a:solidFill>
              <a:srgbClr val="3461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887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ذَلُّ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824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رَلُّ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45E"/>
          </a:solidFill>
          <a:ln w="12700">
            <a:solidFill>
              <a:srgbClr val="EDB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824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زَلُّ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3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9E0"/>
          </a:solidFill>
          <a:ln w="12700">
            <a:solidFill>
              <a:srgbClr val="527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870"/>
          </a:solidFill>
          <a:ln w="12700">
            <a:solidFill>
              <a:srgbClr val="DB8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28547"/>
          </a:solidFill>
          <a:ln w="12700">
            <a:solidFill>
              <a:srgbClr val="6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870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سَلُّ</a:t>
            </a:r>
            <a:endParaRPr lang="ar-SA" sz="6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C"/>
          </a:solidFill>
          <a:ln w="12700">
            <a:solidFill>
              <a:srgbClr val="D8646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8"/>
          </a:solidFill>
          <a:ln w="12700">
            <a:solidFill>
              <a:srgbClr val="D1476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870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شَلُّ</a:t>
            </a:r>
            <a:endParaRPr lang="ar-SA" sz="6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870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صَلُّ</a:t>
            </a:r>
            <a:endParaRPr lang="ar-SA" sz="6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D2B64"/>
          </a:solidFill>
          <a:ln w="12700">
            <a:solidFill>
              <a:srgbClr val="4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2"/>
          </a:solidFill>
          <a:ln w="12700">
            <a:solidFill>
              <a:srgbClr val="79347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870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ضَلُّ</a:t>
            </a:r>
            <a:endParaRPr lang="ar-SA" sz="6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870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طَلُّ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0"/>
          </a:solidFill>
          <a:ln w="12700">
            <a:solidFill>
              <a:srgbClr val="5EED9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870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ظَلُّ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4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D"/>
          </a:solidFill>
          <a:ln w="12700">
            <a:solidFill>
              <a:srgbClr val="E0529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8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3DB70"/>
          </a:solidFill>
          <a:ln w="12700">
            <a:solidFill>
              <a:srgbClr val="7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285"/>
          </a:solidFill>
          <a:ln w="12700">
            <a:solidFill>
              <a:srgbClr val="477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2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2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870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عَلُّ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9D864"/>
          </a:solidFill>
          <a:ln w="12700">
            <a:solidFill>
              <a:srgbClr val="8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AD147"/>
          </a:solidFill>
          <a:ln w="12700">
            <a:solidFill>
              <a:srgbClr val="8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8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8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870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غَلُّ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870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فَلُّ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4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F2B"/>
          </a:solidFill>
          <a:ln w="12700">
            <a:solidFill>
              <a:srgbClr val="643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F34"/>
          </a:solidFill>
          <a:ln w="12700">
            <a:solidFill>
              <a:srgbClr val="796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05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05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870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قَلُّ</a:t>
            </a:r>
            <a:endParaRPr lang="ar-SA" sz="6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6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6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870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كَلُّ</a:t>
            </a:r>
            <a:endParaRPr lang="ar-SA" sz="6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D5EED"/>
          </a:solidFill>
          <a:ln w="12700">
            <a:solidFill>
              <a:srgbClr val="6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6718689" y="896112"/>
            <a:ext cx="16524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D1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6718689" y="896112"/>
            <a:ext cx="16524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</a:t>
            </a:r>
            <a:endParaRPr lang="ar-SA" sz="4000" dirty="0"/>
          </a:p>
        </p:txBody>
      </p:sp>
      <p:sp>
        <p:nvSpPr>
          <p:cNvPr id="20" name="C2 W2 pill"/>
          <p:cNvSpPr/>
          <p:nvPr/>
        </p:nvSpPr>
        <p:spPr>
          <a:xfrm>
            <a:off x="4637385" y="896112"/>
            <a:ext cx="17612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1E2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4637385" y="896112"/>
            <a:ext cx="17612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يُحِبُّ</a:t>
            </a:r>
            <a:endParaRPr lang="ar-SA" sz="4000" dirty="0"/>
          </a:p>
        </p:txBody>
      </p:sp>
      <p:sp>
        <p:nvSpPr>
          <p:cNvPr id="22" name="C3 W3 pill"/>
          <p:cNvSpPr/>
          <p:nvPr/>
        </p:nvSpPr>
        <p:spPr>
          <a:xfrm>
            <a:off x="772850" y="896112"/>
            <a:ext cx="35444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D1E2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772850" y="896112"/>
            <a:ext cx="35444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ٱلۡمُحۡسِنِينَ</a:t>
            </a:r>
            <a:endParaRPr lang="ar-SA" sz="4000" dirty="0"/>
          </a:p>
        </p:txBody>
      </p:sp>
      <p:sp>
        <p:nvSpPr>
          <p:cNvPr id="24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S panel"/>
          <p:cNvSpPr/>
          <p:nvPr/>
        </p:nvSpPr>
        <p:spPr>
          <a:xfrm>
            <a:off x="1608372" y="2834640"/>
            <a:ext cx="592725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C4 S sentence"/>
          <p:cNvSpPr txBox="1"/>
          <p:nvPr/>
        </p:nvSpPr>
        <p:spPr>
          <a:xfrm>
            <a:off x="1608372" y="2834640"/>
            <a:ext cx="592725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 يُحِبُّ ٱلۡمُحۡسِنِينَ</a:t>
            </a:r>
            <a:endParaRPr lang="ar-SA" sz="4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433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0E052"/>
          </a:solidFill>
          <a:ln w="12700">
            <a:solidFill>
              <a:srgbClr val="C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EDB"/>
          </a:solidFill>
          <a:ln w="12700">
            <a:solidFill>
              <a:srgbClr val="708E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1"/>
          </a:solidFill>
          <a:ln w="12700">
            <a:solidFill>
              <a:srgbClr val="854781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497043" y="896112"/>
            <a:ext cx="19182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FE2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497043" y="896112"/>
            <a:ext cx="19182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3725222" y="896112"/>
            <a:ext cx="14517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F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3725222" y="896112"/>
            <a:ext cx="14517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4600" dirty="0"/>
          </a:p>
        </p:txBody>
      </p:sp>
      <p:sp>
        <p:nvSpPr>
          <p:cNvPr id="19" name="C3 W3 pill"/>
          <p:cNvSpPr/>
          <p:nvPr/>
        </p:nvSpPr>
        <p:spPr>
          <a:xfrm>
            <a:off x="1728720" y="896112"/>
            <a:ext cx="167646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F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1728720" y="896112"/>
            <a:ext cx="167646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رَّبِّكَ</a:t>
            </a:r>
            <a:endParaRPr lang="ar-SA" sz="4600" dirty="0"/>
          </a:p>
        </p:txBody>
      </p:sp>
      <p:sp>
        <p:nvSpPr>
          <p:cNvPr id="21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S panel"/>
          <p:cNvSpPr/>
          <p:nvPr/>
        </p:nvSpPr>
        <p:spPr>
          <a:xfrm>
            <a:off x="2516104" y="2834640"/>
            <a:ext cx="411179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4 S sentence"/>
          <p:cNvSpPr txBox="1"/>
          <p:nvPr/>
        </p:nvSpPr>
        <p:spPr>
          <a:xfrm>
            <a:off x="2516104" y="2834640"/>
            <a:ext cx="411179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 مِن رَّبِّكَ</a:t>
            </a:r>
            <a:endParaRPr lang="ar-SA" sz="4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6D8"/>
          </a:solidFill>
          <a:ln w="12700">
            <a:solidFill>
              <a:srgbClr val="64A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CD1"/>
          </a:solidFill>
          <a:ln w="12700">
            <a:solidFill>
              <a:srgbClr val="47A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232080" y="896112"/>
            <a:ext cx="16327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C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232080" y="896112"/>
            <a:ext cx="16327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</a:t>
            </a:r>
            <a:endParaRPr lang="ar-SA" sz="4500" dirty="0"/>
          </a:p>
        </p:txBody>
      </p:sp>
      <p:sp>
        <p:nvSpPr>
          <p:cNvPr id="12" name="C2 W2 pill"/>
          <p:cNvSpPr/>
          <p:nvPr/>
        </p:nvSpPr>
        <p:spPr>
          <a:xfrm>
            <a:off x="3935809" y="896112"/>
            <a:ext cx="19762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C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935809" y="896112"/>
            <a:ext cx="19762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ٱلۡعَلِيُّ</a:t>
            </a:r>
            <a:endParaRPr lang="ar-SA" sz="4500" dirty="0"/>
          </a:p>
        </p:txBody>
      </p:sp>
      <p:sp>
        <p:nvSpPr>
          <p:cNvPr id="14" name="C3 W3 pill"/>
          <p:cNvSpPr/>
          <p:nvPr/>
        </p:nvSpPr>
        <p:spPr>
          <a:xfrm>
            <a:off x="1279186" y="896112"/>
            <a:ext cx="23365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CE2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279186" y="896112"/>
            <a:ext cx="23365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ٱلۡعَظِيمُ</a:t>
            </a:r>
            <a:endParaRPr lang="ar-SA" sz="45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8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143502" y="2834640"/>
            <a:ext cx="485699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143502" y="2834640"/>
            <a:ext cx="485699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 ٱلۡعَلِيُّ ٱلۡعَظِيمُ</a:t>
            </a:r>
            <a:endParaRPr lang="ar-SA" sz="4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damma 13-lam</dc:title>
  <dc:subject>PptxGenJS Presentation</dc:subject>
  <dc:creator>PptxGenJS</dc:creator>
  <cp:lastModifiedBy>PptxGenJS</cp:lastModifiedBy>
  <cp:revision>1</cp:revision>
  <dcterms:created xsi:type="dcterms:W3CDTF">2026-10-21T19:04:21Z</dcterms:created>
  <dcterms:modified xsi:type="dcterms:W3CDTF">2026-10-21T19:04:21Z</dcterms:modified>
</cp:coreProperties>
</file>