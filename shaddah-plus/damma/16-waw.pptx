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notesMaster" Target="notesMasters/notesMaster1.xml"/><Relationship Id="rId87" Type="http://schemas.openxmlformats.org/officeDocument/2006/relationships/presProps" Target="presProps.xml"/><Relationship Id="rId88" Type="http://schemas.openxmlformats.org/officeDocument/2006/relationships/viewProps" Target="viewProps.xml"/><Relationship Id="rId89" Type="http://schemas.openxmlformats.org/officeDocument/2006/relationships/theme" Target="theme/theme1.xml"/><Relationship Id="rId9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6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E052"/>
          </a:solidFill>
          <a:ln w="12700">
            <a:solidFill>
              <a:srgbClr val="7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72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وَأُّ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وَبُّ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24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وَتُّ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60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وَثُّ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8"/>
          </a:solidFill>
          <a:ln w="12700">
            <a:solidFill>
              <a:srgbClr val="D147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وَدُّ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36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وَذُّ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02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02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وَطُّ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وَظُّ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وَعُّ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07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وَغُّ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5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5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وَفُّ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95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وَقُّ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2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وَكُّ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24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وَلُّ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34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وَمُّ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وَنُّ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35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وَهُّ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أَوُّبَ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بَوُّتَ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تَوُّثَ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ثَوُّجَ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77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جَوُّحَ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86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86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77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حَوُّخَ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86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86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خَوُّدَ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دَوُّذَ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ذَوُّرَ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رَوُّزَ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7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زَوُّسَ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74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سَوُّشَ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شَوُّصَ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7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صَوُّضَ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70DB"/>
          </a:solidFill>
          <a:ln w="12700">
            <a:solidFill>
              <a:srgbClr val="A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7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ضَوُّطَ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طَوُّظَ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77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ظَوُّعَ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عَوُّغَ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غَوُّفَ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فَوُّقَ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6E0"/>
          </a:solidFill>
          <a:ln w="12700">
            <a:solidFill>
              <a:srgbClr val="527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قَوُّكَ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كَوُّلَ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لَوُّمَ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مَوُّنَ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نَوُّهَ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هَوُّأَ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أَوُّ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7D147"/>
          </a:solidFill>
          <a:ln w="12700">
            <a:solidFill>
              <a:srgbClr val="8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تَوُّ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ثَوُّ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جَوُّ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حَوُّ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E052"/>
          </a:solidFill>
          <a:ln w="12700">
            <a:solidFill>
              <a:srgbClr val="B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0"/>
          </a:solidFill>
          <a:ln w="12700">
            <a:solidFill>
              <a:srgbClr val="8547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خَوُّ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ذَوُّ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رَوُّ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زَوُّ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6"/>
          </a:solidFill>
          <a:ln w="12700">
            <a:solidFill>
              <a:srgbClr val="DB70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61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61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شَوُّ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صَوُّ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61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61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ضَوُّ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طَوُّ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ظَوُّ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ED5E"/>
          </a:solidFill>
          <a:ln w="12700">
            <a:solidFill>
              <a:srgbClr val="9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3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3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غَوُّ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قَوُّ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مَوُّ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952"/>
          </a:solidFill>
          <a:ln w="12700">
            <a:solidFill>
              <a:srgbClr val="E09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نَوُّ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2"/>
          </a:solidFill>
          <a:ln w="12700">
            <a:solidFill>
              <a:srgbClr val="47D1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9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هَوُّ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5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7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5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5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6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5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4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84</Slides>
  <Notes>84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16-waw</dc:title>
  <dc:subject>PptxGenJS Presentation</dc:subject>
  <dc:creator>PptxGenJS</dc:creator>
  <cp:lastModifiedBy>PptxGenJS</cp:lastModifiedBy>
  <cp:revision>1</cp:revision>
  <dcterms:created xsi:type="dcterms:W3CDTF">2026-10-21T19:04:22Z</dcterms:created>
  <dcterms:modified xsi:type="dcterms:W3CDTF">2026-10-21T19:04:22Z</dcterms:modified>
</cp:coreProperties>
</file>