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</p:sldIdLst>
  <p:notesMasterIdLst>
    <p:notesMasterId r:id="rId8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notesMaster" Target="notesMasters/notesMaster1.xml"/><Relationship Id="rId87" Type="http://schemas.openxmlformats.org/officeDocument/2006/relationships/presProps" Target="presProps.xml"/><Relationship Id="rId88" Type="http://schemas.openxmlformats.org/officeDocument/2006/relationships/viewProps" Target="viewProps.xml"/><Relationship Id="rId89" Type="http://schemas.openxmlformats.org/officeDocument/2006/relationships/theme" Target="theme/theme1.xml"/><Relationship Id="rId9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الضمة: الحرف المشدد = حرف ساكن + نفس الحرف بـالضمة.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65EED"/>
          </a:solidFill>
          <a:ln w="12700">
            <a:solidFill>
              <a:srgbClr val="B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4517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600" dirty="0"/>
          </a:p>
        </p:txBody>
      </p:sp>
      <p:sp>
        <p:nvSpPr>
          <p:cNvPr id="26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R result"/>
          <p:cNvSpPr txBox="1"/>
          <p:nvPr/>
        </p:nvSpPr>
        <p:spPr>
          <a:xfrm>
            <a:off x="685800" y="16404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5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6E052"/>
          </a:solidFill>
          <a:ln w="12700">
            <a:solidFill>
              <a:srgbClr val="7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A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A70DB"/>
          </a:solidFill>
          <a:ln w="12700">
            <a:solidFill>
              <a:srgbClr val="8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1"/>
          </a:solidFill>
          <a:ln w="12700">
            <a:solidFill>
              <a:srgbClr val="854761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بُّ</a:t>
            </a:r>
            <a:endParaRPr lang="ar-SA" sz="87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23102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87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6AD8"/>
          </a:solidFill>
          <a:ln w="12700">
            <a:solidFill>
              <a:srgbClr val="646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5D1"/>
          </a:solidFill>
          <a:ln w="12700">
            <a:solidFill>
              <a:srgbClr val="4765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180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84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2054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720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وَأُّ</a:t>
            </a:r>
            <a:endParaRPr lang="ar-SA" sz="5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E"/>
          </a:solidFill>
          <a:ln w="12700">
            <a:solidFill>
              <a:srgbClr val="2B644E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179"/>
          </a:solidFill>
          <a:ln w="12700">
            <a:solidFill>
              <a:srgbClr val="3471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6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وَبُّ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247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وَتُّ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935E"/>
          </a:solidFill>
          <a:ln w="12700">
            <a:solidFill>
              <a:srgbClr val="ED9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54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ثُ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609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وَثُّ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4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9AE0"/>
          </a:solidFill>
          <a:ln w="12700">
            <a:solidFill>
              <a:srgbClr val="529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8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1"/>
          </a:solidFill>
          <a:ln w="12700">
            <a:solidFill>
              <a:srgbClr val="DB707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8547"/>
          </a:solidFill>
          <a:ln w="12700">
            <a:solidFill>
              <a:srgbClr val="7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وَجُّ</a:t>
            </a:r>
            <a:endParaRPr lang="ar-SA" sz="6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7"/>
          </a:solidFill>
          <a:ln w="12700">
            <a:solidFill>
              <a:srgbClr val="D8648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88"/>
          </a:solidFill>
          <a:ln w="12700">
            <a:solidFill>
              <a:srgbClr val="D1478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415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وَحُّ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29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309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وَخُّ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02B64"/>
          </a:solidFill>
          <a:ln w="12700">
            <a:solidFill>
              <a:srgbClr val="40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03479"/>
          </a:solidFill>
          <a:ln w="12700">
            <a:solidFill>
              <a:srgbClr val="70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92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وَدُّ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8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36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وَذُّ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F"/>
          </a:solidFill>
          <a:ln w="12700">
            <a:solidFill>
              <a:srgbClr val="5EED6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1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وَرُّ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BE"/>
          </a:solidFill>
          <a:ln w="12700">
            <a:solidFill>
              <a:srgbClr val="E052B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CDB70"/>
          </a:solidFill>
          <a:ln w="12700">
            <a:solidFill>
              <a:srgbClr val="8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085"/>
          </a:solidFill>
          <a:ln w="12700">
            <a:solidFill>
              <a:srgbClr val="478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64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9071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2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وَزُّ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D864"/>
          </a:solidFill>
          <a:ln w="12700">
            <a:solidFill>
              <a:srgbClr val="A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AD147"/>
          </a:solidFill>
          <a:ln w="12700">
            <a:solidFill>
              <a:srgbClr val="A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42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وَسُّ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0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02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10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شُ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909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وَشُّ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22B"/>
          </a:solidFill>
          <a:ln w="12700">
            <a:solidFill>
              <a:srgbClr val="643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F34"/>
          </a:solidFill>
          <a:ln w="12700">
            <a:solidFill>
              <a:srgbClr val="795F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37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533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1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وَصُّ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0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6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393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وَضُّ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1ED"/>
          </a:solidFill>
          <a:ln w="12700">
            <a:solidFill>
              <a:srgbClr val="5E7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29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طُ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وَطُّ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2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E052"/>
          </a:solidFill>
          <a:ln w="12700">
            <a:solidFill>
              <a:srgbClr val="E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6DB"/>
          </a:solidFill>
          <a:ln w="12700">
            <a:solidFill>
              <a:srgbClr val="70A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4785"/>
          </a:solidFill>
          <a:ln w="12700">
            <a:solidFill>
              <a:srgbClr val="7A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841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1624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وَظُّ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1D8"/>
          </a:solidFill>
          <a:ln w="12700">
            <a:solidFill>
              <a:srgbClr val="64C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CCD1"/>
          </a:solidFill>
          <a:ln w="12700">
            <a:solidFill>
              <a:srgbClr val="47CC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42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4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وَعُّ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1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91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غُ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073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وَغُّ</a:t>
            </a:r>
            <a:endParaRPr lang="ar-SA" sz="5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2642B"/>
          </a:solidFill>
          <a:ln w="12700">
            <a:solidFill>
              <a:srgbClr val="3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E"/>
          </a:solidFill>
          <a:ln w="12700">
            <a:solidFill>
              <a:srgbClr val="34794E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5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59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654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800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وَفُّ</a:t>
            </a:r>
            <a:endParaRPr lang="ar-SA" sz="6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2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138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95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وَقُّ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5"/>
          </a:solidFill>
          <a:ln w="12700">
            <a:solidFill>
              <a:srgbClr val="ED5E9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68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25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وَكُّ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C"/>
          </a:solidFill>
          <a:ln w="12700">
            <a:solidFill>
              <a:srgbClr val="52E0B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1"/>
          </a:solidFill>
          <a:ln w="12700">
            <a:solidFill>
              <a:srgbClr val="DB70C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B47"/>
          </a:solidFill>
          <a:ln w="12700">
            <a:solidFill>
              <a:srgbClr val="856B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94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307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لُ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2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وَلُّ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64D8"/>
          </a:solidFill>
          <a:ln w="12700">
            <a:solidFill>
              <a:srgbClr val="D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447D1"/>
          </a:solidFill>
          <a:ln w="12700">
            <a:solidFill>
              <a:srgbClr val="B4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04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مُ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234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وَمُّ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07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26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وَنُّ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3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164"/>
          </a:solidFill>
          <a:ln w="12700">
            <a:solidFill>
              <a:srgbClr val="2B4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C3479"/>
          </a:solidFill>
          <a:ln w="12700">
            <a:solidFill>
              <a:srgbClr val="3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99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256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هُ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354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وَهُّ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أَوُّبَ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B8ED5E"/>
          </a:solidFill>
          <a:ln w="12700">
            <a:solidFill>
              <a:srgbClr val="B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8044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بَوُّتَ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852E0"/>
          </a:solidFill>
          <a:ln w="12700">
            <a:solidFill>
              <a:srgbClr val="98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B70"/>
          </a:solidFill>
          <a:ln w="12700">
            <a:solidFill>
              <a:srgbClr val="D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C"/>
          </a:solidFill>
          <a:ln w="12700">
            <a:solidFill>
              <a:srgbClr val="47855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674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تَوُّثَ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D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B664"/>
          </a:solidFill>
          <a:ln w="12700">
            <a:solidFill>
              <a:srgbClr val="D8B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147"/>
          </a:solidFill>
          <a:ln w="12700">
            <a:solidFill>
              <a:srgbClr val="D19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954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A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69397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ثَوُّجَ</a:t>
            </a:r>
            <a:endParaRPr lang="ar-SA" sz="6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5216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774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جَوُّحَ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3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F"/>
          </a:solidFill>
          <a:ln w="12700">
            <a:solidFill>
              <a:srgbClr val="642B4F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D"/>
          </a:solidFill>
          <a:ln w="12700">
            <a:solidFill>
              <a:srgbClr val="79343D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574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86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86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8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774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حَوُّخَ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061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890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86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866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8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898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خَوُّدَ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DCED"/>
          </a:solidFill>
          <a:ln w="12700">
            <a:solidFill>
              <a:srgbClr val="5ED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91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دَوُّذَ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7552"/>
          </a:solidFill>
          <a:ln w="12700">
            <a:solidFill>
              <a:srgbClr val="E075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0"/>
          </a:solidFill>
          <a:ln w="12700">
            <a:solidFill>
              <a:srgbClr val="70DBC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4785"/>
          </a:solidFill>
          <a:ln w="12700">
            <a:solidFill>
              <a:srgbClr val="4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20104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ذَوُّرَ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9"/>
          </a:solidFill>
          <a:ln w="12700">
            <a:solidFill>
              <a:srgbClr val="64D89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F"/>
          </a:solidFill>
          <a:ln w="12700">
            <a:solidFill>
              <a:srgbClr val="47D1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87375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رَوُّزَ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250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689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737471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زَوُّسَ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433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D642B"/>
          </a:solidFill>
          <a:ln w="12700">
            <a:solidFill>
              <a:srgbClr val="5D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7934"/>
          </a:solidFill>
          <a:ln w="12700">
            <a:solidFill>
              <a:srgbClr val="4E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7991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5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7459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سَوُّشَ</a:t>
            </a:r>
            <a:endParaRPr lang="ar-SA" sz="57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4926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347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325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5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8892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57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شَوُّصَ</a:t>
            </a:r>
            <a:endParaRPr lang="ar-SA" sz="5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B5EED"/>
          </a:solidFill>
          <a:ln w="12700">
            <a:solidFill>
              <a:srgbClr val="D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89118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4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90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90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4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3745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صَوُّضَ</a:t>
            </a:r>
            <a:endParaRPr lang="ar-SA" sz="5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2"/>
          </a:solidFill>
          <a:ln w="12700">
            <a:solidFill>
              <a:srgbClr val="5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570DB"/>
          </a:solidFill>
          <a:ln w="12700">
            <a:solidFill>
              <a:srgbClr val="A5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2"/>
          </a:solidFill>
          <a:ln w="12700">
            <a:solidFill>
              <a:srgbClr val="8547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4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3479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4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9050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4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90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4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90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4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4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20020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4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3747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ضَوُّطَ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64D8"/>
          </a:solidFill>
          <a:ln w="12700">
            <a:solidFill>
              <a:srgbClr val="7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D47D1"/>
          </a:solidFill>
          <a:ln w="12700">
            <a:solidFill>
              <a:srgbClr val="4D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7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طَوُّظَ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201008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7325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7746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ظَوُّعَ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D"/>
          </a:solidFill>
          <a:ln w="12700">
            <a:solidFill>
              <a:srgbClr val="2B645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079"/>
          </a:solidFill>
          <a:ln w="12700">
            <a:solidFill>
              <a:srgbClr val="3460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8160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6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68736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عَوُّغَ</a:t>
            </a:r>
            <a:endParaRPr lang="ar-SA" sz="6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E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27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9019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90172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36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20082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غَوُّفَ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B75E"/>
          </a:solidFill>
          <a:ln w="12700">
            <a:solidFill>
              <a:srgbClr val="EDB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201396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فَوُّقَ</a:t>
            </a:r>
            <a:endParaRPr lang="ar-SA" sz="6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3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76E0"/>
          </a:solidFill>
          <a:ln w="12700">
            <a:solidFill>
              <a:srgbClr val="5276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B70"/>
          </a:solidFill>
          <a:ln w="12700">
            <a:solidFill>
              <a:srgbClr val="DB8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8547"/>
          </a:solidFill>
          <a:ln w="12700">
            <a:solidFill>
              <a:srgbClr val="61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21" name="C2 M1 mark"/>
          <p:cNvSpPr txBox="1"/>
          <p:nvPr/>
        </p:nvSpPr>
        <p:spPr>
          <a:xfrm>
            <a:off x="7589520" y="194919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8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5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0 L4 letter"/>
          <p:cNvSpPr txBox="1"/>
          <p:nvPr/>
        </p:nvSpPr>
        <p:spPr>
          <a:xfrm>
            <a:off x="3145536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30" name="C11 M4 mark"/>
          <p:cNvSpPr txBox="1"/>
          <p:nvPr/>
        </p:nvSpPr>
        <p:spPr>
          <a:xfrm>
            <a:off x="3145536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31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C14 R result"/>
          <p:cNvSpPr txBox="1"/>
          <p:nvPr/>
        </p:nvSpPr>
        <p:spPr>
          <a:xfrm>
            <a:off x="384048" y="174815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قَوُّكَ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5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69"/>
          </a:solidFill>
          <a:ln w="12700">
            <a:solidFill>
              <a:srgbClr val="D8646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4"/>
          </a:solidFill>
          <a:ln w="12700">
            <a:solidFill>
              <a:srgbClr val="D147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88943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52905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كَوُّلَ</a:t>
            </a:r>
            <a:endParaRPr lang="ar-SA" sz="6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589520" y="196850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4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L4 letter"/>
          <p:cNvSpPr txBox="1"/>
          <p:nvPr/>
        </p:nvSpPr>
        <p:spPr>
          <a:xfrm>
            <a:off x="3145536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11 M4 mark"/>
          <p:cNvSpPr txBox="1"/>
          <p:nvPr/>
        </p:nvSpPr>
        <p:spPr>
          <a:xfrm>
            <a:off x="3145536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7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4 R result"/>
          <p:cNvSpPr txBox="1"/>
          <p:nvPr/>
        </p:nvSpPr>
        <p:spPr>
          <a:xfrm>
            <a:off x="384048" y="169320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لَوُّمَ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2B64"/>
          </a:solidFill>
          <a:ln w="12700">
            <a:solidFill>
              <a:srgbClr val="4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1"/>
          </a:solidFill>
          <a:ln w="12700">
            <a:solidFill>
              <a:srgbClr val="79347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2 M1 mark"/>
          <p:cNvSpPr txBox="1"/>
          <p:nvPr/>
        </p:nvSpPr>
        <p:spPr>
          <a:xfrm>
            <a:off x="7589520" y="184353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4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5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0 L4 letter"/>
          <p:cNvSpPr txBox="1"/>
          <p:nvPr/>
        </p:nvSpPr>
        <p:spPr>
          <a:xfrm>
            <a:off x="3145536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7" name="C11 M4 mark"/>
          <p:cNvSpPr txBox="1"/>
          <p:nvPr/>
        </p:nvSpPr>
        <p:spPr>
          <a:xfrm>
            <a:off x="3145536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28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مَوُّنَ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589520" y="191592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L4 letter"/>
          <p:cNvSpPr txBox="1"/>
          <p:nvPr/>
        </p:nvSpPr>
        <p:spPr>
          <a:xfrm>
            <a:off x="3145536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5" name="C11 M4 mark"/>
          <p:cNvSpPr txBox="1"/>
          <p:nvPr/>
        </p:nvSpPr>
        <p:spPr>
          <a:xfrm>
            <a:off x="3145536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6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4 R result"/>
          <p:cNvSpPr txBox="1"/>
          <p:nvPr/>
        </p:nvSpPr>
        <p:spPr>
          <a:xfrm>
            <a:off x="384048" y="1737480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نَوُّهَ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94"/>
          </a:solidFill>
          <a:ln w="12700">
            <a:solidFill>
              <a:srgbClr val="5EED9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4" name="C2 M1 mark"/>
          <p:cNvSpPr txBox="1"/>
          <p:nvPr/>
        </p:nvSpPr>
        <p:spPr>
          <a:xfrm>
            <a:off x="7589520" y="195656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0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7" name="C5 M2 mark"/>
          <p:cNvSpPr txBox="1"/>
          <p:nvPr/>
        </p:nvSpPr>
        <p:spPr>
          <a:xfrm>
            <a:off x="6108192" y="1895856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L3 letter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30" name="C8 M3 mark"/>
          <p:cNvSpPr txBox="1"/>
          <p:nvPr/>
        </p:nvSpPr>
        <p:spPr>
          <a:xfrm>
            <a:off x="4626864" y="189560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31" name="C9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0 L4 letter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33" name="C11 M4 mark"/>
          <p:cNvSpPr txBox="1"/>
          <p:nvPr/>
        </p:nvSpPr>
        <p:spPr>
          <a:xfrm>
            <a:off x="3145536" y="2070977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34" name="C12 H shaddah bar"/>
          <p:cNvSpPr/>
          <p:nvPr/>
        </p:nvSpPr>
        <p:spPr>
          <a:xfrm>
            <a:off x="4764024" y="1737360"/>
            <a:ext cx="2414016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3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C14 R result"/>
          <p:cNvSpPr txBox="1"/>
          <p:nvPr/>
        </p:nvSpPr>
        <p:spPr>
          <a:xfrm>
            <a:off x="384048" y="1814618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هَوُّأَ</a:t>
            </a:r>
            <a:endParaRPr lang="ar-SA" sz="6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99"/>
          </a:solidFill>
          <a:ln w="12700">
            <a:solidFill>
              <a:srgbClr val="E0529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0"/>
          </a:solidFill>
          <a:ln w="12700">
            <a:solidFill>
              <a:srgbClr val="7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085"/>
          </a:solidFill>
          <a:ln w="12700">
            <a:solidFill>
              <a:srgbClr val="4770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أَوُّ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D864"/>
          </a:solidFill>
          <a:ln w="12700">
            <a:solidFill>
              <a:srgbClr val="8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7D147"/>
          </a:solidFill>
          <a:ln w="12700">
            <a:solidFill>
              <a:srgbClr val="8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تَوُّ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02B"/>
          </a:solidFill>
          <a:ln w="12700">
            <a:solidFill>
              <a:srgbClr val="6440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134"/>
          </a:solidFill>
          <a:ln w="12700">
            <a:solidFill>
              <a:srgbClr val="7971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ثَوُّ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05EED"/>
          </a:solidFill>
          <a:ln w="12700">
            <a:solidFill>
              <a:srgbClr val="7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433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E052"/>
          </a:solidFill>
          <a:ln w="12700">
            <a:solidFill>
              <a:srgbClr val="B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BDB"/>
          </a:solidFill>
          <a:ln w="12700">
            <a:solidFill>
              <a:srgbClr val="708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0"/>
          </a:solidFill>
          <a:ln w="12700">
            <a:solidFill>
              <a:srgbClr val="8547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3D8"/>
          </a:solidFill>
          <a:ln w="12700">
            <a:solidFill>
              <a:srgbClr val="64A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A9D1"/>
          </a:solidFill>
          <a:ln w="12700">
            <a:solidFill>
              <a:srgbClr val="47A9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2"/>
          </a:solidFill>
          <a:ln w="12700">
            <a:solidFill>
              <a:srgbClr val="2B643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F"/>
          </a:solidFill>
          <a:ln w="12700">
            <a:solidFill>
              <a:srgbClr val="34795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رَوُّ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زَوُّ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0"/>
          </a:solidFill>
          <a:ln w="12700">
            <a:solidFill>
              <a:srgbClr val="ED5E7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E0"/>
          </a:solidFill>
          <a:ln w="12700">
            <a:solidFill>
              <a:srgbClr val="52E0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6"/>
          </a:solidFill>
          <a:ln w="12700">
            <a:solidFill>
              <a:srgbClr val="DB70A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A47"/>
          </a:solidFill>
          <a:ln w="12700">
            <a:solidFill>
              <a:srgbClr val="857A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61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61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شَوُّ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0"/>
          </a:solidFill>
          <a:ln w="12700">
            <a:solidFill>
              <a:srgbClr val="D864C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B"/>
          </a:solidFill>
          <a:ln w="12700">
            <a:solidFill>
              <a:srgbClr val="D147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1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15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صَوُّ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61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61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264"/>
          </a:solidFill>
          <a:ln w="12700">
            <a:solidFill>
              <a:srgbClr val="2B3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E3479"/>
          </a:solidFill>
          <a:ln w="12700">
            <a:solidFill>
              <a:srgbClr val="4E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C5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ظَوُّ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4ED5E"/>
          </a:solidFill>
          <a:ln w="12700">
            <a:solidFill>
              <a:srgbClr val="9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عَوُّ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D52E0"/>
          </a:solidFill>
          <a:ln w="12700">
            <a:solidFill>
              <a:srgbClr val="B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0DB70"/>
          </a:solidFill>
          <a:ln w="12700">
            <a:solidFill>
              <a:srgbClr val="C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B"/>
          </a:solidFill>
          <a:ln w="12700">
            <a:solidFill>
              <a:srgbClr val="47856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3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31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غَوُّ</a:t>
            </a:r>
            <a:endParaRPr lang="ar-SA" sz="8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D464"/>
          </a:solidFill>
          <a:ln w="12700">
            <a:solidFill>
              <a:srgbClr val="D8D4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B547"/>
          </a:solidFill>
          <a:ln w="12700">
            <a:solidFill>
              <a:srgbClr val="D1B5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فَوُّ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قَوُّ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0"/>
          </a:solidFill>
          <a:ln w="12700">
            <a:solidFill>
              <a:srgbClr val="642B40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D34"/>
          </a:solidFill>
          <a:ln w="12700">
            <a:solidFill>
              <a:srgbClr val="793D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كَوُّ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لَوُّ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B7ED"/>
          </a:solidFill>
          <a:ln w="12700">
            <a:solidFill>
              <a:srgbClr val="5EB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مَوُّ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9952"/>
          </a:solidFill>
          <a:ln w="12700">
            <a:solidFill>
              <a:srgbClr val="E09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B"/>
          </a:solidFill>
          <a:ln w="12700">
            <a:solidFill>
              <a:srgbClr val="70DB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4785"/>
          </a:solidFill>
          <a:ln w="12700">
            <a:solidFill>
              <a:srgbClr val="5C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نَوُّ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B7"/>
          </a:solidFill>
          <a:ln w="12700">
            <a:solidFill>
              <a:srgbClr val="64D8B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2"/>
          </a:solidFill>
          <a:ln w="12700">
            <a:solidFill>
              <a:srgbClr val="47D1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69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وُ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60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هَوُّ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6718689" y="896112"/>
            <a:ext cx="165246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B7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6718689" y="896112"/>
            <a:ext cx="165246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4637385" y="896112"/>
            <a:ext cx="176126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7E236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4637385" y="896112"/>
            <a:ext cx="176126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يُحِبُّ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772850" y="896112"/>
            <a:ext cx="35444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B7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772850" y="896112"/>
            <a:ext cx="35444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ٱلۡمُحۡسِنِينَ</a:t>
            </a:r>
            <a:endParaRPr lang="ar-SA" sz="40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1608372" y="2834640"/>
            <a:ext cx="592725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1608372" y="2834640"/>
            <a:ext cx="592725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وَٱللَّهُ يُحِبُّ ٱلۡمُحۡسِنِينَ</a:t>
            </a:r>
            <a:endParaRPr lang="ar-SA" sz="40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433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E642B"/>
          </a:solidFill>
          <a:ln w="12700">
            <a:solidFill>
              <a:srgbClr val="4E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D7934"/>
          </a:solidFill>
          <a:ln w="12700">
            <a:solidFill>
              <a:srgbClr val="3D7934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5497043" y="896112"/>
            <a:ext cx="191823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85E236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5497043" y="896112"/>
            <a:ext cx="191823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</a:t>
            </a:r>
            <a:endParaRPr lang="ar-SA" sz="4600" dirty="0"/>
          </a:p>
        </p:txBody>
      </p:sp>
      <p:sp>
        <p:nvSpPr>
          <p:cNvPr id="14" name="C2 W2 pill"/>
          <p:cNvSpPr/>
          <p:nvPr/>
        </p:nvSpPr>
        <p:spPr>
          <a:xfrm>
            <a:off x="3725222" y="896112"/>
            <a:ext cx="145178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85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725222" y="896112"/>
            <a:ext cx="145178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4600" dirty="0"/>
          </a:p>
        </p:txBody>
      </p:sp>
      <p:sp>
        <p:nvSpPr>
          <p:cNvPr id="16" name="C3 W3 pill"/>
          <p:cNvSpPr/>
          <p:nvPr/>
        </p:nvSpPr>
        <p:spPr>
          <a:xfrm>
            <a:off x="1728720" y="896112"/>
            <a:ext cx="16764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85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728720" y="896112"/>
            <a:ext cx="16764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رَّبِّكَ</a:t>
            </a:r>
            <a:endParaRPr lang="ar-SA" sz="46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516104" y="2834640"/>
            <a:ext cx="4111792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516104" y="2834640"/>
            <a:ext cx="4111792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ٱلۡحَقُّ مِن رَّبِّكَ</a:t>
            </a:r>
            <a:endParaRPr lang="ar-SA" sz="4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232080" y="896112"/>
            <a:ext cx="163273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52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232080" y="896112"/>
            <a:ext cx="163273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</a:t>
            </a:r>
            <a:endParaRPr lang="ar-SA" sz="4500" dirty="0"/>
          </a:p>
        </p:txBody>
      </p:sp>
      <p:sp>
        <p:nvSpPr>
          <p:cNvPr id="12" name="C2 W2 pill"/>
          <p:cNvSpPr/>
          <p:nvPr/>
        </p:nvSpPr>
        <p:spPr>
          <a:xfrm>
            <a:off x="3935809" y="896112"/>
            <a:ext cx="1976231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52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3935809" y="896112"/>
            <a:ext cx="1976231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ٱلۡعَلِيُّ</a:t>
            </a:r>
            <a:endParaRPr lang="ar-SA" sz="4500" dirty="0"/>
          </a:p>
        </p:txBody>
      </p:sp>
      <p:sp>
        <p:nvSpPr>
          <p:cNvPr id="14" name="C3 W3 pill"/>
          <p:cNvSpPr/>
          <p:nvPr/>
        </p:nvSpPr>
        <p:spPr>
          <a:xfrm>
            <a:off x="1279186" y="896112"/>
            <a:ext cx="233658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2E236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1279186" y="896112"/>
            <a:ext cx="233658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ٱلۡعَظِيمُ</a:t>
            </a:r>
            <a:endParaRPr lang="ar-SA" sz="45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2143502" y="2834640"/>
            <a:ext cx="485699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2143502" y="2834640"/>
            <a:ext cx="485699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وَهُوَ ٱلۡعَلِيُّ ٱلۡعَظِيمُ</a:t>
            </a:r>
            <a:endParaRPr lang="ar-SA" sz="4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84</Slides>
  <Notes>84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84</vt:i4>
      </vt:variant>
    </vt:vector>
  </HeadingPairs>
  <TitlesOfParts>
    <vt:vector size="8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damma 16-waw</dc:title>
  <dc:subject>PptxGenJS Presentation</dc:subject>
  <dc:creator>PptxGenJS</dc:creator>
  <cp:lastModifiedBy>PptxGenJS</cp:lastModifiedBy>
  <cp:revision>1</cp:revision>
  <dcterms:created xsi:type="dcterms:W3CDTF">2026-10-21T19:04:22Z</dcterms:created>
  <dcterms:modified xsi:type="dcterms:W3CDTF">2026-10-21T19:04:22Z</dcterms:modified>
</cp:coreProperties>
</file>