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عَأُّ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A"/>
          </a:solidFill>
          <a:ln w="12700">
            <a:solidFill>
              <a:srgbClr val="E052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0"/>
          </a:solidFill>
          <a:ln w="12700">
            <a:solidFill>
              <a:srgbClr val="70DB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6"/>
          </a:solidFill>
          <a:ln w="12700">
            <a:solidFill>
              <a:srgbClr val="64D8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9D147"/>
          </a:solidFill>
          <a:ln w="12700">
            <a:solidFill>
              <a:srgbClr val="4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05EED"/>
          </a:solidFill>
          <a:ln w="12700">
            <a:solidFill>
              <a:srgbClr val="B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E052"/>
          </a:solidFill>
          <a:ln w="12700">
            <a:solidFill>
              <a:srgbClr val="7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عَظُّ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FD8"/>
          </a:solidFill>
          <a:ln w="12700">
            <a:solidFill>
              <a:srgbClr val="646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أَعُّبَ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25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بَعُّتَ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04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تَعُّثَ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ثَعُّجَ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جَعُّحَ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حَعُّخَ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C"/>
          </a:solidFill>
          <a:ln w="12700">
            <a:solidFill>
              <a:srgbClr val="D864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51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خَعُّدَ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92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دَعُّذَ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3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ذَعُّرَ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31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رَعُّزَ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06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زَعُّسَ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4"/>
          </a:solidFill>
          <a:ln w="12700">
            <a:solidFill>
              <a:srgbClr val="E052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08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سَعُّشَ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D864"/>
          </a:solidFill>
          <a:ln w="12700">
            <a:solidFill>
              <a:srgbClr val="A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0D147"/>
          </a:solidFill>
          <a:ln w="12700">
            <a:solidFill>
              <a:srgbClr val="B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93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شَعُّصَ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769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صَعُّضَ</a:t>
            </a:r>
            <a:endParaRPr lang="ar-SA" sz="5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783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ضَعُّطَ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72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طَعُّظَ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ظَعُّأَ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952"/>
          </a:solidFill>
          <a:ln w="12700">
            <a:solidFill>
              <a:srgbClr val="E0D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BDB"/>
          </a:solidFill>
          <a:ln w="12700">
            <a:solidFill>
              <a:srgbClr val="70A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أَعُّ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0"/>
          </a:solidFill>
          <a:ln w="12700">
            <a:solidFill>
              <a:srgbClr val="47D1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B"/>
          </a:solidFill>
          <a:ln w="12700">
            <a:solidFill>
              <a:srgbClr val="ED5E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خَعُّ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دَعُّ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ذَعُّ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رَعُّ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زَعُّ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ظَعُّ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3ED"/>
          </a:solidFill>
          <a:ln w="12700">
            <a:solidFill>
              <a:srgbClr val="5EE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غَأُّ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غَبُّ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3"/>
          </a:solidFill>
          <a:ln w="12700">
            <a:solidFill>
              <a:srgbClr val="64D8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غَتُّ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غَثُّ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غَجُّ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غَحُّ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غَخُّ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70DB"/>
          </a:solidFill>
          <a:ln w="12700">
            <a:solidFill>
              <a:srgbClr val="A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64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64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غَدُّ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64D8"/>
          </a:solidFill>
          <a:ln w="12700">
            <a:solidFill>
              <a:srgbClr val="7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9D1"/>
          </a:solidFill>
          <a:ln w="12700">
            <a:solidFill>
              <a:srgbClr val="474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غَذُّ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4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4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6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6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غَرُّ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غَزُّ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غَسُّ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2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2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غَشُّ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غَصُّ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F"/>
          </a:solidFill>
          <a:ln w="12700">
            <a:solidFill>
              <a:srgbClr val="D864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غَضُّ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غَطُّ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غَظُّ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غَعُّ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79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أَغُّبَ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2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بَغُّتَ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67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تَغُّثَ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65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ثَغُّجَ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65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جَغُّحَ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65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حَغُّخَ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1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خَغُّدَ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634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دَغُّذَ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23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ذَغُّرَ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23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رَغُّزَ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23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زَغُّسَ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09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سَغُّشَ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7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شَغُّصَ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34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صَغُّضَ</a:t>
            </a:r>
            <a:endParaRPr lang="ar-SA" sz="5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3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ضَغُّطَ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51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طَغُّظَ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65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ظَغُّعَ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عَغُّأَ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07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أَغُّ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تَغُّ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ثَغُّ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جَغُّ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حَغُّ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خَغُّ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07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07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ذَغُّ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07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107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زَغُّ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شَغُّ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صَغُّ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ضَغُّ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طَغُّ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ظَغُّ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عَغُّ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3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B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B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9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B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4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E3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10-ain-ghain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