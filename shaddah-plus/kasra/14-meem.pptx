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FED"/>
          </a:solidFill>
          <a:ln w="12700">
            <a:solidFill>
              <a:srgbClr val="5ED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13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مَدِّ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21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مَذِّ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مَسِّ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19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19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أَمِّبَ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0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بَمِّتَ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8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تَمِّثَ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ثَمِّجَ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48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جَمِّحَ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حَمِّخَ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14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خَمِّدَ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45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دَمِّذَ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ذَمِّرَ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49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رَمِّزَ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02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زَمِّسَ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سَمِّشَ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59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شَمِّصَ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6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صَمِّضَ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964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5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ضَمِّطَ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طَمِّظَ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ظَمِّعَ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عَمِّغَ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5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غَمِّفَ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فَمِّقَ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قَمِّكَ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كَمِّلَ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لَمِّأَ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دَمِّ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رَمِّ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زَمِّ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غَمِّ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7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6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BC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8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2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4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6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7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14-meem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