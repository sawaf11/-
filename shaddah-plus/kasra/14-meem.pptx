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064D8"/>
          </a:solidFill>
          <a:ln w="12700">
            <a:solidFill>
              <a:srgbClr val="D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147D1"/>
          </a:solidFill>
          <a:ln w="12700">
            <a:solidFill>
              <a:srgbClr val="B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13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5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16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7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264"/>
          </a:solidFill>
          <a:ln w="12700">
            <a:solidFill>
              <a:srgbClr val="2B4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3479"/>
          </a:solidFill>
          <a:ln w="12700">
            <a:solidFill>
              <a:srgbClr val="3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مَأۡإِ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BED5E"/>
          </a:solidFill>
          <a:ln w="12700">
            <a:solidFill>
              <a:srgbClr val="B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6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86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مَبِّ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652E0"/>
          </a:solidFill>
          <a:ln w="12700">
            <a:solidFill>
              <a:srgbClr val="9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970"/>
          </a:solidFill>
          <a:ln w="12700">
            <a:solidFill>
              <a:srgbClr val="DBD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A"/>
          </a:solidFill>
          <a:ln w="12700">
            <a:solidFill>
              <a:srgbClr val="4785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25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25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مَتِّ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464"/>
          </a:solidFill>
          <a:ln w="12700">
            <a:solidFill>
              <a:srgbClr val="D8B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F47"/>
          </a:solidFill>
          <a:ln w="12700">
            <a:solidFill>
              <a:srgbClr val="D18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مَثِّ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مَجِّ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0"/>
          </a:solidFill>
          <a:ln w="12700">
            <a:solidFill>
              <a:srgbClr val="642B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E"/>
          </a:solidFill>
          <a:ln w="12700">
            <a:solidFill>
              <a:srgbClr val="7934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مَحِّ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82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82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FED"/>
          </a:solidFill>
          <a:ln w="12700">
            <a:solidFill>
              <a:srgbClr val="5ED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913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مَدِّ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252"/>
          </a:solidFill>
          <a:ln w="12700">
            <a:solidFill>
              <a:srgbClr val="E07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E"/>
          </a:solidFill>
          <a:ln w="12700">
            <a:solidFill>
              <a:srgbClr val="70DBB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4785"/>
          </a:solidFill>
          <a:ln w="12700">
            <a:solidFill>
              <a:srgbClr val="4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84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784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721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مَذِّ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7"/>
          </a:solidFill>
          <a:ln w="12700">
            <a:solidFill>
              <a:srgbClr val="64D89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C"/>
          </a:solidFill>
          <a:ln w="12700">
            <a:solidFill>
              <a:srgbClr val="47D16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48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مَرِّ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84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784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مَزِّ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642B"/>
          </a:solidFill>
          <a:ln w="12700">
            <a:solidFill>
              <a:srgbClr val="5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7934"/>
          </a:solidFill>
          <a:ln w="12700">
            <a:solidFill>
              <a:srgbClr val="5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1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1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93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مَسِّ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95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95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مَشِّ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85EED"/>
          </a:solidFill>
          <a:ln w="12700">
            <a:solidFill>
              <a:srgbClr val="D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1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1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مَصِّ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5E052"/>
          </a:solidFill>
          <a:ln w="12700">
            <a:solidFill>
              <a:srgbClr val="5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70DB"/>
          </a:solidFill>
          <a:ln w="12700">
            <a:solidFill>
              <a:srgbClr val="A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3"/>
          </a:solidFill>
          <a:ln w="12700">
            <a:solidFill>
              <a:srgbClr val="8547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6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6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مَضِّ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A64D8"/>
          </a:solidFill>
          <a:ln w="12700">
            <a:solidFill>
              <a:srgbClr val="7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A47D1"/>
          </a:solidFill>
          <a:ln w="12700">
            <a:solidFill>
              <a:srgbClr val="4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6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6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19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مَطِّ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919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مَظِّ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C"/>
          </a:solidFill>
          <a:ln w="12700">
            <a:solidFill>
              <a:srgbClr val="2B64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179"/>
          </a:solidFill>
          <a:ln w="12700">
            <a:solidFill>
              <a:srgbClr val="346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مَعِّ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82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82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مَغِّ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45E"/>
          </a:solidFill>
          <a:ln w="12700">
            <a:solidFill>
              <a:srgbClr val="EDB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3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3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مَفِّ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8E0"/>
          </a:solidFill>
          <a:ln w="12700">
            <a:solidFill>
              <a:srgbClr val="527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970"/>
          </a:solidFill>
          <a:ln w="12700">
            <a:solidFill>
              <a:srgbClr val="DB8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8547"/>
          </a:solidFill>
          <a:ln w="12700">
            <a:solidFill>
              <a:srgbClr val="6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25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25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مَقِّ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B"/>
          </a:solidFill>
          <a:ln w="12700">
            <a:solidFill>
              <a:srgbClr val="D8646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7"/>
          </a:solidFill>
          <a:ln w="12700">
            <a:solidFill>
              <a:srgbClr val="D1476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مَكِّ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مَلِّ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2B64"/>
          </a:solidFill>
          <a:ln w="12700">
            <a:solidFill>
              <a:srgbClr val="4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2"/>
          </a:solidFill>
          <a:ln w="12700">
            <a:solidFill>
              <a:srgbClr val="7934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أَمِّبَ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30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بَمِّتَ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1"/>
          </a:solidFill>
          <a:ln w="12700">
            <a:solidFill>
              <a:srgbClr val="5EED9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087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تَمِّثَ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C"/>
          </a:solidFill>
          <a:ln w="12700">
            <a:solidFill>
              <a:srgbClr val="E0529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2DB70"/>
          </a:solidFill>
          <a:ln w="12700">
            <a:solidFill>
              <a:srgbClr val="7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185"/>
          </a:solidFill>
          <a:ln w="12700">
            <a:solidFill>
              <a:srgbClr val="477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ثَمِّجَ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8D864"/>
          </a:solidFill>
          <a:ln w="12700">
            <a:solidFill>
              <a:srgbClr val="8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9D147"/>
          </a:solidFill>
          <a:ln w="12700">
            <a:solidFill>
              <a:srgbClr val="8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482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جَمِّحَ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حَمِّخَ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F2B"/>
          </a:solidFill>
          <a:ln w="12700">
            <a:solidFill>
              <a:srgbClr val="643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F34"/>
          </a:solidFill>
          <a:ln w="12700">
            <a:solidFill>
              <a:srgbClr val="796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214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خَمِّدَ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45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دَمِّذَ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D5EED"/>
          </a:solidFill>
          <a:ln w="12700">
            <a:solidFill>
              <a:srgbClr val="6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ذَمِّرَ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0E052"/>
          </a:solidFill>
          <a:ln w="12700">
            <a:solidFill>
              <a:srgbClr val="C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DDB"/>
          </a:solidFill>
          <a:ln w="12700">
            <a:solidFill>
              <a:srgbClr val="708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1"/>
          </a:solidFill>
          <a:ln w="12700">
            <a:solidFill>
              <a:srgbClr val="8547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049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رَمِّزَ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5D8"/>
          </a:solidFill>
          <a:ln w="12700">
            <a:solidFill>
              <a:srgbClr val="64A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CD1"/>
          </a:solidFill>
          <a:ln w="12700">
            <a:solidFill>
              <a:srgbClr val="47A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102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زَمِّسَ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57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سَمِّشَ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1"/>
          </a:solidFill>
          <a:ln w="12700">
            <a:solidFill>
              <a:srgbClr val="2B64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E"/>
          </a:solidFill>
          <a:ln w="12700">
            <a:solidFill>
              <a:srgbClr val="3479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59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شَمِّصَ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964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964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164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صَمِّضَ</a:t>
            </a:r>
            <a:endParaRPr lang="ar-SA" sz="5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3"/>
          </a:solidFill>
          <a:ln w="12700">
            <a:solidFill>
              <a:srgbClr val="ED5E7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964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964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59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ضَمِّطَ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E"/>
          </a:solidFill>
          <a:ln w="12700">
            <a:solidFill>
              <a:srgbClr val="52E0D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8"/>
          </a:solidFill>
          <a:ln w="12700">
            <a:solidFill>
              <a:srgbClr val="DB70A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947"/>
          </a:solidFill>
          <a:ln w="12700">
            <a:solidFill>
              <a:srgbClr val="857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185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طَمِّظَ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2"/>
          </a:solidFill>
          <a:ln w="12700">
            <a:solidFill>
              <a:srgbClr val="D864C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E"/>
          </a:solidFill>
          <a:ln w="12700">
            <a:solidFill>
              <a:srgbClr val="D147C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ظَمِّعَ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486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عَمِّغَ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364"/>
          </a:solidFill>
          <a:ln w="12700">
            <a:solidFill>
              <a:srgbClr val="2B3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3479"/>
          </a:solidFill>
          <a:ln w="12700">
            <a:solidFill>
              <a:srgbClr val="4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056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غَمِّفَ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52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فَمِّقَ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7ED5E"/>
          </a:solidFill>
          <a:ln w="12700">
            <a:solidFill>
              <a:srgbClr val="9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24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قَمِّكَ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A52E0"/>
          </a:solidFill>
          <a:ln w="12700">
            <a:solidFill>
              <a:srgbClr val="B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3DB70"/>
          </a:solidFill>
          <a:ln w="12700">
            <a:solidFill>
              <a:srgbClr val="C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A"/>
          </a:solidFill>
          <a:ln w="12700">
            <a:solidFill>
              <a:srgbClr val="4785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54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كَمِّلَ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164"/>
          </a:solidFill>
          <a:ln w="12700">
            <a:solidFill>
              <a:srgbClr val="D8D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247"/>
          </a:solidFill>
          <a:ln w="12700">
            <a:solidFill>
              <a:srgbClr val="D1B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95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لَمِّأَ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1"/>
          </a:solidFill>
          <a:ln w="12700">
            <a:solidFill>
              <a:srgbClr val="642B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B34"/>
          </a:solidFill>
          <a:ln w="12700">
            <a:solidFill>
              <a:srgbClr val="793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430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بَمِّ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30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تَمِّ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AED"/>
          </a:solidFill>
          <a:ln w="12700">
            <a:solidFill>
              <a:srgbClr val="5EB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ثَمِّ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652"/>
          </a:solidFill>
          <a:ln w="12700">
            <a:solidFill>
              <a:srgbClr val="E09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9"/>
          </a:solidFill>
          <a:ln w="12700">
            <a:solidFill>
              <a:srgbClr val="70DBD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4785"/>
          </a:solidFill>
          <a:ln w="12700">
            <a:solidFill>
              <a:srgbClr val="5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430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جَمِّ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4"/>
          </a:solidFill>
          <a:ln w="12700">
            <a:solidFill>
              <a:srgbClr val="64D8B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0"/>
          </a:solidFill>
          <a:ln w="12700">
            <a:solidFill>
              <a:srgbClr val="47D19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30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حَمِّ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430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خَمِّ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642B"/>
          </a:solidFill>
          <a:ln w="12700">
            <a:solidFill>
              <a:srgbClr val="5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7934"/>
          </a:solidFill>
          <a:ln w="12700">
            <a:solidFill>
              <a:srgbClr val="3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53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دَمِّ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75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ذَمِّ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E"/>
          </a:solidFill>
          <a:ln w="12700">
            <a:solidFill>
              <a:srgbClr val="ED5ED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53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رَمِّ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3"/>
          </a:solidFill>
          <a:ln w="12700">
            <a:solidFill>
              <a:srgbClr val="52E07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F70DB"/>
          </a:solidFill>
          <a:ln w="12700">
            <a:solidFill>
              <a:srgbClr val="B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B47"/>
          </a:solidFill>
          <a:ln w="12700">
            <a:solidFill>
              <a:srgbClr val="854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53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زَمِّ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764D8"/>
          </a:solidFill>
          <a:ln w="12700">
            <a:solidFill>
              <a:srgbClr val="9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D47D1"/>
          </a:solidFill>
          <a:ln w="12700">
            <a:solidFill>
              <a:srgbClr val="6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30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سَمِّ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94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شَمِّ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E64"/>
          </a:solidFill>
          <a:ln w="12700">
            <a:solidFill>
              <a:srgbClr val="2B5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F79"/>
          </a:solidFill>
          <a:ln w="12700">
            <a:solidFill>
              <a:srgbClr val="344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430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صَمِّ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30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ضَمِّ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95E"/>
          </a:solidFill>
          <a:ln w="12700">
            <a:solidFill>
              <a:srgbClr val="EDD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طَمِّ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4E0"/>
          </a:solidFill>
          <a:ln w="12700">
            <a:solidFill>
              <a:srgbClr val="525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470"/>
          </a:solidFill>
          <a:ln w="12700">
            <a:solidFill>
              <a:srgbClr val="DBA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8547"/>
          </a:solidFill>
          <a:ln w="12700">
            <a:solidFill>
              <a:srgbClr val="5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ظَمِّ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A64"/>
          </a:solidFill>
          <a:ln w="12700">
            <a:solidFill>
              <a:srgbClr val="D87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B47"/>
          </a:solidFill>
          <a:ln w="12700">
            <a:solidFill>
              <a:srgbClr val="D14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30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عَمِّ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8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غَمِّ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2B64"/>
          </a:solidFill>
          <a:ln w="12700">
            <a:solidFill>
              <a:srgbClr val="5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0"/>
          </a:solidFill>
          <a:ln w="12700">
            <a:solidFill>
              <a:srgbClr val="7934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فَمِّ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قَمِّ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5"/>
          </a:solidFill>
          <a:ln w="12700">
            <a:solidFill>
              <a:srgbClr val="5EEDB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449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كَمِّ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8"/>
          </a:solidFill>
          <a:ln w="12700">
            <a:solidFill>
              <a:srgbClr val="E052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9"/>
          </a:solidFill>
          <a:ln w="12700">
            <a:solidFill>
              <a:srgbClr val="70DB8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285"/>
          </a:solidFill>
          <a:ln w="12700">
            <a:solidFill>
              <a:srgbClr val="476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لَمِّ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BD864"/>
          </a:solidFill>
          <a:ln w="12700">
            <a:solidFill>
              <a:srgbClr val="6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D147"/>
          </a:solidFill>
          <a:ln w="12700">
            <a:solidFill>
              <a:srgbClr val="6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7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12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7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A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A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E2B"/>
          </a:solidFill>
          <a:ln w="12700">
            <a:solidFill>
              <a:srgbClr val="644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7934"/>
          </a:solidFill>
          <a:ln w="12700">
            <a:solidFill>
              <a:srgbClr val="72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C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C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16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BC36E2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18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C36"/>
            </a:solidFill>
            <a:prstDash val="solid"/>
          </a:ln>
        </p:spPr>
      </p:sp>
      <p:sp>
        <p:nvSpPr>
          <p:cNvPr id="19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20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7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12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7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14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7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16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7E2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14-meem</dc:title>
  <dc:subject>PptxGenJS Presentation</dc:subject>
  <dc:creator>PptxGenJS</dc:creator>
  <cp:lastModifiedBy>PptxGenJS</cp:lastModifiedBy>
  <cp:revision>1</cp:revision>
  <dcterms:created xsi:type="dcterms:W3CDTF">2026-10-21T19:04:15Z</dcterms:created>
  <dcterms:modified xsi:type="dcterms:W3CDTF">2026-10-21T19:04:15Z</dcterms:modified>
</cp:coreProperties>
</file>