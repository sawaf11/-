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</p:sldIdLst>
  <p:notesMasterIdLst>
    <p:notesMasterId r:id="rId8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notesMaster" Target="notesMasters/notesMaster1.xml"/><Relationship Id="rId88" Type="http://schemas.openxmlformats.org/officeDocument/2006/relationships/presProps" Target="presProps.xml"/><Relationship Id="rId89" Type="http://schemas.openxmlformats.org/officeDocument/2006/relationships/viewProps" Target="viewProps.xml"/><Relationship Id="rId90" Type="http://schemas.openxmlformats.org/officeDocument/2006/relationships/theme" Target="theme/theme1.xml"/><Relationship Id="rId9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82B"/>
          </a:solidFill>
          <a:ln w="12700">
            <a:solidFill>
              <a:srgbClr val="645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7934"/>
          </a:solidFill>
          <a:ln w="12700">
            <a:solidFill>
              <a:srgbClr val="6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600" dirty="0"/>
          </a:p>
        </p:txBody>
      </p:sp>
      <p:sp>
        <p:nvSpPr>
          <p:cNvPr id="20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R result"/>
          <p:cNvSpPr txBox="1"/>
          <p:nvPr/>
        </p:nvSpPr>
        <p:spPr>
          <a:xfrm>
            <a:off x="685800" y="156005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7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97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B5EED"/>
          </a:solidFill>
          <a:ln w="12700">
            <a:solidFill>
              <a:srgbClr val="A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E052"/>
          </a:solidFill>
          <a:ln w="12700">
            <a:solidFill>
              <a:srgbClr val="8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70DB"/>
          </a:solidFill>
          <a:ln w="12700">
            <a:solidFill>
              <a:srgbClr val="8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6"/>
          </a:solidFill>
          <a:ln w="12700">
            <a:solidFill>
              <a:srgbClr val="8547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وَأۡإِ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3D8"/>
          </a:solidFill>
          <a:ln w="12700">
            <a:solidFill>
              <a:srgbClr val="647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1D1"/>
          </a:solidFill>
          <a:ln w="12700">
            <a:solidFill>
              <a:srgbClr val="477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9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29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16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وَبِّ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7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7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06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وَتِّ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9"/>
          </a:solidFill>
          <a:ln w="12700">
            <a:solidFill>
              <a:srgbClr val="2B64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779"/>
          </a:solidFill>
          <a:ln w="12700">
            <a:solidFill>
              <a:srgbClr val="347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94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94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6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وَثِّ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وَجِّ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75E"/>
          </a:solidFill>
          <a:ln w="12700">
            <a:solidFill>
              <a:srgbClr val="ED8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وَحِّ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6E0"/>
          </a:solidFill>
          <a:ln w="12700">
            <a:solidFill>
              <a:srgbClr val="52A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A"/>
          </a:solidFill>
          <a:ln w="12700">
            <a:solidFill>
              <a:srgbClr val="DB70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8547"/>
          </a:solidFill>
          <a:ln w="12700">
            <a:solidFill>
              <a:srgbClr val="7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1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1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وَخِّ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0"/>
          </a:solidFill>
          <a:ln w="12700">
            <a:solidFill>
              <a:srgbClr val="D864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3"/>
          </a:solidFill>
          <a:ln w="12700">
            <a:solidFill>
              <a:srgbClr val="D147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0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وَدِّ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45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وَذِّ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2B64"/>
          </a:solidFill>
          <a:ln w="12700">
            <a:solidFill>
              <a:srgbClr val="3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3479"/>
          </a:solidFill>
          <a:ln w="12700">
            <a:solidFill>
              <a:srgbClr val="6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048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وَرِّ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وَزِّ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3"/>
          </a:solidFill>
          <a:ln w="12700">
            <a:solidFill>
              <a:srgbClr val="5EED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37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37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93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وَسِّ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A"/>
          </a:solidFill>
          <a:ln w="12700">
            <a:solidFill>
              <a:srgbClr val="E052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DB70"/>
          </a:solidFill>
          <a:ln w="12700">
            <a:solidFill>
              <a:srgbClr val="9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02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1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302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وَشِّ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DD864"/>
          </a:solidFill>
          <a:ln w="12700">
            <a:solidFill>
              <a:srgbClr val="A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D147"/>
          </a:solidFill>
          <a:ln w="12700">
            <a:solidFill>
              <a:srgbClr val="B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37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37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17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وَصِّ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8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8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وَضِّ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9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29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67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وَطِّ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94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94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7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وَظِّ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DED"/>
          </a:solidFill>
          <a:ln w="12700">
            <a:solidFill>
              <a:srgbClr val="5E7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113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وَعِّ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452"/>
          </a:solidFill>
          <a:ln w="12700">
            <a:solidFill>
              <a:srgbClr val="E0D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FDB"/>
          </a:solidFill>
          <a:ln w="12700">
            <a:solidFill>
              <a:srgbClr val="70A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1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1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93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وَغِّ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AD8"/>
          </a:solidFill>
          <a:ln w="12700">
            <a:solidFill>
              <a:srgbClr val="64C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B"/>
          </a:solidFill>
          <a:ln w="12700">
            <a:solidFill>
              <a:srgbClr val="47D1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5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5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29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وَفِّ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7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7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0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وَقِّ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40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وَكِّ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94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94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5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وَلِّ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0"/>
          </a:solidFill>
          <a:ln w="12700">
            <a:solidFill>
              <a:srgbClr val="ED5E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53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وَمِّ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0"/>
          </a:solidFill>
          <a:ln w="12700">
            <a:solidFill>
              <a:srgbClr val="52E0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A"/>
          </a:solidFill>
          <a:ln w="12700">
            <a:solidFill>
              <a:srgbClr val="DB70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وَنِّ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64D8"/>
          </a:solidFill>
          <a:ln w="12700">
            <a:solidFill>
              <a:srgbClr val="C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47D1"/>
          </a:solidFill>
          <a:ln w="12700">
            <a:solidFill>
              <a:srgbClr val="A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0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وَهِّ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أَوِّبَ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950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بَوِّتَ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058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تَوِّثَ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ED5E"/>
          </a:solidFill>
          <a:ln w="12700">
            <a:solidFill>
              <a:srgbClr val="C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ثَوِّجَ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52E0"/>
          </a:solidFill>
          <a:ln w="12700">
            <a:solidFill>
              <a:srgbClr val="8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270"/>
          </a:solidFill>
          <a:ln w="12700">
            <a:solidFill>
              <a:srgbClr val="DBD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6"/>
          </a:solidFill>
          <a:ln w="12700">
            <a:solidFill>
              <a:srgbClr val="4785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352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جَوِّحَ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C64"/>
          </a:solidFill>
          <a:ln w="12700">
            <a:solidFill>
              <a:srgbClr val="D8A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647"/>
          </a:solidFill>
          <a:ln w="12700">
            <a:solidFill>
              <a:srgbClr val="D18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3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حَوِّخَ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7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7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38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950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خَوِّدَ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3"/>
          </a:solidFill>
          <a:ln w="12700">
            <a:solidFill>
              <a:srgbClr val="7934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دَوِّذَ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ذَوِّرَ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8ED"/>
          </a:solidFill>
          <a:ln w="12700">
            <a:solidFill>
              <a:srgbClr val="5EE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9459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رَوِّزَ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7"/>
          </a:solidFill>
          <a:ln w="12700">
            <a:solidFill>
              <a:srgbClr val="70DB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003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زَوِّسَ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F"/>
          </a:solidFill>
          <a:ln w="12700">
            <a:solidFill>
              <a:srgbClr val="64D8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4"/>
          </a:solidFill>
          <a:ln w="12700">
            <a:solidFill>
              <a:srgbClr val="47D1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34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34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50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سَوِّشَ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34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034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7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7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35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25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شَوِّصَ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5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05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788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788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070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صَوِّضَ</a:t>
            </a:r>
            <a:endParaRPr lang="ar-SA" sz="5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5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5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88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88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8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ضَوِّطَ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5EED"/>
          </a:solidFill>
          <a:ln w="12700">
            <a:solidFill>
              <a:srgbClr val="C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287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طَوِّظَ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E052"/>
          </a:solidFill>
          <a:ln w="12700">
            <a:solidFill>
              <a:srgbClr val="5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70DB"/>
          </a:solidFill>
          <a:ln w="12700">
            <a:solidFill>
              <a:srgbClr val="9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ظَوِّعَ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64D8"/>
          </a:solidFill>
          <a:ln w="12700">
            <a:solidFill>
              <a:srgbClr val="7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DD1"/>
          </a:solidFill>
          <a:ln w="12700">
            <a:solidFill>
              <a:srgbClr val="474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19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19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عَوِّغَ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19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019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36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6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6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غَوِّفَ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39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139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491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491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فَوِّقَ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1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491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89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89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قَوِّكَ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B5E"/>
          </a:solidFill>
          <a:ln w="12700">
            <a:solidFill>
              <a:srgbClr val="EDA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89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89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85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85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كَوِّلَ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85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43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43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لَوِّمَ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3"/>
          </a:solidFill>
          <a:ln w="12700">
            <a:solidFill>
              <a:srgbClr val="D864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0"/>
          </a:solidFill>
          <a:ln w="12700">
            <a:solidFill>
              <a:srgbClr val="D147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3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43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59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59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950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مَوِّنَ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59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59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6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6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نَوِّهَ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7"/>
          </a:solidFill>
          <a:ln w="12700">
            <a:solidFill>
              <a:srgbClr val="7934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6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6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هَوِّأَ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أَوِّ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97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بَوِّ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تَوِّ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D864"/>
          </a:solidFill>
          <a:ln w="12700">
            <a:solidFill>
              <a:srgbClr val="9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ثَوِّ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97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جَوِّ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97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حَوِّ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79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79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97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خَوِّ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968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دَوِّ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E052"/>
          </a:solidFill>
          <a:ln w="12700">
            <a:solidFill>
              <a:srgbClr val="C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5"/>
          </a:solidFill>
          <a:ln w="12700">
            <a:solidFill>
              <a:srgbClr val="8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ذَوِّ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DD8"/>
          </a:solidFill>
          <a:ln w="12700">
            <a:solidFill>
              <a:srgbClr val="64A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968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رَوِّ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968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زَوِّ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97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سَوِّ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9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9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شَوِّ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1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1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844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844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97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صَوِّ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F"/>
          </a:solidFill>
          <a:ln w="12700">
            <a:solidFill>
              <a:srgbClr val="DB70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99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99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97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ضَوِّ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A"/>
          </a:solidFill>
          <a:ln w="12700">
            <a:solidFill>
              <a:srgbClr val="D864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طَوِّ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ظَوِّ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97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عَوِّ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3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3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893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893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غَوِّ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ED5E"/>
          </a:solidFill>
          <a:ln w="12700">
            <a:solidFill>
              <a:srgbClr val="A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فَوِّ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قَوِّ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كَوِّ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لَوِّ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97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مَوِّ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نَوِّ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97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هَوِّ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D52"/>
          </a:solidFill>
          <a:ln w="12700">
            <a:solidFill>
              <a:srgbClr val="E08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3"/>
          </a:solidFill>
          <a:ln w="12700">
            <a:solidFill>
              <a:srgbClr val="70DB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214254" y="896112"/>
            <a:ext cx="15877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B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214254" y="896112"/>
            <a:ext cx="15877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</a:t>
            </a:r>
            <a:endParaRPr lang="ar-SA" sz="4700" dirty="0"/>
          </a:p>
        </p:txBody>
      </p:sp>
      <p:sp>
        <p:nvSpPr>
          <p:cNvPr id="17" name="C2 W2 pill"/>
          <p:cNvSpPr/>
          <p:nvPr/>
        </p:nvSpPr>
        <p:spPr>
          <a:xfrm>
            <a:off x="2341985" y="896112"/>
            <a:ext cx="25522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41985" y="896112"/>
            <a:ext cx="25522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ٱلۡعَٰلَمِينَ</a:t>
            </a:r>
            <a:endParaRPr lang="ar-SA" sz="47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05474" y="2834640"/>
            <a:ext cx="37330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05474" y="2834640"/>
            <a:ext cx="37330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 ٱلۡعَٰلَمِينَ</a:t>
            </a:r>
            <a:endParaRPr lang="ar-SA" sz="4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96303" y="896112"/>
            <a:ext cx="18140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D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96303" y="896112"/>
            <a:ext cx="18140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633630" y="896112"/>
            <a:ext cx="17426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D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33630" y="896112"/>
            <a:ext cx="17426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لِرَبِّكَ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32780" y="2834640"/>
            <a:ext cx="30784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32780" y="2834640"/>
            <a:ext cx="30784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 لِرَبِّكَ</a:t>
            </a:r>
            <a:endParaRPr lang="ar-SA" sz="4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6677519" y="896112"/>
            <a:ext cx="15558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5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6677519" y="896112"/>
            <a:ext cx="15558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4672783" y="896112"/>
            <a:ext cx="16846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5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4672783" y="896112"/>
            <a:ext cx="16846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شَرِّ</a:t>
            </a:r>
            <a:endParaRPr lang="ar-SA" sz="5300" dirty="0"/>
          </a:p>
        </p:txBody>
      </p:sp>
      <p:sp>
        <p:nvSpPr>
          <p:cNvPr id="15" name="C3 W3 pill"/>
          <p:cNvSpPr/>
          <p:nvPr/>
        </p:nvSpPr>
        <p:spPr>
          <a:xfrm>
            <a:off x="3119535" y="896112"/>
            <a:ext cx="1233208" cy="1371600"/>
          </a:xfrm>
          <a:prstGeom prst="roundRect">
            <a:avLst>
              <a:gd name="adj" fmla="val 29659"/>
            </a:avLst>
          </a:prstGeom>
          <a:solidFill>
            <a:srgbClr val="FFFFFF"/>
          </a:solidFill>
          <a:ln w="76200">
            <a:solidFill>
              <a:srgbClr val="36C5E2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3119535" y="896112"/>
            <a:ext cx="12332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5300" dirty="0"/>
          </a:p>
        </p:txBody>
      </p:sp>
      <p:sp>
        <p:nvSpPr>
          <p:cNvPr id="17" name="C4 W4 pill"/>
          <p:cNvSpPr/>
          <p:nvPr/>
        </p:nvSpPr>
        <p:spPr>
          <a:xfrm>
            <a:off x="910662" y="896112"/>
            <a:ext cx="1888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5"/>
            </a:solidFill>
            <a:prstDash val="solid"/>
          </a:ln>
        </p:spPr>
      </p:sp>
      <p:sp>
        <p:nvSpPr>
          <p:cNvPr id="18" name="C4 W4 word"/>
          <p:cNvSpPr txBox="1"/>
          <p:nvPr/>
        </p:nvSpPr>
        <p:spPr>
          <a:xfrm>
            <a:off x="910662" y="896112"/>
            <a:ext cx="1888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خَلَقَ</a:t>
            </a:r>
            <a:endParaRPr lang="ar-SA" sz="5300" dirty="0"/>
          </a:p>
        </p:txBody>
      </p:sp>
      <p:sp>
        <p:nvSpPr>
          <p:cNvPr id="19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S panel"/>
          <p:cNvSpPr/>
          <p:nvPr/>
        </p:nvSpPr>
        <p:spPr>
          <a:xfrm>
            <a:off x="2010070" y="2834640"/>
            <a:ext cx="51238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5 S sentence"/>
          <p:cNvSpPr txBox="1"/>
          <p:nvPr/>
        </p:nvSpPr>
        <p:spPr>
          <a:xfrm>
            <a:off x="2010070" y="2834640"/>
            <a:ext cx="51238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شَرِّ مَا خَلَقَ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960030" y="896112"/>
            <a:ext cx="171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3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960030" y="896112"/>
            <a:ext cx="171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300" dirty="0"/>
          </a:p>
        </p:txBody>
      </p:sp>
      <p:sp>
        <p:nvSpPr>
          <p:cNvPr id="14" name="C2 W2 pill"/>
          <p:cNvSpPr/>
          <p:nvPr/>
        </p:nvSpPr>
        <p:spPr>
          <a:xfrm>
            <a:off x="4887580" y="896112"/>
            <a:ext cx="17524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3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4887580" y="896112"/>
            <a:ext cx="17524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أَعُوذُ</a:t>
            </a:r>
            <a:endParaRPr lang="ar-SA" sz="4300" dirty="0"/>
          </a:p>
        </p:txBody>
      </p:sp>
      <p:sp>
        <p:nvSpPr>
          <p:cNvPr id="16" name="C3 W3 pill"/>
          <p:cNvSpPr/>
          <p:nvPr/>
        </p:nvSpPr>
        <p:spPr>
          <a:xfrm>
            <a:off x="2855150" y="896112"/>
            <a:ext cx="1712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3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2855150" y="896112"/>
            <a:ext cx="1712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بِرَبِّ</a:t>
            </a:r>
            <a:endParaRPr lang="ar-SA" sz="4300" dirty="0"/>
          </a:p>
        </p:txBody>
      </p:sp>
      <p:sp>
        <p:nvSpPr>
          <p:cNvPr id="18" name="C4 W4 pill"/>
          <p:cNvSpPr/>
          <p:nvPr/>
        </p:nvSpPr>
        <p:spPr>
          <a:xfrm>
            <a:off x="472529" y="896112"/>
            <a:ext cx="206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3E236"/>
            </a:solidFill>
            <a:prstDash val="solid"/>
          </a:ln>
        </p:spPr>
      </p:sp>
      <p:sp>
        <p:nvSpPr>
          <p:cNvPr id="19" name="C4 W4 word"/>
          <p:cNvSpPr txBox="1"/>
          <p:nvPr/>
        </p:nvSpPr>
        <p:spPr>
          <a:xfrm>
            <a:off x="472529" y="896112"/>
            <a:ext cx="206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ٱلنَّاسِ</a:t>
            </a:r>
            <a:endParaRPr lang="ar-SA" sz="4300" dirty="0"/>
          </a:p>
        </p:txBody>
      </p:sp>
      <p:sp>
        <p:nvSpPr>
          <p:cNvPr id="20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S panel"/>
          <p:cNvSpPr/>
          <p:nvPr/>
        </p:nvSpPr>
        <p:spPr>
          <a:xfrm>
            <a:off x="1703639" y="2834640"/>
            <a:ext cx="57367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5 S sentence"/>
          <p:cNvSpPr txBox="1"/>
          <p:nvPr/>
        </p:nvSpPr>
        <p:spPr>
          <a:xfrm>
            <a:off x="1703639" y="2834640"/>
            <a:ext cx="57367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ٱلنَّاسِ</a:t>
            </a:r>
            <a:endParaRPr lang="ar-SA" sz="4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85</Slides>
  <Notes>85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8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kasra 16-waw</dc:title>
  <dc:subject>PptxGenJS Presentation</dc:subject>
  <dc:creator>PptxGenJS</dc:creator>
  <cp:lastModifiedBy>PptxGenJS</cp:lastModifiedBy>
  <cp:revision>1</cp:revision>
  <dcterms:created xsi:type="dcterms:W3CDTF">2026-10-21T19:04:15Z</dcterms:created>
  <dcterms:modified xsi:type="dcterms:W3CDTF">2026-10-21T19:04:15Z</dcterms:modified>
</cp:coreProperties>
</file>