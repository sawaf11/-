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5EED"/>
          </a:solidFill>
          <a:ln w="12700">
            <a:solidFill>
              <a:srgbClr val="A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E052"/>
          </a:solidFill>
          <a:ln w="12700">
            <a:solidFill>
              <a:srgbClr val="8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70DB"/>
          </a:solidFill>
          <a:ln w="12700">
            <a:solidFill>
              <a:srgbClr val="8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3D8"/>
          </a:solidFill>
          <a:ln w="12700">
            <a:solidFill>
              <a:srgbClr val="647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1D1"/>
          </a:solidFill>
          <a:ln w="12700">
            <a:solidFill>
              <a:srgbClr val="477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16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وَبِّ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06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وَتِّ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6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وَثِّ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75E"/>
          </a:solidFill>
          <a:ln w="12700">
            <a:solidFill>
              <a:srgbClr val="ED8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6E0"/>
          </a:solidFill>
          <a:ln w="12700">
            <a:solidFill>
              <a:srgbClr val="52A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0"/>
          </a:solidFill>
          <a:ln w="12700">
            <a:solidFill>
              <a:srgbClr val="D864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3"/>
          </a:solidFill>
          <a:ln w="12700">
            <a:solidFill>
              <a:srgbClr val="D147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وَدِّ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5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وَذِّ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وَسِّ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D864"/>
          </a:solidFill>
          <a:ln w="12700">
            <a:solidFill>
              <a:srgbClr val="A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D147"/>
          </a:solidFill>
          <a:ln w="12700">
            <a:solidFill>
              <a:srgbClr val="B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وَطِّ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وَظِّ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وَعِّ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452"/>
          </a:solidFill>
          <a:ln w="12700">
            <a:solidFill>
              <a:srgbClr val="E0D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3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وَغِّ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AD8"/>
          </a:solidFill>
          <a:ln w="12700">
            <a:solidFill>
              <a:srgbClr val="64C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B"/>
          </a:solidFill>
          <a:ln w="12700">
            <a:solidFill>
              <a:srgbClr val="47D1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2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وَفِّ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0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0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وَلِّ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وَمِّ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وَهِّ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أَوِّبَ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50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بَوِّتَ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تَوِّثَ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ثَوِّجَ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52E0"/>
          </a:solidFill>
          <a:ln w="12700">
            <a:solidFill>
              <a:srgbClr val="8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352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جَوِّحَ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حَوِّخَ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50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خَوِّدَ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دَوِّذَ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ذَوِّرَ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45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رَوِّزَ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03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زَوِّسَ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سَوِّشَ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5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شَوِّصَ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70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صَوِّضَ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ضَوِّطَ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8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طَوِّظَ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ظَوِّعَ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عَوِّغَ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غَوِّفَ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فَوِّقَ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قَوِّكَ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كَوِّلَ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لَوِّمَ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50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مَوِّنَ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نَوِّهَ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هَوِّأَ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بَوِّ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ثَوِّ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جَوِّ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حَوِّ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خَوِّ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68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دَوِّ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5"/>
          </a:solidFill>
          <a:ln w="12700">
            <a:solidFill>
              <a:srgbClr val="8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68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رَوِّ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68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زَوِّ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سَوِّ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9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9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صَوِّ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9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9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ضَوِّ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طَوِّ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ظَوِّ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عَوِّ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93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93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غَوِّ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قَوِّ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لَوِّ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مَوِّ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7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هَوِّ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D52"/>
          </a:solidFill>
          <a:ln w="12700">
            <a:solidFill>
              <a:srgbClr val="E08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B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7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D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D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5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5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36C5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7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5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4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3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6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3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8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E236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16-waw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