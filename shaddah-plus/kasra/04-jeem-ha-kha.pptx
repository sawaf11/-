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8"/>
          </a:solidFill>
          <a:ln w="12700">
            <a:solidFill>
              <a:srgbClr val="ED5E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8E0"/>
          </a:solidFill>
          <a:ln w="12700">
            <a:solidFill>
              <a:srgbClr val="52D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F"/>
          </a:solidFill>
          <a:ln w="12700">
            <a:solidFill>
              <a:srgbClr val="DB70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9"/>
          </a:solidFill>
          <a:ln w="12700">
            <a:solidFill>
              <a:srgbClr val="D864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3"/>
          </a:solidFill>
          <a:ln w="12700">
            <a:solidFill>
              <a:srgbClr val="D147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31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جَتِّ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90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ED5E"/>
          </a:solidFill>
          <a:ln w="12700">
            <a:solidFill>
              <a:srgbClr val="8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52E0"/>
          </a:solidFill>
          <a:ln w="12700">
            <a:solidFill>
              <a:srgbClr val="C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DB70"/>
          </a:solidFill>
          <a:ln w="12700">
            <a:solidFill>
              <a:srgbClr val="B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933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جَدِّ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D864"/>
          </a:solidFill>
          <a:ln w="12700">
            <a:solidFill>
              <a:srgbClr val="D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D47"/>
          </a:solidFill>
          <a:ln w="12700">
            <a:solidFill>
              <a:srgbClr val="D1B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أَجِّبَ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507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بَجِّتَ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28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تَجِّثَ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ثَجِّحَ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FED"/>
          </a:solidFill>
          <a:ln w="12700">
            <a:solidFill>
              <a:srgbClr val="5EA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حَجِّخَ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252"/>
          </a:solidFill>
          <a:ln w="12700">
            <a:solidFill>
              <a:srgbClr val="E0A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5DB"/>
          </a:solidFill>
          <a:ln w="12700">
            <a:solidFill>
              <a:srgbClr val="70D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534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خَجِّدَ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D"/>
          </a:solidFill>
          <a:ln w="12700">
            <a:solidFill>
              <a:srgbClr val="64D8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A"/>
          </a:solidFill>
          <a:ln w="12700">
            <a:solidFill>
              <a:srgbClr val="47D1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7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دَجِّأَ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3"/>
          </a:solidFill>
          <a:ln w="12700">
            <a:solidFill>
              <a:srgbClr val="ED5E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E"/>
          </a:solidFill>
          <a:ln w="12700">
            <a:solidFill>
              <a:srgbClr val="52E07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70DB"/>
          </a:solidFill>
          <a:ln w="12700">
            <a:solidFill>
              <a:srgbClr val="C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64D8"/>
          </a:solidFill>
          <a:ln w="12700">
            <a:solidFill>
              <a:srgbClr val="A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847D1"/>
          </a:solidFill>
          <a:ln w="12700">
            <a:solidFill>
              <a:srgbClr val="7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حَأۡإِ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45E"/>
          </a:solidFill>
          <a:ln w="12700">
            <a:solidFill>
              <a:srgbClr val="EDE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حَتِّ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52E0"/>
          </a:solidFill>
          <a:ln w="12700">
            <a:solidFill>
              <a:srgbClr val="5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C70"/>
          </a:solidFill>
          <a:ln w="12700">
            <a:solidFill>
              <a:srgbClr val="DBA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364"/>
          </a:solidFill>
          <a:ln w="12700">
            <a:solidFill>
              <a:srgbClr val="D88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647"/>
          </a:solidFill>
          <a:ln w="12700">
            <a:solidFill>
              <a:srgbClr val="D15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أَحِّبَ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1"/>
          </a:solidFill>
          <a:ln w="12700">
            <a:solidFill>
              <a:srgbClr val="5EEDC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507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بَحِّتَ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C"/>
          </a:solidFill>
          <a:ln w="12700">
            <a:solidFill>
              <a:srgbClr val="E052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2"/>
          </a:solidFill>
          <a:ln w="12700">
            <a:solidFill>
              <a:srgbClr val="70DB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40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تَحِّثَ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6"/>
          </a:solidFill>
          <a:ln w="12700">
            <a:solidFill>
              <a:srgbClr val="64D8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D147"/>
          </a:solidFill>
          <a:ln w="12700">
            <a:solidFill>
              <a:srgbClr val="5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ثَحِّجَ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5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جَحِّخَ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40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خَحِّدَ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89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دَحِّأَ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D5EED"/>
          </a:solidFill>
          <a:ln w="12700">
            <a:solidFill>
              <a:srgbClr val="9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E052"/>
          </a:solidFill>
          <a:ln w="12700">
            <a:solidFill>
              <a:srgbClr val="9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70DB"/>
          </a:solidFill>
          <a:ln w="12700">
            <a:solidFill>
              <a:srgbClr val="7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ED8"/>
          </a:solidFill>
          <a:ln w="12700">
            <a:solidFill>
              <a:srgbClr val="647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ED1"/>
          </a:solidFill>
          <a:ln w="12700">
            <a:solidFill>
              <a:srgbClr val="477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4"/>
          </a:solidFill>
          <a:ln w="12700">
            <a:solidFill>
              <a:srgbClr val="DB70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خَأۡإِ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B"/>
          </a:solidFill>
          <a:ln w="12700">
            <a:solidFill>
              <a:srgbClr val="D864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0"/>
          </a:solidFill>
          <a:ln w="12700">
            <a:solidFill>
              <a:srgbClr val="D147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خَبِّ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خَتِّ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خَثِّ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ED5E"/>
          </a:solidFill>
          <a:ln w="12700">
            <a:solidFill>
              <a:srgbClr val="6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7"/>
          </a:solidFill>
          <a:ln w="12700">
            <a:solidFill>
              <a:srgbClr val="E052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3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3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خَدِّ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2D147"/>
          </a:solidFill>
          <a:ln w="12700">
            <a:solidFill>
              <a:srgbClr val="C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أَخِّبَ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40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بَخِّتَ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33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تَخِّثَ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5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ثَخِّجَ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BED"/>
          </a:solidFill>
          <a:ln w="12700">
            <a:solidFill>
              <a:srgbClr val="5E8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85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جَخِّحَ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652"/>
          </a:solidFill>
          <a:ln w="12700">
            <a:solidFill>
              <a:srgbClr val="E0C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6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حَخِّدَ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31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86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دَخِّأَ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بَخِّ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E"/>
          </a:solidFill>
          <a:ln w="12700">
            <a:solidFill>
              <a:srgbClr val="ED5E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3"/>
          </a:solidFill>
          <a:ln w="12700">
            <a:solidFill>
              <a:srgbClr val="52E0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4"/>
          </a:solidFill>
          <a:ln w="12700">
            <a:solidFill>
              <a:srgbClr val="DB70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جَخِّ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64D8"/>
          </a:solidFill>
          <a:ln w="12700">
            <a:solidFill>
              <a:srgbClr val="B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47D1"/>
          </a:solidFill>
          <a:ln w="12700">
            <a:solidFill>
              <a:srgbClr val="9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دَخِّ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A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7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7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ED5E"/>
          </a:solidFill>
          <a:ln w="12700">
            <a:solidFill>
              <a:srgbClr val="D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7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7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22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E257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24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7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52E0"/>
          </a:solidFill>
          <a:ln w="12700">
            <a:solidFill>
              <a:srgbClr val="7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7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A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9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A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1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A36E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04-jeem-ha-kha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