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5600" dirty="0"/>
          </a:p>
        </p:txBody>
      </p:sp>
      <p:sp>
        <p:nvSpPr>
          <p:cNvPr id="18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8 R result"/>
          <p:cNvSpPr txBox="1"/>
          <p:nvPr/>
        </p:nvSpPr>
        <p:spPr>
          <a:xfrm>
            <a:off x="685800" y="156005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4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95EED"/>
          </a:solidFill>
          <a:ln w="12700">
            <a:solidFill>
              <a:srgbClr val="A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12064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700" dirty="0"/>
          </a:p>
        </p:txBody>
      </p:sp>
      <p:sp>
        <p:nvSpPr>
          <p:cNvPr id="20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22" name="C3 W2 word"/>
          <p:cNvSpPr txBox="1"/>
          <p:nvPr/>
        </p:nvSpPr>
        <p:spPr>
          <a:xfrm>
            <a:off x="91440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9700" dirty="0"/>
          </a:p>
        </p:txBody>
      </p:sp>
      <p:sp>
        <p:nvSpPr>
          <p:cNvPr id="23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24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4E052"/>
          </a:solidFill>
          <a:ln w="12700">
            <a:solidFill>
              <a:srgbClr val="8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070DB"/>
          </a:solidFill>
          <a:ln w="12700">
            <a:solidFill>
              <a:srgbClr val="8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7"/>
          </a:solidFill>
          <a:ln w="12700">
            <a:solidFill>
              <a:srgbClr val="85476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4D8"/>
          </a:solidFill>
          <a:ln w="12700">
            <a:solidFill>
              <a:srgbClr val="647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2D1"/>
          </a:solidFill>
          <a:ln w="12700">
            <a:solidFill>
              <a:srgbClr val="477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737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دَأۡإِ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دَبِّ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4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9"/>
          </a:solidFill>
          <a:ln w="12700">
            <a:solidFill>
              <a:srgbClr val="2B644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879"/>
          </a:solidFill>
          <a:ln w="12700">
            <a:solidFill>
              <a:srgbClr val="347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109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دَتِّ</a:t>
            </a:r>
            <a:endParaRPr lang="ar-SA" sz="8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55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دَثِّ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65E"/>
          </a:solidFill>
          <a:ln w="12700">
            <a:solidFill>
              <a:srgbClr val="ED8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دَجِّ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7E0"/>
          </a:solidFill>
          <a:ln w="12700">
            <a:solidFill>
              <a:srgbClr val="52A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B"/>
          </a:solidFill>
          <a:ln w="12700">
            <a:solidFill>
              <a:srgbClr val="DB707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68547"/>
          </a:solidFill>
          <a:ln w="12700">
            <a:solidFill>
              <a:srgbClr val="7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دَحِّ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1"/>
          </a:solidFill>
          <a:ln w="12700">
            <a:solidFill>
              <a:srgbClr val="D8649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4"/>
          </a:solidFill>
          <a:ln w="12700">
            <a:solidFill>
              <a:srgbClr val="D1479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دَخِّ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442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442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أَدِّبَ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B2B64"/>
          </a:solidFill>
          <a:ln w="12700">
            <a:solidFill>
              <a:srgbClr val="3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A3479"/>
          </a:solidFill>
          <a:ln w="12700">
            <a:solidFill>
              <a:srgbClr val="6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442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442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761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بَدِّتَ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442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442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622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تَدِّثَ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2"/>
          </a:solidFill>
          <a:ln w="12700">
            <a:solidFill>
              <a:srgbClr val="5EED6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442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442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ثَدِّجَ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B"/>
          </a:solidFill>
          <a:ln w="12700">
            <a:solidFill>
              <a:srgbClr val="E052C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5DB70"/>
          </a:solidFill>
          <a:ln w="12700">
            <a:solidFill>
              <a:srgbClr val="9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4"/>
          </a:solidFill>
          <a:ln w="12700">
            <a:solidFill>
              <a:srgbClr val="47858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442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442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897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جَدِّحَ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ED864"/>
          </a:solidFill>
          <a:ln w="12700">
            <a:solidFill>
              <a:srgbClr val="A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6D147"/>
          </a:solidFill>
          <a:ln w="12700">
            <a:solidFill>
              <a:srgbClr val="B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49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49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3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897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حَدِّخَ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49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498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38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652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652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309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خَدِّأَ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3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C2B"/>
          </a:solidFill>
          <a:ln w="12700">
            <a:solidFill>
              <a:srgbClr val="642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934"/>
          </a:solidFill>
          <a:ln w="12700">
            <a:solidFill>
              <a:srgbClr val="795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أَدِّ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90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بَدِّ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EED"/>
          </a:solidFill>
          <a:ln w="12700">
            <a:solidFill>
              <a:srgbClr val="5E7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988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تَدِّ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352"/>
          </a:solidFill>
          <a:ln w="12700">
            <a:solidFill>
              <a:srgbClr val="E0D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0DB"/>
          </a:solidFill>
          <a:ln w="12700">
            <a:solidFill>
              <a:srgbClr val="70B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44785"/>
          </a:solidFill>
          <a:ln w="12700">
            <a:solidFill>
              <a:srgbClr val="7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024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ثَدِّ</a:t>
            </a:r>
            <a:endParaRPr lang="ar-SA" sz="9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BD8"/>
          </a:solidFill>
          <a:ln w="12700">
            <a:solidFill>
              <a:srgbClr val="64C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9"/>
          </a:solidFill>
          <a:ln w="12700">
            <a:solidFill>
              <a:srgbClr val="47D1C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933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جَدِّ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988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حَدِّ</a:t>
            </a:r>
            <a:endParaRPr lang="ar-SA" sz="9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8642B"/>
          </a:solidFill>
          <a:ln w="12700">
            <a:solidFill>
              <a:srgbClr val="3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7"/>
          </a:solidFill>
          <a:ln w="12700">
            <a:solidFill>
              <a:srgbClr val="34794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735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735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988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خَدِّ</a:t>
            </a:r>
            <a:endParaRPr lang="ar-SA" sz="9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737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ذَأۡإِ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2"/>
          </a:solidFill>
          <a:ln w="12700">
            <a:solidFill>
              <a:srgbClr val="ED5EA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9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9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54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ذَبِّ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4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F"/>
          </a:solidFill>
          <a:ln w="12700">
            <a:solidFill>
              <a:srgbClr val="52E0A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B"/>
          </a:solidFill>
          <a:ln w="12700">
            <a:solidFill>
              <a:srgbClr val="DB70C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547"/>
          </a:solidFill>
          <a:ln w="12700">
            <a:solidFill>
              <a:srgbClr val="856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6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6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109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ذَتِّ</a:t>
            </a:r>
            <a:endParaRPr lang="ar-SA" sz="8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864D8"/>
          </a:solidFill>
          <a:ln w="12700">
            <a:solidFill>
              <a:srgbClr val="C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747D1"/>
          </a:solidFill>
          <a:ln w="12700">
            <a:solidFill>
              <a:srgbClr val="A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55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ذَثِّ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ذَجِّ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664"/>
          </a:solidFill>
          <a:ln w="12700">
            <a:solidFill>
              <a:srgbClr val="2B4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63479"/>
          </a:solidFill>
          <a:ln w="12700">
            <a:solidFill>
              <a:srgbClr val="3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ذَحِّ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42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42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ذَخِّ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5ED5E"/>
          </a:solidFill>
          <a:ln w="12700">
            <a:solidFill>
              <a:srgbClr val="C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988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ذَدِّ</a:t>
            </a:r>
            <a:endParaRPr lang="ar-SA" sz="9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B52E0"/>
          </a:solidFill>
          <a:ln w="12700">
            <a:solidFill>
              <a:srgbClr val="8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170"/>
          </a:solidFill>
          <a:ln w="12700">
            <a:solidFill>
              <a:srgbClr val="DBD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6"/>
          </a:solidFill>
          <a:ln w="12700">
            <a:solidFill>
              <a:srgbClr val="47855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998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998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36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411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أَذِّبَ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B64"/>
          </a:solidFill>
          <a:ln w="12700">
            <a:solidFill>
              <a:srgbClr val="D8A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547"/>
          </a:solidFill>
          <a:ln w="12700">
            <a:solidFill>
              <a:srgbClr val="D185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98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98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507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بَذِّتَ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998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998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36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349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تَذِّثَ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4"/>
          </a:solidFill>
          <a:ln w="12700">
            <a:solidFill>
              <a:srgbClr val="642B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3"/>
          </a:solidFill>
          <a:ln w="12700">
            <a:solidFill>
              <a:srgbClr val="79344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998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998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36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651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ثَذِّجَ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98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98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651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جَذِّحَ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9ED"/>
          </a:solidFill>
          <a:ln w="12700">
            <a:solidFill>
              <a:srgbClr val="5EE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998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998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36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651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حَذِّخَ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43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852"/>
          </a:solidFill>
          <a:ln w="12700">
            <a:solidFill>
              <a:srgbClr val="E06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6"/>
          </a:solidFill>
          <a:ln w="12700">
            <a:solidFill>
              <a:srgbClr val="70DBB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885"/>
          </a:solidFill>
          <a:ln w="12700">
            <a:solidFill>
              <a:srgbClr val="474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998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998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36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393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خَذِّدَ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E"/>
          </a:solidFill>
          <a:ln w="12700">
            <a:solidFill>
              <a:srgbClr val="64D88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3"/>
          </a:solidFill>
          <a:ln w="12700">
            <a:solidFill>
              <a:srgbClr val="47D16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90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98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98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393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دَذِّأَ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801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أَذِّ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642B"/>
          </a:solidFill>
          <a:ln w="12700">
            <a:solidFill>
              <a:srgbClr val="6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57934"/>
          </a:solidFill>
          <a:ln w="12700">
            <a:solidFill>
              <a:srgbClr val="5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7576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بَذِّ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801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تَذِّ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E5EED"/>
          </a:solidFill>
          <a:ln w="12700">
            <a:solidFill>
              <a:srgbClr val="C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801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ثَذِّ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3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FE052"/>
          </a:solidFill>
          <a:ln w="12700">
            <a:solidFill>
              <a:srgbClr val="5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C70DB"/>
          </a:solidFill>
          <a:ln w="12700">
            <a:solidFill>
              <a:srgbClr val="9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7"/>
          </a:solidFill>
          <a:ln w="12700">
            <a:solidFill>
              <a:srgbClr val="85475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780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جَذِّ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164D8"/>
          </a:solidFill>
          <a:ln w="12700">
            <a:solidFill>
              <a:srgbClr val="7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FD1"/>
          </a:solidFill>
          <a:ln w="12700">
            <a:solidFill>
              <a:srgbClr val="474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801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حَذِّ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801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خَذِّ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7"/>
          </a:solidFill>
          <a:ln w="12700">
            <a:solidFill>
              <a:srgbClr val="2B645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679"/>
          </a:solidFill>
          <a:ln w="12700">
            <a:solidFill>
              <a:srgbClr val="346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801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دَذِّ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214254" y="896112"/>
            <a:ext cx="158776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9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214254" y="896112"/>
            <a:ext cx="158776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</a:t>
            </a:r>
            <a:endParaRPr lang="ar-SA" sz="4700" dirty="0"/>
          </a:p>
        </p:txBody>
      </p:sp>
      <p:sp>
        <p:nvSpPr>
          <p:cNvPr id="12" name="C2 W2 pill"/>
          <p:cNvSpPr/>
          <p:nvPr/>
        </p:nvSpPr>
        <p:spPr>
          <a:xfrm>
            <a:off x="2341985" y="896112"/>
            <a:ext cx="25522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9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41985" y="896112"/>
            <a:ext cx="25522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ٱلۡعَٰلَمِينَ</a:t>
            </a:r>
            <a:endParaRPr lang="ar-SA" sz="47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05474" y="2834640"/>
            <a:ext cx="373305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05474" y="2834640"/>
            <a:ext cx="373305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 ٱلۡعَٰلَمِينَ</a:t>
            </a:r>
            <a:endParaRPr lang="ar-SA" sz="4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A5E"/>
          </a:solidFill>
          <a:ln w="12700">
            <a:solidFill>
              <a:srgbClr val="EDA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696303" y="896112"/>
            <a:ext cx="18140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7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696303" y="896112"/>
            <a:ext cx="18140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</a:t>
            </a:r>
            <a:endParaRPr lang="ar-SA" sz="4000" dirty="0"/>
          </a:p>
        </p:txBody>
      </p:sp>
      <p:sp>
        <p:nvSpPr>
          <p:cNvPr id="20" name="C2 W2 pill"/>
          <p:cNvSpPr/>
          <p:nvPr/>
        </p:nvSpPr>
        <p:spPr>
          <a:xfrm>
            <a:off x="2633630" y="896112"/>
            <a:ext cx="17426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7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633630" y="896112"/>
            <a:ext cx="17426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لِرَبِّكَ</a:t>
            </a:r>
            <a:endParaRPr lang="ar-SA" sz="40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3032780" y="2834640"/>
            <a:ext cx="307844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3032780" y="2834640"/>
            <a:ext cx="307844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 لِرَبِّكَ</a:t>
            </a:r>
            <a:endParaRPr lang="ar-SA" sz="4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3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3E0"/>
          </a:solidFill>
          <a:ln w="12700">
            <a:solidFill>
              <a:srgbClr val="528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170"/>
          </a:solidFill>
          <a:ln w="12700">
            <a:solidFill>
              <a:srgbClr val="DB8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78547"/>
          </a:solidFill>
          <a:ln w="12700">
            <a:solidFill>
              <a:srgbClr val="67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6677519" y="896112"/>
            <a:ext cx="15558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5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6677519" y="896112"/>
            <a:ext cx="15558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300" dirty="0"/>
          </a:p>
        </p:txBody>
      </p:sp>
      <p:sp>
        <p:nvSpPr>
          <p:cNvPr id="17" name="C2 W2 pill"/>
          <p:cNvSpPr/>
          <p:nvPr/>
        </p:nvSpPr>
        <p:spPr>
          <a:xfrm>
            <a:off x="4672783" y="896112"/>
            <a:ext cx="16846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5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4672783" y="896112"/>
            <a:ext cx="16846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شَرِّ</a:t>
            </a:r>
            <a:endParaRPr lang="ar-SA" sz="5300" dirty="0"/>
          </a:p>
        </p:txBody>
      </p:sp>
      <p:sp>
        <p:nvSpPr>
          <p:cNvPr id="19" name="C3 W3 pill"/>
          <p:cNvSpPr/>
          <p:nvPr/>
        </p:nvSpPr>
        <p:spPr>
          <a:xfrm>
            <a:off x="3119535" y="896112"/>
            <a:ext cx="1233208" cy="1371600"/>
          </a:xfrm>
          <a:prstGeom prst="roundRect">
            <a:avLst>
              <a:gd name="adj" fmla="val 29659"/>
            </a:avLst>
          </a:prstGeom>
          <a:solidFill>
            <a:srgbClr val="FFFFFF"/>
          </a:solidFill>
          <a:ln w="76200">
            <a:solidFill>
              <a:srgbClr val="55E236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3119535" y="896112"/>
            <a:ext cx="123320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5300" dirty="0"/>
          </a:p>
        </p:txBody>
      </p:sp>
      <p:sp>
        <p:nvSpPr>
          <p:cNvPr id="21" name="C4 W4 pill"/>
          <p:cNvSpPr/>
          <p:nvPr/>
        </p:nvSpPr>
        <p:spPr>
          <a:xfrm>
            <a:off x="910662" y="896112"/>
            <a:ext cx="18888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5E2"/>
            </a:solidFill>
            <a:prstDash val="solid"/>
          </a:ln>
        </p:spPr>
      </p:sp>
      <p:sp>
        <p:nvSpPr>
          <p:cNvPr id="22" name="C4 W4 word"/>
          <p:cNvSpPr txBox="1"/>
          <p:nvPr/>
        </p:nvSpPr>
        <p:spPr>
          <a:xfrm>
            <a:off x="910662" y="896112"/>
            <a:ext cx="18888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خَلَقَ</a:t>
            </a:r>
            <a:endParaRPr lang="ar-SA" sz="5300" dirty="0"/>
          </a:p>
        </p:txBody>
      </p:sp>
      <p:sp>
        <p:nvSpPr>
          <p:cNvPr id="23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9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S panel"/>
          <p:cNvSpPr/>
          <p:nvPr/>
        </p:nvSpPr>
        <p:spPr>
          <a:xfrm>
            <a:off x="2010070" y="2834640"/>
            <a:ext cx="512385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5" name="C5 S sentence"/>
          <p:cNvSpPr txBox="1"/>
          <p:nvPr/>
        </p:nvSpPr>
        <p:spPr>
          <a:xfrm>
            <a:off x="2010070" y="2834640"/>
            <a:ext cx="512385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 شَرِّ مَا خَلَقَ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4"/>
          </a:solidFill>
          <a:ln w="12700">
            <a:solidFill>
              <a:srgbClr val="D8647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1"/>
          </a:solidFill>
          <a:ln w="12700">
            <a:solidFill>
              <a:srgbClr val="D1477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960030" y="896112"/>
            <a:ext cx="1711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A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960030" y="896112"/>
            <a:ext cx="1711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</a:t>
            </a:r>
            <a:endParaRPr lang="ar-SA" sz="4300" dirty="0"/>
          </a:p>
        </p:txBody>
      </p:sp>
      <p:sp>
        <p:nvSpPr>
          <p:cNvPr id="12" name="C2 W2 pill"/>
          <p:cNvSpPr/>
          <p:nvPr/>
        </p:nvSpPr>
        <p:spPr>
          <a:xfrm>
            <a:off x="4887580" y="896112"/>
            <a:ext cx="17524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4A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4887580" y="896112"/>
            <a:ext cx="17524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أَعُوذُ</a:t>
            </a:r>
            <a:endParaRPr lang="ar-SA" sz="4300" dirty="0"/>
          </a:p>
        </p:txBody>
      </p:sp>
      <p:sp>
        <p:nvSpPr>
          <p:cNvPr id="14" name="C3 W3 pill"/>
          <p:cNvSpPr/>
          <p:nvPr/>
        </p:nvSpPr>
        <p:spPr>
          <a:xfrm>
            <a:off x="2855150" y="896112"/>
            <a:ext cx="17123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A36E2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2855150" y="896112"/>
            <a:ext cx="17123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بِرَبِّ</a:t>
            </a:r>
            <a:endParaRPr lang="ar-SA" sz="4300" dirty="0"/>
          </a:p>
        </p:txBody>
      </p:sp>
      <p:sp>
        <p:nvSpPr>
          <p:cNvPr id="16" name="C4 W4 pill"/>
          <p:cNvSpPr/>
          <p:nvPr/>
        </p:nvSpPr>
        <p:spPr>
          <a:xfrm>
            <a:off x="472529" y="896112"/>
            <a:ext cx="20625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A36"/>
            </a:solidFill>
            <a:prstDash val="solid"/>
          </a:ln>
        </p:spPr>
      </p:sp>
      <p:sp>
        <p:nvSpPr>
          <p:cNvPr id="17" name="C4 W4 word"/>
          <p:cNvSpPr txBox="1"/>
          <p:nvPr/>
        </p:nvSpPr>
        <p:spPr>
          <a:xfrm>
            <a:off x="472529" y="896112"/>
            <a:ext cx="20625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ٱلنَّاسِ</a:t>
            </a:r>
            <a:endParaRPr lang="ar-SA" sz="4300" dirty="0"/>
          </a:p>
        </p:txBody>
      </p:sp>
      <p:sp>
        <p:nvSpPr>
          <p:cNvPr id="18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A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S panel"/>
          <p:cNvSpPr/>
          <p:nvPr/>
        </p:nvSpPr>
        <p:spPr>
          <a:xfrm>
            <a:off x="1703639" y="2834640"/>
            <a:ext cx="573672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5 S sentence"/>
          <p:cNvSpPr txBox="1"/>
          <p:nvPr/>
        </p:nvSpPr>
        <p:spPr>
          <a:xfrm>
            <a:off x="1703639" y="2834640"/>
            <a:ext cx="573672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 أَعُوذُ بِرَبِّ ٱلنَّاسِ</a:t>
            </a:r>
            <a:endParaRPr lang="ar-SA" sz="4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kasra 05-dal-dhal</dc:title>
  <dc:subject>PptxGenJS Presentation</dc:subject>
  <dc:creator>PptxGenJS</dc:creator>
  <cp:lastModifiedBy>PptxGenJS</cp:lastModifiedBy>
  <cp:revision>1</cp:revision>
  <dcterms:created xsi:type="dcterms:W3CDTF">2026-10-21T19:04:14Z</dcterms:created>
  <dcterms:modified xsi:type="dcterms:W3CDTF">2026-10-21T19:04:14Z</dcterms:modified>
</cp:coreProperties>
</file>