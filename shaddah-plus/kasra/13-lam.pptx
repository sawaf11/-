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52E0"/>
          </a:solidFill>
          <a:ln w="12700">
            <a:solidFill>
              <a:srgbClr val="6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470"/>
          </a:solidFill>
          <a:ln w="12700">
            <a:solidFill>
              <a:srgbClr val="DBB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23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C64"/>
          </a:solidFill>
          <a:ln w="12700">
            <a:solidFill>
              <a:srgbClr val="D88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047"/>
          </a:solidFill>
          <a:ln w="12700">
            <a:solidFill>
              <a:srgbClr val="D16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383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لَأۡإِ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لَبِّ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B"/>
          </a:solidFill>
          <a:ln w="12700">
            <a:solidFill>
              <a:srgbClr val="5EED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81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81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لَتِّ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2"/>
          </a:solidFill>
          <a:ln w="12700">
            <a:solidFill>
              <a:srgbClr val="E0526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9"/>
          </a:solidFill>
          <a:ln w="12700">
            <a:solidFill>
              <a:srgbClr val="70DB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لَثِّ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F"/>
          </a:solidFill>
          <a:ln w="12700">
            <a:solidFill>
              <a:srgbClr val="64D8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D147"/>
          </a:solidFill>
          <a:ln w="12700">
            <a:solidFill>
              <a:srgbClr val="5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لَجِّ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لَحِّ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6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6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030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لَدِّ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75EED"/>
          </a:solidFill>
          <a:ln w="12700">
            <a:solidFill>
              <a:srgbClr val="A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لَذِّ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6E052"/>
          </a:solidFill>
          <a:ln w="12700">
            <a:solidFill>
              <a:srgbClr val="8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70DB"/>
          </a:solidFill>
          <a:ln w="12700">
            <a:solidFill>
              <a:srgbClr val="7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لَرِّ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6D8"/>
          </a:solidFill>
          <a:ln w="12700">
            <a:solidFill>
              <a:srgbClr val="647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4D1"/>
          </a:solidFill>
          <a:ln w="12700">
            <a:solidFill>
              <a:srgbClr val="477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لَزِّ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3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3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لَسِّ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لَشِّ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3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3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لَصِّ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45E"/>
          </a:solidFill>
          <a:ln w="12700">
            <a:solidFill>
              <a:srgbClr val="ED8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67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67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لَضِّ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9E0"/>
          </a:solidFill>
          <a:ln w="12700">
            <a:solidFill>
              <a:srgbClr val="52A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C"/>
          </a:solidFill>
          <a:ln w="12700">
            <a:solidFill>
              <a:srgbClr val="DB70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لَطِّ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3"/>
          </a:solidFill>
          <a:ln w="12700">
            <a:solidFill>
              <a:srgbClr val="D864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6"/>
          </a:solidFill>
          <a:ln w="12700">
            <a:solidFill>
              <a:srgbClr val="D147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لَظِّ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لَعِّ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6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6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لَغِّ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0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0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لَفِّ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0"/>
          </a:solidFill>
          <a:ln w="12700">
            <a:solidFill>
              <a:srgbClr val="5EED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81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81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لَقِّ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D"/>
          </a:solidFill>
          <a:ln w="12700">
            <a:solidFill>
              <a:srgbClr val="E052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DB70"/>
          </a:solidFill>
          <a:ln w="12700">
            <a:solidFill>
              <a:srgbClr val="9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لَكِّ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D864"/>
          </a:solidFill>
          <a:ln w="12700">
            <a:solidFill>
              <a:srgbClr val="B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9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أَلِّبَ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6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بَلِّتَ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509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تَلِّثَ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43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ثَلِّجَ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0ED"/>
          </a:solidFill>
          <a:ln w="12700">
            <a:solidFill>
              <a:srgbClr val="5E8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843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جَلِّحَ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052"/>
          </a:solidFill>
          <a:ln w="12700">
            <a:solidFill>
              <a:srgbClr val="E0D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843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حَلِّخَ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DD8"/>
          </a:solidFill>
          <a:ln w="12700">
            <a:solidFill>
              <a:srgbClr val="64C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خَلِّدَ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دَلِّذَ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2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ذَلِّرَ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2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رَلِّزَ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4"/>
          </a:solidFill>
          <a:ln w="12700">
            <a:solidFill>
              <a:srgbClr val="ED5E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42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زَلِّسَ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D"/>
          </a:solidFill>
          <a:ln w="12700">
            <a:solidFill>
              <a:srgbClr val="52E0A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42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سَلِّشَ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47D1"/>
          </a:solidFill>
          <a:ln w="12700">
            <a:solidFill>
              <a:srgbClr val="A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2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شَلِّصَ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4038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صَلِّضَ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ضَلِّطَ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طَلِّظَ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7ED5E"/>
          </a:solidFill>
          <a:ln w="12700">
            <a:solidFill>
              <a:srgbClr val="C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843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ظَلِّعَ</a:t>
            </a:r>
            <a:endParaRPr lang="ar-SA" sz="5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52E0"/>
          </a:solidFill>
          <a:ln w="12700">
            <a:solidFill>
              <a:srgbClr val="8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843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عَلِّغَ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347"/>
          </a:solidFill>
          <a:ln w="12700">
            <a:solidFill>
              <a:srgbClr val="D18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949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غَلِّفَ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297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فَلِّقَ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509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قَلِّكَ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627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كَلِّأَ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BED"/>
          </a:solidFill>
          <a:ln w="12700">
            <a:solidFill>
              <a:srgbClr val="5EE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718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أَلِّ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652"/>
          </a:solidFill>
          <a:ln w="12700">
            <a:solidFill>
              <a:srgbClr val="E06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بَلِّ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تَلِّ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ثَلِّ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جَلِّ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حَلِّ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5EED"/>
          </a:solidFill>
          <a:ln w="12700">
            <a:solidFill>
              <a:srgbClr val="C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خَلِّ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E052"/>
          </a:solidFill>
          <a:ln w="12700">
            <a:solidFill>
              <a:srgbClr val="6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70DB"/>
          </a:solidFill>
          <a:ln w="12700">
            <a:solidFill>
              <a:srgbClr val="9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718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دَلِّ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1D1"/>
          </a:solidFill>
          <a:ln w="12700">
            <a:solidFill>
              <a:srgbClr val="475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18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ذَلِّ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رَلِّ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زَلِّ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سَلِّ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شَلِّ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صَلِّ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5"/>
          </a:solidFill>
          <a:ln w="12700">
            <a:solidFill>
              <a:srgbClr val="D864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ضَلِّ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طَلِّ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ظَلِّ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عَلِّ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4"/>
          </a:solidFill>
          <a:ln w="12700">
            <a:solidFill>
              <a:srgbClr val="5EED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غَلِّ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8"/>
          </a:solidFill>
          <a:ln w="12700">
            <a:solidFill>
              <a:srgbClr val="E052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فَلِّ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D864"/>
          </a:solidFill>
          <a:ln w="12700">
            <a:solidFill>
              <a:srgbClr val="9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D147"/>
          </a:solidFill>
          <a:ln w="12700">
            <a:solidFill>
              <a:srgbClr val="9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قَلِّ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كَلِّ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1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1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3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3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F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F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22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36DF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24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F"/>
            </a:solidFill>
            <a:prstDash val="solid"/>
          </a:ln>
        </p:spPr>
      </p:sp>
      <p:sp>
        <p:nvSpPr>
          <p:cNvPr id="25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26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6DB"/>
          </a:solidFill>
          <a:ln w="12700">
            <a:solidFill>
              <a:srgbClr val="709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D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7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D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9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D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21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DE236"/>
            </a:solidFill>
            <a:prstDash val="solid"/>
          </a:ln>
        </p:spPr>
      </p:sp>
      <p:sp>
        <p:nvSpPr>
          <p:cNvPr id="22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23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13-lam</dc:title>
  <dc:subject>PptxGenJS Presentation</dc:subject>
  <dc:creator>PptxGenJS</dc:creator>
  <cp:lastModifiedBy>PptxGenJS</cp:lastModifiedBy>
  <cp:revision>1</cp:revision>
  <dcterms:created xsi:type="dcterms:W3CDTF">2026-10-21T19:04:15Z</dcterms:created>
  <dcterms:modified xsi:type="dcterms:W3CDTF">2026-10-21T19:04:15Z</dcterms:modified>
</cp:coreProperties>
</file>