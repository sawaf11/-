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52E0"/>
          </a:solidFill>
          <a:ln w="12700">
            <a:solidFill>
              <a:srgbClr val="C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DB70"/>
          </a:solidFill>
          <a:ln w="12700">
            <a:solidFill>
              <a:srgbClr val="B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D864"/>
          </a:solidFill>
          <a:ln w="12700">
            <a:solidFill>
              <a:srgbClr val="D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047"/>
          </a:solidFill>
          <a:ln w="12700">
            <a:solidFill>
              <a:srgbClr val="D1C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CED"/>
          </a:solidFill>
          <a:ln w="12700">
            <a:solidFill>
              <a:srgbClr val="5EA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072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سَتِّ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552"/>
          </a:solidFill>
          <a:ln w="12700">
            <a:solidFill>
              <a:srgbClr val="E0A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2DB"/>
          </a:solidFill>
          <a:ln w="12700">
            <a:solidFill>
              <a:srgbClr val="70D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0"/>
          </a:solidFill>
          <a:ln w="12700">
            <a:solidFill>
              <a:srgbClr val="64D8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E"/>
          </a:solidFill>
          <a:ln w="12700">
            <a:solidFill>
              <a:srgbClr val="47D1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F"/>
          </a:solidFill>
          <a:ln w="12700">
            <a:solidFill>
              <a:srgbClr val="ED5E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1"/>
          </a:solidFill>
          <a:ln w="12700">
            <a:solidFill>
              <a:srgbClr val="52E0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64D8"/>
          </a:solidFill>
          <a:ln w="12700">
            <a:solidFill>
              <a:srgbClr val="A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47D1"/>
          </a:solidFill>
          <a:ln w="12700">
            <a:solidFill>
              <a:srgbClr val="7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أَسِّبَ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294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بَسِّتَ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9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تَسِّثَ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ثَسِّجَ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52E0"/>
          </a:solidFill>
          <a:ln w="12700">
            <a:solidFill>
              <a:srgbClr val="5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424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جَسِّحَ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664"/>
          </a:solidFill>
          <a:ln w="12700">
            <a:solidFill>
              <a:srgbClr val="D88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947"/>
          </a:solidFill>
          <a:ln w="12700">
            <a:solidFill>
              <a:srgbClr val="D15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حَسِّخَ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75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خَسِّدَ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58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دَسِّذَ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ذَسِّرَ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4"/>
          </a:solidFill>
          <a:ln w="12700">
            <a:solidFill>
              <a:srgbClr val="5EED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028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رَسِّزَ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زَسِّأَ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D147"/>
          </a:solidFill>
          <a:ln w="12700">
            <a:solidFill>
              <a:srgbClr val="5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بَسِّ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ثَسِّ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جَسِّ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حَسِّ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AD1"/>
          </a:solidFill>
          <a:ln w="12700">
            <a:solidFill>
              <a:srgbClr val="477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خَسِّ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دَسِّ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ذَسِّ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رَسِّ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D5E"/>
          </a:solidFill>
          <a:ln w="12700">
            <a:solidFill>
              <a:srgbClr val="ED7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زَسِّ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0E0"/>
          </a:solidFill>
          <a:ln w="12700">
            <a:solidFill>
              <a:srgbClr val="52B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شَأۡإِ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9"/>
          </a:solidFill>
          <a:ln w="12700">
            <a:solidFill>
              <a:srgbClr val="D864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D"/>
          </a:solidFill>
          <a:ln w="12700">
            <a:solidFill>
              <a:srgbClr val="D147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شَبِّ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072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شَتِّ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شَثِّ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شَجِّ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4ED5E"/>
          </a:solidFill>
          <a:ln w="12700">
            <a:solidFill>
              <a:srgbClr val="6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شَحِّ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4"/>
          </a:solidFill>
          <a:ln w="12700">
            <a:solidFill>
              <a:srgbClr val="E052D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DB70"/>
          </a:solidFill>
          <a:ln w="12700">
            <a:solidFill>
              <a:srgbClr val="9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شَخِّ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D864"/>
          </a:solidFill>
          <a:ln w="12700">
            <a:solidFill>
              <a:srgbClr val="B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FD147"/>
          </a:solidFill>
          <a:ln w="12700">
            <a:solidFill>
              <a:srgbClr val="B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شَدِّ</a:t>
            </a:r>
            <a:endParaRPr lang="ar-SA" sz="9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4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4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شَذِّ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434"/>
          </a:solidFill>
          <a:ln w="12700">
            <a:solidFill>
              <a:srgbClr val="795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5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5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شَرِّ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شَزِّ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7ED"/>
          </a:solidFill>
          <a:ln w="12700">
            <a:solidFill>
              <a:srgbClr val="5E8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شَسِّ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A52"/>
          </a:solidFill>
          <a:ln w="12700">
            <a:solidFill>
              <a:srgbClr val="E0C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7DB"/>
          </a:solidFill>
          <a:ln w="12700">
            <a:solidFill>
              <a:srgbClr val="70B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69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أَشِّبَ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1"/>
          </a:solidFill>
          <a:ln w="12700">
            <a:solidFill>
              <a:srgbClr val="47D1C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48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بَشِّتَ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145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تَشِّثَ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0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ثَشِّجَ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60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جَشِّحَ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B"/>
          </a:solidFill>
          <a:ln w="12700">
            <a:solidFill>
              <a:srgbClr val="ED5EA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6041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حَشِّخَ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6"/>
          </a:solidFill>
          <a:ln w="12700">
            <a:solidFill>
              <a:srgbClr val="52E0A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356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خَشِّدَ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164D8"/>
          </a:solidFill>
          <a:ln w="12700">
            <a:solidFill>
              <a:srgbClr val="C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56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دَشِّذَ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9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ذَشِّرَ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9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رَشِّزَ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00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زَشِّسَ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EED5E"/>
          </a:solidFill>
          <a:ln w="12700">
            <a:solidFill>
              <a:srgbClr val="C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338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3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سَشِّأَ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52E0"/>
          </a:solidFill>
          <a:ln w="12700">
            <a:solidFill>
              <a:srgbClr val="8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أَشِّ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464"/>
          </a:solidFill>
          <a:ln w="12700">
            <a:solidFill>
              <a:srgbClr val="D8A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C47"/>
          </a:solidFill>
          <a:ln w="12700">
            <a:solidFill>
              <a:srgbClr val="D17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بَشِّ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تَشِّ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ثَشِّ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جَشِّ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F52"/>
          </a:solidFill>
          <a:ln w="12700">
            <a:solidFill>
              <a:srgbClr val="E05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خَشِّ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7"/>
          </a:solidFill>
          <a:ln w="12700">
            <a:solidFill>
              <a:srgbClr val="64D8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A"/>
          </a:solidFill>
          <a:ln w="12700">
            <a:solidFill>
              <a:srgbClr val="47D15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دَشِّ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ذَشِّ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رَشِّ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زَشِّ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55EED"/>
          </a:solidFill>
          <a:ln w="12700">
            <a:solidFill>
              <a:srgbClr val="C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سَشِّ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8E052"/>
          </a:solidFill>
          <a:ln w="12700">
            <a:solidFill>
              <a:srgbClr val="6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570DB"/>
          </a:solidFill>
          <a:ln w="12700">
            <a:solidFill>
              <a:srgbClr val="9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8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7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8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A64D8"/>
          </a:solidFill>
          <a:ln w="12700">
            <a:solidFill>
              <a:srgbClr val="6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7D1"/>
          </a:solidFill>
          <a:ln w="12700">
            <a:solidFill>
              <a:srgbClr val="475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C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5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9C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7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C36"/>
            </a:solidFill>
            <a:prstDash val="solid"/>
          </a:ln>
        </p:spPr>
      </p:sp>
      <p:sp>
        <p:nvSpPr>
          <p:cNvPr id="18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9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F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4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F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6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F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8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F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07-seen-sheen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