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047"/>
          </a:solidFill>
          <a:ln w="12700">
            <a:solidFill>
              <a:srgbClr val="D1C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07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سَتِّ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552"/>
          </a:solidFill>
          <a:ln w="12700">
            <a:solidFill>
              <a:srgbClr val="E0A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0"/>
          </a:solidFill>
          <a:ln w="12700">
            <a:solidFill>
              <a:srgbClr val="64D8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أَسِّبَ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94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بَسِّتَ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9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تَسِّثَ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ثَسِّجَ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424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جَسِّحَ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حَسِّخَ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خَسِّدَ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5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دَسِّذَ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ذَسِّرَ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28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رَسِّزَ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زَسِّأَ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بَسِّ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ثَسِّ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جَسِّ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حَسِّ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خَسِّ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دَسِّ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رَسِّ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زَسِّ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شَأۡإِ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شَبِّ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07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شَتِّ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شَثِّ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شَجِّ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شَحِّ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شَخِّ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D147"/>
          </a:solidFill>
          <a:ln w="12700">
            <a:solidFill>
              <a:srgbClr val="B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شَدِّ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4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4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شَذِّ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5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5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شَرِّ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شَزِّ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7ED"/>
          </a:solidFill>
          <a:ln w="12700">
            <a:solidFill>
              <a:srgbClr val="5E8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شَسِّ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6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أَشِّبَ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1"/>
          </a:solidFill>
          <a:ln w="12700">
            <a:solidFill>
              <a:srgbClr val="47D1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4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بَشِّتَ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14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تَشِّثَ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0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ثَشِّجَ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0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جَشِّحَ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60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حَشِّخَ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6"/>
          </a:solidFill>
          <a:ln w="12700">
            <a:solidFill>
              <a:srgbClr val="52E0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5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خَشِّدَ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64D8"/>
          </a:solidFill>
          <a:ln w="12700">
            <a:solidFill>
              <a:srgbClr val="C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5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دَشِّذَ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ذَشِّرَ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رَشِّزَ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00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زَشِّسَ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سَشِّأَ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أَشِّ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بَشِّ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تَشِّ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ثَشِّ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خَشِّ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دَشِّ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ذَشِّ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رَشِّ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زَشِّ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سَشِّ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5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7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F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4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F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6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F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8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F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07-seen-sheen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