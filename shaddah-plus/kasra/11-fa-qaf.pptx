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slideMasters/slideMaster124.xml" ContentType="application/vnd.openxmlformats-officedocument.presentationml.slideMaster+xml"/>
  <Override PartName="/ppt/slides/slide1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notesMaster" Target="notesMasters/notesMaster1.xml"/><Relationship Id="rId127" Type="http://schemas.openxmlformats.org/officeDocument/2006/relationships/presProps" Target="presProps.xml"/><Relationship Id="rId128" Type="http://schemas.openxmlformats.org/officeDocument/2006/relationships/viewProps" Target="viewProps.xml"/><Relationship Id="rId129" Type="http://schemas.openxmlformats.org/officeDocument/2006/relationships/theme" Target="theme/theme1.xml"/><Relationship Id="rId1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_rels/notesSlide1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الشدة حرفان مكتوبان حرفاً واحداً: الأول ساكن (بسكون المصحف «ۡ»)، والثاني متحرك. نضغطهما معاً فنكتب الحرف مرة واحدة وفوقه شدة «ّ»، ونقرؤه حرفين: نقف عليه أولاً ثم ننطلق بالحركة.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لا تكون الشدة في أول الكلمة، لأن أول الحرفين ساكن، ولا نبدأ بساكن أبداً. لا بد من حرف متحرك قبل الشدة.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الطريقة الصحيحة: حرف متحرك أولاً، ثم الحرفان اللذان يصنعان الشدة.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الكسرة: الحرف المشدد = حرف ساكن + نفس الحرف بـالكسرة.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TrSnd" Type="http://schemas.openxmlformats.org/officeDocument/2006/relationships/audio" Target="../media/bubbles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TrSnd" Type="http://schemas.openxmlformats.org/officeDocument/2006/relationships/audio" Target="../media/sparkle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TrSnd" Type="http://schemas.openxmlformats.org/officeDocument/2006/relationships/audio" Target="../media/marimba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TrSnd" Type="http://schemas.openxmlformats.org/officeDocument/2006/relationships/audio" Target="../media/harp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TrSnd" Type="http://schemas.openxmlformats.org/officeDocument/2006/relationships/audio" Target="../media/chime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TrSnd" Type="http://schemas.openxmlformats.org/officeDocument/2006/relationships/audio" Target="../media/whoosh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TrSnd" Type="http://schemas.openxmlformats.org/officeDocument/2006/relationships/audio" Target="../media/bubbles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TrSnd" Type="http://schemas.openxmlformats.org/officeDocument/2006/relationships/audio" Target="../media/sparkle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TrSnd" Type="http://schemas.openxmlformats.org/officeDocument/2006/relationships/audio" Target="../media/marimba.wav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TrSnd" Type="http://schemas.openxmlformats.org/officeDocument/2006/relationships/audio" Target="../media/harp.wav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TrSnd" Type="http://schemas.openxmlformats.org/officeDocument/2006/relationships/audio" Target="../media/chime.wav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TrSnd" Type="http://schemas.openxmlformats.org/officeDocument/2006/relationships/audio" Target="../media/whoosh.wav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TrSnd" Type="http://schemas.openxmlformats.org/officeDocument/2006/relationships/audio" Target="../media/bubbles.wav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TrSnd" Type="http://schemas.openxmlformats.org/officeDocument/2006/relationships/audio" Target="../media/sparkle.wav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TrSnd" Type="http://schemas.openxmlformats.org/officeDocument/2006/relationships/audio" Target="../media/marimba.wav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Relationship Id="rIdTrSnd" Type="http://schemas.openxmlformats.org/officeDocument/2006/relationships/audio" Target="../media/harp.wav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TrSnd" Type="http://schemas.openxmlformats.org/officeDocument/2006/relationships/audio" Target="../media/chime.wav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TrSnd" Type="http://schemas.openxmlformats.org/officeDocument/2006/relationships/audio" Target="../media/whoosh.wav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TrSnd" Type="http://schemas.openxmlformats.org/officeDocument/2006/relationships/audio" Target="../media/bubbles.wav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TrSnd" Type="http://schemas.openxmlformats.org/officeDocument/2006/relationships/audio" Target="../media/sparkle.wav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TrSnd" Type="http://schemas.openxmlformats.org/officeDocument/2006/relationships/audio" Target="../media/marimba.wav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Relationship Id="rIdTrSnd" Type="http://schemas.openxmlformats.org/officeDocument/2006/relationships/audio" Target="../media/harp.wav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TrSnd" Type="http://schemas.openxmlformats.org/officeDocument/2006/relationships/audio" Target="../media/chime.wav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Relationship Id="rIdTrSnd" Type="http://schemas.openxmlformats.org/officeDocument/2006/relationships/audio" Target="../media/whoosh.wav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Relationship Id="rIdTrSnd" Type="http://schemas.openxmlformats.org/officeDocument/2006/relationships/audio" Target="../media/bubbles.wav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4.xml"/><Relationship Id="rIdTrSnd" Type="http://schemas.openxmlformats.org/officeDocument/2006/relationships/audio" Target="../media/sparkl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6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44947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6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44947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</a:t>
            </a:r>
            <a:endParaRPr lang="ar-SA" sz="5600" dirty="0"/>
          </a:p>
        </p:txBody>
      </p:sp>
      <p:sp>
        <p:nvSpPr>
          <p:cNvPr id="18" name="C6 H shaddah bar"/>
          <p:cNvSpPr/>
          <p:nvPr/>
        </p:nvSpPr>
        <p:spPr>
          <a:xfrm>
            <a:off x="4480560" y="1472184"/>
            <a:ext cx="384048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8 R result"/>
          <p:cNvSpPr txBox="1"/>
          <p:nvPr/>
        </p:nvSpPr>
        <p:spPr>
          <a:xfrm>
            <a:off x="685800" y="1560057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بِّ</a:t>
            </a:r>
            <a:endParaRPr lang="ar-SA" sz="94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77ED"/>
          </a:solidFill>
          <a:ln w="12700">
            <a:solidFill>
              <a:srgbClr val="5E77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Panel 1"/>
          <p:cNvSpPr/>
          <p:nvPr/>
        </p:nvSpPr>
        <p:spPr>
          <a:xfrm>
            <a:off x="5120640" y="1143000"/>
            <a:ext cx="31089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E03131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5120640" y="1148755"/>
            <a:ext cx="31089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بِّ</a:t>
            </a:r>
            <a:endParaRPr lang="ar-SA" sz="9700" dirty="0"/>
          </a:p>
        </p:txBody>
      </p:sp>
      <p:sp>
        <p:nvSpPr>
          <p:cNvPr id="20" name="C2 X wrong"/>
          <p:cNvSpPr/>
          <p:nvPr/>
        </p:nvSpPr>
        <p:spPr>
          <a:xfrm>
            <a:off x="6355080" y="3429000"/>
            <a:ext cx="640080" cy="640080"/>
          </a:xfrm>
          <a:prstGeom prst="mathMultiply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Panel 2"/>
          <p:cNvSpPr/>
          <p:nvPr/>
        </p:nvSpPr>
        <p:spPr>
          <a:xfrm>
            <a:off x="914400" y="1143000"/>
            <a:ext cx="31089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22" name="C3 W2 word"/>
          <p:cNvSpPr txBox="1"/>
          <p:nvPr/>
        </p:nvSpPr>
        <p:spPr>
          <a:xfrm>
            <a:off x="914400" y="1148755"/>
            <a:ext cx="31089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تَبِّ</a:t>
            </a:r>
            <a:endParaRPr lang="ar-SA" sz="9700" dirty="0"/>
          </a:p>
        </p:txBody>
      </p:sp>
      <p:sp>
        <p:nvSpPr>
          <p:cNvPr id="23" name="C4 V tick a"/>
          <p:cNvSpPr/>
          <p:nvPr/>
        </p:nvSpPr>
        <p:spPr>
          <a:xfrm>
            <a:off x="2194560" y="3703320"/>
            <a:ext cx="201168" cy="274320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  <p:sp>
        <p:nvSpPr>
          <p:cNvPr id="24" name="C4 V tick b"/>
          <p:cNvSpPr/>
          <p:nvPr/>
        </p:nvSpPr>
        <p:spPr>
          <a:xfrm flipV="1">
            <a:off x="2395728" y="3447288"/>
            <a:ext cx="384048" cy="530352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2" grpId="0" animBg="1"/>
      <p:bldP spid="23" grpId="0" animBg="1"/>
      <p:bldP spid="2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432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D952"/>
          </a:solidFill>
          <a:ln w="12700">
            <a:solidFill>
              <a:srgbClr val="E0D9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4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BDB"/>
          </a:solidFill>
          <a:ln w="12700">
            <a:solidFill>
              <a:srgbClr val="70AB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74785"/>
          </a:solidFill>
          <a:ln w="12700">
            <a:solidFill>
              <a:srgbClr val="77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07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9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07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7287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7287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</a:t>
            </a:r>
            <a:endParaRPr lang="ar-SA" sz="39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509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تَبِّ</a:t>
            </a:r>
            <a:endParaRPr lang="ar-SA" sz="8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5F7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6D8"/>
          </a:solidFill>
          <a:ln w="12700">
            <a:solidFill>
              <a:srgbClr val="64C6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D0"/>
          </a:solidFill>
          <a:ln w="12700">
            <a:solidFill>
              <a:srgbClr val="47D1D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545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40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545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985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40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985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7373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فَأۡإِ</a:t>
            </a:r>
            <a:endParaRPr lang="ar-SA" sz="6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C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53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53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7287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7287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</a:t>
            </a:r>
            <a:endParaRPr lang="ar-SA" sz="39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774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فَبِّ</a:t>
            </a:r>
            <a:endParaRPr lang="ar-SA" sz="8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3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5642B"/>
          </a:solidFill>
          <a:ln w="12700">
            <a:solidFill>
              <a:srgbClr val="35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B"/>
          </a:solidFill>
          <a:ln w="12700">
            <a:solidFill>
              <a:srgbClr val="34794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502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7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502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014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014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تِ</a:t>
            </a:r>
            <a:endParaRPr lang="ar-SA" sz="37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81094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فَتِّ</a:t>
            </a:r>
            <a:endParaRPr lang="ar-SA" sz="8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5D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88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488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292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292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ثِ</a:t>
            </a:r>
            <a:endParaRPr lang="ar-SA" sz="3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552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فَثِّ</a:t>
            </a:r>
            <a:endParaRPr lang="ar-SA" sz="8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C5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9B"/>
          </a:solidFill>
          <a:ln w="12700">
            <a:solidFill>
              <a:srgbClr val="ED5E9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51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8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51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جِ</a:t>
            </a:r>
            <a:endParaRPr lang="ar-SA" sz="38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5895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فَجِّ</a:t>
            </a:r>
            <a:endParaRPr lang="ar-SA" sz="7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43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6"/>
          </a:solidFill>
          <a:ln w="12700">
            <a:solidFill>
              <a:srgbClr val="52E0B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E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6"/>
          </a:solidFill>
          <a:ln w="12700">
            <a:solidFill>
              <a:srgbClr val="DB70C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847"/>
          </a:solidFill>
          <a:ln w="12700">
            <a:solidFill>
              <a:srgbClr val="8568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51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8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51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حِ</a:t>
            </a:r>
            <a:endParaRPr lang="ar-SA" sz="38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5895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فَحِّ</a:t>
            </a:r>
            <a:endParaRPr lang="ar-SA" sz="71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D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E64D8"/>
          </a:solidFill>
          <a:ln w="12700">
            <a:solidFill>
              <a:srgbClr val="CE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E47D1"/>
          </a:solidFill>
          <a:ln w="12700">
            <a:solidFill>
              <a:srgbClr val="AE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73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5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473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526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526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خِ</a:t>
            </a:r>
            <a:endParaRPr lang="ar-SA" sz="35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6217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فَخِّ</a:t>
            </a:r>
            <a:endParaRPr lang="ar-SA" sz="6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E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31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46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631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7679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7679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دِ</a:t>
            </a:r>
            <a:endParaRPr lang="ar-SA" sz="46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79887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فَدِّ</a:t>
            </a:r>
            <a:endParaRPr lang="ar-SA" sz="93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4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364"/>
          </a:solidFill>
          <a:ln w="12700">
            <a:solidFill>
              <a:srgbClr val="2B43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93479"/>
          </a:solidFill>
          <a:ln w="12700">
            <a:solidFill>
              <a:srgbClr val="39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573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42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573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4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309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309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ذِ</a:t>
            </a:r>
            <a:endParaRPr lang="ar-SA" sz="42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8801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فَذِّ</a:t>
            </a:r>
            <a:endParaRPr lang="ar-SA" sz="8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C5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31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4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631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6771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6771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رِ</a:t>
            </a:r>
            <a:endParaRPr lang="ar-SA" sz="4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فَرِّ</a:t>
            </a:r>
            <a:endParaRPr lang="ar-SA" sz="78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EED5E"/>
          </a:solidFill>
          <a:ln w="12700">
            <a:solidFill>
              <a:srgbClr val="BE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573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42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573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4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42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754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754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زِ</a:t>
            </a:r>
            <a:endParaRPr lang="ar-SA" sz="42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703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فَزِّ</a:t>
            </a:r>
            <a:endParaRPr lang="ar-SA" sz="73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1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252E0"/>
          </a:solidFill>
          <a:ln w="12700">
            <a:solidFill>
              <a:srgbClr val="92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D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670"/>
          </a:solidFill>
          <a:ln w="12700">
            <a:solidFill>
              <a:srgbClr val="DBD6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9"/>
          </a:solidFill>
          <a:ln w="12700">
            <a:solidFill>
              <a:srgbClr val="47855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459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4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459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7412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7412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سِ</a:t>
            </a:r>
            <a:endParaRPr lang="ar-SA" sz="34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فَسِّ</a:t>
            </a:r>
            <a:endParaRPr lang="ar-SA" sz="78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D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164"/>
          </a:solidFill>
          <a:ln w="12700">
            <a:solidFill>
              <a:srgbClr val="D8B1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B47"/>
          </a:solidFill>
          <a:ln w="12700">
            <a:solidFill>
              <a:srgbClr val="D18B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16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1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416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3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02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02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شِ</a:t>
            </a:r>
            <a:endParaRPr lang="ar-SA" sz="31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4056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فَشِّ</a:t>
            </a:r>
            <a:endParaRPr lang="ar-SA" sz="6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5F7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459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4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459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734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734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صِ</a:t>
            </a:r>
            <a:endParaRPr lang="ar-SA" sz="34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فَصِّ</a:t>
            </a:r>
            <a:endParaRPr lang="ar-SA" sz="78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3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1"/>
          </a:solidFill>
          <a:ln w="12700">
            <a:solidFill>
              <a:srgbClr val="642B5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0"/>
          </a:solidFill>
          <a:ln w="12700">
            <a:solidFill>
              <a:srgbClr val="79344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431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2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431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3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7752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7752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ضِ</a:t>
            </a:r>
            <a:endParaRPr lang="ar-SA" sz="32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1358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فَضِّ</a:t>
            </a:r>
            <a:endParaRPr lang="ar-SA" sz="7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53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9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53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594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594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طِ</a:t>
            </a:r>
            <a:endParaRPr lang="ar-SA" sz="39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967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فَطِّ</a:t>
            </a:r>
            <a:endParaRPr lang="ar-SA" sz="76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5E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2ED"/>
          </a:solidFill>
          <a:ln w="12700">
            <a:solidFill>
              <a:srgbClr val="5EE2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488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6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488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623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623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ظِ</a:t>
            </a:r>
            <a:endParaRPr lang="ar-SA" sz="36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8967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فَظِّ</a:t>
            </a:r>
            <a:endParaRPr lang="ar-SA" sz="76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43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F52"/>
          </a:solidFill>
          <a:ln w="12700">
            <a:solidFill>
              <a:srgbClr val="E06F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4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B"/>
          </a:solidFill>
          <a:ln w="12700">
            <a:solidFill>
              <a:srgbClr val="70DBB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A4785"/>
          </a:solidFill>
          <a:ln w="12700">
            <a:solidFill>
              <a:srgbClr val="4A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51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8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51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7178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7178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عِ</a:t>
            </a:r>
            <a:endParaRPr lang="ar-SA" sz="38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5895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فَعِّ</a:t>
            </a:r>
            <a:endParaRPr lang="ar-SA" sz="71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4"/>
          </a:solidFill>
          <a:ln w="12700">
            <a:solidFill>
              <a:srgbClr val="64D89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9"/>
          </a:solidFill>
          <a:ln w="12700">
            <a:solidFill>
              <a:srgbClr val="47D16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73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5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473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711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711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غِ</a:t>
            </a:r>
            <a:endParaRPr lang="ar-SA" sz="35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6014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فَغِّ</a:t>
            </a:r>
            <a:endParaRPr lang="ar-SA" sz="6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D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3958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29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203958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2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2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14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14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فِ</a:t>
            </a:r>
            <a:endParaRPr lang="ar-SA" sz="29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014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29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9014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29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85425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أَفِّبَ</a:t>
            </a:r>
            <a:endParaRPr lang="ar-SA" sz="59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432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0642B"/>
          </a:solidFill>
          <a:ln w="12700">
            <a:solidFill>
              <a:srgbClr val="60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17934"/>
          </a:solidFill>
          <a:ln w="12700">
            <a:solidFill>
              <a:srgbClr val="51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014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29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014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2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7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2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7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14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14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فِ</a:t>
            </a:r>
            <a:endParaRPr lang="ar-SA" sz="29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7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645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29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9645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29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83577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بَفِّتَ</a:t>
            </a:r>
            <a:endParaRPr lang="ar-SA" sz="63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5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45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29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645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2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2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14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14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فِ</a:t>
            </a:r>
            <a:endParaRPr lang="ar-SA" sz="29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848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29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848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29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92175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تَفِّثَ</a:t>
            </a:r>
            <a:endParaRPr lang="ar-SA" sz="71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C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55EED"/>
          </a:solidFill>
          <a:ln w="12700">
            <a:solidFill>
              <a:srgbClr val="D5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848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29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848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2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2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14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14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فِ</a:t>
            </a:r>
            <a:endParaRPr lang="ar-SA" sz="29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8809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29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8809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29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75122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ثَفِّجَ</a:t>
            </a:r>
            <a:endParaRPr lang="ar-SA" sz="5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2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8E052"/>
          </a:solidFill>
          <a:ln w="12700">
            <a:solidFill>
              <a:srgbClr val="58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170DB"/>
          </a:solidFill>
          <a:ln w="12700">
            <a:solidFill>
              <a:srgbClr val="A1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4"/>
          </a:solidFill>
          <a:ln w="12700">
            <a:solidFill>
              <a:srgbClr val="85475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809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29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8809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2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2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14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14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فِ</a:t>
            </a:r>
            <a:endParaRPr lang="ar-SA" sz="29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8809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29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8809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29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75122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جَفِّحَ</a:t>
            </a:r>
            <a:endParaRPr lang="ar-SA" sz="56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5D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764D8"/>
          </a:solidFill>
          <a:ln w="12700">
            <a:solidFill>
              <a:srgbClr val="77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48D1"/>
          </a:solidFill>
          <a:ln w="12700">
            <a:solidFill>
              <a:srgbClr val="4748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09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29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809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2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A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2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A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14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14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فِ</a:t>
            </a:r>
            <a:endParaRPr lang="ar-SA" sz="29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A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181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29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181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29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5122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حَفِّخَ</a:t>
            </a:r>
            <a:endParaRPr lang="ar-SA" sz="5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C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181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29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181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2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2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14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14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فِ</a:t>
            </a:r>
            <a:endParaRPr lang="ar-SA" sz="29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584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29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9584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29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92892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خَفِّدَ</a:t>
            </a:r>
            <a:endParaRPr lang="ar-SA" sz="72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44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A"/>
          </a:solidFill>
          <a:ln w="12700">
            <a:solidFill>
              <a:srgbClr val="2B645A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379"/>
          </a:solidFill>
          <a:ln w="12700">
            <a:solidFill>
              <a:srgbClr val="3463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584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29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584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2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2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14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14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فِ</a:t>
            </a:r>
            <a:endParaRPr lang="ar-SA" sz="29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956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29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9956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29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95221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دَفِّذَ</a:t>
            </a:r>
            <a:endParaRPr lang="ar-SA" sz="67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956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29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956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2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2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14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14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فِ</a:t>
            </a:r>
            <a:endParaRPr lang="ar-SA" sz="29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965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29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965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29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3864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ذَفِّرَ</a:t>
            </a:r>
            <a:endParaRPr lang="ar-SA" sz="58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F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15E"/>
          </a:solidFill>
          <a:ln w="12700">
            <a:solidFill>
              <a:srgbClr val="EDB1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965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29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8965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2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3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2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3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14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14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فِ</a:t>
            </a:r>
            <a:endParaRPr lang="ar-SA" sz="29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3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337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29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9337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29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83864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رَفِّزَ</a:t>
            </a:r>
            <a:endParaRPr lang="ar-SA" sz="58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43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CE0"/>
          </a:solidFill>
          <a:ln w="12700">
            <a:solidFill>
              <a:srgbClr val="527C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1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670"/>
          </a:solidFill>
          <a:ln w="12700">
            <a:solidFill>
              <a:srgbClr val="DB86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48547"/>
          </a:solidFill>
          <a:ln w="12700">
            <a:solidFill>
              <a:srgbClr val="64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337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29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337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2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4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2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4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14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14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فِ</a:t>
            </a:r>
            <a:endParaRPr lang="ar-SA" sz="29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4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8931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29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8931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29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83864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زَفِّسَ</a:t>
            </a:r>
            <a:endParaRPr lang="ar-SA" sz="58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7C5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6E"/>
          </a:solidFill>
          <a:ln w="12700">
            <a:solidFill>
              <a:srgbClr val="D8646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A"/>
          </a:solidFill>
          <a:ln w="12700">
            <a:solidFill>
              <a:srgbClr val="D1476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931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29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931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2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2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14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14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فِ</a:t>
            </a:r>
            <a:endParaRPr lang="ar-SA" sz="29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505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29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505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29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A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0456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سَفِّشَ</a:t>
            </a:r>
            <a:endParaRPr lang="ar-SA" sz="56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D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505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29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505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2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2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14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14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فِ</a:t>
            </a:r>
            <a:endParaRPr lang="ar-SA" sz="29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008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9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9008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29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80216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شَفِّصَ</a:t>
            </a:r>
            <a:endParaRPr lang="ar-SA" sz="5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C2B64"/>
          </a:solidFill>
          <a:ln w="12700">
            <a:solidFill>
              <a:srgbClr val="4C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4"/>
          </a:solidFill>
          <a:ln w="12700">
            <a:solidFill>
              <a:srgbClr val="79347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008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9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008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2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2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14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14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فِ</a:t>
            </a:r>
            <a:endParaRPr lang="ar-SA" sz="29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380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9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9380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29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79976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صَفِّضَ</a:t>
            </a:r>
            <a:endParaRPr lang="ar-SA" sz="5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7D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380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9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380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2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9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2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9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14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14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فِ</a:t>
            </a:r>
            <a:endParaRPr lang="ar-SA" sz="29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9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95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29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95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29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90764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ضَفِّطَ</a:t>
            </a:r>
            <a:endParaRPr lang="ar-SA" sz="6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5F7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D"/>
          </a:solidFill>
          <a:ln w="12700">
            <a:solidFill>
              <a:srgbClr val="5EED8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95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29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95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2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2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14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14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فِ</a:t>
            </a:r>
            <a:endParaRPr lang="ar-SA" sz="29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95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29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995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29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91296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طَفِّظَ</a:t>
            </a:r>
            <a:endParaRPr lang="ar-SA" sz="6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4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9F"/>
          </a:solidFill>
          <a:ln w="12700">
            <a:solidFill>
              <a:srgbClr val="E0529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5DB70"/>
          </a:solidFill>
          <a:ln w="12700">
            <a:solidFill>
              <a:srgbClr val="75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385"/>
          </a:solidFill>
          <a:ln w="12700">
            <a:solidFill>
              <a:srgbClr val="4773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95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29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95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2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2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14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14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فِ</a:t>
            </a:r>
            <a:endParaRPr lang="ar-SA" sz="29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8962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29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8962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29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75122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ظَفِّعَ</a:t>
            </a:r>
            <a:endParaRPr lang="ar-SA" sz="56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E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BD864"/>
          </a:solidFill>
          <a:ln w="12700">
            <a:solidFill>
              <a:srgbClr val="8B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DD147"/>
          </a:solidFill>
          <a:ln w="12700">
            <a:solidFill>
              <a:srgbClr val="8D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962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29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962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2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2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14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14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فِ</a:t>
            </a:r>
            <a:endParaRPr lang="ar-SA" sz="29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334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29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334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29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5122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عَفِّغَ</a:t>
            </a:r>
            <a:endParaRPr lang="ar-SA" sz="56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5D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334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29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334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2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8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2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8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14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14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فِ</a:t>
            </a:r>
            <a:endParaRPr lang="ar-SA" sz="29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8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203958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29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203958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29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95130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غَفِّأَ</a:t>
            </a:r>
            <a:endParaRPr lang="ar-SA" sz="69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43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E2B"/>
          </a:solidFill>
          <a:ln w="12700">
            <a:solidFill>
              <a:srgbClr val="643E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E34"/>
          </a:solidFill>
          <a:ln w="12700">
            <a:solidFill>
              <a:srgbClr val="796E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915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3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915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492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492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فِ</a:t>
            </a:r>
            <a:endParaRPr lang="ar-SA" sz="33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87515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أَفِّ</a:t>
            </a:r>
            <a:endParaRPr lang="ar-SA" sz="76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5F7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43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3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343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492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492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فِ</a:t>
            </a:r>
            <a:endParaRPr lang="ar-SA" sz="33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5995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بَفِّ</a:t>
            </a:r>
            <a:endParaRPr lang="ar-SA" sz="73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D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A5EED"/>
          </a:solidFill>
          <a:ln w="12700">
            <a:solidFill>
              <a:srgbClr val="6A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061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3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061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3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492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492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فِ</a:t>
            </a:r>
            <a:endParaRPr lang="ar-SA" sz="33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8435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تَفِّ</a:t>
            </a:r>
            <a:endParaRPr lang="ar-SA" sz="8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433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3E052"/>
          </a:solidFill>
          <a:ln w="12700">
            <a:solidFill>
              <a:srgbClr val="C3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A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0DB"/>
          </a:solidFill>
          <a:ln w="12700">
            <a:solidFill>
              <a:srgbClr val="709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82"/>
          </a:solidFill>
          <a:ln w="12700">
            <a:solidFill>
              <a:srgbClr val="85478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292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3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292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3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492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492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فِ</a:t>
            </a:r>
            <a:endParaRPr lang="ar-SA" sz="33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8435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ثَفِّ</a:t>
            </a:r>
            <a:endParaRPr lang="ar-SA" sz="8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5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8D8"/>
          </a:solidFill>
          <a:ln w="12700">
            <a:solidFill>
              <a:srgbClr val="64A8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FD1"/>
          </a:solidFill>
          <a:ln w="12700">
            <a:solidFill>
              <a:srgbClr val="47AF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1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3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11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492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492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فِ</a:t>
            </a:r>
            <a:endParaRPr lang="ar-SA" sz="33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6227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جَفِّ</a:t>
            </a:r>
            <a:endParaRPr lang="ar-SA" sz="7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7C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11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11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492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492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فِ</a:t>
            </a:r>
            <a:endParaRPr lang="ar-SA" sz="33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8435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حَفِّ</a:t>
            </a:r>
            <a:endParaRPr lang="ar-SA" sz="8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2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F"/>
          </a:solidFill>
          <a:ln w="12700">
            <a:solidFill>
              <a:srgbClr val="2B642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C"/>
          </a:solidFill>
          <a:ln w="12700">
            <a:solidFill>
              <a:srgbClr val="34795C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53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3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53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492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492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فِ</a:t>
            </a:r>
            <a:endParaRPr lang="ar-SA" sz="33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8435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خَفِّ</a:t>
            </a:r>
            <a:endParaRPr lang="ar-SA" sz="8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5C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92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3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992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492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492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فِ</a:t>
            </a:r>
            <a:endParaRPr lang="ar-SA" sz="33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7515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دَفِّ</a:t>
            </a:r>
            <a:endParaRPr lang="ar-SA" sz="76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7C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6"/>
          </a:solidFill>
          <a:ln w="12700">
            <a:solidFill>
              <a:srgbClr val="ED5E7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415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3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415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3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492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492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فِ</a:t>
            </a:r>
            <a:endParaRPr lang="ar-SA" sz="33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87515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ذَفِّ</a:t>
            </a:r>
            <a:endParaRPr lang="ar-SA" sz="76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1443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A"/>
          </a:solidFill>
          <a:ln w="12700">
            <a:solidFill>
              <a:srgbClr val="52E0D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4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A"/>
          </a:solidFill>
          <a:ln w="12700">
            <a:solidFill>
              <a:srgbClr val="DB70A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847"/>
          </a:solidFill>
          <a:ln w="12700">
            <a:solidFill>
              <a:srgbClr val="8578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288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3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288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3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492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492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فِ</a:t>
            </a:r>
            <a:endParaRPr lang="ar-SA" sz="33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6291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رَفِّ</a:t>
            </a:r>
            <a:endParaRPr lang="ar-SA" sz="67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E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5"/>
          </a:solidFill>
          <a:ln w="12700">
            <a:solidFill>
              <a:srgbClr val="D864C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D1"/>
          </a:solidFill>
          <a:ln w="12700">
            <a:solidFill>
              <a:srgbClr val="D1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1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3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71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492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492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فِ</a:t>
            </a:r>
            <a:endParaRPr lang="ar-SA" sz="33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6291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زَفِّ</a:t>
            </a:r>
            <a:endParaRPr lang="ar-SA" sz="67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248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248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492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492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فِ</a:t>
            </a:r>
            <a:endParaRPr lang="ar-SA" sz="33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8435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سَفِّ</a:t>
            </a:r>
            <a:endParaRPr lang="ar-SA" sz="8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143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464"/>
          </a:solidFill>
          <a:ln w="12700">
            <a:solidFill>
              <a:srgbClr val="2B34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B3479"/>
          </a:solidFill>
          <a:ln w="12700">
            <a:solidFill>
              <a:srgbClr val="4B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02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3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02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492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492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فِ</a:t>
            </a:r>
            <a:endParaRPr lang="ar-SA" sz="33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8435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شَفِّ</a:t>
            </a:r>
            <a:endParaRPr lang="ar-SA" sz="8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7C5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36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3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336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492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492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فِ</a:t>
            </a:r>
            <a:endParaRPr lang="ar-SA" sz="33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435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صَفِّ</a:t>
            </a:r>
            <a:endParaRPr lang="ar-SA" sz="8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C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AED5E"/>
          </a:solidFill>
          <a:ln w="12700">
            <a:solidFill>
              <a:srgbClr val="9A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760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3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760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3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492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492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فِ</a:t>
            </a:r>
            <a:endParaRPr lang="ar-SA" sz="33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8435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ضَفِّ</a:t>
            </a:r>
            <a:endParaRPr lang="ar-SA" sz="8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1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752E0"/>
          </a:solidFill>
          <a:ln w="12700">
            <a:solidFill>
              <a:srgbClr val="B7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5DB70"/>
          </a:solidFill>
          <a:ln w="12700">
            <a:solidFill>
              <a:srgbClr val="C5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8"/>
          </a:solidFill>
          <a:ln w="12700">
            <a:solidFill>
              <a:srgbClr val="478568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413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3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413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3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492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492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فِ</a:t>
            </a:r>
            <a:endParaRPr lang="ar-SA" sz="33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8435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طَفِّ</a:t>
            </a:r>
            <a:endParaRPr lang="ar-SA" sz="8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7D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E64"/>
          </a:solidFill>
          <a:ln w="12700">
            <a:solidFill>
              <a:srgbClr val="D8CE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F47"/>
          </a:solidFill>
          <a:ln w="12700">
            <a:solidFill>
              <a:srgbClr val="D1AF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13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3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413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492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492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فِ</a:t>
            </a:r>
            <a:endParaRPr lang="ar-SA" sz="33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435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ظَفِّ</a:t>
            </a:r>
            <a:endParaRPr lang="ar-SA" sz="8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5F7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284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284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492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492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فِ</a:t>
            </a:r>
            <a:endParaRPr lang="ar-SA" sz="33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8435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عَفِّ</a:t>
            </a:r>
            <a:endParaRPr lang="ar-SA" sz="8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431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3"/>
          </a:solidFill>
          <a:ln w="12700">
            <a:solidFill>
              <a:srgbClr val="642B4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A34"/>
          </a:solidFill>
          <a:ln w="12700">
            <a:solidFill>
              <a:srgbClr val="793A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707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3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707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492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492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فِ</a:t>
            </a:r>
            <a:endParaRPr lang="ar-SA" sz="33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8435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غَفِّ</a:t>
            </a:r>
            <a:endParaRPr lang="ar-SA" sz="8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E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97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40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897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985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40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985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7373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قَأۡإِ</a:t>
            </a:r>
            <a:endParaRPr lang="ar-SA" sz="6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5D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EED"/>
          </a:solidFill>
          <a:ln w="12700">
            <a:solidFill>
              <a:srgbClr val="5EB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899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9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899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7287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7287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</a:t>
            </a:r>
            <a:endParaRPr lang="ar-SA" sz="39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774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قَبِّ</a:t>
            </a:r>
            <a:endParaRPr lang="ar-SA" sz="8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4314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352"/>
          </a:solidFill>
          <a:ln w="12700">
            <a:solidFill>
              <a:srgbClr val="E093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E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7"/>
          </a:solidFill>
          <a:ln w="12700">
            <a:solidFill>
              <a:srgbClr val="70DBD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94785"/>
          </a:solidFill>
          <a:ln w="12700">
            <a:solidFill>
              <a:srgbClr val="59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03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903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7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014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014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تِ</a:t>
            </a:r>
            <a:endParaRPr lang="ar-SA" sz="37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81094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قَتِّ</a:t>
            </a:r>
            <a:endParaRPr lang="ar-SA" sz="89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5F7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1"/>
          </a:solidFill>
          <a:ln w="12700">
            <a:solidFill>
              <a:srgbClr val="64D8B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C"/>
          </a:solidFill>
          <a:ln w="12700">
            <a:solidFill>
              <a:srgbClr val="47D18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05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905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292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292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ثِ</a:t>
            </a:r>
            <a:endParaRPr lang="ar-SA" sz="3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552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قَثِّ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E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01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01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جِ</a:t>
            </a:r>
            <a:endParaRPr lang="ar-SA" sz="38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5895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قَجِّ</a:t>
            </a:r>
            <a:endParaRPr lang="ar-SA" sz="71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433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1642B"/>
          </a:solidFill>
          <a:ln w="12700">
            <a:solidFill>
              <a:srgbClr val="51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07934"/>
          </a:solidFill>
          <a:ln w="12700">
            <a:solidFill>
              <a:srgbClr val="40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01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8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01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حِ</a:t>
            </a:r>
            <a:endParaRPr lang="ar-SA" sz="38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5895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قَحِّ</a:t>
            </a:r>
            <a:endParaRPr lang="ar-SA" sz="7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5F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0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5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90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526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526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خِ</a:t>
            </a:r>
            <a:endParaRPr lang="ar-SA" sz="35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6217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قَخِّ</a:t>
            </a:r>
            <a:endParaRPr lang="ar-SA" sz="6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7C5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1"/>
          </a:solidFill>
          <a:ln w="12700">
            <a:solidFill>
              <a:srgbClr val="ED5EE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886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46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886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4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4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7679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7679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دِ</a:t>
            </a:r>
            <a:endParaRPr lang="ar-SA" sz="46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79887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قَدِّ</a:t>
            </a:r>
            <a:endParaRPr lang="ar-SA" sz="9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2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F"/>
          </a:solidFill>
          <a:ln w="12700">
            <a:solidFill>
              <a:srgbClr val="52E06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C70DB"/>
          </a:solidFill>
          <a:ln w="12700">
            <a:solidFill>
              <a:srgbClr val="BC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A47"/>
          </a:solidFill>
          <a:ln w="12700">
            <a:solidFill>
              <a:srgbClr val="854A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893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42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893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4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4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309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309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ذِ</a:t>
            </a:r>
            <a:endParaRPr lang="ar-SA" sz="42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8801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قَذِّ</a:t>
            </a:r>
            <a:endParaRPr lang="ar-SA" sz="8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C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564D8"/>
          </a:solidFill>
          <a:ln w="12700">
            <a:solidFill>
              <a:srgbClr val="95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A47D1"/>
          </a:solidFill>
          <a:ln w="12700">
            <a:solidFill>
              <a:srgbClr val="6A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6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4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886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6771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6771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رِ</a:t>
            </a:r>
            <a:endParaRPr lang="ar-SA" sz="4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قَرِّ</a:t>
            </a:r>
            <a:endParaRPr lang="ar-SA" sz="78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7D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893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42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893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754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754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زِ</a:t>
            </a:r>
            <a:endParaRPr lang="ar-SA" sz="42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7038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قَزِّ</a:t>
            </a:r>
            <a:endParaRPr lang="ar-SA" sz="73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1443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F64"/>
          </a:solidFill>
          <a:ln w="12700">
            <a:solidFill>
              <a:srgbClr val="2B5F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179"/>
          </a:solidFill>
          <a:ln w="12700">
            <a:solidFill>
              <a:srgbClr val="3451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09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4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09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7412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7412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سِ</a:t>
            </a:r>
            <a:endParaRPr lang="ar-SA" sz="34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قَسِّ</a:t>
            </a:r>
            <a:endParaRPr lang="ar-SA" sz="7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14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1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914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3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02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02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شِ</a:t>
            </a:r>
            <a:endParaRPr lang="ar-SA" sz="31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4056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قَشِّ</a:t>
            </a:r>
            <a:endParaRPr lang="ar-SA" sz="69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E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65E"/>
          </a:solidFill>
          <a:ln w="12700">
            <a:solidFill>
              <a:srgbClr val="EDD6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09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4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909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734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734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صِ</a:t>
            </a:r>
            <a:endParaRPr lang="ar-SA" sz="34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قَصِّ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142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7E0"/>
          </a:solidFill>
          <a:ln w="12700">
            <a:solidFill>
              <a:srgbClr val="5257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B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170"/>
          </a:solidFill>
          <a:ln w="12700">
            <a:solidFill>
              <a:srgbClr val="DBA1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48547"/>
          </a:solidFill>
          <a:ln w="12700">
            <a:solidFill>
              <a:srgbClr val="54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12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912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3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7752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7752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ضِ</a:t>
            </a:r>
            <a:endParaRPr lang="ar-SA" sz="32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1358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قَضِّ</a:t>
            </a:r>
            <a:endParaRPr lang="ar-SA" sz="7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7C5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864"/>
          </a:solidFill>
          <a:ln w="12700">
            <a:solidFill>
              <a:srgbClr val="D87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847"/>
          </a:solidFill>
          <a:ln w="12700">
            <a:solidFill>
              <a:srgbClr val="D148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99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9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899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594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594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طِ</a:t>
            </a:r>
            <a:endParaRPr lang="ar-SA" sz="39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967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قَطِّ</a:t>
            </a:r>
            <a:endParaRPr lang="ar-SA" sz="7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C5F7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05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6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05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623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623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ظِ</a:t>
            </a:r>
            <a:endParaRPr lang="ar-SA" sz="36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8967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قَظِّ</a:t>
            </a:r>
            <a:endParaRPr lang="ar-SA" sz="76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2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B2B64"/>
          </a:solidFill>
          <a:ln w="12700">
            <a:solidFill>
              <a:srgbClr val="5B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2"/>
          </a:solidFill>
          <a:ln w="12700">
            <a:solidFill>
              <a:srgbClr val="79346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01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8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01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7178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7178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عِ</a:t>
            </a:r>
            <a:endParaRPr lang="ar-SA" sz="38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5895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قَعِّ</a:t>
            </a:r>
            <a:endParaRPr lang="ar-SA" sz="7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7E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0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5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90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711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711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غِ</a:t>
            </a:r>
            <a:endParaRPr lang="ar-SA" sz="35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6014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قَغِّ</a:t>
            </a:r>
            <a:endParaRPr lang="ar-SA" sz="6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C5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2"/>
          </a:solidFill>
          <a:ln w="12700">
            <a:solidFill>
              <a:srgbClr val="5EEDB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10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3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910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3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492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492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فِ</a:t>
            </a:r>
            <a:endParaRPr lang="ar-SA" sz="33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8435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قَفِّ</a:t>
            </a:r>
            <a:endParaRPr lang="ar-SA" sz="8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4314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B"/>
          </a:solidFill>
          <a:ln w="12700">
            <a:solidFill>
              <a:srgbClr val="E0527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7"/>
          </a:solidFill>
          <a:ln w="12700">
            <a:solidFill>
              <a:srgbClr val="70DB8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385"/>
          </a:solidFill>
          <a:ln w="12700">
            <a:solidFill>
              <a:srgbClr val="4763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481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2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20481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2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2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8616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8616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قِ</a:t>
            </a:r>
            <a:endParaRPr lang="ar-SA" sz="32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895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2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895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2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85425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أَقِّبَ</a:t>
            </a:r>
            <a:endParaRPr lang="ar-SA" sz="59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D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DD864"/>
          </a:solidFill>
          <a:ln w="12700">
            <a:solidFill>
              <a:srgbClr val="6D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9D147"/>
          </a:solidFill>
          <a:ln w="12700">
            <a:solidFill>
              <a:srgbClr val="69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95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2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95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616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616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قِ</a:t>
            </a:r>
            <a:endParaRPr lang="ar-SA" sz="32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653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2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653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2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3577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بَقِّتَ</a:t>
            </a:r>
            <a:endParaRPr lang="ar-SA" sz="63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C5C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653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2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653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2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B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2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B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8616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8616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قِ</a:t>
            </a:r>
            <a:endParaRPr lang="ar-SA" sz="32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B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877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2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9877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2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92175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تَقِّثَ</a:t>
            </a:r>
            <a:endParaRPr lang="ar-SA" sz="71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431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C2B"/>
          </a:solidFill>
          <a:ln w="12700">
            <a:solidFill>
              <a:srgbClr val="644C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37934"/>
          </a:solidFill>
          <a:ln w="12700">
            <a:solidFill>
              <a:srgbClr val="73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877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2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877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2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C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2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C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8616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8616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قِ</a:t>
            </a:r>
            <a:endParaRPr lang="ar-SA" sz="32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C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8730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2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8730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2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75122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ثَقِّجَ</a:t>
            </a:r>
            <a:endParaRPr lang="ar-SA" sz="56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C5F7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30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2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730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616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616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قِ</a:t>
            </a:r>
            <a:endParaRPr lang="ar-SA" sz="32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730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2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730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2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5122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جَقِّحَ</a:t>
            </a:r>
            <a:endParaRPr lang="ar-SA" sz="56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E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E5EED"/>
          </a:solidFill>
          <a:ln w="12700">
            <a:solidFill>
              <a:srgbClr val="8E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730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2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8730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2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2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8616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8616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قِ</a:t>
            </a:r>
            <a:endParaRPr lang="ar-SA" sz="32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141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2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9141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2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75122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حَقِّخَ</a:t>
            </a:r>
            <a:endParaRPr lang="ar-SA" sz="5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434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FE052"/>
          </a:solidFill>
          <a:ln w="12700">
            <a:solidFill>
              <a:srgbClr val="9F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0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4DB"/>
          </a:solidFill>
          <a:ln w="12700">
            <a:solidFill>
              <a:srgbClr val="7074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3"/>
          </a:solidFill>
          <a:ln w="12700">
            <a:solidFill>
              <a:srgbClr val="85477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141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2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141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2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2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2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2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8616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8616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قِ</a:t>
            </a:r>
            <a:endParaRPr lang="ar-SA" sz="32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2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586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2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9586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2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92892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خَقِّدَ</a:t>
            </a:r>
            <a:endParaRPr lang="ar-SA" sz="72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C5E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AD8"/>
          </a:solidFill>
          <a:ln w="12700">
            <a:solidFill>
              <a:srgbClr val="648A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CD1"/>
          </a:solidFill>
          <a:ln w="12700">
            <a:solidFill>
              <a:srgbClr val="478C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86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2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586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5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5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616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616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قِ</a:t>
            </a:r>
            <a:endParaRPr lang="ar-SA" sz="32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5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996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2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996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2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95221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دَقِّذَ</a:t>
            </a:r>
            <a:endParaRPr lang="ar-SA" sz="6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7C5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996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2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996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2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2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8616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8616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قِ</a:t>
            </a:r>
            <a:endParaRPr lang="ar-SA" sz="32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8903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2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8903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2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83864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ذَقِّرَ</a:t>
            </a:r>
            <a:endParaRPr lang="ar-SA" sz="58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1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E"/>
          </a:solidFill>
          <a:ln w="12700">
            <a:solidFill>
              <a:srgbClr val="2B643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E"/>
          </a:solidFill>
          <a:ln w="12700">
            <a:solidFill>
              <a:srgbClr val="34796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903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2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8903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2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2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8616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8616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قِ</a:t>
            </a:r>
            <a:endParaRPr lang="ar-SA" sz="32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314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2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9314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2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83864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رَقِّزَ</a:t>
            </a:r>
            <a:endParaRPr lang="ar-SA" sz="58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C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314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2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314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616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616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قِ</a:t>
            </a:r>
            <a:endParaRPr lang="ar-SA" sz="32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865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2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865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2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3864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زَقِّسَ</a:t>
            </a:r>
            <a:endParaRPr lang="ar-SA" sz="58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7D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B5E"/>
          </a:solidFill>
          <a:ln w="12700">
            <a:solidFill>
              <a:srgbClr val="ED6B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865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2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8865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2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8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2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8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8616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8616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قِ</a:t>
            </a:r>
            <a:endParaRPr lang="ar-SA" sz="32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8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499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2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9499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2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80456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سَقِّشَ</a:t>
            </a:r>
            <a:endParaRPr lang="ar-SA" sz="56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1443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C2E0"/>
          </a:solidFill>
          <a:ln w="12700">
            <a:solidFill>
              <a:srgbClr val="52C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A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F"/>
          </a:solidFill>
          <a:ln w="12700">
            <a:solidFill>
              <a:srgbClr val="DB708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28547"/>
          </a:solidFill>
          <a:ln w="12700">
            <a:solidFill>
              <a:srgbClr val="82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499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2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499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2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2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8616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8616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قِ</a:t>
            </a:r>
            <a:endParaRPr lang="ar-SA" sz="32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8950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2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8950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2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80216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شَقِّصَ</a:t>
            </a:r>
            <a:endParaRPr lang="ar-SA" sz="5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7"/>
          </a:solidFill>
          <a:ln w="12700">
            <a:solidFill>
              <a:srgbClr val="D864A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E"/>
          </a:solidFill>
          <a:ln w="12700">
            <a:solidFill>
              <a:srgbClr val="D147A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950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2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950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616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616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قِ</a:t>
            </a:r>
            <a:endParaRPr lang="ar-SA" sz="32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360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360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2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9976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صَقِّضَ</a:t>
            </a:r>
            <a:endParaRPr lang="ar-SA" sz="52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E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360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360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2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2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8616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8616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قِ</a:t>
            </a:r>
            <a:endParaRPr lang="ar-SA" sz="32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994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2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9994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2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90764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ضَقِّطَ</a:t>
            </a:r>
            <a:endParaRPr lang="ar-SA" sz="6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142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02B64"/>
          </a:solidFill>
          <a:ln w="12700">
            <a:solidFill>
              <a:srgbClr val="30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D3479"/>
          </a:solidFill>
          <a:ln w="12700">
            <a:solidFill>
              <a:srgbClr val="5D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994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2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994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2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8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2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8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8616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8616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قِ</a:t>
            </a:r>
            <a:endParaRPr lang="ar-SA" sz="32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8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994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9994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2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91296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طَقِّظَ</a:t>
            </a:r>
            <a:endParaRPr lang="ar-SA" sz="6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7C5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994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994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C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C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616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616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قِ</a:t>
            </a:r>
            <a:endParaRPr lang="ar-SA" sz="32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C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899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2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899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2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5122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ظَقِّعَ</a:t>
            </a:r>
            <a:endParaRPr lang="ar-SA" sz="56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C5F7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5ED5E"/>
          </a:solidFill>
          <a:ln w="12700">
            <a:solidFill>
              <a:srgbClr val="75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899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2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8899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2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2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8616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8616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قِ</a:t>
            </a:r>
            <a:endParaRPr lang="ar-SA" sz="32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310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2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9310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2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75122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عَقِّغَ</a:t>
            </a:r>
            <a:endParaRPr lang="ar-SA" sz="5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2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B52E0"/>
          </a:solidFill>
          <a:ln w="12700">
            <a:solidFill>
              <a:srgbClr val="DB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ADB70"/>
          </a:solidFill>
          <a:ln w="12700">
            <a:solidFill>
              <a:srgbClr val="AA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8"/>
          </a:solidFill>
          <a:ln w="12700">
            <a:solidFill>
              <a:srgbClr val="478578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310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2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310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2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2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8616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8616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قِ</a:t>
            </a:r>
            <a:endParaRPr lang="ar-SA" sz="32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20025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2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20025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2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90533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غَقِّفَ</a:t>
            </a:r>
            <a:endParaRPr lang="ar-SA" sz="68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7E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4D864"/>
          </a:solidFill>
          <a:ln w="12700">
            <a:solidFill>
              <a:srgbClr val="C4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0D147"/>
          </a:solidFill>
          <a:ln w="12700">
            <a:solidFill>
              <a:srgbClr val="D0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025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2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20025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5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5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616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616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قِ</a:t>
            </a:r>
            <a:endParaRPr lang="ar-SA" sz="32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5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20481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2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20481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2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95130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فَقِّأَ</a:t>
            </a:r>
            <a:endParaRPr lang="ar-SA" sz="69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C5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20029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7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20029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7872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7872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قِ</a:t>
            </a:r>
            <a:endParaRPr lang="ar-SA" sz="37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74936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أَقِّ</a:t>
            </a:r>
            <a:endParaRPr lang="ar-SA" sz="71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4314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4"/>
          </a:solidFill>
          <a:ln w="12700">
            <a:solidFill>
              <a:srgbClr val="642B3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B34"/>
          </a:solidFill>
          <a:ln w="12700">
            <a:solidFill>
              <a:srgbClr val="794B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267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7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267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7872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7872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قِ</a:t>
            </a:r>
            <a:endParaRPr lang="ar-SA" sz="37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8068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بَقِّ</a:t>
            </a:r>
            <a:endParaRPr lang="ar-SA" sz="73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D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7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07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872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872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قِ</a:t>
            </a:r>
            <a:endParaRPr lang="ar-SA" sz="37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8068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تَقِّ</a:t>
            </a:r>
            <a:endParaRPr lang="ar-SA" sz="73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C5C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9ED"/>
          </a:solidFill>
          <a:ln w="12700">
            <a:solidFill>
              <a:srgbClr val="5E99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330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7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330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7872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7872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قِ</a:t>
            </a:r>
            <a:endParaRPr lang="ar-SA" sz="37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8068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ثَقِّ</a:t>
            </a:r>
            <a:endParaRPr lang="ar-SA" sz="73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431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852"/>
          </a:solidFill>
          <a:ln w="12700">
            <a:solidFill>
              <a:srgbClr val="E0B8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C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4DB"/>
          </a:solidFill>
          <a:ln w="12700">
            <a:solidFill>
              <a:srgbClr val="70C4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94785"/>
          </a:solidFill>
          <a:ln w="12700">
            <a:solidFill>
              <a:srgbClr val="69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005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7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005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7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7872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7872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قِ</a:t>
            </a:r>
            <a:endParaRPr lang="ar-SA" sz="37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8068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جَقِّ</a:t>
            </a:r>
            <a:endParaRPr lang="ar-SA" sz="73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C5F7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F"/>
          </a:solidFill>
          <a:ln w="12700">
            <a:solidFill>
              <a:srgbClr val="64D8C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F"/>
          </a:solidFill>
          <a:ln w="12700">
            <a:solidFill>
              <a:srgbClr val="47D1A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05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7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005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872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872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قِ</a:t>
            </a:r>
            <a:endParaRPr lang="ar-SA" sz="37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8068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حَقِّ</a:t>
            </a:r>
            <a:endParaRPr lang="ar-SA" sz="7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E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480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7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480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7872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7872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قِ</a:t>
            </a:r>
            <a:endParaRPr lang="ar-SA" sz="37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8068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خَقِّ</a:t>
            </a:r>
            <a:endParaRPr lang="ar-SA" sz="73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3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2642B"/>
          </a:solidFill>
          <a:ln w="12700">
            <a:solidFill>
              <a:srgbClr val="42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A"/>
          </a:solidFill>
          <a:ln w="12700">
            <a:solidFill>
              <a:srgbClr val="34793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94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7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994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7872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7872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قِ</a:t>
            </a:r>
            <a:endParaRPr lang="ar-SA" sz="37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465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دَقِّ</a:t>
            </a:r>
            <a:endParaRPr lang="ar-SA" sz="7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C5E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6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7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46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872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872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قِ</a:t>
            </a:r>
            <a:endParaRPr lang="ar-SA" sz="37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465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ذَقِّ</a:t>
            </a:r>
            <a:endParaRPr lang="ar-SA" sz="72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7C5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D"/>
          </a:solidFill>
          <a:ln w="12700">
            <a:solidFill>
              <a:srgbClr val="ED5EB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205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7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205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7872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7872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قِ</a:t>
            </a:r>
            <a:endParaRPr lang="ar-SA" sz="37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730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رَقِّ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1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4"/>
          </a:solidFill>
          <a:ln w="12700">
            <a:solidFill>
              <a:srgbClr val="52E09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870DB"/>
          </a:solidFill>
          <a:ln w="12700">
            <a:solidFill>
              <a:srgbClr val="D8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A47"/>
          </a:solidFill>
          <a:ln w="12700">
            <a:solidFill>
              <a:srgbClr val="855A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680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7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680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7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7872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7872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قِ</a:t>
            </a:r>
            <a:endParaRPr lang="ar-SA" sz="37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303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زَقِّ</a:t>
            </a:r>
            <a:endParaRPr lang="ar-SA" sz="7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D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264D8"/>
          </a:solidFill>
          <a:ln w="12700">
            <a:solidFill>
              <a:srgbClr val="B2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D47D1"/>
          </a:solidFill>
          <a:ln w="12700">
            <a:solidFill>
              <a:srgbClr val="8D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60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7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160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872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872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قِ</a:t>
            </a:r>
            <a:endParaRPr lang="ar-SA" sz="37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8068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سَقِّ</a:t>
            </a:r>
            <a:endParaRPr lang="ar-SA" sz="73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F7E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89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7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89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7872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7872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قِ</a:t>
            </a:r>
            <a:endParaRPr lang="ar-SA" sz="37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8068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شَقِّ</a:t>
            </a:r>
            <a:endParaRPr lang="ar-SA" sz="73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1443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164"/>
          </a:solidFill>
          <a:ln w="12700">
            <a:solidFill>
              <a:srgbClr val="2B51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F79"/>
          </a:solidFill>
          <a:ln w="12700">
            <a:solidFill>
              <a:srgbClr val="343F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259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7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259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7872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7872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قِ</a:t>
            </a:r>
            <a:endParaRPr lang="ar-SA" sz="37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8068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صَقِّ</a:t>
            </a:r>
            <a:endParaRPr lang="ar-SA" sz="73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F7C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34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7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734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872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872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قِ</a:t>
            </a:r>
            <a:endParaRPr lang="ar-SA" sz="37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8068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ضَقِّ</a:t>
            </a:r>
            <a:endParaRPr lang="ar-SA" sz="73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E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0ED5E"/>
          </a:solidFill>
          <a:ln w="12700">
            <a:solidFill>
              <a:srgbClr val="E0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466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7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466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7872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7872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قِ</a:t>
            </a:r>
            <a:endParaRPr lang="ar-SA" sz="37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8068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طَقِّ</a:t>
            </a:r>
            <a:endParaRPr lang="ar-SA" sz="7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142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052E0"/>
          </a:solidFill>
          <a:ln w="12700">
            <a:solidFill>
              <a:srgbClr val="70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5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D70"/>
          </a:solidFill>
          <a:ln w="12700">
            <a:solidFill>
              <a:srgbClr val="DBBD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A"/>
          </a:solidFill>
          <a:ln w="12700">
            <a:solidFill>
              <a:srgbClr val="47854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466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7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466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7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7872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7872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قِ</a:t>
            </a:r>
            <a:endParaRPr lang="ar-SA" sz="37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8068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ظَقِّ</a:t>
            </a:r>
            <a:endParaRPr lang="ar-SA" sz="73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F7C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564"/>
          </a:solidFill>
          <a:ln w="12700">
            <a:solidFill>
              <a:srgbClr val="D895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6B47"/>
          </a:solidFill>
          <a:ln w="12700">
            <a:solidFill>
              <a:srgbClr val="D16B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200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7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200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872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872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قِ</a:t>
            </a:r>
            <a:endParaRPr lang="ar-SA" sz="37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8068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عَقِّ</a:t>
            </a:r>
            <a:endParaRPr lang="ar-SA" sz="7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C5F7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675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7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675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7872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7872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قِ</a:t>
            </a:r>
            <a:endParaRPr lang="ar-SA" sz="37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8068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غَقِّ</a:t>
            </a:r>
            <a:endParaRPr lang="ar-SA" sz="73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3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F"/>
          </a:solidFill>
          <a:ln w="12700">
            <a:solidFill>
              <a:srgbClr val="642B5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0"/>
          </a:solidFill>
          <a:ln w="12700">
            <a:solidFill>
              <a:srgbClr val="79345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502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7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502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7872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7872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قِ</a:t>
            </a:r>
            <a:endParaRPr lang="ar-SA" sz="37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8068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فَقِّ</a:t>
            </a:r>
            <a:endParaRPr lang="ar-SA" sz="73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F7F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5214254" y="896112"/>
            <a:ext cx="158776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4E2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214254" y="896112"/>
            <a:ext cx="158776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رَبِّ</a:t>
            </a:r>
            <a:endParaRPr lang="ar-SA" sz="4700" dirty="0"/>
          </a:p>
        </p:txBody>
      </p:sp>
      <p:sp>
        <p:nvSpPr>
          <p:cNvPr id="12" name="C2 W2 pill"/>
          <p:cNvSpPr/>
          <p:nvPr/>
        </p:nvSpPr>
        <p:spPr>
          <a:xfrm>
            <a:off x="2341985" y="896112"/>
            <a:ext cx="255222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84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341985" y="896112"/>
            <a:ext cx="255222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ٱلۡعَٰلَمِينَ</a:t>
            </a:r>
            <a:endParaRPr lang="ar-SA" sz="47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7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05474" y="2834640"/>
            <a:ext cx="373305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05474" y="2834640"/>
            <a:ext cx="373305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رَبِّ ٱلۡعَٰلَمِينَ</a:t>
            </a:r>
            <a:endParaRPr lang="ar-SA" sz="48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C5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D6"/>
          </a:solidFill>
          <a:ln w="12700">
            <a:solidFill>
              <a:srgbClr val="5EEDD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696303" y="896112"/>
            <a:ext cx="181406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52E2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696303" y="896112"/>
            <a:ext cx="181406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فَصَلِّ</a:t>
            </a:r>
            <a:endParaRPr lang="ar-SA" sz="4000" dirty="0"/>
          </a:p>
        </p:txBody>
      </p:sp>
      <p:sp>
        <p:nvSpPr>
          <p:cNvPr id="20" name="C2 W2 pill"/>
          <p:cNvSpPr/>
          <p:nvPr/>
        </p:nvSpPr>
        <p:spPr>
          <a:xfrm>
            <a:off x="2633630" y="896112"/>
            <a:ext cx="174263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5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633630" y="896112"/>
            <a:ext cx="174263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لِرَبِّكَ</a:t>
            </a:r>
            <a:endParaRPr lang="ar-SA" sz="40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A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3032780" y="2834640"/>
            <a:ext cx="307844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3032780" y="2834640"/>
            <a:ext cx="307844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فَصَلِّ لِرَبِّكَ</a:t>
            </a:r>
            <a:endParaRPr lang="ar-SA" sz="4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4314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56"/>
          </a:solidFill>
          <a:ln w="12700">
            <a:solidFill>
              <a:srgbClr val="E0525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C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2"/>
          </a:solidFill>
          <a:ln w="12700">
            <a:solidFill>
              <a:srgbClr val="70DBA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485"/>
          </a:solidFill>
          <a:ln w="12700">
            <a:solidFill>
              <a:srgbClr val="475485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6677519" y="896112"/>
            <a:ext cx="155582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4D36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6677519" y="896112"/>
            <a:ext cx="155582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مِن</a:t>
            </a:r>
            <a:endParaRPr lang="ar-SA" sz="5300" dirty="0"/>
          </a:p>
        </p:txBody>
      </p:sp>
      <p:sp>
        <p:nvSpPr>
          <p:cNvPr id="17" name="C2 W2 pill"/>
          <p:cNvSpPr/>
          <p:nvPr/>
        </p:nvSpPr>
        <p:spPr>
          <a:xfrm>
            <a:off x="4672783" y="896112"/>
            <a:ext cx="168469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4D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4672783" y="896112"/>
            <a:ext cx="168469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شَرِّ</a:t>
            </a:r>
            <a:endParaRPr lang="ar-SA" sz="5300" dirty="0"/>
          </a:p>
        </p:txBody>
      </p:sp>
      <p:sp>
        <p:nvSpPr>
          <p:cNvPr id="19" name="C3 W3 pill"/>
          <p:cNvSpPr/>
          <p:nvPr/>
        </p:nvSpPr>
        <p:spPr>
          <a:xfrm>
            <a:off x="3119535" y="896112"/>
            <a:ext cx="1233208" cy="1371600"/>
          </a:xfrm>
          <a:prstGeom prst="roundRect">
            <a:avLst>
              <a:gd name="adj" fmla="val 29659"/>
            </a:avLst>
          </a:prstGeom>
          <a:solidFill>
            <a:srgbClr val="FFFFFF"/>
          </a:solidFill>
          <a:ln w="76200">
            <a:solidFill>
              <a:srgbClr val="4D36E2"/>
            </a:solidFill>
            <a:prstDash val="solid"/>
          </a:ln>
        </p:spPr>
      </p:sp>
      <p:sp>
        <p:nvSpPr>
          <p:cNvPr id="20" name="C3 W3 word"/>
          <p:cNvSpPr txBox="1"/>
          <p:nvPr/>
        </p:nvSpPr>
        <p:spPr>
          <a:xfrm>
            <a:off x="3119535" y="896112"/>
            <a:ext cx="123320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مَا</a:t>
            </a:r>
            <a:endParaRPr lang="ar-SA" sz="5300" dirty="0"/>
          </a:p>
        </p:txBody>
      </p:sp>
      <p:sp>
        <p:nvSpPr>
          <p:cNvPr id="21" name="C4 W4 pill"/>
          <p:cNvSpPr/>
          <p:nvPr/>
        </p:nvSpPr>
        <p:spPr>
          <a:xfrm>
            <a:off x="910662" y="896112"/>
            <a:ext cx="18888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4D36"/>
            </a:solidFill>
            <a:prstDash val="solid"/>
          </a:ln>
        </p:spPr>
      </p:sp>
      <p:sp>
        <p:nvSpPr>
          <p:cNvPr id="22" name="C4 W4 word"/>
          <p:cNvSpPr txBox="1"/>
          <p:nvPr/>
        </p:nvSpPr>
        <p:spPr>
          <a:xfrm>
            <a:off x="910662" y="896112"/>
            <a:ext cx="18888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خَلَقَ</a:t>
            </a:r>
            <a:endParaRPr lang="ar-SA" sz="5300" dirty="0"/>
          </a:p>
        </p:txBody>
      </p:sp>
      <p:sp>
        <p:nvSpPr>
          <p:cNvPr id="23" name="C5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A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S panel"/>
          <p:cNvSpPr/>
          <p:nvPr/>
        </p:nvSpPr>
        <p:spPr>
          <a:xfrm>
            <a:off x="2010070" y="2834640"/>
            <a:ext cx="512385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C5 S sentence"/>
          <p:cNvSpPr txBox="1"/>
          <p:nvPr/>
        </p:nvSpPr>
        <p:spPr>
          <a:xfrm>
            <a:off x="2010070" y="2834640"/>
            <a:ext cx="512385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مِن شَرِّ مَا خَلَقَ</a:t>
            </a:r>
            <a:endParaRPr lang="ar-SA" sz="5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4">
    <p:bg>
      <p:bgPr>
        <a:solidFill>
          <a:srgbClr val="D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8"/>
          </a:solidFill>
          <a:ln w="12700">
            <a:solidFill>
              <a:srgbClr val="64D87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49"/>
          </a:solidFill>
          <a:ln w="12700">
            <a:solidFill>
              <a:srgbClr val="47D14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6960030" y="896112"/>
            <a:ext cx="171144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7F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6960030" y="896112"/>
            <a:ext cx="171144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قُلۡ</a:t>
            </a:r>
            <a:endParaRPr lang="ar-SA" sz="4300" dirty="0"/>
          </a:p>
        </p:txBody>
      </p:sp>
      <p:sp>
        <p:nvSpPr>
          <p:cNvPr id="12" name="C2 W2 pill"/>
          <p:cNvSpPr/>
          <p:nvPr/>
        </p:nvSpPr>
        <p:spPr>
          <a:xfrm>
            <a:off x="4887580" y="896112"/>
            <a:ext cx="175240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7F36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4887580" y="896112"/>
            <a:ext cx="175240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أَعُوذُ</a:t>
            </a:r>
            <a:endParaRPr lang="ar-SA" sz="4300" dirty="0"/>
          </a:p>
        </p:txBody>
      </p:sp>
      <p:sp>
        <p:nvSpPr>
          <p:cNvPr id="14" name="C3 W3 pill"/>
          <p:cNvSpPr/>
          <p:nvPr/>
        </p:nvSpPr>
        <p:spPr>
          <a:xfrm>
            <a:off x="2855150" y="896112"/>
            <a:ext cx="171239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7F36"/>
            </a:solidFill>
            <a:prstDash val="solid"/>
          </a:ln>
        </p:spPr>
      </p:sp>
      <p:sp>
        <p:nvSpPr>
          <p:cNvPr id="15" name="C3 W3 word"/>
          <p:cNvSpPr txBox="1"/>
          <p:nvPr/>
        </p:nvSpPr>
        <p:spPr>
          <a:xfrm>
            <a:off x="2855150" y="896112"/>
            <a:ext cx="171239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بِرَبِّ</a:t>
            </a:r>
            <a:endParaRPr lang="ar-SA" sz="4300" dirty="0"/>
          </a:p>
        </p:txBody>
      </p:sp>
      <p:sp>
        <p:nvSpPr>
          <p:cNvPr id="16" name="C4 W4 pill"/>
          <p:cNvSpPr/>
          <p:nvPr/>
        </p:nvSpPr>
        <p:spPr>
          <a:xfrm>
            <a:off x="472529" y="896112"/>
            <a:ext cx="20625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7F"/>
            </a:solidFill>
            <a:prstDash val="solid"/>
          </a:ln>
        </p:spPr>
      </p:sp>
      <p:sp>
        <p:nvSpPr>
          <p:cNvPr id="17" name="C4 W4 word"/>
          <p:cNvSpPr txBox="1"/>
          <p:nvPr/>
        </p:nvSpPr>
        <p:spPr>
          <a:xfrm>
            <a:off x="472529" y="896112"/>
            <a:ext cx="20625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ٱلنَّاسِ</a:t>
            </a:r>
            <a:endParaRPr lang="ar-SA" sz="4300" dirty="0"/>
          </a:p>
        </p:txBody>
      </p:sp>
      <p:sp>
        <p:nvSpPr>
          <p:cNvPr id="18" name="C5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S panel"/>
          <p:cNvSpPr/>
          <p:nvPr/>
        </p:nvSpPr>
        <p:spPr>
          <a:xfrm>
            <a:off x="1703639" y="2834640"/>
            <a:ext cx="573672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5 S sentence"/>
          <p:cNvSpPr txBox="1"/>
          <p:nvPr/>
        </p:nvSpPr>
        <p:spPr>
          <a:xfrm>
            <a:off x="1703639" y="2834640"/>
            <a:ext cx="573672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قُلۡ أَعُوذُ بِرَبِّ ٱلنَّاسِ</a:t>
            </a:r>
            <a:endParaRPr lang="ar-SA" sz="44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124</Slides>
  <Notes>124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124</vt:i4>
      </vt:variant>
    </vt:vector>
  </HeadingPairs>
  <TitlesOfParts>
    <vt:vector size="1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Shaddah kasra 11-fa-qaf</dc:title>
  <dc:subject>PptxGenJS Presentation</dc:subject>
  <dc:creator>PptxGenJS</dc:creator>
  <cp:lastModifiedBy>PptxGenJS</cp:lastModifiedBy>
  <cp:revision>1</cp:revision>
  <dcterms:created xsi:type="dcterms:W3CDTF">2026-10-21T19:04:15Z</dcterms:created>
  <dcterms:modified xsi:type="dcterms:W3CDTF">2026-10-21T19:04:15Z</dcterms:modified>
</cp:coreProperties>
</file>