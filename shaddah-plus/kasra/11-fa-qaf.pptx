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</p:sldIdLst>
  <p:notesMasterIdLst>
    <p:notesMasterId r:id="rId1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notesMaster" Target="notesMasters/notesMaster1.xml"/><Relationship Id="rId127" Type="http://schemas.openxmlformats.org/officeDocument/2006/relationships/presProps" Target="presProps.xml"/><Relationship Id="rId128" Type="http://schemas.openxmlformats.org/officeDocument/2006/relationships/viewProps" Target="viewProps.xml"/><Relationship Id="rId129" Type="http://schemas.openxmlformats.org/officeDocument/2006/relationships/theme" Target="theme/theme1.xml"/><Relationship Id="rId1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5600" dirty="0"/>
          </a:p>
        </p:txBody>
      </p:sp>
      <p:sp>
        <p:nvSpPr>
          <p:cNvPr id="18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8 R result"/>
          <p:cNvSpPr txBox="1"/>
          <p:nvPr/>
        </p:nvSpPr>
        <p:spPr>
          <a:xfrm>
            <a:off x="685800" y="156005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7ED"/>
          </a:solidFill>
          <a:ln w="12700">
            <a:solidFill>
              <a:srgbClr val="5E7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12064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700" dirty="0"/>
          </a:p>
        </p:txBody>
      </p:sp>
      <p:sp>
        <p:nvSpPr>
          <p:cNvPr id="20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22" name="C3 W2 word"/>
          <p:cNvSpPr txBox="1"/>
          <p:nvPr/>
        </p:nvSpPr>
        <p:spPr>
          <a:xfrm>
            <a:off x="91440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9700" dirty="0"/>
          </a:p>
        </p:txBody>
      </p:sp>
      <p:sp>
        <p:nvSpPr>
          <p:cNvPr id="23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4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952"/>
          </a:solidFill>
          <a:ln w="12700">
            <a:solidFill>
              <a:srgbClr val="E0D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BDB"/>
          </a:solidFill>
          <a:ln w="12700">
            <a:solidFill>
              <a:srgbClr val="70A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74785"/>
          </a:solidFill>
          <a:ln w="12700">
            <a:solidFill>
              <a:srgbClr val="7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6D8"/>
          </a:solidFill>
          <a:ln w="12700">
            <a:solidFill>
              <a:srgbClr val="64C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D0"/>
          </a:solidFill>
          <a:ln w="12700">
            <a:solidFill>
              <a:srgbClr val="47D1D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فَأۡإِ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3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3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774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فَبِّ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642B"/>
          </a:solidFill>
          <a:ln w="12700">
            <a:solidFill>
              <a:srgbClr val="3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B"/>
          </a:solidFill>
          <a:ln w="12700">
            <a:solidFill>
              <a:srgbClr val="34794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0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0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10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فَتِّ</a:t>
            </a:r>
            <a:endParaRPr lang="ar-SA" sz="8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فَثِّ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B"/>
          </a:solidFill>
          <a:ln w="12700">
            <a:solidFill>
              <a:srgbClr val="ED5E9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فَجِّ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6"/>
          </a:solidFill>
          <a:ln w="12700">
            <a:solidFill>
              <a:srgbClr val="52E0B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6"/>
          </a:solidFill>
          <a:ln w="12700">
            <a:solidFill>
              <a:srgbClr val="DB70C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847"/>
          </a:solidFill>
          <a:ln w="12700">
            <a:solidFill>
              <a:srgbClr val="856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فَحِّ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E64D8"/>
          </a:solidFill>
          <a:ln w="12700">
            <a:solidFill>
              <a:srgbClr val="C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E47D1"/>
          </a:solidFill>
          <a:ln w="12700">
            <a:solidFill>
              <a:srgbClr val="A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73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73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فَخِّ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988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فَدِّ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364"/>
          </a:solidFill>
          <a:ln w="12700">
            <a:solidFill>
              <a:srgbClr val="2B4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93479"/>
          </a:solidFill>
          <a:ln w="12700">
            <a:solidFill>
              <a:srgbClr val="3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7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7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801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فَذِّ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فَرِّ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EED5E"/>
          </a:solidFill>
          <a:ln w="12700">
            <a:solidFill>
              <a:srgbClr val="B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7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7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فَزِّ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252E0"/>
          </a:solidFill>
          <a:ln w="12700">
            <a:solidFill>
              <a:srgbClr val="9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670"/>
          </a:solidFill>
          <a:ln w="12700">
            <a:solidFill>
              <a:srgbClr val="DBD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9"/>
          </a:solidFill>
          <a:ln w="12700">
            <a:solidFill>
              <a:srgbClr val="4785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5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فَسِّ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164"/>
          </a:solidFill>
          <a:ln w="12700">
            <a:solidFill>
              <a:srgbClr val="D8B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B47"/>
          </a:solidFill>
          <a:ln w="12700">
            <a:solidFill>
              <a:srgbClr val="D18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16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16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فَشِّ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5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5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فَصِّ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1"/>
          </a:solidFill>
          <a:ln w="12700">
            <a:solidFill>
              <a:srgbClr val="642B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0"/>
          </a:solidFill>
          <a:ln w="12700">
            <a:solidFill>
              <a:srgbClr val="7934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31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31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فَضِّ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3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3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فَطِّ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2ED"/>
          </a:solidFill>
          <a:ln w="12700">
            <a:solidFill>
              <a:srgbClr val="5EE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فَظِّ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F52"/>
          </a:solidFill>
          <a:ln w="12700">
            <a:solidFill>
              <a:srgbClr val="E06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B"/>
          </a:solidFill>
          <a:ln w="12700">
            <a:solidFill>
              <a:srgbClr val="70DBB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A4785"/>
          </a:solidFill>
          <a:ln w="12700">
            <a:solidFill>
              <a:srgbClr val="4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فَعِّ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4"/>
          </a:solidFill>
          <a:ln w="12700">
            <a:solidFill>
              <a:srgbClr val="64D89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9"/>
          </a:solidFill>
          <a:ln w="12700">
            <a:solidFill>
              <a:srgbClr val="47D16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73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73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فَغِّ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542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أَفِّبَ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642B"/>
          </a:solidFill>
          <a:ln w="12700">
            <a:solidFill>
              <a:srgbClr val="6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7934"/>
          </a:solidFill>
          <a:ln w="12700">
            <a:solidFill>
              <a:srgbClr val="5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357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بَفِّتَ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217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تَفِّثَ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55EED"/>
          </a:solidFill>
          <a:ln w="12700">
            <a:solidFill>
              <a:srgbClr val="D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512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ثَفِّجَ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8E052"/>
          </a:solidFill>
          <a:ln w="12700">
            <a:solidFill>
              <a:srgbClr val="5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170DB"/>
          </a:solidFill>
          <a:ln w="12700">
            <a:solidFill>
              <a:srgbClr val="A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4"/>
          </a:solidFill>
          <a:ln w="12700">
            <a:solidFill>
              <a:srgbClr val="85475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512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جَفِّحَ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764D8"/>
          </a:solidFill>
          <a:ln w="12700">
            <a:solidFill>
              <a:srgbClr val="7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8D1"/>
          </a:solidFill>
          <a:ln w="12700">
            <a:solidFill>
              <a:srgbClr val="474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12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حَفِّخَ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289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خَفِّدَ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A"/>
          </a:solidFill>
          <a:ln w="12700">
            <a:solidFill>
              <a:srgbClr val="2B645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379"/>
          </a:solidFill>
          <a:ln w="12700">
            <a:solidFill>
              <a:srgbClr val="346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522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دَفِّذَ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864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ذَفِّرَ</a:t>
            </a:r>
            <a:endParaRPr lang="ar-SA" sz="5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15E"/>
          </a:solidFill>
          <a:ln w="12700">
            <a:solidFill>
              <a:srgbClr val="EDB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3864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رَفِّزَ</a:t>
            </a:r>
            <a:endParaRPr lang="ar-SA" sz="5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CE0"/>
          </a:solidFill>
          <a:ln w="12700">
            <a:solidFill>
              <a:srgbClr val="527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670"/>
          </a:solidFill>
          <a:ln w="12700">
            <a:solidFill>
              <a:srgbClr val="DB8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48547"/>
          </a:solidFill>
          <a:ln w="12700">
            <a:solidFill>
              <a:srgbClr val="6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3864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زَفِّسَ</a:t>
            </a:r>
            <a:endParaRPr lang="ar-SA" sz="5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E"/>
          </a:solidFill>
          <a:ln w="12700">
            <a:solidFill>
              <a:srgbClr val="D8646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A"/>
          </a:solidFill>
          <a:ln w="12700">
            <a:solidFill>
              <a:srgbClr val="D1476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045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سَفِّشَ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021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شَفِّصَ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2B64"/>
          </a:solidFill>
          <a:ln w="12700">
            <a:solidFill>
              <a:srgbClr val="4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4"/>
          </a:solidFill>
          <a:ln w="12700">
            <a:solidFill>
              <a:srgbClr val="7934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80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80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99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صَفِّضَ</a:t>
            </a:r>
            <a:endParaRPr lang="ar-SA" sz="5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80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80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076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ضَفِّطَ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D"/>
          </a:solidFill>
          <a:ln w="12700">
            <a:solidFill>
              <a:srgbClr val="5EED8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1296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طَفِّظَ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F"/>
          </a:solidFill>
          <a:ln w="12700">
            <a:solidFill>
              <a:srgbClr val="E0529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5DB70"/>
          </a:solidFill>
          <a:ln w="12700">
            <a:solidFill>
              <a:srgbClr val="7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385"/>
          </a:solidFill>
          <a:ln w="12700">
            <a:solidFill>
              <a:srgbClr val="477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96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96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512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ظَفِّعَ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BD864"/>
          </a:solidFill>
          <a:ln w="12700">
            <a:solidFill>
              <a:srgbClr val="8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DD147"/>
          </a:solidFill>
          <a:ln w="12700">
            <a:solidFill>
              <a:srgbClr val="8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6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6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34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34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12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عَفِّغَ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34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34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4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513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غَفِّأَ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E2B"/>
          </a:solidFill>
          <a:ln w="12700">
            <a:solidFill>
              <a:srgbClr val="643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E34"/>
          </a:solidFill>
          <a:ln w="12700">
            <a:solidFill>
              <a:srgbClr val="796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915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915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751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أَفِّ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4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4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99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بَفِّ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A5EED"/>
          </a:solidFill>
          <a:ln w="12700">
            <a:solidFill>
              <a:srgbClr val="6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61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61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43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تَفِّ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3E052"/>
          </a:solidFill>
          <a:ln w="12700">
            <a:solidFill>
              <a:srgbClr val="C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0DB"/>
          </a:solidFill>
          <a:ln w="12700">
            <a:solidFill>
              <a:srgbClr val="709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2"/>
          </a:solidFill>
          <a:ln w="12700">
            <a:solidFill>
              <a:srgbClr val="8547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9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9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43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ثَفِّ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8D8"/>
          </a:solidFill>
          <a:ln w="12700">
            <a:solidFill>
              <a:srgbClr val="64A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FD1"/>
          </a:solidFill>
          <a:ln w="12700">
            <a:solidFill>
              <a:srgbClr val="47A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22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جَفِّ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43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حَفِّ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F"/>
          </a:solidFill>
          <a:ln w="12700">
            <a:solidFill>
              <a:srgbClr val="2B64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C"/>
          </a:solidFill>
          <a:ln w="12700">
            <a:solidFill>
              <a:srgbClr val="34795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3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53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43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خَفِّ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751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دَفِّ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6"/>
          </a:solidFill>
          <a:ln w="12700">
            <a:solidFill>
              <a:srgbClr val="ED5E7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15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15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751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ذَفِّ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A"/>
          </a:solidFill>
          <a:ln w="12700">
            <a:solidFill>
              <a:srgbClr val="52E0D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A"/>
          </a:solidFill>
          <a:ln w="12700">
            <a:solidFill>
              <a:srgbClr val="DB70A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847"/>
          </a:solidFill>
          <a:ln w="12700">
            <a:solidFill>
              <a:srgbClr val="857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88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88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629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رَفِّ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5"/>
          </a:solidFill>
          <a:ln w="12700">
            <a:solidFill>
              <a:srgbClr val="D864C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D1"/>
          </a:solidFill>
          <a:ln w="12700">
            <a:solidFill>
              <a:srgbClr val="D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1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1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29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زَفِّ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4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43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سَفِّ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464"/>
          </a:solidFill>
          <a:ln w="12700">
            <a:solidFill>
              <a:srgbClr val="2B3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3479"/>
          </a:solidFill>
          <a:ln w="12700">
            <a:solidFill>
              <a:srgbClr val="4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43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شَفِّ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36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36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43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صَفِّ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AED5E"/>
          </a:solidFill>
          <a:ln w="12700">
            <a:solidFill>
              <a:srgbClr val="9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6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6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43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ضَفِّ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752E0"/>
          </a:solidFill>
          <a:ln w="12700">
            <a:solidFill>
              <a:srgbClr val="B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5DB70"/>
          </a:solidFill>
          <a:ln w="12700">
            <a:solidFill>
              <a:srgbClr val="C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8"/>
          </a:solidFill>
          <a:ln w="12700">
            <a:solidFill>
              <a:srgbClr val="4785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43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طَفِّ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E64"/>
          </a:solidFill>
          <a:ln w="12700">
            <a:solidFill>
              <a:srgbClr val="D8C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F47"/>
          </a:solidFill>
          <a:ln w="12700">
            <a:solidFill>
              <a:srgbClr val="D1A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43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ظَفِّ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8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8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43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عَفِّ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3"/>
          </a:solidFill>
          <a:ln w="12700">
            <a:solidFill>
              <a:srgbClr val="642B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A34"/>
          </a:solidFill>
          <a:ln w="12700">
            <a:solidFill>
              <a:srgbClr val="793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0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0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43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غَفِّ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قَأۡإِ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EED"/>
          </a:solidFill>
          <a:ln w="12700">
            <a:solidFill>
              <a:srgbClr val="5EB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99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99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774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قَبِّ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352"/>
          </a:solidFill>
          <a:ln w="12700">
            <a:solidFill>
              <a:srgbClr val="E09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7"/>
          </a:solidFill>
          <a:ln w="12700">
            <a:solidFill>
              <a:srgbClr val="70DBD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94785"/>
          </a:solidFill>
          <a:ln w="12700">
            <a:solidFill>
              <a:srgbClr val="5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10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قَتِّ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1"/>
          </a:solidFill>
          <a:ln w="12700">
            <a:solidFill>
              <a:srgbClr val="64D8B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C"/>
          </a:solidFill>
          <a:ln w="12700">
            <a:solidFill>
              <a:srgbClr val="47D18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قَثِّ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قَجِّ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642B"/>
          </a:solidFill>
          <a:ln w="12700">
            <a:solidFill>
              <a:srgbClr val="5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07934"/>
          </a:solidFill>
          <a:ln w="12700">
            <a:solidFill>
              <a:srgbClr val="4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قَحِّ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قَخِّ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1"/>
          </a:solidFill>
          <a:ln w="12700">
            <a:solidFill>
              <a:srgbClr val="ED5EE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988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قَدِّ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F"/>
          </a:solidFill>
          <a:ln w="12700">
            <a:solidFill>
              <a:srgbClr val="52E06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C70DB"/>
          </a:solidFill>
          <a:ln w="12700">
            <a:solidFill>
              <a:srgbClr val="B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A47"/>
          </a:solidFill>
          <a:ln w="12700">
            <a:solidFill>
              <a:srgbClr val="854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9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9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801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قَذِّ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564D8"/>
          </a:solidFill>
          <a:ln w="12700">
            <a:solidFill>
              <a:srgbClr val="9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A47D1"/>
          </a:solidFill>
          <a:ln w="12700">
            <a:solidFill>
              <a:srgbClr val="6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قَرِّ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9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9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قَزِّ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F64"/>
          </a:solidFill>
          <a:ln w="12700">
            <a:solidFill>
              <a:srgbClr val="2B5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179"/>
          </a:solidFill>
          <a:ln w="12700">
            <a:solidFill>
              <a:srgbClr val="345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0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0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قَسِّ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14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14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قَشِّ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65E"/>
          </a:solidFill>
          <a:ln w="12700">
            <a:solidFill>
              <a:srgbClr val="EDD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0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0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قَصِّ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7E0"/>
          </a:solidFill>
          <a:ln w="12700">
            <a:solidFill>
              <a:srgbClr val="525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170"/>
          </a:solidFill>
          <a:ln w="12700">
            <a:solidFill>
              <a:srgbClr val="DBA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48547"/>
          </a:solidFill>
          <a:ln w="12700">
            <a:solidFill>
              <a:srgbClr val="5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1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1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قَضِّ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864"/>
          </a:solidFill>
          <a:ln w="12700">
            <a:solidFill>
              <a:srgbClr val="D87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847"/>
          </a:solidFill>
          <a:ln w="12700">
            <a:solidFill>
              <a:srgbClr val="D14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9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9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قَطِّ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قَظِّ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2B64"/>
          </a:solidFill>
          <a:ln w="12700">
            <a:solidFill>
              <a:srgbClr val="5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2"/>
          </a:solidFill>
          <a:ln w="12700">
            <a:solidFill>
              <a:srgbClr val="79346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قَعِّ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قَغِّ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2"/>
          </a:solidFill>
          <a:ln w="12700">
            <a:solidFill>
              <a:srgbClr val="5EEDB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10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10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43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قَفِّ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B"/>
          </a:solidFill>
          <a:ln w="12700">
            <a:solidFill>
              <a:srgbClr val="E0527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7"/>
          </a:solidFill>
          <a:ln w="12700">
            <a:solidFill>
              <a:srgbClr val="70DB8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385"/>
          </a:solidFill>
          <a:ln w="12700">
            <a:solidFill>
              <a:srgbClr val="476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542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أَقِّبَ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DD864"/>
          </a:solidFill>
          <a:ln w="12700">
            <a:solidFill>
              <a:srgbClr val="6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9D147"/>
          </a:solidFill>
          <a:ln w="12700">
            <a:solidFill>
              <a:srgbClr val="6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57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بَقِّتَ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217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تَقِّثَ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C2B"/>
          </a:solidFill>
          <a:ln w="12700">
            <a:solidFill>
              <a:srgbClr val="644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37934"/>
          </a:solidFill>
          <a:ln w="12700">
            <a:solidFill>
              <a:srgbClr val="7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512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ثَقِّجَ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12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جَقِّحَ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E5EED"/>
          </a:solidFill>
          <a:ln w="12700">
            <a:solidFill>
              <a:srgbClr val="8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512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حَقِّخَ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FE052"/>
          </a:solidFill>
          <a:ln w="12700">
            <a:solidFill>
              <a:srgbClr val="9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4DB"/>
          </a:solidFill>
          <a:ln w="12700">
            <a:solidFill>
              <a:srgbClr val="707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3"/>
          </a:solidFill>
          <a:ln w="12700">
            <a:solidFill>
              <a:srgbClr val="85477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289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خَقِّدَ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AD8"/>
          </a:solidFill>
          <a:ln w="12700">
            <a:solidFill>
              <a:srgbClr val="648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CD1"/>
          </a:solidFill>
          <a:ln w="12700">
            <a:solidFill>
              <a:srgbClr val="478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22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دَقِّذَ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864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ذَقِّرَ</a:t>
            </a:r>
            <a:endParaRPr lang="ar-SA" sz="5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E"/>
          </a:solidFill>
          <a:ln w="12700">
            <a:solidFill>
              <a:srgbClr val="2B643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E"/>
          </a:solidFill>
          <a:ln w="12700">
            <a:solidFill>
              <a:srgbClr val="34796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3864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رَقِّزَ</a:t>
            </a:r>
            <a:endParaRPr lang="ar-SA" sz="5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864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زَقِّسَ</a:t>
            </a:r>
            <a:endParaRPr lang="ar-SA" sz="5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B5E"/>
          </a:solidFill>
          <a:ln w="12700">
            <a:solidFill>
              <a:srgbClr val="ED6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045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سَقِّشَ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2E0"/>
          </a:solidFill>
          <a:ln w="12700">
            <a:solidFill>
              <a:srgbClr val="52C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F"/>
          </a:solidFill>
          <a:ln w="12700">
            <a:solidFill>
              <a:srgbClr val="DB708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8547"/>
          </a:solidFill>
          <a:ln w="12700">
            <a:solidFill>
              <a:srgbClr val="8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021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شَقِّصَ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7"/>
          </a:solidFill>
          <a:ln w="12700">
            <a:solidFill>
              <a:srgbClr val="D864A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E"/>
          </a:solidFill>
          <a:ln w="12700">
            <a:solidFill>
              <a:srgbClr val="D147A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9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صَقِّضَ</a:t>
            </a:r>
            <a:endParaRPr lang="ar-SA" sz="5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076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ضَقِّطَ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2B64"/>
          </a:solidFill>
          <a:ln w="12700">
            <a:solidFill>
              <a:srgbClr val="3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D3479"/>
          </a:solidFill>
          <a:ln w="12700">
            <a:solidFill>
              <a:srgbClr val="5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1296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طَقِّظَ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9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9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12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ظَقِّعَ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5ED5E"/>
          </a:solidFill>
          <a:ln w="12700">
            <a:solidFill>
              <a:srgbClr val="7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9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9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310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310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512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عَقِّغَ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B52E0"/>
          </a:solidFill>
          <a:ln w="12700">
            <a:solidFill>
              <a:srgbClr val="D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ADB70"/>
          </a:solidFill>
          <a:ln w="12700">
            <a:solidFill>
              <a:srgbClr val="A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8"/>
          </a:solidFill>
          <a:ln w="12700">
            <a:solidFill>
              <a:srgbClr val="47857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10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10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053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غَقِّفَ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4D864"/>
          </a:solidFill>
          <a:ln w="12700">
            <a:solidFill>
              <a:srgbClr val="C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0D147"/>
          </a:solidFill>
          <a:ln w="12700">
            <a:solidFill>
              <a:srgbClr val="D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61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13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فَقِّأَ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493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أَقِّ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4"/>
          </a:solidFill>
          <a:ln w="12700">
            <a:solidFill>
              <a:srgbClr val="642B3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B34"/>
          </a:solidFill>
          <a:ln w="12700">
            <a:solidFill>
              <a:srgbClr val="794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بَقِّ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تَقِّ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9ED"/>
          </a:solidFill>
          <a:ln w="12700">
            <a:solidFill>
              <a:srgbClr val="5E9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ثَقِّ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852"/>
          </a:solidFill>
          <a:ln w="12700">
            <a:solidFill>
              <a:srgbClr val="E0B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4DB"/>
          </a:solidFill>
          <a:ln w="12700">
            <a:solidFill>
              <a:srgbClr val="70C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4785"/>
          </a:solidFill>
          <a:ln w="12700">
            <a:solidFill>
              <a:srgbClr val="6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جَقِّ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F"/>
          </a:solidFill>
          <a:ln w="12700">
            <a:solidFill>
              <a:srgbClr val="64D8C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F"/>
          </a:solidFill>
          <a:ln w="12700">
            <a:solidFill>
              <a:srgbClr val="47D1A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حَقِّ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خَقِّ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2642B"/>
          </a:solidFill>
          <a:ln w="12700">
            <a:solidFill>
              <a:srgbClr val="4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A"/>
          </a:solidFill>
          <a:ln w="12700">
            <a:solidFill>
              <a:srgbClr val="34793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465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دَقِّ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6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6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65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ذَقِّ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D"/>
          </a:solidFill>
          <a:ln w="12700">
            <a:solidFill>
              <a:srgbClr val="ED5EB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30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رَقِّ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4"/>
          </a:solidFill>
          <a:ln w="12700">
            <a:solidFill>
              <a:srgbClr val="52E09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870DB"/>
          </a:solidFill>
          <a:ln w="12700">
            <a:solidFill>
              <a:srgbClr val="D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A47"/>
          </a:solidFill>
          <a:ln w="12700">
            <a:solidFill>
              <a:srgbClr val="855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80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80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30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زَقِّ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264D8"/>
          </a:solidFill>
          <a:ln w="12700">
            <a:solidFill>
              <a:srgbClr val="B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D47D1"/>
          </a:solidFill>
          <a:ln w="12700">
            <a:solidFill>
              <a:srgbClr val="8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60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60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سَقِّ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شَقِّ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164"/>
          </a:solidFill>
          <a:ln w="12700">
            <a:solidFill>
              <a:srgbClr val="2B5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F79"/>
          </a:solidFill>
          <a:ln w="12700">
            <a:solidFill>
              <a:srgbClr val="343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5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5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صَقِّ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34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34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ضَقِّ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0ED5E"/>
          </a:solidFill>
          <a:ln w="12700">
            <a:solidFill>
              <a:srgbClr val="E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طَقِّ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052E0"/>
          </a:solidFill>
          <a:ln w="12700">
            <a:solidFill>
              <a:srgbClr val="7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D70"/>
          </a:solidFill>
          <a:ln w="12700">
            <a:solidFill>
              <a:srgbClr val="DBB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A"/>
          </a:solidFill>
          <a:ln w="12700">
            <a:solidFill>
              <a:srgbClr val="47854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ظَقِّ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564"/>
          </a:solidFill>
          <a:ln w="12700">
            <a:solidFill>
              <a:srgbClr val="D89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B47"/>
          </a:solidFill>
          <a:ln w="12700">
            <a:solidFill>
              <a:srgbClr val="D16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عَقِّ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غَقِّ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F"/>
          </a:solidFill>
          <a:ln w="12700">
            <a:solidFill>
              <a:srgbClr val="642B5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0"/>
          </a:solidFill>
          <a:ln w="12700">
            <a:solidFill>
              <a:srgbClr val="79345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0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0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فَقِّ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214254" y="896112"/>
            <a:ext cx="158776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4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214254" y="896112"/>
            <a:ext cx="158776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</a:t>
            </a:r>
            <a:endParaRPr lang="ar-SA" sz="4700" dirty="0"/>
          </a:p>
        </p:txBody>
      </p:sp>
      <p:sp>
        <p:nvSpPr>
          <p:cNvPr id="12" name="C2 W2 pill"/>
          <p:cNvSpPr/>
          <p:nvPr/>
        </p:nvSpPr>
        <p:spPr>
          <a:xfrm>
            <a:off x="2341985" y="896112"/>
            <a:ext cx="25522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4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41985" y="896112"/>
            <a:ext cx="25522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ٱلۡعَٰلَمِينَ</a:t>
            </a:r>
            <a:endParaRPr lang="ar-SA" sz="47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05474" y="2834640"/>
            <a:ext cx="37330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05474" y="2834640"/>
            <a:ext cx="37330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 ٱلۡعَٰلَمِينَ</a:t>
            </a:r>
            <a:endParaRPr lang="ar-SA" sz="4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6"/>
          </a:solidFill>
          <a:ln w="12700">
            <a:solidFill>
              <a:srgbClr val="5EEDD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96303" y="896112"/>
            <a:ext cx="18140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2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96303" y="896112"/>
            <a:ext cx="18140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2633630" y="896112"/>
            <a:ext cx="17426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633630" y="896112"/>
            <a:ext cx="17426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لِرَبِّكَ</a:t>
            </a:r>
            <a:endParaRPr lang="ar-SA" sz="40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3032780" y="2834640"/>
            <a:ext cx="30784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3032780" y="2834640"/>
            <a:ext cx="30784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 لِرَبِّكَ</a:t>
            </a:r>
            <a:endParaRPr lang="ar-SA" sz="4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6"/>
          </a:solidFill>
          <a:ln w="12700">
            <a:solidFill>
              <a:srgbClr val="E0525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2"/>
          </a:solidFill>
          <a:ln w="12700">
            <a:solidFill>
              <a:srgbClr val="70DBA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485"/>
          </a:solidFill>
          <a:ln w="12700">
            <a:solidFill>
              <a:srgbClr val="4754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677519" y="896112"/>
            <a:ext cx="15558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D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677519" y="896112"/>
            <a:ext cx="15558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300" dirty="0"/>
          </a:p>
        </p:txBody>
      </p:sp>
      <p:sp>
        <p:nvSpPr>
          <p:cNvPr id="17" name="C2 W2 pill"/>
          <p:cNvSpPr/>
          <p:nvPr/>
        </p:nvSpPr>
        <p:spPr>
          <a:xfrm>
            <a:off x="4672783" y="896112"/>
            <a:ext cx="16846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D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4672783" y="896112"/>
            <a:ext cx="16846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شَرِّ</a:t>
            </a:r>
            <a:endParaRPr lang="ar-SA" sz="5300" dirty="0"/>
          </a:p>
        </p:txBody>
      </p:sp>
      <p:sp>
        <p:nvSpPr>
          <p:cNvPr id="19" name="C3 W3 pill"/>
          <p:cNvSpPr/>
          <p:nvPr/>
        </p:nvSpPr>
        <p:spPr>
          <a:xfrm>
            <a:off x="3119535" y="896112"/>
            <a:ext cx="1233208" cy="1371600"/>
          </a:xfrm>
          <a:prstGeom prst="roundRect">
            <a:avLst>
              <a:gd name="adj" fmla="val 29659"/>
            </a:avLst>
          </a:prstGeom>
          <a:solidFill>
            <a:srgbClr val="FFFFFF"/>
          </a:solidFill>
          <a:ln w="76200">
            <a:solidFill>
              <a:srgbClr val="4D36E2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3119535" y="896112"/>
            <a:ext cx="12332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5300" dirty="0"/>
          </a:p>
        </p:txBody>
      </p:sp>
      <p:sp>
        <p:nvSpPr>
          <p:cNvPr id="21" name="C4 W4 pill"/>
          <p:cNvSpPr/>
          <p:nvPr/>
        </p:nvSpPr>
        <p:spPr>
          <a:xfrm>
            <a:off x="910662" y="896112"/>
            <a:ext cx="18888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D36"/>
            </a:solidFill>
            <a:prstDash val="solid"/>
          </a:ln>
        </p:spPr>
      </p:sp>
      <p:sp>
        <p:nvSpPr>
          <p:cNvPr id="22" name="C4 W4 word"/>
          <p:cNvSpPr txBox="1"/>
          <p:nvPr/>
        </p:nvSpPr>
        <p:spPr>
          <a:xfrm>
            <a:off x="910662" y="896112"/>
            <a:ext cx="18888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خَلَقَ</a:t>
            </a:r>
            <a:endParaRPr lang="ar-SA" sz="5300" dirty="0"/>
          </a:p>
        </p:txBody>
      </p:sp>
      <p:sp>
        <p:nvSpPr>
          <p:cNvPr id="23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S panel"/>
          <p:cNvSpPr/>
          <p:nvPr/>
        </p:nvSpPr>
        <p:spPr>
          <a:xfrm>
            <a:off x="2010070" y="2834640"/>
            <a:ext cx="51238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5" name="C5 S sentence"/>
          <p:cNvSpPr txBox="1"/>
          <p:nvPr/>
        </p:nvSpPr>
        <p:spPr>
          <a:xfrm>
            <a:off x="2010070" y="2834640"/>
            <a:ext cx="51238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شَرِّ مَا خَلَقَ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8"/>
          </a:solidFill>
          <a:ln w="12700">
            <a:solidFill>
              <a:srgbClr val="64D87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9"/>
          </a:solidFill>
          <a:ln w="12700">
            <a:solidFill>
              <a:srgbClr val="47D14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960030" y="896112"/>
            <a:ext cx="171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F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960030" y="896112"/>
            <a:ext cx="171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</a:t>
            </a:r>
            <a:endParaRPr lang="ar-SA" sz="4300" dirty="0"/>
          </a:p>
        </p:txBody>
      </p:sp>
      <p:sp>
        <p:nvSpPr>
          <p:cNvPr id="12" name="C2 W2 pill"/>
          <p:cNvSpPr/>
          <p:nvPr/>
        </p:nvSpPr>
        <p:spPr>
          <a:xfrm>
            <a:off x="4887580" y="896112"/>
            <a:ext cx="17524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F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887580" y="896112"/>
            <a:ext cx="17524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أَعُوذُ</a:t>
            </a:r>
            <a:endParaRPr lang="ar-SA" sz="4300" dirty="0"/>
          </a:p>
        </p:txBody>
      </p:sp>
      <p:sp>
        <p:nvSpPr>
          <p:cNvPr id="14" name="C3 W3 pill"/>
          <p:cNvSpPr/>
          <p:nvPr/>
        </p:nvSpPr>
        <p:spPr>
          <a:xfrm>
            <a:off x="2855150" y="896112"/>
            <a:ext cx="17123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F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2855150" y="896112"/>
            <a:ext cx="17123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بِرَبِّ</a:t>
            </a:r>
            <a:endParaRPr lang="ar-SA" sz="4300" dirty="0"/>
          </a:p>
        </p:txBody>
      </p:sp>
      <p:sp>
        <p:nvSpPr>
          <p:cNvPr id="16" name="C4 W4 pill"/>
          <p:cNvSpPr/>
          <p:nvPr/>
        </p:nvSpPr>
        <p:spPr>
          <a:xfrm>
            <a:off x="472529" y="896112"/>
            <a:ext cx="20625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F"/>
            </a:solidFill>
            <a:prstDash val="solid"/>
          </a:ln>
        </p:spPr>
      </p:sp>
      <p:sp>
        <p:nvSpPr>
          <p:cNvPr id="17" name="C4 W4 word"/>
          <p:cNvSpPr txBox="1"/>
          <p:nvPr/>
        </p:nvSpPr>
        <p:spPr>
          <a:xfrm>
            <a:off x="472529" y="896112"/>
            <a:ext cx="20625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ٱلنَّاسِ</a:t>
            </a:r>
            <a:endParaRPr lang="ar-SA" sz="4300" dirty="0"/>
          </a:p>
        </p:txBody>
      </p:sp>
      <p:sp>
        <p:nvSpPr>
          <p:cNvPr id="18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S panel"/>
          <p:cNvSpPr/>
          <p:nvPr/>
        </p:nvSpPr>
        <p:spPr>
          <a:xfrm>
            <a:off x="1703639" y="2834640"/>
            <a:ext cx="57367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5 S sentence"/>
          <p:cNvSpPr txBox="1"/>
          <p:nvPr/>
        </p:nvSpPr>
        <p:spPr>
          <a:xfrm>
            <a:off x="1703639" y="2834640"/>
            <a:ext cx="57367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أَعُوذُ بِرَبِّ ٱلنَّاسِ</a:t>
            </a:r>
            <a:endParaRPr lang="ar-SA" sz="4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124</Slides>
  <Notes>124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124</vt:i4>
      </vt:variant>
    </vt:vector>
  </HeadingPairs>
  <TitlesOfParts>
    <vt:vector size="1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kasra 11-fa-qaf</dc:title>
  <dc:subject>PptxGenJS Presentation</dc:subject>
  <dc:creator>PptxGenJS</dc:creator>
  <cp:lastModifiedBy>PptxGenJS</cp:lastModifiedBy>
  <cp:revision>1</cp:revision>
  <dcterms:created xsi:type="dcterms:W3CDTF">2026-10-21T19:04:15Z</dcterms:created>
  <dcterms:modified xsi:type="dcterms:W3CDTF">2026-10-21T19:04:15Z</dcterms:modified>
</cp:coreProperties>
</file>