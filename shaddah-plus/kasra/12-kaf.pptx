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A"/>
          </a:solidFill>
          <a:ln w="12700">
            <a:solidFill>
              <a:srgbClr val="5EED9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5600" dirty="0"/>
          </a:p>
        </p:txBody>
      </p:sp>
      <p:sp>
        <p:nvSpPr>
          <p:cNvPr id="26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R result"/>
          <p:cNvSpPr txBox="1"/>
          <p:nvPr/>
        </p:nvSpPr>
        <p:spPr>
          <a:xfrm>
            <a:off x="685800" y="156005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3"/>
          </a:solidFill>
          <a:ln w="12700">
            <a:solidFill>
              <a:srgbClr val="E0529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5"/>
          </a:solidFill>
          <a:ln w="12700">
            <a:solidFill>
              <a:srgbClr val="70DB7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E85"/>
          </a:solidFill>
          <a:ln w="12700">
            <a:solidFill>
              <a:srgbClr val="476E85"/>
            </a:solidFill>
            <a:prstDash val="solid"/>
          </a:ln>
        </p:spPr>
      </p:sp>
      <p:sp>
        <p:nvSpPr>
          <p:cNvPr id="15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12064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700" dirty="0"/>
          </a:p>
        </p:txBody>
      </p:sp>
      <p:sp>
        <p:nvSpPr>
          <p:cNvPr id="17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9" name="C3 W2 word"/>
          <p:cNvSpPr txBox="1"/>
          <p:nvPr/>
        </p:nvSpPr>
        <p:spPr>
          <a:xfrm>
            <a:off x="91440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9700" dirty="0"/>
          </a:p>
        </p:txBody>
      </p:sp>
      <p:sp>
        <p:nvSpPr>
          <p:cNvPr id="20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21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1D864"/>
          </a:solidFill>
          <a:ln w="12700">
            <a:solidFill>
              <a:srgbClr val="8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1D147"/>
          </a:solidFill>
          <a:ln w="12700">
            <a:solidFill>
              <a:srgbClr val="8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كَأۡإِ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32B"/>
          </a:solidFill>
          <a:ln w="12700">
            <a:solidFill>
              <a:srgbClr val="644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434"/>
          </a:solidFill>
          <a:ln w="12700">
            <a:solidFill>
              <a:srgbClr val="797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28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28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كَبِّ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70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70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109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كَتِّ</a:t>
            </a:r>
            <a:endParaRPr lang="ar-SA" sz="8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65EED"/>
          </a:solidFill>
          <a:ln w="12700">
            <a:solidFill>
              <a:srgbClr val="7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55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كَثِّ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3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7E052"/>
          </a:solidFill>
          <a:ln w="12700">
            <a:solidFill>
              <a:srgbClr val="B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6DB"/>
          </a:solidFill>
          <a:ln w="12700">
            <a:solidFill>
              <a:srgbClr val="708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D"/>
          </a:solidFill>
          <a:ln w="12700">
            <a:solidFill>
              <a:srgbClr val="85477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كَجِّ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ED8"/>
          </a:solidFill>
          <a:ln w="12700">
            <a:solidFill>
              <a:srgbClr val="649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3D1"/>
          </a:solidFill>
          <a:ln w="12700">
            <a:solidFill>
              <a:srgbClr val="47A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كَحِّ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254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254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كَخِّ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4"/>
          </a:solidFill>
          <a:ln w="12700">
            <a:solidFill>
              <a:srgbClr val="2B643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2"/>
          </a:solidFill>
          <a:ln w="12700">
            <a:solidFill>
              <a:srgbClr val="34796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4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4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988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كَدِّ</a:t>
            </a:r>
            <a:endParaRPr lang="ar-SA" sz="9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1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1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801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كَذِّ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A"/>
          </a:solidFill>
          <a:ln w="12700">
            <a:solidFill>
              <a:srgbClr val="ED5E6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4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4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1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كَرِّ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AE0"/>
          </a:solidFill>
          <a:ln w="12700">
            <a:solidFill>
              <a:srgbClr val="52D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1"/>
          </a:solidFill>
          <a:ln w="12700">
            <a:solidFill>
              <a:srgbClr val="DB70A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D47"/>
          </a:solidFill>
          <a:ln w="12700">
            <a:solidFill>
              <a:srgbClr val="857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1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1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كَزِّ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B"/>
          </a:solidFill>
          <a:ln w="12700">
            <a:solidFill>
              <a:srgbClr val="D864B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5"/>
          </a:solidFill>
          <a:ln w="12700">
            <a:solidFill>
              <a:srgbClr val="D147C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46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46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1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كَسِّ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22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22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كَشِّ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F64"/>
          </a:solidFill>
          <a:ln w="12700">
            <a:solidFill>
              <a:srgbClr val="2B2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13479"/>
          </a:solidFill>
          <a:ln w="12700">
            <a:solidFill>
              <a:srgbClr val="5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246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246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17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كَصِّ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3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3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كَضِّ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EED5E"/>
          </a:solidFill>
          <a:ln w="12700">
            <a:solidFill>
              <a:srgbClr val="8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28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28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كَطِّ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352E0"/>
          </a:solidFill>
          <a:ln w="12700">
            <a:solidFill>
              <a:srgbClr val="C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CDB70"/>
          </a:solidFill>
          <a:ln w="12700">
            <a:solidFill>
              <a:srgbClr val="B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E"/>
          </a:solidFill>
          <a:ln w="12700">
            <a:solidFill>
              <a:srgbClr val="47856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كَظِّ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864"/>
          </a:solidFill>
          <a:ln w="12700">
            <a:solidFill>
              <a:srgbClr val="D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B47"/>
          </a:solidFill>
          <a:ln w="12700">
            <a:solidFill>
              <a:srgbClr val="D1B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8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كَعِّ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254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254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601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كَغِّ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E"/>
          </a:solidFill>
          <a:ln w="12700">
            <a:solidFill>
              <a:srgbClr val="642B3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034"/>
          </a:solidFill>
          <a:ln w="12700">
            <a:solidFill>
              <a:srgbClr val="794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23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23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435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كَفِّ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70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70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0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كَقِّ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1ED"/>
          </a:solidFill>
          <a:ln w="12700">
            <a:solidFill>
              <a:srgbClr val="5EB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450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أَكِّبَ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F52"/>
          </a:solidFill>
          <a:ln w="12700">
            <a:solidFill>
              <a:srgbClr val="E09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6DB"/>
          </a:solidFill>
          <a:ln w="12700">
            <a:solidFill>
              <a:srgbClr val="70D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F4785"/>
          </a:solidFill>
          <a:ln w="12700">
            <a:solidFill>
              <a:srgbClr val="5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527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بَكِّتَ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C"/>
          </a:solidFill>
          <a:ln w="12700">
            <a:solidFill>
              <a:srgbClr val="64D8B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8"/>
          </a:solidFill>
          <a:ln w="12700">
            <a:solidFill>
              <a:srgbClr val="47D19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637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تَكِّثَ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6852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ثَكِّجَ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3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C642B"/>
          </a:solidFill>
          <a:ln w="12700">
            <a:solidFill>
              <a:srgbClr val="4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A7934"/>
          </a:solidFill>
          <a:ln w="12700">
            <a:solidFill>
              <a:srgbClr val="3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6852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جَكِّحَ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6852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حَكِّخَ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5"/>
          </a:solidFill>
          <a:ln w="12700">
            <a:solidFill>
              <a:srgbClr val="ED5ED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436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خَكِّدَ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C"/>
          </a:solidFill>
          <a:ln w="12700">
            <a:solidFill>
              <a:srgbClr val="52E07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570DB"/>
          </a:solidFill>
          <a:ln w="12700">
            <a:solidFill>
              <a:srgbClr val="C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F47"/>
          </a:solidFill>
          <a:ln w="12700">
            <a:solidFill>
              <a:srgbClr val="854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436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دَكِّذَ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F64D8"/>
          </a:solidFill>
          <a:ln w="12700">
            <a:solidFill>
              <a:srgbClr val="9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647D1"/>
          </a:solidFill>
          <a:ln w="12700">
            <a:solidFill>
              <a:srgbClr val="7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276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ذَكِّرَ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276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رَكِّزَ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A64"/>
          </a:solidFill>
          <a:ln w="12700">
            <a:solidFill>
              <a:srgbClr val="2B5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B79"/>
          </a:solidFill>
          <a:ln w="12700">
            <a:solidFill>
              <a:srgbClr val="344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276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زَكِّسَ</a:t>
            </a:r>
            <a:endParaRPr lang="ar-SA" sz="5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2149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سَكِّشَ</a:t>
            </a:r>
            <a:endParaRPr lang="ar-SA" sz="5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25E"/>
          </a:solidFill>
          <a:ln w="12700">
            <a:solidFill>
              <a:srgbClr val="EDE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199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شَكِّصَ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852E0"/>
          </a:solidFill>
          <a:ln w="12700">
            <a:solidFill>
              <a:srgbClr val="5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B70"/>
          </a:solidFill>
          <a:ln w="12700">
            <a:solidFill>
              <a:srgbClr val="DBA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8547"/>
          </a:solidFill>
          <a:ln w="12700">
            <a:solidFill>
              <a:srgbClr val="4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169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صَكِّضَ</a:t>
            </a:r>
            <a:endParaRPr lang="ar-SA" sz="5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264"/>
          </a:solidFill>
          <a:ln w="12700">
            <a:solidFill>
              <a:srgbClr val="D88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447"/>
          </a:solidFill>
          <a:ln w="12700">
            <a:solidFill>
              <a:srgbClr val="D15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2574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ضَكِّطَ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317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طَكِّظَ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02B64"/>
          </a:solidFill>
          <a:ln w="12700">
            <a:solidFill>
              <a:srgbClr val="6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C"/>
          </a:solidFill>
          <a:ln w="12700">
            <a:solidFill>
              <a:srgbClr val="79345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6852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ظَكِّعَ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6852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عَكِّغَ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E"/>
          </a:solidFill>
          <a:ln w="12700">
            <a:solidFill>
              <a:srgbClr val="5EEDB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2494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غَكِّفَ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F"/>
          </a:solidFill>
          <a:ln w="12700">
            <a:solidFill>
              <a:srgbClr val="E0526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0"/>
          </a:solidFill>
          <a:ln w="12700">
            <a:solidFill>
              <a:srgbClr val="70DB9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E85"/>
          </a:solidFill>
          <a:ln w="12700">
            <a:solidFill>
              <a:srgbClr val="475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1503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فَكِّقَ</a:t>
            </a:r>
            <a:endParaRPr lang="ar-SA" sz="5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5"/>
          </a:solidFill>
          <a:ln w="12700">
            <a:solidFill>
              <a:srgbClr val="64D86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ED147"/>
          </a:solidFill>
          <a:ln w="12700">
            <a:solidFill>
              <a:srgbClr val="5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9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13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قَكِّأَ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67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أَكِّ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12B"/>
          </a:solidFill>
          <a:ln w="12700">
            <a:solidFill>
              <a:srgbClr val="645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D7934"/>
          </a:solidFill>
          <a:ln w="12700">
            <a:solidFill>
              <a:srgbClr val="6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709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بَكِّ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7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تَكِّ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B5EED"/>
          </a:solidFill>
          <a:ln w="12700">
            <a:solidFill>
              <a:srgbClr val="9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67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ثَكِّ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2E052"/>
          </a:solidFill>
          <a:ln w="12700">
            <a:solidFill>
              <a:srgbClr val="9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570DB"/>
          </a:solidFill>
          <a:ln w="12700">
            <a:solidFill>
              <a:srgbClr val="7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D"/>
          </a:solidFill>
          <a:ln w="12700">
            <a:solidFill>
              <a:srgbClr val="85476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7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جَكِّ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0D8"/>
          </a:solidFill>
          <a:ln w="12700">
            <a:solidFill>
              <a:srgbClr val="648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0D1"/>
          </a:solidFill>
          <a:ln w="12700">
            <a:solidFill>
              <a:srgbClr val="478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7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حَكِّ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67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خَكِّ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3"/>
          </a:solidFill>
          <a:ln w="12700">
            <a:solidFill>
              <a:srgbClr val="2B64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4"/>
          </a:solidFill>
          <a:ln w="12700">
            <a:solidFill>
              <a:srgbClr val="34797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7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دَكِّ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7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ذَكِّ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75E"/>
          </a:solidFill>
          <a:ln w="12700">
            <a:solidFill>
              <a:srgbClr val="ED7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40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رَكِّ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6E0"/>
          </a:solidFill>
          <a:ln w="12700">
            <a:solidFill>
              <a:srgbClr val="52B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6"/>
          </a:solidFill>
          <a:ln w="12700">
            <a:solidFill>
              <a:srgbClr val="DB708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D8547"/>
          </a:solidFill>
          <a:ln w="12700">
            <a:solidFill>
              <a:srgbClr val="7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40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زَكِّ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D"/>
          </a:solidFill>
          <a:ln w="12700">
            <a:solidFill>
              <a:srgbClr val="D8649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2"/>
          </a:solidFill>
          <a:ln w="12700">
            <a:solidFill>
              <a:srgbClr val="D147A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7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سَكِّ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67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شَكِّ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2B64"/>
          </a:solidFill>
          <a:ln w="12700">
            <a:solidFill>
              <a:srgbClr val="3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33479"/>
          </a:solidFill>
          <a:ln w="12700">
            <a:solidFill>
              <a:srgbClr val="6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7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صَكِّ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7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ضَكِّ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9ED5E"/>
          </a:solidFill>
          <a:ln w="12700">
            <a:solidFill>
              <a:srgbClr val="6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67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طَكِّ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9"/>
          </a:solidFill>
          <a:ln w="12700">
            <a:solidFill>
              <a:srgbClr val="E052D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0DB70"/>
          </a:solidFill>
          <a:ln w="12700">
            <a:solidFill>
              <a:srgbClr val="A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D"/>
          </a:solidFill>
          <a:ln w="12700">
            <a:solidFill>
              <a:srgbClr val="47857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67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ظَكِّ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AD864"/>
          </a:solidFill>
          <a:ln w="12700">
            <a:solidFill>
              <a:srgbClr val="B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4D147"/>
          </a:solidFill>
          <a:ln w="12700">
            <a:solidFill>
              <a:srgbClr val="C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7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عَكِّ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67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غَكِّ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43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F"/>
          </a:solidFill>
          <a:ln w="12700">
            <a:solidFill>
              <a:srgbClr val="642B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234"/>
          </a:solidFill>
          <a:ln w="12700">
            <a:solidFill>
              <a:srgbClr val="795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7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فَكِّ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7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قَكِّ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DED"/>
          </a:solidFill>
          <a:ln w="12700">
            <a:solidFill>
              <a:srgbClr val="5E8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214254" y="896112"/>
            <a:ext cx="158776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A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214254" y="896112"/>
            <a:ext cx="158776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</a:t>
            </a:r>
            <a:endParaRPr lang="ar-SA" sz="4700" dirty="0"/>
          </a:p>
        </p:txBody>
      </p:sp>
      <p:sp>
        <p:nvSpPr>
          <p:cNvPr id="20" name="C2 W2 pill"/>
          <p:cNvSpPr/>
          <p:nvPr/>
        </p:nvSpPr>
        <p:spPr>
          <a:xfrm>
            <a:off x="2341985" y="896112"/>
            <a:ext cx="25522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A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41985" y="896112"/>
            <a:ext cx="25522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ٱلۡعَٰلَمِينَ</a:t>
            </a:r>
            <a:endParaRPr lang="ar-SA" sz="47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05474" y="2834640"/>
            <a:ext cx="373305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05474" y="2834640"/>
            <a:ext cx="373305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 ٱلۡعَٰلَمِينَ</a:t>
            </a:r>
            <a:endParaRPr lang="ar-SA" sz="4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2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452"/>
          </a:solidFill>
          <a:ln w="12700">
            <a:solidFill>
              <a:srgbClr val="E0C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BDB"/>
          </a:solidFill>
          <a:ln w="12700">
            <a:solidFill>
              <a:srgbClr val="70B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E4785"/>
          </a:solidFill>
          <a:ln w="12700">
            <a:solidFill>
              <a:srgbClr val="6E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696303" y="896112"/>
            <a:ext cx="18140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DD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696303" y="896112"/>
            <a:ext cx="18140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</a:t>
            </a:r>
            <a:endParaRPr lang="ar-SA" sz="4000" dirty="0"/>
          </a:p>
        </p:txBody>
      </p:sp>
      <p:sp>
        <p:nvSpPr>
          <p:cNvPr id="17" name="C2 W2 pill"/>
          <p:cNvSpPr/>
          <p:nvPr/>
        </p:nvSpPr>
        <p:spPr>
          <a:xfrm>
            <a:off x="2633630" y="896112"/>
            <a:ext cx="17426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D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633630" y="896112"/>
            <a:ext cx="17426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لِرَبِّكَ</a:t>
            </a:r>
            <a:endParaRPr lang="ar-SA" sz="40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3032780" y="2834640"/>
            <a:ext cx="307844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3032780" y="2834640"/>
            <a:ext cx="307844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 لِرَبِّكَ</a:t>
            </a:r>
            <a:endParaRPr lang="ar-SA" sz="4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7D8"/>
          </a:solidFill>
          <a:ln w="12700">
            <a:solidFill>
              <a:srgbClr val="64D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B"/>
          </a:solidFill>
          <a:ln w="12700">
            <a:solidFill>
              <a:srgbClr val="47D1B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677519" y="896112"/>
            <a:ext cx="15558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677519" y="896112"/>
            <a:ext cx="15558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300" dirty="0"/>
          </a:p>
        </p:txBody>
      </p:sp>
      <p:sp>
        <p:nvSpPr>
          <p:cNvPr id="12" name="C2 W2 pill"/>
          <p:cNvSpPr/>
          <p:nvPr/>
        </p:nvSpPr>
        <p:spPr>
          <a:xfrm>
            <a:off x="4672783" y="896112"/>
            <a:ext cx="16846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4672783" y="896112"/>
            <a:ext cx="16846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شَرِّ</a:t>
            </a:r>
            <a:endParaRPr lang="ar-SA" sz="5300" dirty="0"/>
          </a:p>
        </p:txBody>
      </p:sp>
      <p:sp>
        <p:nvSpPr>
          <p:cNvPr id="14" name="C3 W3 pill"/>
          <p:cNvSpPr/>
          <p:nvPr/>
        </p:nvSpPr>
        <p:spPr>
          <a:xfrm>
            <a:off x="3119535" y="896112"/>
            <a:ext cx="1233208" cy="1371600"/>
          </a:xfrm>
          <a:prstGeom prst="roundRect">
            <a:avLst>
              <a:gd name="adj" fmla="val 29659"/>
            </a:avLst>
          </a:prstGeom>
          <a:solidFill>
            <a:srgbClr val="FFFFFF"/>
          </a:solidFill>
          <a:ln w="76200">
            <a:solidFill>
              <a:srgbClr val="B6E2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3119535" y="896112"/>
            <a:ext cx="123320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5300" dirty="0"/>
          </a:p>
        </p:txBody>
      </p:sp>
      <p:sp>
        <p:nvSpPr>
          <p:cNvPr id="16" name="C4 W4 pill"/>
          <p:cNvSpPr/>
          <p:nvPr/>
        </p:nvSpPr>
        <p:spPr>
          <a:xfrm>
            <a:off x="910662" y="896112"/>
            <a:ext cx="18888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6E2"/>
            </a:solidFill>
            <a:prstDash val="solid"/>
          </a:ln>
        </p:spPr>
      </p:sp>
      <p:sp>
        <p:nvSpPr>
          <p:cNvPr id="17" name="C4 W4 word"/>
          <p:cNvSpPr txBox="1"/>
          <p:nvPr/>
        </p:nvSpPr>
        <p:spPr>
          <a:xfrm>
            <a:off x="910662" y="896112"/>
            <a:ext cx="18888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خَلَقَ</a:t>
            </a:r>
            <a:endParaRPr lang="ar-SA" sz="5300" dirty="0"/>
          </a:p>
        </p:txBody>
      </p:sp>
      <p:sp>
        <p:nvSpPr>
          <p:cNvPr id="18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S panel"/>
          <p:cNvSpPr/>
          <p:nvPr/>
        </p:nvSpPr>
        <p:spPr>
          <a:xfrm>
            <a:off x="2010070" y="2834640"/>
            <a:ext cx="512385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5 S sentence"/>
          <p:cNvSpPr txBox="1"/>
          <p:nvPr/>
        </p:nvSpPr>
        <p:spPr>
          <a:xfrm>
            <a:off x="2010070" y="2834640"/>
            <a:ext cx="512385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 شَرِّ مَا خَلَقَ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6960030" y="896112"/>
            <a:ext cx="171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3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6960030" y="896112"/>
            <a:ext cx="171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</a:t>
            </a:r>
            <a:endParaRPr lang="ar-SA" sz="4300" dirty="0"/>
          </a:p>
        </p:txBody>
      </p:sp>
      <p:sp>
        <p:nvSpPr>
          <p:cNvPr id="13" name="C2 W2 pill"/>
          <p:cNvSpPr/>
          <p:nvPr/>
        </p:nvSpPr>
        <p:spPr>
          <a:xfrm>
            <a:off x="4887580" y="896112"/>
            <a:ext cx="17524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3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4887580" y="896112"/>
            <a:ext cx="17524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أَعُوذُ</a:t>
            </a:r>
            <a:endParaRPr lang="ar-SA" sz="4300" dirty="0"/>
          </a:p>
        </p:txBody>
      </p:sp>
      <p:sp>
        <p:nvSpPr>
          <p:cNvPr id="15" name="C3 W3 pill"/>
          <p:cNvSpPr/>
          <p:nvPr/>
        </p:nvSpPr>
        <p:spPr>
          <a:xfrm>
            <a:off x="2855150" y="896112"/>
            <a:ext cx="17123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3E2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2855150" y="896112"/>
            <a:ext cx="17123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بِرَبِّ</a:t>
            </a:r>
            <a:endParaRPr lang="ar-SA" sz="4300" dirty="0"/>
          </a:p>
        </p:txBody>
      </p:sp>
      <p:sp>
        <p:nvSpPr>
          <p:cNvPr id="17" name="C4 W4 pill"/>
          <p:cNvSpPr/>
          <p:nvPr/>
        </p:nvSpPr>
        <p:spPr>
          <a:xfrm>
            <a:off x="472529" y="896112"/>
            <a:ext cx="20625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3"/>
            </a:solidFill>
            <a:prstDash val="solid"/>
          </a:ln>
        </p:spPr>
      </p:sp>
      <p:sp>
        <p:nvSpPr>
          <p:cNvPr id="18" name="C4 W4 word"/>
          <p:cNvSpPr txBox="1"/>
          <p:nvPr/>
        </p:nvSpPr>
        <p:spPr>
          <a:xfrm>
            <a:off x="472529" y="896112"/>
            <a:ext cx="20625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ٱلنَّاسِ</a:t>
            </a:r>
            <a:endParaRPr lang="ar-SA" sz="4300" dirty="0"/>
          </a:p>
        </p:txBody>
      </p:sp>
      <p:sp>
        <p:nvSpPr>
          <p:cNvPr id="19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S panel"/>
          <p:cNvSpPr/>
          <p:nvPr/>
        </p:nvSpPr>
        <p:spPr>
          <a:xfrm>
            <a:off x="1703639" y="2834640"/>
            <a:ext cx="57367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5 S sentence"/>
          <p:cNvSpPr txBox="1"/>
          <p:nvPr/>
        </p:nvSpPr>
        <p:spPr>
          <a:xfrm>
            <a:off x="1703639" y="2834640"/>
            <a:ext cx="57367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 أَعُوذُ بِرَبِّ ٱلنَّاسِ</a:t>
            </a:r>
            <a:endParaRPr lang="ar-SA" sz="4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kasra 12-kaf</dc:title>
  <dc:subject>PptxGenJS Presentation</dc:subject>
  <dc:creator>PptxGenJS</dc:creator>
  <cp:lastModifiedBy>PptxGenJS</cp:lastModifiedBy>
  <cp:revision>1</cp:revision>
  <dcterms:created xsi:type="dcterms:W3CDTF">2026-10-21T19:04:15Z</dcterms:created>
  <dcterms:modified xsi:type="dcterms:W3CDTF">2026-10-21T19:04:15Z</dcterms:modified>
</cp:coreProperties>
</file>