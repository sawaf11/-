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A"/>
          </a:solidFill>
          <a:ln w="12700">
            <a:solidFill>
              <a:srgbClr val="5EED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3"/>
          </a:solidFill>
          <a:ln w="12700">
            <a:solidFill>
              <a:srgbClr val="E052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D864"/>
          </a:solidFill>
          <a:ln w="12700">
            <a:solidFill>
              <a:srgbClr val="8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D147"/>
          </a:solidFill>
          <a:ln w="12700">
            <a:solidFill>
              <a:srgbClr val="8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كَبِّ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5EED"/>
          </a:solidFill>
          <a:ln w="12700">
            <a:solidFill>
              <a:srgbClr val="7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E052"/>
          </a:solidFill>
          <a:ln w="12700">
            <a:solidFill>
              <a:srgbClr val="B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ED8"/>
          </a:solidFill>
          <a:ln w="12700">
            <a:solidFill>
              <a:srgbClr val="649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3D1"/>
          </a:solidFill>
          <a:ln w="12700">
            <a:solidFill>
              <a:srgbClr val="47A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كَذِّ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A"/>
          </a:solidFill>
          <a:ln w="12700">
            <a:solidFill>
              <a:srgbClr val="ED5E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كَرِّ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AE0"/>
          </a:solidFill>
          <a:ln w="12700">
            <a:solidFill>
              <a:srgbClr val="52D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1"/>
          </a:solidFill>
          <a:ln w="12700">
            <a:solidFill>
              <a:srgbClr val="DB70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5"/>
          </a:solidFill>
          <a:ln w="12700">
            <a:solidFill>
              <a:srgbClr val="D147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كَسِّ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2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2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كَصِّ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3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3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كَطِّ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كَظِّ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كَعِّ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كَغِّ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3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3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كَفِّ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كَقِّ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5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أَكِّبَ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2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بَكِّتَ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6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تَكِّثَ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8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ثَكِّجَ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8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جَكِّحَ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8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حَكِّخَ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36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خَكِّدَ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36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دَكِّذَ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76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ذَكِّرَ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76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رَكِّزَ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76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زَكِّسَ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14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سَكِّشَ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9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شَكِّصَ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6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صَكِّضَ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264"/>
          </a:solidFill>
          <a:ln w="12700">
            <a:solidFill>
              <a:srgbClr val="D88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447"/>
          </a:solidFill>
          <a:ln w="12700">
            <a:solidFill>
              <a:srgbClr val="D15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57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ضَكِّطَ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17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طَكِّظَ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8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ظَكِّعَ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8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عَكِّغَ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249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غَكِّفَ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50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فَكِّقَ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5"/>
          </a:solidFill>
          <a:ln w="12700">
            <a:solidFill>
              <a:srgbClr val="64D8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قَكِّأَ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أَكِّ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09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بَكِّ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تَكِّ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5EED"/>
          </a:solidFill>
          <a:ln w="12700">
            <a:solidFill>
              <a:srgbClr val="9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ثَكِّ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جَكِّ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حَكِّ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ذَكِّ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0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رَكِّ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0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سَكِّ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شَكِّ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صَكِّ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ضَكِّ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طَكِّ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9"/>
          </a:solidFill>
          <a:ln w="12700">
            <a:solidFill>
              <a:srgbClr val="E052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غَكِّ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قَكِّ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A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A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D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4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6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3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5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7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3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12-kaf</dc:title>
  <dc:subject>PptxGenJS Presentation</dc:subject>
  <dc:creator>PptxGenJS</dc:creator>
  <cp:lastModifiedBy>PptxGenJS</cp:lastModifiedBy>
  <cp:revision>1</cp:revision>
  <dcterms:created xsi:type="dcterms:W3CDTF">2026-10-21T19:04:15Z</dcterms:created>
  <dcterms:modified xsi:type="dcterms:W3CDTF">2026-10-21T19:04:15Z</dcterms:modified>
</cp:coreProperties>
</file>