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7"/>
          </a:solidFill>
          <a:ln w="12700">
            <a:solidFill>
              <a:srgbClr val="ED5E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7E0"/>
          </a:solidFill>
          <a:ln w="12700">
            <a:solidFill>
              <a:srgbClr val="52D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F"/>
          </a:solidFill>
          <a:ln w="12700">
            <a:solidFill>
              <a:srgbClr val="DB70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هَبِّ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8"/>
          </a:solidFill>
          <a:ln w="12700">
            <a:solidFill>
              <a:srgbClr val="D864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2"/>
          </a:solidFill>
          <a:ln w="12700">
            <a:solidFill>
              <a:srgbClr val="D147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52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475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هَثِّ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ED5E"/>
          </a:solidFill>
          <a:ln w="12700">
            <a:solidFill>
              <a:srgbClr val="8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652E0"/>
          </a:solidFill>
          <a:ln w="12700">
            <a:solidFill>
              <a:srgbClr val="C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DB70"/>
          </a:solidFill>
          <a:ln w="12700">
            <a:solidFill>
              <a:srgbClr val="B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5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هَدِّ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D864"/>
          </a:solidFill>
          <a:ln w="12700">
            <a:solidFill>
              <a:srgbClr val="D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E47"/>
          </a:solidFill>
          <a:ln w="12700">
            <a:solidFill>
              <a:srgbClr val="D1B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هَذِّ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48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هَرِّ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134"/>
          </a:solidFill>
          <a:ln w="12700">
            <a:solidFill>
              <a:srgbClr val="794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3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هَسِّ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EED"/>
          </a:solidFill>
          <a:ln w="12700">
            <a:solidFill>
              <a:srgbClr val="5EA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74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هَصِّ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E"/>
          </a:solidFill>
          <a:ln w="12700">
            <a:solidFill>
              <a:srgbClr val="64D8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B"/>
          </a:solidFill>
          <a:ln w="12700">
            <a:solidFill>
              <a:srgbClr val="47D19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839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هَطِّ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839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هَظِّ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8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68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هَعِّ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1"/>
          </a:solidFill>
          <a:ln w="12700">
            <a:solidFill>
              <a:srgbClr val="ED5E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11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1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هَغِّ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F"/>
          </a:solidFill>
          <a:ln w="12700">
            <a:solidFill>
              <a:srgbClr val="52E0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7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49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43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هَفِّ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64D8"/>
          </a:solidFill>
          <a:ln w="12700">
            <a:solidFill>
              <a:srgbClr val="A1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947D1"/>
          </a:solidFill>
          <a:ln w="12700">
            <a:solidFill>
              <a:srgbClr val="7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2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0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هَقِّ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45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98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هَكِّ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7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69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0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هَلِّ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8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0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هَمِّ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55E"/>
          </a:solidFill>
          <a:ln w="12700">
            <a:solidFill>
              <a:srgbClr val="EDE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7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24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2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هَنِّ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52E0"/>
          </a:solidFill>
          <a:ln w="12700">
            <a:solidFill>
              <a:srgbClr val="5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D70"/>
          </a:solidFill>
          <a:ln w="12700">
            <a:solidFill>
              <a:srgbClr val="DBA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أَهِّبَ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464"/>
          </a:solidFill>
          <a:ln w="12700">
            <a:solidFill>
              <a:srgbClr val="D88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20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بَهِّتَ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0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تَهِّثَ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ثَهِّجَ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2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جَهِّحَ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2"/>
          </a:solidFill>
          <a:ln w="12700">
            <a:solidFill>
              <a:srgbClr val="5EED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7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7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8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72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حَهِّخَ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3"/>
          </a:solidFill>
          <a:ln w="12700">
            <a:solidFill>
              <a:srgbClr val="70DB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20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7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7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0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خَهِّدَ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7"/>
          </a:solidFill>
          <a:ln w="12700">
            <a:solidFill>
              <a:srgbClr val="64D8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5877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دَهِّذَ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9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ذَهِّرَ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988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رَهِّزَ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5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زَهِّسَ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5EED"/>
          </a:solidFill>
          <a:ln w="12700">
            <a:solidFill>
              <a:srgbClr val="9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30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سَهِّشَ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FE052"/>
          </a:solidFill>
          <a:ln w="12700">
            <a:solidFill>
              <a:srgbClr val="8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32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49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32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شَهِّصَ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DD8"/>
          </a:solidFill>
          <a:ln w="12700">
            <a:solidFill>
              <a:srgbClr val="647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DD1"/>
          </a:solidFill>
          <a:ln w="12700">
            <a:solidFill>
              <a:srgbClr val="477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3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صَهِّضَ</a:t>
            </a:r>
            <a:endParaRPr lang="ar-SA" sz="5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36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675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4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ضَهِّطَ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طَهِّظَ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2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ظَهِّعَ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B5E"/>
          </a:solidFill>
          <a:ln w="12700">
            <a:solidFill>
              <a:srgbClr val="ED7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725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عَهِّغَ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2E0"/>
          </a:solidFill>
          <a:ln w="12700">
            <a:solidFill>
              <a:srgbClr val="52B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2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623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غَهِّفَ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A"/>
          </a:solidFill>
          <a:ln w="12700">
            <a:solidFill>
              <a:srgbClr val="D864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F"/>
          </a:solidFill>
          <a:ln w="12700">
            <a:solidFill>
              <a:srgbClr val="D1479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25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52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فَهِّقَ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3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قَهِّكَ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3479"/>
          </a:solidFill>
          <a:ln w="12700">
            <a:solidFill>
              <a:srgbClr val="6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8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511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كَهِّلَ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82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لَهِّمَ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ED5E"/>
          </a:solidFill>
          <a:ln w="12700">
            <a:solidFill>
              <a:srgbClr val="6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463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0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مَهِّنَ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6"/>
          </a:solidFill>
          <a:ln w="12700">
            <a:solidFill>
              <a:srgbClr val="E052D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17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54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0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نَهِّأَ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D864"/>
          </a:solidFill>
          <a:ln w="12700">
            <a:solidFill>
              <a:srgbClr val="B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26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بَهِّ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ثَهِّ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9ED"/>
          </a:solidFill>
          <a:ln w="12700">
            <a:solidFill>
              <a:srgbClr val="5E8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61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جَهِّ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752"/>
          </a:solidFill>
          <a:ln w="12700">
            <a:solidFill>
              <a:srgbClr val="E0C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9DB"/>
          </a:solidFill>
          <a:ln w="12700">
            <a:solidFill>
              <a:srgbClr val="70B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حَهِّ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19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خَهِّ</a:t>
            </a:r>
            <a:endParaRPr lang="ar-SA" sz="8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13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13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ذَهِّ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رَهِّ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D"/>
          </a:solidFill>
          <a:ln w="12700">
            <a:solidFill>
              <a:srgbClr val="ED5E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0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زَهِّ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047"/>
          </a:solidFill>
          <a:ln w="12700">
            <a:solidFill>
              <a:srgbClr val="856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0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سَهِّ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C47D1"/>
          </a:solidFill>
          <a:ln w="12700">
            <a:solidFill>
              <a:srgbClr val="9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24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24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0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شَهِّ</a:t>
            </a:r>
            <a:endParaRPr lang="ar-SA" sz="8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45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0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صَهِّ</a:t>
            </a:r>
            <a:endParaRPr lang="ar-SA" sz="8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24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24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03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ضَهِّ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طَهِّ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ظَهِّ</a:t>
            </a:r>
            <a:endParaRPr lang="ar-SA" sz="8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052E0"/>
          </a:solidFill>
          <a:ln w="12700">
            <a:solidFill>
              <a:srgbClr val="8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عَهِّ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1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1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غَهِّ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فَهِّ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قَهِّ</a:t>
            </a:r>
            <a:endParaRPr lang="ar-SA" sz="8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كَهِّ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6"/>
          </a:solidFill>
          <a:ln w="12700">
            <a:solidFill>
              <a:srgbClr val="5EED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D52"/>
          </a:solidFill>
          <a:ln w="12700">
            <a:solidFill>
              <a:srgbClr val="E05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E"/>
          </a:solidFill>
          <a:ln w="12700">
            <a:solidFill>
              <a:srgbClr val="70DB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D85"/>
          </a:solidFill>
          <a:ln w="12700">
            <a:solidFill>
              <a:srgbClr val="474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27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مَهِّ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5"/>
          </a:solidFill>
          <a:ln w="12700">
            <a:solidFill>
              <a:srgbClr val="64D88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8"/>
          </a:solidFill>
          <a:ln w="12700">
            <a:solidFill>
              <a:srgbClr val="47D1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92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80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نَهِّ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5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5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12B"/>
          </a:solidFill>
          <a:ln w="12700">
            <a:solidFill>
              <a:srgbClr val="646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7934"/>
          </a:solidFill>
          <a:ln w="12700">
            <a:solidFill>
              <a:srgbClr val="5A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E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E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C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4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9C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6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C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35EED"/>
          </a:solidFill>
          <a:ln w="12700">
            <a:solidFill>
              <a:srgbClr val="C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9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20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9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22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9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4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9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15-ha</dc:title>
  <dc:subject>PptxGenJS Presentation</dc:subject>
  <dc:creator>PptxGenJS</dc:creator>
  <cp:lastModifiedBy>PptxGenJS</cp:lastModifiedBy>
  <cp:revision>1</cp:revision>
  <dcterms:created xsi:type="dcterms:W3CDTF">2026-10-21T19:04:15Z</dcterms:created>
  <dcterms:modified xsi:type="dcterms:W3CDTF">2026-10-21T19:04:15Z</dcterms:modified>
</cp:coreProperties>
</file>