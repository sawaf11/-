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notesMasterIdLst>
    <p:notesMasterId r:id="rId8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19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8 R result"/>
          <p:cNvSpPr txBox="1"/>
          <p:nvPr/>
        </p:nvSpPr>
        <p:spPr>
          <a:xfrm>
            <a:off x="685800" y="156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4"/>
          </a:solidFill>
          <a:ln w="12700">
            <a:solidFill>
              <a:srgbClr val="347964"/>
            </a:solidFill>
            <a:prstDash val="solid"/>
          </a:ln>
        </p:spPr>
      </p:sp>
      <p:sp>
        <p:nvSpPr>
          <p:cNvPr id="12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2064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700" dirty="0"/>
          </a:p>
        </p:txBody>
      </p:sp>
      <p:sp>
        <p:nvSpPr>
          <p:cNvPr id="14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C3 W2 word"/>
          <p:cNvSpPr txBox="1"/>
          <p:nvPr/>
        </p:nvSpPr>
        <p:spPr>
          <a:xfrm>
            <a:off x="91440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9700" dirty="0"/>
          </a:p>
        </p:txBody>
      </p:sp>
      <p:sp>
        <p:nvSpPr>
          <p:cNvPr id="17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8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7"/>
          </a:solidFill>
          <a:ln w="12700">
            <a:solidFill>
              <a:srgbClr val="ED5E6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هَأۡإِ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7E0"/>
          </a:solidFill>
          <a:ln w="12700">
            <a:solidFill>
              <a:srgbClr val="52D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F"/>
          </a:solidFill>
          <a:ln w="12700">
            <a:solidFill>
              <a:srgbClr val="DB709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7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هَبِّ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8"/>
          </a:solidFill>
          <a:ln w="12700">
            <a:solidFill>
              <a:srgbClr val="D864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2"/>
          </a:solidFill>
          <a:ln w="12700">
            <a:solidFill>
              <a:srgbClr val="D147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052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هَتِّ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475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هَثِّ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هَجِّ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708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هَحِّ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ED5E"/>
          </a:solidFill>
          <a:ln w="12700">
            <a:solidFill>
              <a:srgbClr val="8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1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71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652E0"/>
          </a:solidFill>
          <a:ln w="12700">
            <a:solidFill>
              <a:srgbClr val="C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DB70"/>
          </a:solidFill>
          <a:ln w="12700">
            <a:solidFill>
              <a:srgbClr val="B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F"/>
          </a:solidFill>
          <a:ln w="12700">
            <a:solidFill>
              <a:srgbClr val="4785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855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هَدِّ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D864"/>
          </a:solidFill>
          <a:ln w="12700">
            <a:solidFill>
              <a:srgbClr val="D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E47"/>
          </a:solidFill>
          <a:ln w="12700">
            <a:solidFill>
              <a:srgbClr val="D1B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71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هَذِّ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048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هَرِّ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134"/>
          </a:solidFill>
          <a:ln w="12700">
            <a:solidFill>
              <a:srgbClr val="794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هَزِّ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93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هَسِّ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EED"/>
          </a:solidFill>
          <a:ln w="12700">
            <a:solidFill>
              <a:srgbClr val="5EA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1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1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71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هَشِّ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7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174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هَصِّ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E"/>
          </a:solidFill>
          <a:ln w="12700">
            <a:solidFill>
              <a:srgbClr val="64D8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B"/>
          </a:solidFill>
          <a:ln w="12700">
            <a:solidFill>
              <a:srgbClr val="47D1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هَضِّ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839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هَطِّ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839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هَظِّ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68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هَعِّ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1"/>
          </a:solidFill>
          <a:ln w="12700">
            <a:solidFill>
              <a:srgbClr val="ED5E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1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71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هَغِّ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F"/>
          </a:solidFill>
          <a:ln w="12700">
            <a:solidFill>
              <a:srgbClr val="52E0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71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هَفِّ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64D8"/>
          </a:solidFill>
          <a:ln w="12700">
            <a:solidFill>
              <a:srgbClr val="A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47D1"/>
          </a:solidFill>
          <a:ln w="12700">
            <a:solidFill>
              <a:srgbClr val="7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هَقِّ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5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59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هَكِّ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28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69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70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هَلِّ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069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08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430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هَمِّ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55E"/>
          </a:solidFill>
          <a:ln w="12700">
            <a:solidFill>
              <a:srgbClr val="EDE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7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424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0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79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هَنِّ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52E0"/>
          </a:solidFill>
          <a:ln w="12700">
            <a:solidFill>
              <a:srgbClr val="5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D70"/>
          </a:solidFill>
          <a:ln w="12700">
            <a:solidFill>
              <a:srgbClr val="DBA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أَهِّبَ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464"/>
          </a:solidFill>
          <a:ln w="12700">
            <a:solidFill>
              <a:srgbClr val="D88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20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بَهِّتَ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20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تَهِّثَ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ثَهِّجَ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725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جَهِّحَ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2"/>
          </a:solidFill>
          <a:ln w="12700">
            <a:solidFill>
              <a:srgbClr val="5EED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57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57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725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حَهِّخَ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3"/>
          </a:solidFill>
          <a:ln w="12700">
            <a:solidFill>
              <a:srgbClr val="70DB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57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57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20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خَهِّدَ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7"/>
          </a:solidFill>
          <a:ln w="12700">
            <a:solidFill>
              <a:srgbClr val="64D8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D147"/>
          </a:solidFill>
          <a:ln w="12700">
            <a:solidFill>
              <a:srgbClr val="5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87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دَهِّذَ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98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ذَهِّرَ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498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رَهِّزَ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85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زَهِّسَ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5EED"/>
          </a:solidFill>
          <a:ln w="12700">
            <a:solidFill>
              <a:srgbClr val="9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30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سَهِّشَ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E052"/>
          </a:solidFill>
          <a:ln w="12700">
            <a:solidFill>
              <a:srgbClr val="8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64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324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شَهِّصَ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DD8"/>
          </a:solidFill>
          <a:ln w="12700">
            <a:solidFill>
              <a:srgbClr val="647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DD1"/>
          </a:solidFill>
          <a:ln w="12700">
            <a:solidFill>
              <a:srgbClr val="477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75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75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33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صَهِّضَ</a:t>
            </a:r>
            <a:endParaRPr lang="ar-SA" sz="5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675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675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24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ضَهِّطَ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21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طَهِّظَ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725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ظَهِّعَ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B5E"/>
          </a:solidFill>
          <a:ln w="12700">
            <a:solidFill>
              <a:srgbClr val="ED7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16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725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عَهِّغَ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2E0"/>
          </a:solidFill>
          <a:ln w="12700">
            <a:solidFill>
              <a:srgbClr val="52B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623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82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21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غَهِّفَ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A"/>
          </a:solidFill>
          <a:ln w="12700">
            <a:solidFill>
              <a:srgbClr val="D864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F"/>
          </a:solidFill>
          <a:ln w="12700">
            <a:solidFill>
              <a:srgbClr val="D147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فَهِّقَ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قَهِّكَ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11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كَهِّلَ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لَهِّمَ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ED5E"/>
          </a:solidFill>
          <a:ln w="12700">
            <a:solidFill>
              <a:srgbClr val="6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20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مَهِّنَ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6"/>
          </a:solidFill>
          <a:ln w="12700">
            <a:solidFill>
              <a:srgbClr val="E052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نَهِّأَ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D864"/>
          </a:solidFill>
          <a:ln w="12700">
            <a:solidFill>
              <a:srgbClr val="B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أَهِّ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226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بَهِّ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8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تَهِّ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8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ثَهِّ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9ED"/>
          </a:solidFill>
          <a:ln w="12700">
            <a:solidFill>
              <a:srgbClr val="5E8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261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جَهِّ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752"/>
          </a:solidFill>
          <a:ln w="12700">
            <a:solidFill>
              <a:srgbClr val="E0C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9DB"/>
          </a:solidFill>
          <a:ln w="12700">
            <a:solidFill>
              <a:srgbClr val="70B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38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حَهِّ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0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19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19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8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خَهِّ</a:t>
            </a:r>
            <a:endParaRPr lang="ar-SA" sz="8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913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دَهِّ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913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ذَهِّ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0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رَهِّ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60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زَهِّ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30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سَهِّ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47D1"/>
          </a:solidFill>
          <a:ln w="12700">
            <a:solidFill>
              <a:srgbClr val="9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24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24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0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0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شَهِّ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07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45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45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30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صَهِّ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818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24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24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0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03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ضَهِّ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8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طَهِّ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38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ظَهِّ</a:t>
            </a:r>
            <a:endParaRPr lang="ar-SA" sz="8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38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عَهِّ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1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71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71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8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غَهِّ</a:t>
            </a:r>
            <a:endParaRPr lang="ar-SA" sz="8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616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38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فَهِّ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8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8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قَهِّ</a:t>
            </a:r>
            <a:endParaRPr lang="ar-SA" sz="8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8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كَهِّ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38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لَهِّ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D52"/>
          </a:solidFill>
          <a:ln w="12700">
            <a:solidFill>
              <a:srgbClr val="E05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22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مَهِّ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9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92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380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نَهِّ</a:t>
            </a:r>
            <a:endParaRPr lang="ar-SA" sz="8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214254" y="896112"/>
            <a:ext cx="15877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5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214254" y="896112"/>
            <a:ext cx="1587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4700" dirty="0"/>
          </a:p>
        </p:txBody>
      </p:sp>
      <p:sp>
        <p:nvSpPr>
          <p:cNvPr id="13" name="C2 W2 pill"/>
          <p:cNvSpPr/>
          <p:nvPr/>
        </p:nvSpPr>
        <p:spPr>
          <a:xfrm>
            <a:off x="2341985" y="896112"/>
            <a:ext cx="25522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5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41985" y="896112"/>
            <a:ext cx="25522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47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05474" y="2834640"/>
            <a:ext cx="37330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05474" y="2834640"/>
            <a:ext cx="37330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 ٱلۡعَٰلَمِينَ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96303" y="896112"/>
            <a:ext cx="18140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E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96303" y="896112"/>
            <a:ext cx="18140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2633630" y="896112"/>
            <a:ext cx="17426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E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33630" y="896112"/>
            <a:ext cx="17426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لِرَبِّكَ</a:t>
            </a:r>
            <a:endParaRPr lang="ar-SA" sz="40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32780" y="2834640"/>
            <a:ext cx="3078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32780" y="2834640"/>
            <a:ext cx="3078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 لِرَبِّكَ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677519" y="896112"/>
            <a:ext cx="15558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C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677519" y="896112"/>
            <a:ext cx="15558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4672783" y="896112"/>
            <a:ext cx="16846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672783" y="896112"/>
            <a:ext cx="16846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شَرِّ</a:t>
            </a:r>
            <a:endParaRPr lang="ar-SA" sz="5300" dirty="0"/>
          </a:p>
        </p:txBody>
      </p:sp>
      <p:sp>
        <p:nvSpPr>
          <p:cNvPr id="14" name="C3 W3 pill"/>
          <p:cNvSpPr/>
          <p:nvPr/>
        </p:nvSpPr>
        <p:spPr>
          <a:xfrm>
            <a:off x="3119535" y="896112"/>
            <a:ext cx="1233208" cy="1371600"/>
          </a:xfrm>
          <a:prstGeom prst="roundRect">
            <a:avLst>
              <a:gd name="adj" fmla="val 29659"/>
            </a:avLst>
          </a:prstGeom>
          <a:solidFill>
            <a:srgbClr val="FFFFFF"/>
          </a:solidFill>
          <a:ln w="76200">
            <a:solidFill>
              <a:srgbClr val="9C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3119535" y="896112"/>
            <a:ext cx="12332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5300" dirty="0"/>
          </a:p>
        </p:txBody>
      </p:sp>
      <p:sp>
        <p:nvSpPr>
          <p:cNvPr id="16" name="C4 W4 pill"/>
          <p:cNvSpPr/>
          <p:nvPr/>
        </p:nvSpPr>
        <p:spPr>
          <a:xfrm>
            <a:off x="910662" y="896112"/>
            <a:ext cx="1888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CE2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910662" y="896112"/>
            <a:ext cx="1888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خَلَقَ</a:t>
            </a:r>
            <a:endParaRPr lang="ar-SA" sz="53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2010070" y="2834640"/>
            <a:ext cx="51238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2010070" y="2834640"/>
            <a:ext cx="51238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5EED"/>
          </a:solidFill>
          <a:ln w="12700">
            <a:solidFill>
              <a:srgbClr val="C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9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20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9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22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9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24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9"/>
            </a:solidFill>
            <a:prstDash val="solid"/>
          </a:ln>
        </p:spPr>
      </p:sp>
      <p:sp>
        <p:nvSpPr>
          <p:cNvPr id="25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26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kasra 15-ha</dc:title>
  <dc:subject>PptxGenJS Presentation</dc:subject>
  <dc:creator>PptxGenJS</dc:creator>
  <cp:lastModifiedBy>PptxGenJS</cp:lastModifiedBy>
  <cp:revision>1</cp:revision>
  <dcterms:created xsi:type="dcterms:W3CDTF">2026-10-21T19:04:15Z</dcterms:created>
  <dcterms:modified xsi:type="dcterms:W3CDTF">2026-10-21T19:04:15Z</dcterms:modified>
</cp:coreProperties>
</file>