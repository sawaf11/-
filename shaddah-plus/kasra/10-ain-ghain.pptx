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</p:sldIdLst>
  <p:notesMasterIdLst>
    <p:notesMasterId r:id="rId1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notesMaster" Target="notesMasters/notesMaster1.xml"/><Relationship Id="rId115" Type="http://schemas.openxmlformats.org/officeDocument/2006/relationships/presProps" Target="presProps.xml"/><Relationship Id="rId116" Type="http://schemas.openxmlformats.org/officeDocument/2006/relationships/viewProps" Target="viewProps.xml"/><Relationship Id="rId117" Type="http://schemas.openxmlformats.org/officeDocument/2006/relationships/theme" Target="theme/theme1.xml"/><Relationship Id="rId1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642B"/>
          </a:solidFill>
          <a:ln w="12700">
            <a:solidFill>
              <a:srgbClr val="4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7934"/>
          </a:solidFill>
          <a:ln w="12700">
            <a:solidFill>
              <a:srgbClr val="3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4494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4494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5600" dirty="0"/>
          </a:p>
        </p:txBody>
      </p:sp>
      <p:sp>
        <p:nvSpPr>
          <p:cNvPr id="20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R result"/>
          <p:cNvSpPr txBox="1"/>
          <p:nvPr/>
        </p:nvSpPr>
        <p:spPr>
          <a:xfrm>
            <a:off x="685800" y="156005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بِّ</a:t>
            </a:r>
            <a:endParaRPr lang="ar-SA" sz="9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20640" y="1148755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بِّ</a:t>
            </a:r>
            <a:endParaRPr lang="ar-SA" sz="9700" dirty="0"/>
          </a:p>
        </p:txBody>
      </p:sp>
      <p:sp>
        <p:nvSpPr>
          <p:cNvPr id="12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4" name="C3 W2 word"/>
          <p:cNvSpPr txBox="1"/>
          <p:nvPr/>
        </p:nvSpPr>
        <p:spPr>
          <a:xfrm>
            <a:off x="914400" y="1148755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تَبِّ</a:t>
            </a:r>
            <a:endParaRPr lang="ar-SA" sz="9700" dirty="0"/>
          </a:p>
        </p:txBody>
      </p:sp>
      <p:sp>
        <p:nvSpPr>
          <p:cNvPr id="15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6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  <p:bldP spid="15" grpId="0" animBg="1"/>
      <p:bldP spid="1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C"/>
          </a:solidFill>
          <a:ln w="12700">
            <a:solidFill>
              <a:srgbClr val="ED5EC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509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تَبِّ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5"/>
          </a:solidFill>
          <a:ln w="12700">
            <a:solidFill>
              <a:srgbClr val="52E08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C70DB"/>
          </a:solidFill>
          <a:ln w="12700">
            <a:solidFill>
              <a:srgbClr val="C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347"/>
          </a:solidFill>
          <a:ln w="12700">
            <a:solidFill>
              <a:srgbClr val="855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3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3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737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عَأۡإِ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664D8"/>
          </a:solidFill>
          <a:ln w="12700">
            <a:solidFill>
              <a:srgbClr val="A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F47D1"/>
          </a:solidFill>
          <a:ln w="12700">
            <a:solidFill>
              <a:srgbClr val="7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59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59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09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عَبِّ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109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عَتِّ</a:t>
            </a:r>
            <a:endParaRPr lang="ar-SA" sz="8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764"/>
          </a:solidFill>
          <a:ln w="12700">
            <a:solidFill>
              <a:srgbClr val="2B5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679"/>
          </a:solidFill>
          <a:ln w="12700">
            <a:solidFill>
              <a:srgbClr val="344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2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2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55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عَثِّ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عَجِّ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B5E"/>
          </a:solidFill>
          <a:ln w="12700">
            <a:solidFill>
              <a:srgbClr val="EDE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عَحِّ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152E0"/>
          </a:solidFill>
          <a:ln w="12700">
            <a:solidFill>
              <a:srgbClr val="6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170"/>
          </a:solidFill>
          <a:ln w="12700">
            <a:solidFill>
              <a:srgbClr val="DBB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8547"/>
          </a:solidFill>
          <a:ln w="12700">
            <a:solidFill>
              <a:srgbClr val="4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42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42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621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عَخِّ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964"/>
          </a:solidFill>
          <a:ln w="12700">
            <a:solidFill>
              <a:srgbClr val="D88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C47"/>
          </a:solidFill>
          <a:ln w="12700">
            <a:solidFill>
              <a:srgbClr val="D15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1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1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988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عَدِّ</a:t>
            </a:r>
            <a:endParaRPr lang="ar-SA" sz="9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9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09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4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801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عَذِّ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2B64"/>
          </a:solidFill>
          <a:ln w="12700">
            <a:solidFill>
              <a:srgbClr val="6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8"/>
          </a:solidFill>
          <a:ln w="12700">
            <a:solidFill>
              <a:srgbClr val="79345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1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01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048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عَرِّ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9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9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عَزِّ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7"/>
          </a:solidFill>
          <a:ln w="12700">
            <a:solidFill>
              <a:srgbClr val="5EEDC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6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6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34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93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عَسِّ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6"/>
          </a:solidFill>
          <a:ln w="12700">
            <a:solidFill>
              <a:srgbClr val="E0526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7"/>
          </a:solidFill>
          <a:ln w="12700">
            <a:solidFill>
              <a:srgbClr val="70DB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1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3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31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405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عَشِّ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C"/>
          </a:solidFill>
          <a:ln w="12700">
            <a:solidFill>
              <a:srgbClr val="64D86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5D147"/>
          </a:solidFill>
          <a:ln w="12700">
            <a:solidFill>
              <a:srgbClr val="5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6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6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174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عَصِّ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0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30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3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135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عَضِّ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59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59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عَطِّ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2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2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عَظِّ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45EED"/>
          </a:solidFill>
          <a:ln w="12700">
            <a:solidFill>
              <a:srgbClr val="A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أَعِّبَ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9E052"/>
          </a:solidFill>
          <a:ln w="12700">
            <a:solidFill>
              <a:srgbClr val="8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70DB"/>
          </a:solidFill>
          <a:ln w="12700">
            <a:solidFill>
              <a:srgbClr val="7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9"/>
          </a:solidFill>
          <a:ln w="12700">
            <a:solidFill>
              <a:srgbClr val="8547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559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بَعِّتَ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9D8"/>
          </a:solidFill>
          <a:ln w="12700">
            <a:solidFill>
              <a:srgbClr val="647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7D1"/>
          </a:solidFill>
          <a:ln w="12700">
            <a:solidFill>
              <a:srgbClr val="477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340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تَعِّثَ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ثَعِّجَ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7"/>
          </a:solidFill>
          <a:ln w="12700">
            <a:solidFill>
              <a:srgbClr val="2B64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8"/>
          </a:solidFill>
          <a:ln w="12700">
            <a:solidFill>
              <a:srgbClr val="3479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6705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جَعِّحَ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705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حَعِّخَ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05E"/>
          </a:solidFill>
          <a:ln w="12700">
            <a:solidFill>
              <a:srgbClr val="ED8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509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خَعِّدَ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DE0"/>
          </a:solidFill>
          <a:ln w="12700">
            <a:solidFill>
              <a:srgbClr val="52A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F"/>
          </a:solidFill>
          <a:ln w="12700">
            <a:solidFill>
              <a:srgbClr val="DB707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8547"/>
          </a:solidFill>
          <a:ln w="12700">
            <a:solidFill>
              <a:srgbClr val="7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773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دَعِّذَ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6"/>
          </a:solidFill>
          <a:ln w="12700">
            <a:solidFill>
              <a:srgbClr val="D8649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A"/>
          </a:solidFill>
          <a:ln w="12700">
            <a:solidFill>
              <a:srgbClr val="D1479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67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ذَعِّرَ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567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رَعِّزَ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2B64"/>
          </a:solidFill>
          <a:ln w="12700">
            <a:solidFill>
              <a:srgbClr val="3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3479"/>
          </a:solidFill>
          <a:ln w="12700">
            <a:solidFill>
              <a:srgbClr val="6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544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زَعِّسَ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13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سَعِّشَ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0ED5E"/>
          </a:solidFill>
          <a:ln w="12700">
            <a:solidFill>
              <a:srgbClr val="6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315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شَعِّصَ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0"/>
          </a:solidFill>
          <a:ln w="12700">
            <a:solidFill>
              <a:srgbClr val="E052D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ADB70"/>
          </a:solidFill>
          <a:ln w="12700">
            <a:solidFill>
              <a:srgbClr val="9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1"/>
          </a:solidFill>
          <a:ln w="12700">
            <a:solidFill>
              <a:srgbClr val="4785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318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صَعِّضَ</a:t>
            </a:r>
            <a:endParaRPr lang="ar-SA" sz="5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3D864"/>
          </a:solidFill>
          <a:ln w="12700">
            <a:solidFill>
              <a:srgbClr val="B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CD147"/>
          </a:solidFill>
          <a:ln w="12700">
            <a:solidFill>
              <a:srgbClr val="B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225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ضَعِّطَ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279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طَعِّظَ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C"/>
          </a:solidFill>
          <a:ln w="12700">
            <a:solidFill>
              <a:srgbClr val="642B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513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ظَعِّأَ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60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أَعِّ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4ED"/>
          </a:solidFill>
          <a:ln w="12700">
            <a:solidFill>
              <a:srgbClr val="5E8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68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بَعِّ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D52"/>
          </a:solidFill>
          <a:ln w="12700">
            <a:solidFill>
              <a:srgbClr val="E0C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4DB"/>
          </a:solidFill>
          <a:ln w="12700">
            <a:solidFill>
              <a:srgbClr val="70B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68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تَعِّ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0D8"/>
          </a:solidFill>
          <a:ln w="12700">
            <a:solidFill>
              <a:srgbClr val="64D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4"/>
          </a:solidFill>
          <a:ln w="12700">
            <a:solidFill>
              <a:srgbClr val="47D1C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ثَعِّ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68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جَعِّ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642B"/>
          </a:solidFill>
          <a:ln w="12700">
            <a:solidFill>
              <a:srgbClr val="3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5"/>
          </a:solidFill>
          <a:ln w="12700">
            <a:solidFill>
              <a:srgbClr val="34794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68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حَعِّ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68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خَعِّ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7"/>
          </a:solidFill>
          <a:ln w="12700">
            <a:solidFill>
              <a:srgbClr val="ED5EA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113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دَعِّ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9"/>
          </a:solidFill>
          <a:ln w="12700">
            <a:solidFill>
              <a:srgbClr val="52E0A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F"/>
          </a:solidFill>
          <a:ln w="12700">
            <a:solidFill>
              <a:srgbClr val="DB70C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113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ذَعِّ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464D8"/>
          </a:solidFill>
          <a:ln w="12700">
            <a:solidFill>
              <a:srgbClr val="C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247D1"/>
          </a:solidFill>
          <a:ln w="12700">
            <a:solidFill>
              <a:srgbClr val="A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113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رَعِّ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113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زَعِّ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579"/>
          </a:solidFill>
          <a:ln w="12700">
            <a:solidFill>
              <a:srgbClr val="343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68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سَعِّ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68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شَعِّ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BED5E"/>
          </a:solidFill>
          <a:ln w="12700">
            <a:solidFill>
              <a:srgbClr val="C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68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صَعِّ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652E0"/>
          </a:solidFill>
          <a:ln w="12700">
            <a:solidFill>
              <a:srgbClr val="8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D70"/>
          </a:solidFill>
          <a:ln w="12700">
            <a:solidFill>
              <a:srgbClr val="DBC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4"/>
          </a:solidFill>
          <a:ln w="12700">
            <a:solidFill>
              <a:srgbClr val="47855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68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ضَعِّ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764"/>
          </a:solidFill>
          <a:ln w="12700">
            <a:solidFill>
              <a:srgbClr val="D8A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F47"/>
          </a:solidFill>
          <a:ln w="12700">
            <a:solidFill>
              <a:srgbClr val="D17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68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طَعِّ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68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ظَعِّ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6"/>
          </a:solidFill>
          <a:ln w="12700">
            <a:solidFill>
              <a:srgbClr val="7934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5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65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737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غَأۡإِ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59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59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09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غَبِّ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C"/>
          </a:solidFill>
          <a:ln w="12700">
            <a:solidFill>
              <a:srgbClr val="5EEDE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7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7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109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غَتِّ</a:t>
            </a:r>
            <a:endParaRPr lang="ar-SA" sz="8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252"/>
          </a:solidFill>
          <a:ln w="12700">
            <a:solidFill>
              <a:srgbClr val="E06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2"/>
          </a:solidFill>
          <a:ln w="12700">
            <a:solidFill>
              <a:srgbClr val="70DBB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B85"/>
          </a:solidFill>
          <a:ln w="12700">
            <a:solidFill>
              <a:srgbClr val="474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8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8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55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غَثِّ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A"/>
          </a:solidFill>
          <a:ln w="12700">
            <a:solidFill>
              <a:srgbClr val="64D88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D"/>
          </a:solidFill>
          <a:ln w="12700">
            <a:solidFill>
              <a:srgbClr val="47D15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غَجِّ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غَحِّ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7934"/>
          </a:solidFill>
          <a:ln w="12700">
            <a:solidFill>
              <a:srgbClr val="5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621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غَخِّ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1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1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791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791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988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غَدِّ</a:t>
            </a:r>
            <a:endParaRPr lang="ar-SA" sz="9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5EED"/>
          </a:solidFill>
          <a:ln w="12700">
            <a:solidFill>
              <a:srgbClr val="C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4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801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غَذِّ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5E052"/>
          </a:solidFill>
          <a:ln w="12700">
            <a:solidFill>
              <a:srgbClr val="6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770DB"/>
          </a:solidFill>
          <a:ln w="12700">
            <a:solidFill>
              <a:srgbClr val="9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A"/>
          </a:solidFill>
          <a:ln w="12700">
            <a:solidFill>
              <a:srgbClr val="85475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4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34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962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962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غَرِّ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D64D8"/>
          </a:solidFill>
          <a:ln w="12700">
            <a:solidFill>
              <a:srgbClr val="6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4D1"/>
          </a:solidFill>
          <a:ln w="12700">
            <a:solidFill>
              <a:srgbClr val="475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غَزِّ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99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99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3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غَسِّ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5"/>
          </a:solidFill>
          <a:ln w="12700">
            <a:solidFill>
              <a:srgbClr val="2B64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979"/>
          </a:solidFill>
          <a:ln w="12700">
            <a:solidFill>
              <a:srgbClr val="346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2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72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31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405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غَشِّ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99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99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غَصِّ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55E"/>
          </a:solidFill>
          <a:ln w="12700">
            <a:solidFill>
              <a:srgbClr val="EDA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1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71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3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135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غَضِّ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8E0"/>
          </a:solidFill>
          <a:ln w="12700">
            <a:solidFill>
              <a:srgbClr val="528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D70"/>
          </a:solidFill>
          <a:ln w="12700">
            <a:solidFill>
              <a:srgbClr val="DB7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8547"/>
          </a:solidFill>
          <a:ln w="12700">
            <a:solidFill>
              <a:srgbClr val="6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59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59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غَطِّ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8"/>
          </a:solidFill>
          <a:ln w="12700">
            <a:solidFill>
              <a:srgbClr val="D8647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6"/>
          </a:solidFill>
          <a:ln w="12700">
            <a:solidFill>
              <a:srgbClr val="D1477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8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8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غَظِّ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68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غَعِّ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2B64"/>
          </a:solidFill>
          <a:ln w="12700">
            <a:solidFill>
              <a:srgbClr val="4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4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4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99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0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99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0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357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أَغِّبَ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9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9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48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648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357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بَغِّتَ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1"/>
          </a:solidFill>
          <a:ln w="12700">
            <a:solidFill>
              <a:srgbClr val="5EED8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48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648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857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0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857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0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19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تَغِّثَ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C"/>
          </a:solidFill>
          <a:ln w="12700">
            <a:solidFill>
              <a:srgbClr val="E052A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EDB70"/>
          </a:solidFill>
          <a:ln w="12700">
            <a:solidFill>
              <a:srgbClr val="7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885"/>
          </a:solidFill>
          <a:ln w="12700">
            <a:solidFill>
              <a:srgbClr val="477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857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857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78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0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78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0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498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ثَغِّجَ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5D864"/>
          </a:solidFill>
          <a:ln w="12700">
            <a:solidFill>
              <a:srgbClr val="9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9D147"/>
          </a:solidFill>
          <a:ln w="12700">
            <a:solidFill>
              <a:srgbClr val="9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8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8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8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8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498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جَغِّحَ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8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78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168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0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168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0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498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حَغِّخَ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92B"/>
          </a:solidFill>
          <a:ln w="12700">
            <a:solidFill>
              <a:srgbClr val="643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834"/>
          </a:solidFill>
          <a:ln w="12700">
            <a:solidFill>
              <a:srgbClr val="796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168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168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585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0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585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0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270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خَغِّدَ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5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5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97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97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342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دَغِّذَ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5FED"/>
          </a:solidFill>
          <a:ln w="12700">
            <a:solidFill>
              <a:srgbClr val="5E5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7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97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94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0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94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0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185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ذَغِّرَ</a:t>
            </a:r>
            <a:endParaRPr lang="ar-SA" sz="6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FE052"/>
          </a:solidFill>
          <a:ln w="12700">
            <a:solidFill>
              <a:srgbClr val="C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9DB"/>
          </a:solidFill>
          <a:ln w="12700">
            <a:solidFill>
              <a:srgbClr val="709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4785"/>
          </a:solidFill>
          <a:ln w="12700">
            <a:solidFill>
              <a:srgbClr val="8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4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94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330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0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330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0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185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رَغِّزَ</a:t>
            </a:r>
            <a:endParaRPr lang="ar-SA" sz="6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2D8"/>
          </a:solidFill>
          <a:ln w="12700">
            <a:solidFill>
              <a:srgbClr val="64B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BD1"/>
          </a:solidFill>
          <a:ln w="12700">
            <a:solidFill>
              <a:srgbClr val="47B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30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30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185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زَغِّسَ</a:t>
            </a:r>
            <a:endParaRPr lang="ar-SA" sz="6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9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9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50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0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50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0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031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سَغِّشَ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B"/>
          </a:solidFill>
          <a:ln w="12700">
            <a:solidFill>
              <a:srgbClr val="2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6"/>
          </a:solidFill>
          <a:ln w="12700">
            <a:solidFill>
              <a:srgbClr val="34795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0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0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98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0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98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0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007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شَغِّصَ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8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8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373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373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9727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صَغِّضَ</a:t>
            </a:r>
            <a:endParaRPr lang="ar-SA" sz="5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3"/>
          </a:solidFill>
          <a:ln w="12700">
            <a:solidFill>
              <a:srgbClr val="ED5E8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73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373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96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0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96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0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033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ضَغِّطَ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E"/>
          </a:solidFill>
          <a:ln w="12700">
            <a:solidFill>
              <a:srgbClr val="52E0C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4"/>
          </a:solidFill>
          <a:ln w="12700">
            <a:solidFill>
              <a:srgbClr val="DB70B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247"/>
          </a:solidFill>
          <a:ln w="12700">
            <a:solidFill>
              <a:srgbClr val="857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6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96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96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0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96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0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139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طَغِّظَ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F"/>
          </a:solidFill>
          <a:ln w="12700">
            <a:solidFill>
              <a:srgbClr val="D864C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547D1"/>
          </a:solidFill>
          <a:ln w="12700">
            <a:solidFill>
              <a:srgbClr val="C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6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6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41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41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498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ظَغِّعَ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941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941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4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0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4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0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513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عَغِّأَ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964"/>
          </a:solidFill>
          <a:ln w="12700">
            <a:solidFill>
              <a:srgbClr val="2B3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3479"/>
          </a:solidFill>
          <a:ln w="12700">
            <a:solidFill>
              <a:srgbClr val="4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97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97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93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أَغِّ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05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05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01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بَغِّ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6ED5E"/>
          </a:solidFill>
          <a:ln w="12700">
            <a:solidFill>
              <a:srgbClr val="A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6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6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601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تَغِّ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A52E0"/>
          </a:solidFill>
          <a:ln w="12700">
            <a:solidFill>
              <a:srgbClr val="A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EDB70"/>
          </a:solidFill>
          <a:ln w="12700">
            <a:solidFill>
              <a:srgbClr val="C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3"/>
          </a:solidFill>
          <a:ln w="12700">
            <a:solidFill>
              <a:srgbClr val="47856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601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ثَغِّ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464"/>
          </a:solidFill>
          <a:ln w="12700">
            <a:solidFill>
              <a:srgbClr val="D8C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347"/>
          </a:solidFill>
          <a:ln w="12700">
            <a:solidFill>
              <a:srgbClr val="D1A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01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جَغِّ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601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حَغِّ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8"/>
          </a:solidFill>
          <a:ln w="12700">
            <a:solidFill>
              <a:srgbClr val="642B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4"/>
          </a:solidFill>
          <a:ln w="12700">
            <a:solidFill>
              <a:srgbClr val="793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601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خَغِّ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93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دَغِّ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AED"/>
          </a:solidFill>
          <a:ln w="12700">
            <a:solidFill>
              <a:srgbClr val="5EC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42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42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93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ذَغِّ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752"/>
          </a:solidFill>
          <a:ln w="12700">
            <a:solidFill>
              <a:srgbClr val="E08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E"/>
          </a:solidFill>
          <a:ln w="12700">
            <a:solidFill>
              <a:srgbClr val="70DBC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4785"/>
          </a:solidFill>
          <a:ln w="12700">
            <a:solidFill>
              <a:srgbClr val="5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47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47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93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رَغِّ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7"/>
          </a:solidFill>
          <a:ln w="12700">
            <a:solidFill>
              <a:srgbClr val="64D8A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0"/>
          </a:solidFill>
          <a:ln w="12700">
            <a:solidFill>
              <a:srgbClr val="47D18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95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95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93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زَغِّ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04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04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601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سَغِّ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642B"/>
          </a:solidFill>
          <a:ln w="12700">
            <a:solidFill>
              <a:srgbClr val="5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7934"/>
          </a:solidFill>
          <a:ln w="12700">
            <a:solidFill>
              <a:srgbClr val="4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8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601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شَغِّ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9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9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01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صَغِّ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D"/>
          </a:solidFill>
          <a:ln w="12700">
            <a:solidFill>
              <a:srgbClr val="E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47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747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601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ضَغِّ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3"/>
          </a:solidFill>
          <a:ln w="12700">
            <a:solidFill>
              <a:srgbClr val="52E06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370DB"/>
          </a:solidFill>
          <a:ln w="12700">
            <a:solidFill>
              <a:srgbClr val="B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A"/>
          </a:solidFill>
          <a:ln w="12700">
            <a:solidFill>
              <a:srgbClr val="8547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601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طَغِّ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A64D8"/>
          </a:solidFill>
          <a:ln w="12700">
            <a:solidFill>
              <a:srgbClr val="8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E47D1"/>
          </a:solidFill>
          <a:ln w="12700">
            <a:solidFill>
              <a:srgbClr val="5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01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ظَغِّ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42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42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601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عَغِّ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4"/>
          </a:solidFill>
          <a:ln w="12700">
            <a:solidFill>
              <a:srgbClr val="2B6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779"/>
          </a:solidFill>
          <a:ln w="12700">
            <a:solidFill>
              <a:srgbClr val="3457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214254" y="896112"/>
            <a:ext cx="158776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214254" y="896112"/>
            <a:ext cx="158776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رَبِّ</a:t>
            </a:r>
            <a:endParaRPr lang="ar-SA" sz="4700" dirty="0"/>
          </a:p>
        </p:txBody>
      </p:sp>
      <p:sp>
        <p:nvSpPr>
          <p:cNvPr id="14" name="C2 W2 pill"/>
          <p:cNvSpPr/>
          <p:nvPr/>
        </p:nvSpPr>
        <p:spPr>
          <a:xfrm>
            <a:off x="2341985" y="896112"/>
            <a:ext cx="25522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41985" y="896112"/>
            <a:ext cx="25522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ٱلۡعَٰلَمِينَ</a:t>
            </a:r>
            <a:endParaRPr lang="ar-SA" sz="47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05474" y="2834640"/>
            <a:ext cx="37330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05474" y="2834640"/>
            <a:ext cx="37330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رَبِّ ٱلۡعَٰلَمِينَ</a:t>
            </a:r>
            <a:endParaRPr lang="ar-SA" sz="4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96303" y="896112"/>
            <a:ext cx="18140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4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96303" y="896112"/>
            <a:ext cx="18140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فَصَلِّ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2633630" y="896112"/>
            <a:ext cx="17426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4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33630" y="896112"/>
            <a:ext cx="17426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لِرَبِّكَ</a:t>
            </a:r>
            <a:endParaRPr lang="ar-SA" sz="4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32780" y="2834640"/>
            <a:ext cx="307844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32780" y="2834640"/>
            <a:ext cx="307844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فَصَلِّ لِرَبِّكَ</a:t>
            </a:r>
            <a:endParaRPr lang="ar-SA" sz="4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95E"/>
          </a:solidFill>
          <a:ln w="12700">
            <a:solidFill>
              <a:srgbClr val="EDC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6677519" y="896112"/>
            <a:ext cx="15558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2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6677519" y="896112"/>
            <a:ext cx="15558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5300" dirty="0"/>
          </a:p>
        </p:txBody>
      </p:sp>
      <p:sp>
        <p:nvSpPr>
          <p:cNvPr id="20" name="C2 W2 pill"/>
          <p:cNvSpPr/>
          <p:nvPr/>
        </p:nvSpPr>
        <p:spPr>
          <a:xfrm>
            <a:off x="4672783" y="896112"/>
            <a:ext cx="16846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2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4672783" y="896112"/>
            <a:ext cx="16846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شَرِّ</a:t>
            </a:r>
            <a:endParaRPr lang="ar-SA" sz="5300" dirty="0"/>
          </a:p>
        </p:txBody>
      </p:sp>
      <p:sp>
        <p:nvSpPr>
          <p:cNvPr id="22" name="C3 W3 pill"/>
          <p:cNvSpPr/>
          <p:nvPr/>
        </p:nvSpPr>
        <p:spPr>
          <a:xfrm>
            <a:off x="3119535" y="896112"/>
            <a:ext cx="1233208" cy="1371600"/>
          </a:xfrm>
          <a:prstGeom prst="roundRect">
            <a:avLst>
              <a:gd name="adj" fmla="val 29659"/>
            </a:avLst>
          </a:prstGeom>
          <a:solidFill>
            <a:srgbClr val="FFFFFF"/>
          </a:solidFill>
          <a:ln w="76200">
            <a:solidFill>
              <a:srgbClr val="E23662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3119535" y="896112"/>
            <a:ext cx="123320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</a:t>
            </a:r>
            <a:endParaRPr lang="ar-SA" sz="5300" dirty="0"/>
          </a:p>
        </p:txBody>
      </p:sp>
      <p:sp>
        <p:nvSpPr>
          <p:cNvPr id="24" name="C4 W4 pill"/>
          <p:cNvSpPr/>
          <p:nvPr/>
        </p:nvSpPr>
        <p:spPr>
          <a:xfrm>
            <a:off x="910662" y="896112"/>
            <a:ext cx="18888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2E236"/>
            </a:solidFill>
            <a:prstDash val="solid"/>
          </a:ln>
        </p:spPr>
      </p:sp>
      <p:sp>
        <p:nvSpPr>
          <p:cNvPr id="25" name="C4 W4 word"/>
          <p:cNvSpPr txBox="1"/>
          <p:nvPr/>
        </p:nvSpPr>
        <p:spPr>
          <a:xfrm>
            <a:off x="910662" y="896112"/>
            <a:ext cx="18888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خَلَقَ</a:t>
            </a:r>
            <a:endParaRPr lang="ar-SA" sz="5300" dirty="0"/>
          </a:p>
        </p:txBody>
      </p:sp>
      <p:sp>
        <p:nvSpPr>
          <p:cNvPr id="26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S panel"/>
          <p:cNvSpPr/>
          <p:nvPr/>
        </p:nvSpPr>
        <p:spPr>
          <a:xfrm>
            <a:off x="2010070" y="2834640"/>
            <a:ext cx="512385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C5 S sentence"/>
          <p:cNvSpPr txBox="1"/>
          <p:nvPr/>
        </p:nvSpPr>
        <p:spPr>
          <a:xfrm>
            <a:off x="2010070" y="2834640"/>
            <a:ext cx="512385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 شَرِّ مَا خَلَقَ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4E0"/>
          </a:solidFill>
          <a:ln w="12700">
            <a:solidFill>
              <a:srgbClr val="526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870"/>
          </a:solidFill>
          <a:ln w="12700">
            <a:solidFill>
              <a:srgbClr val="DB9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8547"/>
          </a:solidFill>
          <a:ln w="12700">
            <a:solidFill>
              <a:srgbClr val="59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6960030" y="896112"/>
            <a:ext cx="171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D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6960030" y="896112"/>
            <a:ext cx="171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</a:t>
            </a:r>
            <a:endParaRPr lang="ar-SA" sz="4300" dirty="0"/>
          </a:p>
        </p:txBody>
      </p:sp>
      <p:sp>
        <p:nvSpPr>
          <p:cNvPr id="17" name="C2 W2 pill"/>
          <p:cNvSpPr/>
          <p:nvPr/>
        </p:nvSpPr>
        <p:spPr>
          <a:xfrm>
            <a:off x="4887580" y="896112"/>
            <a:ext cx="17524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D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4887580" y="896112"/>
            <a:ext cx="17524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أَعُوذُ</a:t>
            </a:r>
            <a:endParaRPr lang="ar-SA" sz="4300" dirty="0"/>
          </a:p>
        </p:txBody>
      </p:sp>
      <p:sp>
        <p:nvSpPr>
          <p:cNvPr id="19" name="C3 W3 pill"/>
          <p:cNvSpPr/>
          <p:nvPr/>
        </p:nvSpPr>
        <p:spPr>
          <a:xfrm>
            <a:off x="2855150" y="896112"/>
            <a:ext cx="17123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D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2855150" y="896112"/>
            <a:ext cx="17123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بِرَبِّ</a:t>
            </a:r>
            <a:endParaRPr lang="ar-SA" sz="4300" dirty="0"/>
          </a:p>
        </p:txBody>
      </p:sp>
      <p:sp>
        <p:nvSpPr>
          <p:cNvPr id="21" name="C4 W4 pill"/>
          <p:cNvSpPr/>
          <p:nvPr/>
        </p:nvSpPr>
        <p:spPr>
          <a:xfrm>
            <a:off x="472529" y="896112"/>
            <a:ext cx="20625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D36E2"/>
            </a:solidFill>
            <a:prstDash val="solid"/>
          </a:ln>
        </p:spPr>
      </p:sp>
      <p:sp>
        <p:nvSpPr>
          <p:cNvPr id="22" name="C4 W4 word"/>
          <p:cNvSpPr txBox="1"/>
          <p:nvPr/>
        </p:nvSpPr>
        <p:spPr>
          <a:xfrm>
            <a:off x="472529" y="896112"/>
            <a:ext cx="20625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ٱلنَّاسِ</a:t>
            </a:r>
            <a:endParaRPr lang="ar-SA" sz="4300" dirty="0"/>
          </a:p>
        </p:txBody>
      </p:sp>
      <p:sp>
        <p:nvSpPr>
          <p:cNvPr id="23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S panel"/>
          <p:cNvSpPr/>
          <p:nvPr/>
        </p:nvSpPr>
        <p:spPr>
          <a:xfrm>
            <a:off x="1703639" y="2834640"/>
            <a:ext cx="57367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C5 S sentence"/>
          <p:cNvSpPr txBox="1"/>
          <p:nvPr/>
        </p:nvSpPr>
        <p:spPr>
          <a:xfrm>
            <a:off x="1703639" y="2834640"/>
            <a:ext cx="57367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 أَعُوذُ بِرَبِّ ٱلنَّاسِ</a:t>
            </a:r>
            <a:endParaRPr lang="ar-SA" sz="4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112</Slides>
  <Notes>112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112</vt:i4>
      </vt:variant>
    </vt:vector>
  </HeadingPairs>
  <TitlesOfParts>
    <vt:vector size="1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kasra 10-ain-ghain</dc:title>
  <dc:subject>PptxGenJS Presentation</dc:subject>
  <dc:creator>PptxGenJS</dc:creator>
  <cp:lastModifiedBy>PptxGenJS</cp:lastModifiedBy>
  <cp:revision>1</cp:revision>
  <dcterms:created xsi:type="dcterms:W3CDTF">2026-10-21T19:04:14Z</dcterms:created>
  <dcterms:modified xsi:type="dcterms:W3CDTF">2026-10-21T19:04:14Z</dcterms:modified>
</cp:coreProperties>
</file>