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1"/>
          </a:solidFill>
          <a:ln w="12700">
            <a:solidFill>
              <a:srgbClr val="D147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07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صَبِّ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DB70"/>
          </a:solidFill>
          <a:ln w="12700">
            <a:solidFill>
              <a:srgbClr val="9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7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صَتِّ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3D147"/>
          </a:solidFill>
          <a:ln w="12700">
            <a:solidFill>
              <a:srgbClr val="B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BED"/>
          </a:solidFill>
          <a:ln w="12700">
            <a:solidFill>
              <a:srgbClr val="5E7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6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6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652"/>
          </a:solidFill>
          <a:ln w="12700">
            <a:solidFill>
              <a:srgbClr val="E0D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2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2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1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1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02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صَسِّ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7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أَصِّبَ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65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بَصِّتَ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97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تَصِّثَ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ثَصِّجَ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5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جَصِّحَ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5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حَصِّخَ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33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خَصِّدَ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دَصِّذَ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ذَصِّرَ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107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رَصِّزَ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17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زَصِّسَ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سَصِّشَ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181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3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شَصِّأَ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بَصِّ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تَصِّ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ثَصِّ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جَصِّ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حَصِّ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خَصِّ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BD1"/>
          </a:solidFill>
          <a:ln w="12700">
            <a:solidFill>
              <a:srgbClr val="474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ذَصِّ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رَصِّ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زَصِّ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E5E"/>
          </a:solidFill>
          <a:ln w="12700">
            <a:solidFill>
              <a:srgbClr val="EDA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9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سَصِّ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شَصِّ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ضَأۡإِ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07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ضَبِّ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7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ضَتِّ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ضَثِّ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ضَجِّ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ضَحِّ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ضَخِّ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ضَدِّ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4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4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ضَذِّ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5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5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ضَرِّ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ضَزِّ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6E052"/>
          </a:solidFill>
          <a:ln w="12700">
            <a:solidFill>
              <a:srgbClr val="C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02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ضَسِّ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2D1"/>
          </a:solidFill>
          <a:ln w="12700">
            <a:solidFill>
              <a:srgbClr val="47B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ضَشِّ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212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ضَصِّ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أَضِّبَ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6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بَضِّتَ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779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تَضِّثَ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48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ثَضِّجَ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48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جَضِّحَ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48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حَضِّخَ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3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خَضِّدَ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2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دَضِّذَ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4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ذَضِّرَ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4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رَضِّزَ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54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زَضِّسَ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00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سَضِّشَ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9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شَضِّصَ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1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صَضِّأَ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بَضِّ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تَضِّ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ثَضِّ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حَضِّ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خَضِّ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ذَضِّ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سَضِّ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شَضِّ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صَضِّ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C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F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F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6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36E2DF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8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F36E2"/>
            </a:solidFill>
            <a:prstDash val="solid"/>
          </a:ln>
        </p:spPr>
      </p:sp>
      <p:sp>
        <p:nvSpPr>
          <p:cNvPr id="19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0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2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4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4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6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08-sad-dad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