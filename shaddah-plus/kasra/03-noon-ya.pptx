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</p:sldIdLst>
  <p:notesMasterIdLst>
    <p:notesMasterId r:id="rId16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notesMaster" Target="notesMasters/notesMaster1.xml"/><Relationship Id="rId163" Type="http://schemas.openxmlformats.org/officeDocument/2006/relationships/presProps" Target="presProps.xml"/><Relationship Id="rId164" Type="http://schemas.openxmlformats.org/officeDocument/2006/relationships/viewProps" Target="viewProps.xml"/><Relationship Id="rId165" Type="http://schemas.openxmlformats.org/officeDocument/2006/relationships/theme" Target="theme/theme1.xml"/><Relationship Id="rId1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600" dirty="0"/>
          </a:p>
        </p:txBody>
      </p:sp>
      <p:sp>
        <p:nvSpPr>
          <p:cNvPr id="19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8 R result"/>
          <p:cNvSpPr txBox="1"/>
          <p:nvPr/>
        </p:nvSpPr>
        <p:spPr>
          <a:xfrm>
            <a:off x="685800" y="15600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2064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700" dirty="0"/>
          </a:p>
        </p:txBody>
      </p:sp>
      <p:sp>
        <p:nvSpPr>
          <p:cNvPr id="14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C3 W2 word"/>
          <p:cNvSpPr txBox="1"/>
          <p:nvPr/>
        </p:nvSpPr>
        <p:spPr>
          <a:xfrm>
            <a:off x="91440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9700" dirty="0"/>
          </a:p>
        </p:txBody>
      </p:sp>
      <p:sp>
        <p:nvSpPr>
          <p:cNvPr id="17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8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ED5E"/>
          </a:solidFill>
          <a:ln w="12700">
            <a:solidFill>
              <a:srgbClr val="B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نَأۡإِ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52E0"/>
          </a:solidFill>
          <a:ln w="12700">
            <a:solidFill>
              <a:srgbClr val="9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870"/>
          </a:solidFill>
          <a:ln w="12700">
            <a:solidFill>
              <a:srgbClr val="DBD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A"/>
          </a:solidFill>
          <a:ln w="12700">
            <a:solidFill>
              <a:srgbClr val="4785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75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75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نَبِّ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364"/>
          </a:solidFill>
          <a:ln w="12700">
            <a:solidFill>
              <a:srgbClr val="D8B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D47"/>
          </a:solidFill>
          <a:ln w="12700">
            <a:solidFill>
              <a:srgbClr val="D18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95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95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نَتِّ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نَثِّ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0"/>
          </a:solidFill>
          <a:ln w="12700">
            <a:solidFill>
              <a:srgbClr val="642B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F"/>
          </a:solidFill>
          <a:ln w="12700">
            <a:solidFill>
              <a:srgbClr val="7934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نَجِّ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نَحِّ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0ED"/>
          </a:solidFill>
          <a:ln w="12700">
            <a:solidFill>
              <a:srgbClr val="5EE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15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15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نَخِّ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152"/>
          </a:solidFill>
          <a:ln w="12700">
            <a:solidFill>
              <a:srgbClr val="E07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D"/>
          </a:solidFill>
          <a:ln w="12700">
            <a:solidFill>
              <a:srgbClr val="70DB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4785"/>
          </a:solidFill>
          <a:ln w="12700">
            <a:solidFill>
              <a:srgbClr val="4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نَدِّ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6"/>
          </a:solidFill>
          <a:ln w="12700">
            <a:solidFill>
              <a:srgbClr val="64D8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B"/>
          </a:solidFill>
          <a:ln w="12700">
            <a:solidFill>
              <a:srgbClr val="47D1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4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4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نَذِّ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نَرِّ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4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44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نَزِّ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نَسِّ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75EED"/>
          </a:solidFill>
          <a:ln w="12700">
            <a:solidFill>
              <a:srgbClr val="D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5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5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نَشِّ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E052"/>
          </a:solidFill>
          <a:ln w="12700">
            <a:solidFill>
              <a:srgbClr val="5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70DB"/>
          </a:solidFill>
          <a:ln w="12700">
            <a:solidFill>
              <a:srgbClr val="A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17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نَصِّ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64D8"/>
          </a:solidFill>
          <a:ln w="12700">
            <a:solidFill>
              <a:srgbClr val="7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947D1"/>
          </a:solidFill>
          <a:ln w="12700">
            <a:solidFill>
              <a:srgbClr val="4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4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نَضِّ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75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575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نَطِّ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نَظِّ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نَعِّ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35E"/>
          </a:solidFill>
          <a:ln w="12700">
            <a:solidFill>
              <a:srgbClr val="EDB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15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15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نَغِّ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AE0"/>
          </a:solidFill>
          <a:ln w="12700">
            <a:solidFill>
              <a:srgbClr val="527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870"/>
          </a:solidFill>
          <a:ln w="12700">
            <a:solidFill>
              <a:srgbClr val="DB8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3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3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نَفِّ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C"/>
          </a:solidFill>
          <a:ln w="12700">
            <a:solidFill>
              <a:srgbClr val="D864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8"/>
          </a:solidFill>
          <a:ln w="12700">
            <a:solidFill>
              <a:srgbClr val="D1476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95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95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نَقِّ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7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نَكِّ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0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نَلِّ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430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نَمِّ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0"/>
          </a:solidFill>
          <a:ln w="12700">
            <a:solidFill>
              <a:srgbClr val="5EED9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أَنِّبَ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D"/>
          </a:solidFill>
          <a:ln w="12700">
            <a:solidFill>
              <a:srgbClr val="E052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DB70"/>
          </a:solidFill>
          <a:ln w="12700">
            <a:solidFill>
              <a:srgbClr val="7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873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بَنِّتَ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D864"/>
          </a:solidFill>
          <a:ln w="12700">
            <a:solidFill>
              <a:srgbClr val="8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D147"/>
          </a:solidFill>
          <a:ln w="12700">
            <a:solidFill>
              <a:srgbClr val="8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763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تَنِّثَ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019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ثَنِّجَ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019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جَنِّحَ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019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حَنِّخَ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5EED"/>
          </a:solidFill>
          <a:ln w="12700">
            <a:solidFill>
              <a:srgbClr val="6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813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خَنِّدَ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E052"/>
          </a:solidFill>
          <a:ln w="12700">
            <a:solidFill>
              <a:srgbClr val="C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EDB"/>
          </a:solidFill>
          <a:ln w="12700">
            <a:solidFill>
              <a:srgbClr val="708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238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دَنِّذَ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6D8"/>
          </a:solidFill>
          <a:ln w="12700">
            <a:solidFill>
              <a:srgbClr val="64A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DD1"/>
          </a:solidFill>
          <a:ln w="12700">
            <a:solidFill>
              <a:srgbClr val="47A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074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ذَنِّرَ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074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رَنِّزَ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074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زَنِّسَ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90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سَنِّشَ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4"/>
          </a:solidFill>
          <a:ln w="12700">
            <a:solidFill>
              <a:srgbClr val="ED5E7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83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شَنِّصَ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C"/>
          </a:solidFill>
          <a:ln w="12700">
            <a:solidFill>
              <a:srgbClr val="52E0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9"/>
          </a:solidFill>
          <a:ln w="12700">
            <a:solidFill>
              <a:srgbClr val="DB70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572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صَنِّضَ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3"/>
          </a:solidFill>
          <a:ln w="12700">
            <a:solidFill>
              <a:srgbClr val="D864C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F"/>
          </a:solidFill>
          <a:ln w="12700">
            <a:solidFill>
              <a:srgbClr val="D147C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31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ضَنِّطَ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7039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طَنِّظَ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5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5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019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ظَنِّعَ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5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5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93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93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019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عَنِّغَ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ED5E"/>
          </a:solidFill>
          <a:ln w="12700">
            <a:solidFill>
              <a:srgbClr val="9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93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293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05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05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81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غَنِّفَ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52E0"/>
          </a:solidFill>
          <a:ln w="12700">
            <a:solidFill>
              <a:srgbClr val="B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DB70"/>
          </a:solidFill>
          <a:ln w="12700">
            <a:solidFill>
              <a:srgbClr val="C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5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5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485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فَنِّقَ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064"/>
          </a:solidFill>
          <a:ln w="12700">
            <a:solidFill>
              <a:srgbClr val="D8D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147"/>
          </a:solidFill>
          <a:ln w="12700">
            <a:solidFill>
              <a:srgbClr val="D1B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41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41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763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قَنِّكَ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41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41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67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67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658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كَنِّلَ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B34"/>
          </a:solidFill>
          <a:ln w="12700">
            <a:solidFill>
              <a:srgbClr val="793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67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67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019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لَنِّمَ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9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مَنِّأَ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BED"/>
          </a:solidFill>
          <a:ln w="12700">
            <a:solidFill>
              <a:srgbClr val="5EB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448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أَنِّ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552"/>
          </a:solidFill>
          <a:ln w="12700">
            <a:solidFill>
              <a:srgbClr val="E09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8"/>
          </a:solidFill>
          <a:ln w="12700">
            <a:solidFill>
              <a:srgbClr val="70DB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بَنِّ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3"/>
          </a:solidFill>
          <a:ln w="12700">
            <a:solidFill>
              <a:srgbClr val="64D8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E"/>
          </a:solidFill>
          <a:ln w="12700">
            <a:solidFill>
              <a:srgbClr val="47D1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تَنِّ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ثَنِّ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جَنِّ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حَنِّ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F"/>
          </a:solidFill>
          <a:ln w="12700">
            <a:solidFill>
              <a:srgbClr val="ED5E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خَنِّ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2"/>
          </a:solidFill>
          <a:ln w="12700">
            <a:solidFill>
              <a:srgbClr val="52E07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70DB"/>
          </a:solidFill>
          <a:ln w="12700">
            <a:solidFill>
              <a:srgbClr val="B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9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دَنِّ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664D8"/>
          </a:solidFill>
          <a:ln w="12700">
            <a:solidFill>
              <a:srgbClr val="9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C47D1"/>
          </a:solidFill>
          <a:ln w="12700">
            <a:solidFill>
              <a:srgbClr val="6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9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ذَنِّ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رَنِّ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زَنِّ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سَنِّ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85E"/>
          </a:solidFill>
          <a:ln w="12700">
            <a:solidFill>
              <a:srgbClr val="EDD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شَنِّ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5E0"/>
          </a:solidFill>
          <a:ln w="12700">
            <a:solidFill>
              <a:srgbClr val="525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370"/>
          </a:solidFill>
          <a:ln w="12700">
            <a:solidFill>
              <a:srgbClr val="DBA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صَنِّ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964"/>
          </a:solidFill>
          <a:ln w="12700">
            <a:solidFill>
              <a:srgbClr val="D87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A47"/>
          </a:solidFill>
          <a:ln w="12700">
            <a:solidFill>
              <a:srgbClr val="D14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ضَنِّ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طَنِّ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ظَنِّ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عَنِّ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4"/>
          </a:solidFill>
          <a:ln w="12700">
            <a:solidFill>
              <a:srgbClr val="5EED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غَنِّ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9"/>
          </a:solidFill>
          <a:ln w="12700">
            <a:solidFill>
              <a:srgbClr val="E052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8"/>
          </a:solidFill>
          <a:ln w="12700">
            <a:solidFill>
              <a:srgbClr val="70DB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فَنِّ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D864"/>
          </a:solidFill>
          <a:ln w="12700">
            <a:solidFill>
              <a:srgbClr val="6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7D147"/>
          </a:solidFill>
          <a:ln w="12700">
            <a:solidFill>
              <a:srgbClr val="6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قَنِّ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كَنِّ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لَنِّ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مَنِّ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15EED"/>
          </a:solidFill>
          <a:ln w="12700">
            <a:solidFill>
              <a:srgbClr val="9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يَأۡإِ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CE052"/>
          </a:solidFill>
          <a:ln w="12700">
            <a:solidFill>
              <a:srgbClr val="9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3DB"/>
          </a:solidFill>
          <a:ln w="12700">
            <a:solidFill>
              <a:srgbClr val="707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09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409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يَبِّ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9D8"/>
          </a:solidFill>
          <a:ln w="12700">
            <a:solidFill>
              <a:srgbClr val="648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AD1"/>
          </a:solidFill>
          <a:ln w="12700">
            <a:solidFill>
              <a:srgbClr val="478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8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48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9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يَتِّ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557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يَثِّ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F"/>
          </a:solidFill>
          <a:ln w="12700">
            <a:solidFill>
              <a:srgbClr val="3479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يَجِّ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يَحِّ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D5E"/>
          </a:solidFill>
          <a:ln w="12700">
            <a:solidFill>
              <a:srgbClr val="ED6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6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56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يَخِّ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0E0"/>
          </a:solidFill>
          <a:ln w="12700">
            <a:solidFill>
              <a:srgbClr val="52C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D"/>
          </a:solidFill>
          <a:ln w="12700">
            <a:solidFill>
              <a:srgbClr val="DB70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91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يَدِّ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6"/>
          </a:solidFill>
          <a:ln w="12700">
            <a:solidFill>
              <a:srgbClr val="D864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C"/>
          </a:solidFill>
          <a:ln w="12700">
            <a:solidFill>
              <a:srgbClr val="D147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8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28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48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يَذِّ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048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يَرِّ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28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28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يَزِّ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09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609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93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يَسِّ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3ED5E"/>
          </a:solidFill>
          <a:ln w="12700">
            <a:solidFill>
              <a:srgbClr val="7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3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73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يَشِّ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D52E0"/>
          </a:solidFill>
          <a:ln w="12700">
            <a:solidFill>
              <a:srgbClr val="D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8DB70"/>
          </a:solidFill>
          <a:ln w="12700">
            <a:solidFill>
              <a:srgbClr val="A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09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609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17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يَصِّ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D864"/>
          </a:solidFill>
          <a:ln w="12700">
            <a:solidFill>
              <a:srgbClr val="C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ED147"/>
          </a:solidFill>
          <a:ln w="12700">
            <a:solidFill>
              <a:srgbClr val="C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6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يَضِّ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09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409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94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يَطِّ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4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يَظِّ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يَعِّ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7ED"/>
          </a:solidFill>
          <a:ln w="12700">
            <a:solidFill>
              <a:srgbClr val="5E9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6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56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يَغِّ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A52"/>
          </a:solidFill>
          <a:ln w="12700">
            <a:solidFill>
              <a:srgbClr val="E0B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3DB"/>
          </a:solidFill>
          <a:ln w="12700">
            <a:solidFill>
              <a:srgbClr val="70C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5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65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590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يَفِّ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1"/>
          </a:solidFill>
          <a:ln w="12700">
            <a:solidFill>
              <a:srgbClr val="64D8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2"/>
          </a:solidFill>
          <a:ln w="12700">
            <a:solidFill>
              <a:srgbClr val="47D1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8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48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يَقِّ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449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683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يَكِّ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B"/>
          </a:solidFill>
          <a:ln w="12700">
            <a:solidFill>
              <a:srgbClr val="3479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529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يَلِّ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430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يَمِّ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A"/>
          </a:solidFill>
          <a:ln w="12700">
            <a:solidFill>
              <a:srgbClr val="ED5E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36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يَنِّ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6"/>
          </a:solidFill>
          <a:ln w="12700">
            <a:solidFill>
              <a:srgbClr val="52E09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70DB"/>
          </a:solidFill>
          <a:ln w="12700">
            <a:solidFill>
              <a:srgbClr val="D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B47"/>
          </a:solidFill>
          <a:ln w="12700">
            <a:solidFill>
              <a:srgbClr val="855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17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يَهِّ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464D8"/>
          </a:solidFill>
          <a:ln w="12700">
            <a:solidFill>
              <a:srgbClr val="B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47D1"/>
          </a:solidFill>
          <a:ln w="12700">
            <a:solidFill>
              <a:srgbClr val="8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12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695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97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يَوِّ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أَيِّبَ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E79"/>
          </a:solidFill>
          <a:ln w="12700">
            <a:solidFill>
              <a:srgbClr val="343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02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بَيِّتَ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02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تَيِّثَ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EED5E"/>
          </a:solidFill>
          <a:ln w="12700">
            <a:solidFill>
              <a:srgbClr val="D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ثَيِّجَ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52E0"/>
          </a:solidFill>
          <a:ln w="12700">
            <a:solidFill>
              <a:srgbClr val="7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E70"/>
          </a:solidFill>
          <a:ln w="12700">
            <a:solidFill>
              <a:srgbClr val="DBB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B"/>
          </a:solidFill>
          <a:ln w="12700">
            <a:solidFill>
              <a:srgbClr val="4785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65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جَيِّحَ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764"/>
          </a:solidFill>
          <a:ln w="12700">
            <a:solidFill>
              <a:srgbClr val="D89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D47"/>
          </a:solidFill>
          <a:ln w="12700">
            <a:solidFill>
              <a:srgbClr val="D16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5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حَيِّخَ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502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خَيِّدَ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E"/>
          </a:solidFill>
          <a:ln w="12700">
            <a:solidFill>
              <a:srgbClr val="642B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F"/>
          </a:solidFill>
          <a:ln w="12700">
            <a:solidFill>
              <a:srgbClr val="7934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دَيِّذَ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ذَيِّرَ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9"/>
          </a:solidFill>
          <a:ln w="12700">
            <a:solidFill>
              <a:srgbClr val="5EEDD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265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رَيِّزَ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4"/>
          </a:solidFill>
          <a:ln w="12700">
            <a:solidFill>
              <a:srgbClr val="E0525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4"/>
          </a:solidFill>
          <a:ln w="12700">
            <a:solidFill>
              <a:srgbClr val="70DB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385"/>
          </a:solidFill>
          <a:ln w="12700">
            <a:solidFill>
              <a:srgbClr val="475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زَيِّسَ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A"/>
          </a:solidFill>
          <a:ln w="12700">
            <a:solidFill>
              <a:srgbClr val="64D8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B"/>
          </a:solidFill>
          <a:ln w="12700">
            <a:solidFill>
              <a:srgbClr val="47D1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699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سَيِّشَ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27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شَيِّصَ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7934"/>
          </a:solidFill>
          <a:ln w="12700">
            <a:solidFill>
              <a:srgbClr val="6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78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صَيِّضَ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23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ضَيِّطَ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55EED"/>
          </a:solidFill>
          <a:ln w="12700">
            <a:solidFill>
              <a:srgbClr val="B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34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طَيِّظَ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8E052"/>
          </a:solidFill>
          <a:ln w="12700">
            <a:solidFill>
              <a:srgbClr val="7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70DB"/>
          </a:solidFill>
          <a:ln w="12700">
            <a:solidFill>
              <a:srgbClr val="8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2"/>
          </a:solidFill>
          <a:ln w="12700">
            <a:solidFill>
              <a:srgbClr val="8547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ظَيِّعَ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BD8"/>
          </a:solidFill>
          <a:ln w="12700">
            <a:solidFill>
              <a:srgbClr val="646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6D1"/>
          </a:solidFill>
          <a:ln w="12700">
            <a:solidFill>
              <a:srgbClr val="476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5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عَيِّغَ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50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غَيِّفَ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E"/>
          </a:solidFill>
          <a:ln w="12700">
            <a:solidFill>
              <a:srgbClr val="2B64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279"/>
          </a:solidFill>
          <a:ln w="12700">
            <a:solidFill>
              <a:srgbClr val="347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فَيِّقَ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734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قَيِّكَ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15E"/>
          </a:solidFill>
          <a:ln w="12700">
            <a:solidFill>
              <a:srgbClr val="ED9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64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64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54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كَيِّلَ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BE0"/>
          </a:solidFill>
          <a:ln w="12700">
            <a:solidFill>
              <a:srgbClr val="529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2"/>
          </a:solidFill>
          <a:ln w="12700">
            <a:solidFill>
              <a:srgbClr val="DB70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64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64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633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633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لَيِّمَ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8"/>
          </a:solidFill>
          <a:ln w="12700">
            <a:solidFill>
              <a:srgbClr val="D864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9"/>
          </a:solidFill>
          <a:ln w="12700">
            <a:solidFill>
              <a:srgbClr val="D147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33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33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3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3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48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مَيِّنَ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3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23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6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6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502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نَيِّهَ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2B64"/>
          </a:solidFill>
          <a:ln w="12700">
            <a:solidFill>
              <a:srgbClr val="3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3479"/>
          </a:solidFill>
          <a:ln w="12700">
            <a:solidFill>
              <a:srgbClr val="7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6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6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48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هَيِّوَ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وَيِّأَ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E"/>
          </a:solidFill>
          <a:ln w="12700">
            <a:solidFill>
              <a:srgbClr val="5EED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أَيِّ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F"/>
          </a:solidFill>
          <a:ln w="12700">
            <a:solidFill>
              <a:srgbClr val="E052B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DB70"/>
          </a:solidFill>
          <a:ln w="12700">
            <a:solidFill>
              <a:srgbClr val="8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085"/>
          </a:solidFill>
          <a:ln w="12700">
            <a:solidFill>
              <a:srgbClr val="478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4865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بَيِّ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D864"/>
          </a:solidFill>
          <a:ln w="12700">
            <a:solidFill>
              <a:srgbClr val="A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D147"/>
          </a:solidFill>
          <a:ln w="12700">
            <a:solidFill>
              <a:srgbClr val="A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تَيِّ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ثَيِّ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12B"/>
          </a:solidFill>
          <a:ln w="12700">
            <a:solidFill>
              <a:srgbClr val="643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E34"/>
          </a:solidFill>
          <a:ln w="12700">
            <a:solidFill>
              <a:srgbClr val="795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4865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جَيِّ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4865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حَيِّ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2ED"/>
          </a:solidFill>
          <a:ln w="12700">
            <a:solidFill>
              <a:srgbClr val="5E7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خَيِّ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E52"/>
          </a:solidFill>
          <a:ln w="12700">
            <a:solidFill>
              <a:srgbClr val="E0D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7DB"/>
          </a:solidFill>
          <a:ln w="12700">
            <a:solidFill>
              <a:srgbClr val="70A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4865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دَيِّ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2D8"/>
          </a:solidFill>
          <a:ln w="12700">
            <a:solidFill>
              <a:srgbClr val="64C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DD1"/>
          </a:solidFill>
          <a:ln w="12700">
            <a:solidFill>
              <a:srgbClr val="47C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ذَيِّ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4865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رَيِّ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D"/>
          </a:solidFill>
          <a:ln w="12700">
            <a:solidFill>
              <a:srgbClr val="3479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زَيِّ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4865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سَيِّ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6"/>
          </a:solidFill>
          <a:ln w="12700">
            <a:solidFill>
              <a:srgbClr val="ED5E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شَيِّ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B"/>
          </a:solidFill>
          <a:ln w="12700">
            <a:solidFill>
              <a:srgbClr val="52E0B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2"/>
          </a:solidFill>
          <a:ln w="12700">
            <a:solidFill>
              <a:srgbClr val="DB70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4865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صَيِّ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64D8"/>
          </a:solidFill>
          <a:ln w="12700">
            <a:solidFill>
              <a:srgbClr val="D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47D1"/>
          </a:solidFill>
          <a:ln w="12700">
            <a:solidFill>
              <a:srgbClr val="B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ضَيِّ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طَيِّ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ظَيِّ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4865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عَيِّ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ED5E"/>
          </a:solidFill>
          <a:ln w="12700">
            <a:solidFill>
              <a:srgbClr val="B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52E0"/>
          </a:solidFill>
          <a:ln w="12700">
            <a:solidFill>
              <a:srgbClr val="9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A70"/>
          </a:solidFill>
          <a:ln w="12700">
            <a:solidFill>
              <a:srgbClr val="DBD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B"/>
          </a:solidFill>
          <a:ln w="12700">
            <a:solidFill>
              <a:srgbClr val="4785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فَيِّ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564"/>
          </a:solidFill>
          <a:ln w="12700">
            <a:solidFill>
              <a:srgbClr val="D8B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047"/>
          </a:solidFill>
          <a:ln w="12700">
            <a:solidFill>
              <a:srgbClr val="D19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قَيِّ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كَيِّ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لَيِّ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4865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مَيِّ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DED"/>
          </a:solidFill>
          <a:ln w="12700">
            <a:solidFill>
              <a:srgbClr val="5ED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نَيِّ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352"/>
          </a:solidFill>
          <a:ln w="12700">
            <a:solidFill>
              <a:srgbClr val="E07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F"/>
          </a:solidFill>
          <a:ln w="12700">
            <a:solidFill>
              <a:srgbClr val="70DB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4865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هَيِّ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8"/>
          </a:solidFill>
          <a:ln w="12700">
            <a:solidFill>
              <a:srgbClr val="64D8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E"/>
          </a:solidFill>
          <a:ln w="12700">
            <a:solidFill>
              <a:srgbClr val="47D1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85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4865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وَيِّ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214254" y="896112"/>
            <a:ext cx="15877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0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214254" y="896112"/>
            <a:ext cx="15877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4700" dirty="0"/>
          </a:p>
        </p:txBody>
      </p:sp>
      <p:sp>
        <p:nvSpPr>
          <p:cNvPr id="13" name="C2 W2 pill"/>
          <p:cNvSpPr/>
          <p:nvPr/>
        </p:nvSpPr>
        <p:spPr>
          <a:xfrm>
            <a:off x="2341985" y="896112"/>
            <a:ext cx="25522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0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41985" y="896112"/>
            <a:ext cx="25522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47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05474" y="2834640"/>
            <a:ext cx="37330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05474" y="2834640"/>
            <a:ext cx="37330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 ٱلۡعَٰلَمِينَ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7934"/>
          </a:solidFill>
          <a:ln w="12700">
            <a:solidFill>
              <a:srgbClr val="4F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96303" y="896112"/>
            <a:ext cx="18140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2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96303" y="896112"/>
            <a:ext cx="18140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2633630" y="896112"/>
            <a:ext cx="17426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2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33630" y="896112"/>
            <a:ext cx="17426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لِرَبِّكَ</a:t>
            </a:r>
            <a:endParaRPr lang="ar-SA" sz="40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32780" y="2834640"/>
            <a:ext cx="3078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32780" y="2834640"/>
            <a:ext cx="3078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 لِرَبِّكَ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677519" y="896112"/>
            <a:ext cx="15558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0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677519" y="896112"/>
            <a:ext cx="15558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4672783" y="896112"/>
            <a:ext cx="16846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672783" y="896112"/>
            <a:ext cx="16846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شَرِّ</a:t>
            </a:r>
            <a:endParaRPr lang="ar-SA" sz="5300" dirty="0"/>
          </a:p>
        </p:txBody>
      </p:sp>
      <p:sp>
        <p:nvSpPr>
          <p:cNvPr id="14" name="C3 W3 pill"/>
          <p:cNvSpPr/>
          <p:nvPr/>
        </p:nvSpPr>
        <p:spPr>
          <a:xfrm>
            <a:off x="3119535" y="896112"/>
            <a:ext cx="1233208" cy="1371600"/>
          </a:xfrm>
          <a:prstGeom prst="roundRect">
            <a:avLst>
              <a:gd name="adj" fmla="val 29659"/>
            </a:avLst>
          </a:prstGeom>
          <a:solidFill>
            <a:srgbClr val="FFFFFF"/>
          </a:solidFill>
          <a:ln w="76200">
            <a:solidFill>
              <a:srgbClr val="80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3119535" y="896112"/>
            <a:ext cx="12332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5300" dirty="0"/>
          </a:p>
        </p:txBody>
      </p:sp>
      <p:sp>
        <p:nvSpPr>
          <p:cNvPr id="16" name="C4 W4 pill"/>
          <p:cNvSpPr/>
          <p:nvPr/>
        </p:nvSpPr>
        <p:spPr>
          <a:xfrm>
            <a:off x="910662" y="896112"/>
            <a:ext cx="1888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0E2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910662" y="896112"/>
            <a:ext cx="1888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خَلَقَ</a:t>
            </a:r>
            <a:endParaRPr lang="ar-SA" sz="53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2010070" y="2834640"/>
            <a:ext cx="51238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2010070" y="2834640"/>
            <a:ext cx="51238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A5EED"/>
          </a:solidFill>
          <a:ln w="12700">
            <a:solidFill>
              <a:srgbClr val="D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E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20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E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22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E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24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E"/>
            </a:solidFill>
            <a:prstDash val="solid"/>
          </a:ln>
        </p:spPr>
      </p:sp>
      <p:sp>
        <p:nvSpPr>
          <p:cNvPr id="25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26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160</Slides>
  <Notes>160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160</vt:i4>
      </vt:variant>
    </vt:vector>
  </HeadingPairs>
  <TitlesOfParts>
    <vt:vector size="1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kasra 03-noon-ya</dc:title>
  <dc:subject>PptxGenJS Presentation</dc:subject>
  <dc:creator>PptxGenJS</dc:creator>
  <cp:lastModifiedBy>PptxGenJS</cp:lastModifiedBy>
  <cp:revision>1</cp:revision>
  <dcterms:created xsi:type="dcterms:W3CDTF">2026-10-21T19:04:14Z</dcterms:created>
  <dcterms:modified xsi:type="dcterms:W3CDTF">2026-10-21T19:04:14Z</dcterms:modified>
</cp:coreProperties>
</file>