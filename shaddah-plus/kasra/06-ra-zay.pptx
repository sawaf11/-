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CED"/>
          </a:solidFill>
          <a:ln w="12700">
            <a:solidFill>
              <a:srgbClr val="5ED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452"/>
          </a:solidFill>
          <a:ln w="12700">
            <a:solidFill>
              <a:srgbClr val="E07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0"/>
          </a:solidFill>
          <a:ln w="12700">
            <a:solidFill>
              <a:srgbClr val="70DB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8"/>
          </a:solidFill>
          <a:ln w="12700">
            <a:solidFill>
              <a:srgbClr val="64D8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E"/>
          </a:solidFill>
          <a:ln w="12700">
            <a:solidFill>
              <a:srgbClr val="47D1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16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رَبِّ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رَتِّ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A5EED"/>
          </a:solidFill>
          <a:ln w="12700">
            <a:solidFill>
              <a:srgbClr val="D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6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رَثِّ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E052"/>
          </a:solidFill>
          <a:ln w="12700">
            <a:solidFill>
              <a:srgbClr val="5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70DB"/>
          </a:solidFill>
          <a:ln w="12700">
            <a:solidFill>
              <a:srgbClr val="A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B64D8"/>
          </a:solidFill>
          <a:ln w="12700">
            <a:solidFill>
              <a:srgbClr val="7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C47D1"/>
          </a:solidFill>
          <a:ln w="12700">
            <a:solidFill>
              <a:srgbClr val="4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رَدِّ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5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رَذِّ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75E"/>
          </a:solidFill>
          <a:ln w="12700">
            <a:solidFill>
              <a:srgbClr val="EDB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أَرِّبَ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6E0"/>
          </a:solidFill>
          <a:ln w="12700">
            <a:solidFill>
              <a:srgbClr val="527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A70"/>
          </a:solidFill>
          <a:ln w="12700">
            <a:solidFill>
              <a:srgbClr val="DB8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1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بَرِّتَ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A"/>
          </a:solidFill>
          <a:ln w="12700">
            <a:solidFill>
              <a:srgbClr val="D864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5"/>
          </a:solidFill>
          <a:ln w="12700">
            <a:solidFill>
              <a:srgbClr val="D147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تَرِّثَ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ثَرِّجَ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422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جَرِّحَ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74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74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حَرِّخَ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3"/>
          </a:solidFill>
          <a:ln w="12700">
            <a:solidFill>
              <a:srgbClr val="5EED9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774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774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1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خَرِّدَ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A"/>
          </a:solidFill>
          <a:ln w="12700">
            <a:solidFill>
              <a:srgbClr val="E0529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DB70"/>
          </a:solidFill>
          <a:ln w="12700">
            <a:solidFill>
              <a:srgbClr val="7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دَرِّذَ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7D864"/>
          </a:solidFill>
          <a:ln w="12700">
            <a:solidFill>
              <a:srgbClr val="8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7D147"/>
          </a:solidFill>
          <a:ln w="12700">
            <a:solidFill>
              <a:srgbClr val="8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ذَرِّأَ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034"/>
          </a:solidFill>
          <a:ln w="12700">
            <a:solidFill>
              <a:srgbClr val="797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تَرِّ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F5EED"/>
          </a:solidFill>
          <a:ln w="12700">
            <a:solidFill>
              <a:srgbClr val="6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ثَرِّ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E052"/>
          </a:solidFill>
          <a:ln w="12700">
            <a:solidFill>
              <a:srgbClr val="B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CDB"/>
          </a:solidFill>
          <a:ln w="12700">
            <a:solidFill>
              <a:srgbClr val="708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0"/>
          </a:solidFill>
          <a:ln w="12700">
            <a:solidFill>
              <a:srgbClr val="8547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4D8"/>
          </a:solidFill>
          <a:ln w="12700">
            <a:solidFill>
              <a:srgbClr val="64A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AD1"/>
          </a:solidFill>
          <a:ln w="12700">
            <a:solidFill>
              <a:srgbClr val="47A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حَرِّ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6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6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دَرِّ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ذَرِّ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1"/>
          </a:solidFill>
          <a:ln w="12700">
            <a:solidFill>
              <a:srgbClr val="ED5E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زَأۡإِ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6"/>
          </a:solidFill>
          <a:ln w="12700">
            <a:solidFill>
              <a:srgbClr val="DB70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16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زَبِّ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C"/>
          </a:solidFill>
          <a:ln w="12700">
            <a:solidFill>
              <a:srgbClr val="D147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زَتِّ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6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زَجِّ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زَحِّ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ED5E"/>
          </a:solidFill>
          <a:ln w="12700">
            <a:solidFill>
              <a:srgbClr val="9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زَخِّ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52E0"/>
          </a:solidFill>
          <a:ln w="12700">
            <a:solidFill>
              <a:srgbClr val="B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DB70"/>
          </a:solidFill>
          <a:ln w="12700">
            <a:solidFill>
              <a:srgbClr val="C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زَدِّ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364"/>
          </a:solidFill>
          <a:ln w="12700">
            <a:solidFill>
              <a:srgbClr val="D8D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447"/>
          </a:solidFill>
          <a:ln w="12700">
            <a:solidFill>
              <a:srgbClr val="D1B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5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زَذِّ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زَرِّ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أَزِّبَ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بَزِّتَ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8ED"/>
          </a:solidFill>
          <a:ln w="12700">
            <a:solidFill>
              <a:srgbClr val="5EB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تَزِّثَ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952"/>
          </a:solidFill>
          <a:ln w="12700">
            <a:solidFill>
              <a:srgbClr val="E09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8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ثَزِّجَ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6"/>
          </a:solidFill>
          <a:ln w="12700">
            <a:solidFill>
              <a:srgbClr val="64D8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2"/>
          </a:solidFill>
          <a:ln w="12700">
            <a:solidFill>
              <a:srgbClr val="47D1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جَزِّحَ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28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حَزِّخَ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خَزِّدَ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دَزِّذَ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ذَزِّرَ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5"/>
          </a:solidFill>
          <a:ln w="12700">
            <a:solidFill>
              <a:srgbClr val="52E07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رَزِّأَ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64D8"/>
          </a:solidFill>
          <a:ln w="12700">
            <a:solidFill>
              <a:srgbClr val="9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47D1"/>
          </a:solidFill>
          <a:ln w="12700">
            <a:solidFill>
              <a:srgbClr val="6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B5E"/>
          </a:solidFill>
          <a:ln w="12700">
            <a:solidFill>
              <a:srgbClr val="EDD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C64"/>
          </a:solidFill>
          <a:ln w="12700">
            <a:solidFill>
              <a:srgbClr val="D87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D47"/>
          </a:solidFill>
          <a:ln w="12700">
            <a:solidFill>
              <a:srgbClr val="D14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7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20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7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5"/>
          </a:solidFill>
          <a:ln w="12700">
            <a:solidFill>
              <a:srgbClr val="E0527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B"/>
          </a:solidFill>
          <a:ln w="12700">
            <a:solidFill>
              <a:srgbClr val="70DB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5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5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D147"/>
          </a:solidFill>
          <a:ln w="12700">
            <a:solidFill>
              <a:srgbClr val="6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4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6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3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C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5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7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06-ra-zay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