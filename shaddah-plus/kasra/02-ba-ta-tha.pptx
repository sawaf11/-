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0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بَتِّ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67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D147"/>
          </a:solidFill>
          <a:ln w="12700">
            <a:solidFill>
              <a:srgbClr val="5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0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بَدِّ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5EED"/>
          </a:solidFill>
          <a:ln w="12700">
            <a:solidFill>
              <a:srgbClr val="A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أَبِّتَ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11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تَبِّثَ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7D8"/>
          </a:solidFill>
          <a:ln w="12700">
            <a:solidFill>
              <a:srgbClr val="647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5D1"/>
          </a:solidFill>
          <a:ln w="12700">
            <a:solidFill>
              <a:srgbClr val="477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ثَبِّجَ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5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جَبِّحَ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65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حَبِّخَ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11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خَبِّدَ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56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دَبِّأَ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4"/>
          </a:solidFill>
          <a:ln w="12700">
            <a:solidFill>
              <a:srgbClr val="D864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7"/>
          </a:solidFill>
          <a:ln w="12700">
            <a:solidFill>
              <a:srgbClr val="D147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ثَبِّ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جَبِّ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F"/>
          </a:solidFill>
          <a:ln w="12700">
            <a:solidFill>
              <a:srgbClr val="5EED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E"/>
          </a:solidFill>
          <a:ln w="12700">
            <a:solidFill>
              <a:srgbClr val="E052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دَبِّ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D864"/>
          </a:solidFill>
          <a:ln w="12700">
            <a:solidFill>
              <a:srgbClr val="B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D147"/>
          </a:solidFill>
          <a:ln w="12700">
            <a:solidFill>
              <a:srgbClr val="B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تَأۡإِ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ED8"/>
          </a:solidFill>
          <a:ln w="12700">
            <a:solidFill>
              <a:srgbClr val="64C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6"/>
          </a:solidFill>
          <a:ln w="12700">
            <a:solidFill>
              <a:srgbClr val="47D1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أَتِّبَ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7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بَتِّثَ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ثَتِّجَ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5"/>
          </a:solidFill>
          <a:ln w="12700">
            <a:solidFill>
              <a:srgbClr val="ED5E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جَتِّحَ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حَتِّخَ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47D1"/>
          </a:solidFill>
          <a:ln w="12700">
            <a:solidFill>
              <a:srgbClr val="A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خَتِّدَ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دَتِّأَ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أَتِّ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0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بَتِّ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ثَتِّ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52E0"/>
          </a:solidFill>
          <a:ln w="12700">
            <a:solidFill>
              <a:srgbClr val="8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3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جَتِّ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حَتِّ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خَتِّ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دَتِّ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ثَأۡإِ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CED"/>
          </a:solidFill>
          <a:ln w="12700">
            <a:solidFill>
              <a:srgbClr val="5EE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ثَتِّ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ثَخِّ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24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9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أَثِّبَ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83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بَثِّتَ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2D1"/>
          </a:solidFill>
          <a:ln w="12700">
            <a:solidFill>
              <a:srgbClr val="475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تَثِّجَ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جَثِّحَ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3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حَثِّخَ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1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خَثِّدَ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77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دَثِّأَ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أَثِّ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67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تَثِّ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90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حَثِّ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خَثِّ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دَثِّ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1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6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7F3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8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2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2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4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6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2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02-ba-ta-tha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