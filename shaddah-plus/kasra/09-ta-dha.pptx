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notesMasterIdLst>
    <p:notesMasterId r:id="rId10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4" Type="http://schemas.openxmlformats.org/officeDocument/2006/relationships/viewProps" Target="viewProps.xml"/><Relationship Id="rId105" Type="http://schemas.openxmlformats.org/officeDocument/2006/relationships/theme" Target="theme/theme1.xml"/><Relationship Id="rId10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الكسرة: الحرف المشدد = حرف ساكن + نفس الحرف بـالكسرة.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44947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5600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4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43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E"/>
          </a:solidFill>
          <a:ln w="12700">
            <a:solidFill>
              <a:srgbClr val="2B645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E79"/>
          </a:solidFill>
          <a:ln w="12700">
            <a:solidFill>
              <a:srgbClr val="345E79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بِّ</a:t>
            </a:r>
            <a:endParaRPr lang="ar-SA" sz="9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148755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9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09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تَبِّ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A5E"/>
          </a:solidFill>
          <a:ln w="12700">
            <a:solidFill>
              <a:srgbClr val="EDB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طَأۡإِ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3E0"/>
          </a:solidFill>
          <a:ln w="12700">
            <a:solidFill>
              <a:srgbClr val="527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D70"/>
          </a:solidFill>
          <a:ln w="12700">
            <a:solidFill>
              <a:srgbClr val="DB8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08547"/>
          </a:solidFill>
          <a:ln w="12700">
            <a:solidFill>
              <a:srgbClr val="6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47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طَبِّ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7"/>
          </a:solidFill>
          <a:ln w="12700">
            <a:solidFill>
              <a:srgbClr val="D8646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2"/>
          </a:solidFill>
          <a:ln w="12700">
            <a:solidFill>
              <a:srgbClr val="D1476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طَتِّ</a:t>
            </a:r>
            <a:endParaRPr lang="ar-SA" sz="8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طَثِّ</a:t>
            </a:r>
            <a:endParaRPr lang="ar-SA" sz="8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02B64"/>
          </a:solidFill>
          <a:ln w="12700">
            <a:solidFill>
              <a:srgbClr val="5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F"/>
          </a:solidFill>
          <a:ln w="12700">
            <a:solidFill>
              <a:srgbClr val="79346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طَجِّ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طَحِّ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6"/>
          </a:solidFill>
          <a:ln w="12700">
            <a:solidFill>
              <a:srgbClr val="5EED9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طَخِّ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6"/>
          </a:solidFill>
          <a:ln w="12700">
            <a:solidFill>
              <a:srgbClr val="E0529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2"/>
          </a:solidFill>
          <a:ln w="12700">
            <a:solidFill>
              <a:srgbClr val="70DB72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F85"/>
          </a:solidFill>
          <a:ln w="12700">
            <a:solidFill>
              <a:srgbClr val="476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طَدِّ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4D864"/>
          </a:solidFill>
          <a:ln w="12700">
            <a:solidFill>
              <a:srgbClr val="8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4D147"/>
          </a:solidFill>
          <a:ln w="12700">
            <a:solidFill>
              <a:srgbClr val="8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طَذِّ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طَرِّ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12B"/>
          </a:solidFill>
          <a:ln w="12700">
            <a:solidFill>
              <a:srgbClr val="644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234"/>
          </a:solidFill>
          <a:ln w="12700">
            <a:solidFill>
              <a:srgbClr val="7972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طَزِّ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طَسِّ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35EED"/>
          </a:solidFill>
          <a:ln w="12700">
            <a:solidFill>
              <a:srgbClr val="7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طَشِّ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AE052"/>
          </a:solidFill>
          <a:ln w="12700">
            <a:solidFill>
              <a:srgbClr val="B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9DB"/>
          </a:solidFill>
          <a:ln w="12700">
            <a:solidFill>
              <a:srgbClr val="708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E"/>
          </a:solidFill>
          <a:ln w="12700">
            <a:solidFill>
              <a:srgbClr val="85477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6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طَصِّ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1D8"/>
          </a:solidFill>
          <a:ln w="12700">
            <a:solidFill>
              <a:srgbClr val="64A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6D1"/>
          </a:solidFill>
          <a:ln w="12700">
            <a:solidFill>
              <a:srgbClr val="47A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طَضِّ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9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أَطِّبَ</a:t>
            </a:r>
            <a:endParaRPr lang="ar-SA" sz="5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3"/>
          </a:solidFill>
          <a:ln w="12700">
            <a:solidFill>
              <a:srgbClr val="2B643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1"/>
          </a:solidFill>
          <a:ln w="12700">
            <a:solidFill>
              <a:srgbClr val="34796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1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6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بَطِّتَ</a:t>
            </a:r>
            <a:endParaRPr lang="ar-SA" sz="5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65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09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تَطِّثَ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D"/>
          </a:solidFill>
          <a:ln w="12700">
            <a:solidFill>
              <a:srgbClr val="ED5E6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896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ثَطِّجَ</a:t>
            </a:r>
            <a:endParaRPr lang="ar-SA" sz="5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EE0"/>
          </a:solidFill>
          <a:ln w="12700">
            <a:solidFill>
              <a:srgbClr val="52D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4"/>
          </a:solidFill>
          <a:ln w="12700">
            <a:solidFill>
              <a:srgbClr val="DB70A4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C47"/>
          </a:solidFill>
          <a:ln w="12700">
            <a:solidFill>
              <a:srgbClr val="857C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جَطِّحَ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E"/>
          </a:solidFill>
          <a:ln w="12700">
            <a:solidFill>
              <a:srgbClr val="D864B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9"/>
          </a:solidFill>
          <a:ln w="12700">
            <a:solidFill>
              <a:srgbClr val="D147C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678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حَطِّخَ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114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خَطِّدَ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164"/>
          </a:solidFill>
          <a:ln w="12700">
            <a:solidFill>
              <a:srgbClr val="2B3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F3479"/>
          </a:solidFill>
          <a:ln w="12700">
            <a:solidFill>
              <a:srgbClr val="4F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87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دَطِّذَ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237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ذَطِّرَ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1ED5E"/>
          </a:solidFill>
          <a:ln w="12700">
            <a:solidFill>
              <a:srgbClr val="9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62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رَطِّزَ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052E0"/>
          </a:solidFill>
          <a:ln w="12700">
            <a:solidFill>
              <a:srgbClr val="C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EDB70"/>
          </a:solidFill>
          <a:ln w="12700">
            <a:solidFill>
              <a:srgbClr val="B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C"/>
          </a:solidFill>
          <a:ln w="12700">
            <a:solidFill>
              <a:srgbClr val="47856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2982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6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زَطِّسَ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664"/>
          </a:solidFill>
          <a:ln w="12700">
            <a:solidFill>
              <a:srgbClr val="D8D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747"/>
          </a:solidFill>
          <a:ln w="12700">
            <a:solidFill>
              <a:srgbClr val="D1B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211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9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سَطِّشَ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4947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9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شَطِّصَ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F"/>
          </a:solidFill>
          <a:ln w="12700">
            <a:solidFill>
              <a:srgbClr val="642B3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E34"/>
          </a:solidFill>
          <a:ln w="12700">
            <a:solidFill>
              <a:srgbClr val="793E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56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صَطِّضَ</a:t>
            </a:r>
            <a:endParaRPr lang="ar-SA" sz="4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309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37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4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5385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ضَطِّأَ</a:t>
            </a:r>
            <a:endParaRPr lang="ar-SA" sz="6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5ED"/>
          </a:solidFill>
          <a:ln w="12700">
            <a:solidFill>
              <a:srgbClr val="5EB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C52"/>
          </a:solidFill>
          <a:ln w="12700">
            <a:solidFill>
              <a:srgbClr val="E09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9DB"/>
          </a:solidFill>
          <a:ln w="12700">
            <a:solidFill>
              <a:srgbClr val="70D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D4785"/>
          </a:solidFill>
          <a:ln w="12700">
            <a:solidFill>
              <a:srgbClr val="5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56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بَطِّ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9"/>
          </a:solidFill>
          <a:ln w="12700">
            <a:solidFill>
              <a:srgbClr val="64D8B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5"/>
          </a:solidFill>
          <a:ln w="12700">
            <a:solidFill>
              <a:srgbClr val="47D1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ثَطِّ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D642B"/>
          </a:solidFill>
          <a:ln w="12700">
            <a:solidFill>
              <a:srgbClr val="4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B7934"/>
          </a:solidFill>
          <a:ln w="12700">
            <a:solidFill>
              <a:srgbClr val="3B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000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جَطِّ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8"/>
          </a:solidFill>
          <a:ln w="12700">
            <a:solidFill>
              <a:srgbClr val="ED5ED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خَطِّ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8"/>
          </a:solidFill>
          <a:ln w="12700">
            <a:solidFill>
              <a:srgbClr val="52E07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370DB"/>
          </a:solidFill>
          <a:ln w="12700">
            <a:solidFill>
              <a:srgbClr val="C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E47"/>
          </a:solidFill>
          <a:ln w="12700">
            <a:solidFill>
              <a:srgbClr val="854E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دَطِّ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C64D8"/>
          </a:solidFill>
          <a:ln w="12700">
            <a:solidFill>
              <a:srgbClr val="9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347D1"/>
          </a:solidFill>
          <a:ln w="12700">
            <a:solidFill>
              <a:srgbClr val="7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ذَطِّ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7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رَطِّ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C64"/>
          </a:solidFill>
          <a:ln w="12700">
            <a:solidFill>
              <a:srgbClr val="2B5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C79"/>
          </a:solidFill>
          <a:ln w="12700">
            <a:solidFill>
              <a:srgbClr val="344C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7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زَطِّ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سَطِّ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F5E"/>
          </a:solidFill>
          <a:ln w="12700">
            <a:solidFill>
              <a:srgbClr val="EDD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552E0"/>
          </a:solidFill>
          <a:ln w="12700">
            <a:solidFill>
              <a:srgbClr val="5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870"/>
          </a:solidFill>
          <a:ln w="12700">
            <a:solidFill>
              <a:srgbClr val="DBA8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08547"/>
          </a:solidFill>
          <a:ln w="12700">
            <a:solidFill>
              <a:srgbClr val="50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صَطِّ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F64"/>
          </a:solidFill>
          <a:ln w="12700">
            <a:solidFill>
              <a:srgbClr val="D87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047"/>
          </a:solidFill>
          <a:ln w="12700">
            <a:solidFill>
              <a:srgbClr val="D15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ضَطِّ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85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0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737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ظَأۡإِ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E2B64"/>
          </a:solidFill>
          <a:ln w="12700">
            <a:solidFill>
              <a:srgbClr val="5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E"/>
          </a:solidFill>
          <a:ln w="12700">
            <a:solidFill>
              <a:srgbClr val="79345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87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47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ظَبِّ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14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تِ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109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ظَتِّ</a:t>
            </a:r>
            <a:endParaRPr lang="ar-SA" sz="8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B"/>
          </a:solidFill>
          <a:ln w="12700">
            <a:solidFill>
              <a:srgbClr val="5EEDB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92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52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ظَثِّ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72"/>
          </a:solidFill>
          <a:ln w="12700">
            <a:solidFill>
              <a:srgbClr val="E0527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E"/>
          </a:solidFill>
          <a:ln w="12700">
            <a:solidFill>
              <a:srgbClr val="70DB8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F85"/>
          </a:solidFill>
          <a:ln w="12700">
            <a:solidFill>
              <a:srgbClr val="475F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ظَجِّ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6D864"/>
          </a:solidFill>
          <a:ln w="12700">
            <a:solidFill>
              <a:srgbClr val="6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1D147"/>
          </a:solidFill>
          <a:ln w="12700">
            <a:solidFill>
              <a:srgbClr val="6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حِ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08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ظَحِّ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26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6217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ظَخِّ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02B"/>
          </a:solidFill>
          <a:ln w="12700">
            <a:solidFill>
              <a:srgbClr val="645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F7934"/>
          </a:solidFill>
          <a:ln w="12700">
            <a:solidFill>
              <a:srgbClr val="6F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79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88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ظَدِّ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9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ذِ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801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ظَذِّ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75EED"/>
          </a:solidFill>
          <a:ln w="12700">
            <a:solidFill>
              <a:srgbClr val="9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771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ظَرِّ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6E052"/>
          </a:solidFill>
          <a:ln w="12700">
            <a:solidFill>
              <a:srgbClr val="9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8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370DB"/>
          </a:solidFill>
          <a:ln w="12700">
            <a:solidFill>
              <a:srgbClr val="7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F"/>
          </a:solidFill>
          <a:ln w="12700">
            <a:solidFill>
              <a:srgbClr val="85476F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33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4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38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ظَزِّ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3D8"/>
          </a:solidFill>
          <a:ln w="12700">
            <a:solidFill>
              <a:srgbClr val="648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3D1"/>
          </a:solidFill>
          <a:ln w="12700">
            <a:solidFill>
              <a:srgbClr val="478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12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سِ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49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ظَسِّ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2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05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ظَشِّ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2"/>
          </a:solidFill>
          <a:ln w="12700">
            <a:solidFill>
              <a:srgbClr val="2B644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2"/>
          </a:solidFill>
          <a:ln w="12700">
            <a:solidFill>
              <a:srgbClr val="34797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26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34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56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ظَصِّ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99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52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ضِ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35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ظَضِّ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45E"/>
          </a:solidFill>
          <a:ln w="12700">
            <a:solidFill>
              <a:srgbClr val="ED7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94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ظَطِّ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9E0"/>
          </a:solidFill>
          <a:ln w="12700">
            <a:solidFill>
              <a:srgbClr val="52B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8"/>
          </a:solidFill>
          <a:ln w="12700">
            <a:solidFill>
              <a:srgbClr val="DB708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E8547"/>
          </a:solidFill>
          <a:ln w="12700">
            <a:solidFill>
              <a:srgbClr val="7E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5976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أَظِّبَ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0"/>
          </a:solidFill>
          <a:ln w="12700">
            <a:solidFill>
              <a:srgbClr val="D864A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5"/>
          </a:solidFill>
          <a:ln w="12700">
            <a:solidFill>
              <a:srgbClr val="D147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6726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بَظِّتَ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5098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تَظِّثَ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32B64"/>
          </a:solidFill>
          <a:ln w="12700">
            <a:solidFill>
              <a:srgbClr val="3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13479"/>
          </a:solidFill>
          <a:ln w="12700">
            <a:solidFill>
              <a:srgbClr val="6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ثَظِّجَ</a:t>
            </a:r>
            <a:endParaRPr lang="ar-SA" sz="5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جَظِّحَ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DED5E"/>
          </a:solidFill>
          <a:ln w="12700">
            <a:solidFill>
              <a:srgbClr val="6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43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حَظِّخَ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D"/>
          </a:solidFill>
          <a:ln w="12700">
            <a:solidFill>
              <a:srgbClr val="E052D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3DB70"/>
          </a:solidFill>
          <a:ln w="12700">
            <a:solidFill>
              <a:srgbClr val="A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C"/>
          </a:solidFill>
          <a:ln w="12700">
            <a:solidFill>
              <a:srgbClr val="47857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خَظِّدَ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DD864"/>
          </a:solidFill>
          <a:ln w="12700">
            <a:solidFill>
              <a:srgbClr val="B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8D147"/>
          </a:solidFill>
          <a:ln w="12700">
            <a:solidFill>
              <a:srgbClr val="C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5847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دَظِّذَ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ذَظِّرَ</a:t>
            </a:r>
            <a:endParaRPr lang="ar-SA" sz="5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0"/>
          </a:solidFill>
          <a:ln w="12700">
            <a:solidFill>
              <a:srgbClr val="642B3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034"/>
          </a:solidFill>
          <a:ln w="12700">
            <a:solidFill>
              <a:srgbClr val="795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4222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رَظِّزَ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670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زَظِّسَ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0ED"/>
          </a:solidFill>
          <a:ln w="12700">
            <a:solidFill>
              <a:srgbClr val="5E90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29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سَظِّشَ</a:t>
            </a:r>
            <a:endParaRPr lang="ar-SA" sz="5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152"/>
          </a:solidFill>
          <a:ln w="12700">
            <a:solidFill>
              <a:srgbClr val="E0C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EDB"/>
          </a:solidFill>
          <a:ln w="12700">
            <a:solidFill>
              <a:srgbClr val="70B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D4785"/>
          </a:solidFill>
          <a:ln w="12700">
            <a:solidFill>
              <a:srgbClr val="6D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934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شَظِّصَ</a:t>
            </a:r>
            <a:endParaRPr lang="ar-SA" sz="5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D7"/>
          </a:solidFill>
          <a:ln w="12700">
            <a:solidFill>
              <a:srgbClr val="64D8D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8"/>
          </a:solidFill>
          <a:ln w="12700">
            <a:solidFill>
              <a:srgbClr val="47D1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4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566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صَظِّضَ</a:t>
            </a:r>
            <a:endParaRPr lang="ar-SA" sz="4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2217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ضَظِّطَ</a:t>
            </a:r>
            <a:endParaRPr lang="ar-SA" sz="5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F642B"/>
          </a:solidFill>
          <a:ln w="12700">
            <a:solidFill>
              <a:srgbClr val="3F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F"/>
          </a:solidFill>
          <a:ln w="12700">
            <a:solidFill>
              <a:srgbClr val="34793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8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256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9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6273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طَظِّأَ</a:t>
            </a:r>
            <a:endParaRPr lang="ar-SA" sz="6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أَظِّ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4"/>
          </a:solidFill>
          <a:ln w="12700">
            <a:solidFill>
              <a:srgbClr val="ED5EB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56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بَظِّ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9D"/>
          </a:solidFill>
          <a:ln w="12700">
            <a:solidFill>
              <a:srgbClr val="52E09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8"/>
          </a:solidFill>
          <a:ln w="12700">
            <a:solidFill>
              <a:srgbClr val="DB70D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D47"/>
          </a:solidFill>
          <a:ln w="12700">
            <a:solidFill>
              <a:srgbClr val="855D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تَظِّ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64D8"/>
          </a:solidFill>
          <a:ln w="12700">
            <a:solidFill>
              <a:srgbClr val="B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647D1"/>
          </a:solidFill>
          <a:ln w="12700">
            <a:solidFill>
              <a:srgbClr val="9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000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جَظِّ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D64"/>
          </a:solidFill>
          <a:ln w="12700">
            <a:solidFill>
              <a:srgbClr val="2B4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B79"/>
          </a:solidFill>
          <a:ln w="12700">
            <a:solidFill>
              <a:srgbClr val="343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خَظِّ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7ED5E"/>
          </a:solidFill>
          <a:ln w="12700">
            <a:solidFill>
              <a:srgbClr val="D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دَظِّ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952E0"/>
          </a:solidFill>
          <a:ln w="12700">
            <a:solidFill>
              <a:srgbClr val="7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470"/>
          </a:solidFill>
          <a:ln w="12700">
            <a:solidFill>
              <a:srgbClr val="DBC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E"/>
          </a:solidFill>
          <a:ln w="12700">
            <a:solidFill>
              <a:srgbClr val="47854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ذَظِّ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D64"/>
          </a:solidFill>
          <a:ln w="12700">
            <a:solidFill>
              <a:srgbClr val="D89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347"/>
          </a:solidFill>
          <a:ln w="12700">
            <a:solidFill>
              <a:srgbClr val="D17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7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رَظِّ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73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زَظِّ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B"/>
          </a:solidFill>
          <a:ln w="12700">
            <a:solidFill>
              <a:srgbClr val="642B5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C"/>
          </a:solidFill>
          <a:ln w="12700">
            <a:solidFill>
              <a:srgbClr val="79344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سَظِّ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شَظِّ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F"/>
          </a:solidFill>
          <a:ln w="12700">
            <a:solidFill>
              <a:srgbClr val="5EEDD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صَظِّ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652"/>
          </a:solidFill>
          <a:ln w="12700">
            <a:solidFill>
              <a:srgbClr val="E05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A9"/>
          </a:solidFill>
          <a:ln w="12700">
            <a:solidFill>
              <a:srgbClr val="70DBA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085"/>
          </a:solidFill>
          <a:ln w="12700">
            <a:solidFill>
              <a:srgbClr val="475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ضَظِّ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0"/>
          </a:solidFill>
          <a:ln w="12700">
            <a:solidFill>
              <a:srgbClr val="64D88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1"/>
          </a:solidFill>
          <a:ln w="12700">
            <a:solidFill>
              <a:srgbClr val="47D1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23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طَظِّ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214254" y="896112"/>
            <a:ext cx="158776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C36E2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214254" y="896112"/>
            <a:ext cx="158776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</a:t>
            </a:r>
            <a:endParaRPr lang="ar-SA" sz="4700" dirty="0"/>
          </a:p>
        </p:txBody>
      </p:sp>
      <p:sp>
        <p:nvSpPr>
          <p:cNvPr id="13" name="C2 W2 pill"/>
          <p:cNvSpPr/>
          <p:nvPr/>
        </p:nvSpPr>
        <p:spPr>
          <a:xfrm>
            <a:off x="2341985" y="896112"/>
            <a:ext cx="255222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BC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341985" y="896112"/>
            <a:ext cx="255222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ٱلۡعَٰلَمِينَ</a:t>
            </a:r>
            <a:endParaRPr lang="ar-SA" sz="47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4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705474" y="2834640"/>
            <a:ext cx="373305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705474" y="2834640"/>
            <a:ext cx="373305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 ٱلۡعَٰلَمِينَ</a:t>
            </a:r>
            <a:endParaRPr lang="ar-SA" sz="4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F2B"/>
          </a:solidFill>
          <a:ln w="12700">
            <a:solidFill>
              <a:srgbClr val="645F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D7934"/>
          </a:solidFill>
          <a:ln w="12700">
            <a:solidFill>
              <a:srgbClr val="5D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96303" y="896112"/>
            <a:ext cx="181406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6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96303" y="896112"/>
            <a:ext cx="181406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2633630" y="896112"/>
            <a:ext cx="174263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D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633630" y="896112"/>
            <a:ext cx="174263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لِرَبِّكَ</a:t>
            </a:r>
            <a:endParaRPr lang="ar-SA" sz="40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3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3032780" y="2834640"/>
            <a:ext cx="30784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3032780" y="2834640"/>
            <a:ext cx="30784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فَصَلِّ لِرَبِّكَ</a:t>
            </a:r>
            <a:endParaRPr lang="ar-SA" sz="4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677519" y="896112"/>
            <a:ext cx="15558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4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677519" y="896112"/>
            <a:ext cx="15558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5300" dirty="0"/>
          </a:p>
        </p:txBody>
      </p:sp>
      <p:sp>
        <p:nvSpPr>
          <p:cNvPr id="12" name="C2 W2 pill"/>
          <p:cNvSpPr/>
          <p:nvPr/>
        </p:nvSpPr>
        <p:spPr>
          <a:xfrm>
            <a:off x="4672783" y="896112"/>
            <a:ext cx="16846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4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72783" y="896112"/>
            <a:ext cx="16846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شَرِّ</a:t>
            </a:r>
            <a:endParaRPr lang="ar-SA" sz="5300" dirty="0"/>
          </a:p>
        </p:txBody>
      </p:sp>
      <p:sp>
        <p:nvSpPr>
          <p:cNvPr id="14" name="C3 W3 pill"/>
          <p:cNvSpPr/>
          <p:nvPr/>
        </p:nvSpPr>
        <p:spPr>
          <a:xfrm>
            <a:off x="3119535" y="896112"/>
            <a:ext cx="1233208" cy="1371600"/>
          </a:xfrm>
          <a:prstGeom prst="roundRect">
            <a:avLst>
              <a:gd name="adj" fmla="val 29659"/>
            </a:avLst>
          </a:prstGeom>
          <a:solidFill>
            <a:srgbClr val="FFFFFF"/>
          </a:solidFill>
          <a:ln w="76200">
            <a:solidFill>
              <a:srgbClr val="A4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3119535" y="896112"/>
            <a:ext cx="12332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مَا</a:t>
            </a:r>
            <a:endParaRPr lang="ar-SA" sz="5300" dirty="0"/>
          </a:p>
        </p:txBody>
      </p:sp>
      <p:sp>
        <p:nvSpPr>
          <p:cNvPr id="16" name="C4 W4 pill"/>
          <p:cNvSpPr/>
          <p:nvPr/>
        </p:nvSpPr>
        <p:spPr>
          <a:xfrm>
            <a:off x="910662" y="896112"/>
            <a:ext cx="18888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4E2"/>
            </a:solidFill>
            <a:prstDash val="solid"/>
          </a:ln>
        </p:spPr>
      </p:sp>
      <p:sp>
        <p:nvSpPr>
          <p:cNvPr id="17" name="C4 W4 word"/>
          <p:cNvSpPr txBox="1"/>
          <p:nvPr/>
        </p:nvSpPr>
        <p:spPr>
          <a:xfrm>
            <a:off x="910662" y="896112"/>
            <a:ext cx="18888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خَلَقَ</a:t>
            </a:r>
            <a:endParaRPr lang="ar-SA" sz="5300" dirty="0"/>
          </a:p>
        </p:txBody>
      </p:sp>
      <p:sp>
        <p:nvSpPr>
          <p:cNvPr id="18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6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S panel"/>
          <p:cNvSpPr/>
          <p:nvPr/>
        </p:nvSpPr>
        <p:spPr>
          <a:xfrm>
            <a:off x="2010070" y="2834640"/>
            <a:ext cx="512385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5 S sentence"/>
          <p:cNvSpPr txBox="1"/>
          <p:nvPr/>
        </p:nvSpPr>
        <p:spPr>
          <a:xfrm>
            <a:off x="2010070" y="2834640"/>
            <a:ext cx="512385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شَرِّ مَا خَلَقَ</a:t>
            </a:r>
            <a:endParaRPr lang="ar-SA" sz="5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C5EED"/>
          </a:solidFill>
          <a:ln w="12700">
            <a:solidFill>
              <a:srgbClr val="B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6960030" y="896112"/>
            <a:ext cx="171144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6960030" y="896112"/>
            <a:ext cx="171144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</a:t>
            </a:r>
            <a:endParaRPr lang="ar-SA" sz="4300" dirty="0"/>
          </a:p>
        </p:txBody>
      </p:sp>
      <p:sp>
        <p:nvSpPr>
          <p:cNvPr id="20" name="C2 W2 pill"/>
          <p:cNvSpPr/>
          <p:nvPr/>
        </p:nvSpPr>
        <p:spPr>
          <a:xfrm>
            <a:off x="4887580" y="896112"/>
            <a:ext cx="17524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2E236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4887580" y="896112"/>
            <a:ext cx="17524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أَعُوذُ</a:t>
            </a:r>
            <a:endParaRPr lang="ar-SA" sz="4300" dirty="0"/>
          </a:p>
        </p:txBody>
      </p:sp>
      <p:sp>
        <p:nvSpPr>
          <p:cNvPr id="22" name="C3 W3 pill"/>
          <p:cNvSpPr/>
          <p:nvPr/>
        </p:nvSpPr>
        <p:spPr>
          <a:xfrm>
            <a:off x="2855150" y="896112"/>
            <a:ext cx="171239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23" name="C3 W3 word"/>
          <p:cNvSpPr txBox="1"/>
          <p:nvPr/>
        </p:nvSpPr>
        <p:spPr>
          <a:xfrm>
            <a:off x="2855150" y="896112"/>
            <a:ext cx="171239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بِرَبِّ</a:t>
            </a:r>
            <a:endParaRPr lang="ar-SA" sz="4300" dirty="0"/>
          </a:p>
        </p:txBody>
      </p:sp>
      <p:sp>
        <p:nvSpPr>
          <p:cNvPr id="24" name="C4 W4 pill"/>
          <p:cNvSpPr/>
          <p:nvPr/>
        </p:nvSpPr>
        <p:spPr>
          <a:xfrm>
            <a:off x="472529" y="896112"/>
            <a:ext cx="20625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25" name="C4 W4 word"/>
          <p:cNvSpPr txBox="1"/>
          <p:nvPr/>
        </p:nvSpPr>
        <p:spPr>
          <a:xfrm>
            <a:off x="472529" y="896112"/>
            <a:ext cx="20625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ٱلنَّاسِ</a:t>
            </a:r>
            <a:endParaRPr lang="ar-SA" sz="4300" dirty="0"/>
          </a:p>
        </p:txBody>
      </p:sp>
      <p:sp>
        <p:nvSpPr>
          <p:cNvPr id="26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S panel"/>
          <p:cNvSpPr/>
          <p:nvPr/>
        </p:nvSpPr>
        <p:spPr>
          <a:xfrm>
            <a:off x="1703639" y="2834640"/>
            <a:ext cx="573672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C5 S sentence"/>
          <p:cNvSpPr txBox="1"/>
          <p:nvPr/>
        </p:nvSpPr>
        <p:spPr>
          <a:xfrm>
            <a:off x="1703639" y="2834640"/>
            <a:ext cx="573672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قُلۡ أَعُوذُ بِرَبِّ ٱلنَّاسِ</a:t>
            </a:r>
            <a:endParaRPr lang="ar-SA" sz="4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kasra 09-ta-dha</dc:title>
  <dc:subject>PptxGenJS Presentation</dc:subject>
  <dc:creator>PptxGenJS</dc:creator>
  <cp:lastModifiedBy>PptxGenJS</cp:lastModifiedBy>
  <cp:revision>1</cp:revision>
  <dcterms:created xsi:type="dcterms:W3CDTF">2026-10-21T19:04:14Z</dcterms:created>
  <dcterms:modified xsi:type="dcterms:W3CDTF">2026-10-21T19:04:14Z</dcterms:modified>
</cp:coreProperties>
</file>