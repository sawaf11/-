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A5E"/>
          </a:solidFill>
          <a:ln w="12700">
            <a:solidFill>
              <a:srgbClr val="EDB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3E0"/>
          </a:solidFill>
          <a:ln w="12700">
            <a:solidFill>
              <a:srgbClr val="527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D70"/>
          </a:solidFill>
          <a:ln w="12700">
            <a:solidFill>
              <a:srgbClr val="DB8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47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طَبِّ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6"/>
          </a:solidFill>
          <a:ln w="12700">
            <a:solidFill>
              <a:srgbClr val="E052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4D147"/>
          </a:solidFill>
          <a:ln w="12700">
            <a:solidFill>
              <a:srgbClr val="8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طَرِّ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طَسِّ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6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طَصِّ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6D1"/>
          </a:solidFill>
          <a:ln w="12700">
            <a:solidFill>
              <a:srgbClr val="47A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9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أَطِّبَ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بَطِّتَ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09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تَطِّثَ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D"/>
          </a:solidFill>
          <a:ln w="12700">
            <a:solidFill>
              <a:srgbClr val="ED5E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ثَطِّجَ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جَطِّحَ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حَطِّخَ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خَطِّدَ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دَطِّذَ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ذَطِّرَ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رَطِّزَ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52E0"/>
          </a:solidFill>
          <a:ln w="12700">
            <a:solidFill>
              <a:srgbClr val="C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6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زَطِّسَ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9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سَطِّشَ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9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شَطِّصَ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5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صَطِّضَ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3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ضَطِّأَ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56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بَطِّ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ثَطِّ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00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جَطِّ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دَطِّ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347D1"/>
          </a:solidFill>
          <a:ln w="12700">
            <a:solidFill>
              <a:srgbClr val="7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ذَطِّ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زَطِّ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سَطِّ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صَطِّ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ضَطِّ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ظَأۡإِ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47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ظَبِّ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ظَتِّ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ظَثِّ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ظَجِّ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ظَحِّ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ظَخِّ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ظَدِّ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ظَذِّ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ظَرِّ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ظَزِّ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ظَسِّ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ظَشِّ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56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ظَصِّ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ظَضِّ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ظَطِّ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9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أَظِّبَ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بَظِّتَ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09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تَظِّثَ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ثَظِّجَ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جَظِّحَ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43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حَظِّخَ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خَظِّدَ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84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دَظِّذَ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ذَظِّرَ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2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رَظِّزَ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6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زَظِّسَ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9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سَظِّشَ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9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شَظِّصَ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5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صَظِّضَ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21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ضَظِّطَ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56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627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طَظِّأَ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أَظِّ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56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تَظِّ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00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جَظِّ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خَظِّ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دَظِّ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7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سَظِّ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شَظِّ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ضَظِّ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4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6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20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22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4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09-ta-dha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