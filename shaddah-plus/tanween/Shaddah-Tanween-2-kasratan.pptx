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slideMasters/slideMaster125.xml" ContentType="application/vnd.openxmlformats-officedocument.presentationml.slideMaster+xml"/>
  <Override PartName="/ppt/slides/slide125.xml" ContentType="application/vnd.openxmlformats-officedocument.presentationml.slide+xml"/>
  <Override PartName="/ppt/slideMasters/slideMaster126.xml" ContentType="application/vnd.openxmlformats-officedocument.presentationml.slideMaster+xml"/>
  <Override PartName="/ppt/slides/slide126.xml" ContentType="application/vnd.openxmlformats-officedocument.presentationml.slide+xml"/>
  <Override PartName="/ppt/slideMasters/slideMaster127.xml" ContentType="application/vnd.openxmlformats-officedocument.presentationml.slideMaster+xml"/>
  <Override PartName="/ppt/slides/slide127.xml" ContentType="application/vnd.openxmlformats-officedocument.presentationml.slide+xml"/>
  <Override PartName="/ppt/slideMasters/slideMaster128.xml" ContentType="application/vnd.openxmlformats-officedocument.presentationml.slideMaster+xml"/>
  <Override PartName="/ppt/slides/slide128.xml" ContentType="application/vnd.openxmlformats-officedocument.presentationml.slide+xml"/>
  <Override PartName="/ppt/slideMasters/slideMaster129.xml" ContentType="application/vnd.openxmlformats-officedocument.presentationml.slideMaster+xml"/>
  <Override PartName="/ppt/slides/slide129.xml" ContentType="application/vnd.openxmlformats-officedocument.presentationml.slide+xml"/>
  <Override PartName="/ppt/slideMasters/slideMaster130.xml" ContentType="application/vnd.openxmlformats-officedocument.presentationml.slideMaster+xml"/>
  <Override PartName="/ppt/slides/slide130.xml" ContentType="application/vnd.openxmlformats-officedocument.presentationml.slide+xml"/>
  <Override PartName="/ppt/slideMasters/slideMaster131.xml" ContentType="application/vnd.openxmlformats-officedocument.presentationml.slideMaster+xml"/>
  <Override PartName="/ppt/slides/slide131.xml" ContentType="application/vnd.openxmlformats-officedocument.presentationml.slide+xml"/>
  <Override PartName="/ppt/slideMasters/slideMaster132.xml" ContentType="application/vnd.openxmlformats-officedocument.presentationml.slideMaster+xml"/>
  <Override PartName="/ppt/slides/slide132.xml" ContentType="application/vnd.openxmlformats-officedocument.presentationml.slide+xml"/>
  <Override PartName="/ppt/slideMasters/slideMaster133.xml" ContentType="application/vnd.openxmlformats-officedocument.presentationml.slideMaster+xml"/>
  <Override PartName="/ppt/slides/slide133.xml" ContentType="application/vnd.openxmlformats-officedocument.presentationml.slide+xml"/>
  <Override PartName="/ppt/slideMasters/slideMaster134.xml" ContentType="application/vnd.openxmlformats-officedocument.presentationml.slideMaster+xml"/>
  <Override PartName="/ppt/slides/slide134.xml" ContentType="application/vnd.openxmlformats-officedocument.presentationml.slide+xml"/>
  <Override PartName="/ppt/slideMasters/slideMaster135.xml" ContentType="application/vnd.openxmlformats-officedocument.presentationml.slideMaster+xml"/>
  <Override PartName="/ppt/slides/slide135.xml" ContentType="application/vnd.openxmlformats-officedocument.presentationml.slide+xml"/>
  <Override PartName="/ppt/slideMasters/slideMaster136.xml" ContentType="application/vnd.openxmlformats-officedocument.presentationml.slideMaster+xml"/>
  <Override PartName="/ppt/slides/slide136.xml" ContentType="application/vnd.openxmlformats-officedocument.presentationml.slide+xml"/>
  <Override PartName="/ppt/slideMasters/slideMaster137.xml" ContentType="application/vnd.openxmlformats-officedocument.presentationml.slideMaster+xml"/>
  <Override PartName="/ppt/slides/slide137.xml" ContentType="application/vnd.openxmlformats-officedocument.presentationml.slide+xml"/>
  <Override PartName="/ppt/slideMasters/slideMaster138.xml" ContentType="application/vnd.openxmlformats-officedocument.presentationml.slideMaster+xml"/>
  <Override PartName="/ppt/slides/slide138.xml" ContentType="application/vnd.openxmlformats-officedocument.presentationml.slide+xml"/>
  <Override PartName="/ppt/slideMasters/slideMaster139.xml" ContentType="application/vnd.openxmlformats-officedocument.presentationml.slideMaster+xml"/>
  <Override PartName="/ppt/slides/slide139.xml" ContentType="application/vnd.openxmlformats-officedocument.presentationml.slide+xml"/>
  <Override PartName="/ppt/slideMasters/slideMaster140.xml" ContentType="application/vnd.openxmlformats-officedocument.presentationml.slideMaster+xml"/>
  <Override PartName="/ppt/slides/slide140.xml" ContentType="application/vnd.openxmlformats-officedocument.presentationml.slide+xml"/>
  <Override PartName="/ppt/slideMasters/slideMaster141.xml" ContentType="application/vnd.openxmlformats-officedocument.presentationml.slideMaster+xml"/>
  <Override PartName="/ppt/slides/slide141.xml" ContentType="application/vnd.openxmlformats-officedocument.presentationml.slide+xml"/>
  <Override PartName="/ppt/slideMasters/slideMaster142.xml" ContentType="application/vnd.openxmlformats-officedocument.presentationml.slideMaster+xml"/>
  <Override PartName="/ppt/slides/slide142.xml" ContentType="application/vnd.openxmlformats-officedocument.presentationml.slide+xml"/>
  <Override PartName="/ppt/slideMasters/slideMaster143.xml" ContentType="application/vnd.openxmlformats-officedocument.presentationml.slideMaster+xml"/>
  <Override PartName="/ppt/slides/slide143.xml" ContentType="application/vnd.openxmlformats-officedocument.presentationml.slide+xml"/>
  <Override PartName="/ppt/slideMasters/slideMaster144.xml" ContentType="application/vnd.openxmlformats-officedocument.presentationml.slideMaster+xml"/>
  <Override PartName="/ppt/slides/slide144.xml" ContentType="application/vnd.openxmlformats-officedocument.presentationml.slide+xml"/>
  <Override PartName="/ppt/slideMasters/slideMaster145.xml" ContentType="application/vnd.openxmlformats-officedocument.presentationml.slideMaster+xml"/>
  <Override PartName="/ppt/slides/slide145.xml" ContentType="application/vnd.openxmlformats-officedocument.presentationml.slide+xml"/>
  <Override PartName="/ppt/slideMasters/slideMaster146.xml" ContentType="application/vnd.openxmlformats-officedocument.presentationml.slideMaster+xml"/>
  <Override PartName="/ppt/slides/slide146.xml" ContentType="application/vnd.openxmlformats-officedocument.presentationml.slide+xml"/>
  <Override PartName="/ppt/slideMasters/slideMaster147.xml" ContentType="application/vnd.openxmlformats-officedocument.presentationml.slideMaster+xml"/>
  <Override PartName="/ppt/slides/slide147.xml" ContentType="application/vnd.openxmlformats-officedocument.presentationml.slide+xml"/>
  <Override PartName="/ppt/slideMasters/slideMaster148.xml" ContentType="application/vnd.openxmlformats-officedocument.presentationml.slideMaster+xml"/>
  <Override PartName="/ppt/slides/slide148.xml" ContentType="application/vnd.openxmlformats-officedocument.presentationml.slide+xml"/>
  <Override PartName="/ppt/slideMasters/slideMaster149.xml" ContentType="application/vnd.openxmlformats-officedocument.presentationml.slideMaster+xml"/>
  <Override PartName="/ppt/slides/slide149.xml" ContentType="application/vnd.openxmlformats-officedocument.presentationml.slide+xml"/>
  <Override PartName="/ppt/slideMasters/slideMaster150.xml" ContentType="application/vnd.openxmlformats-officedocument.presentationml.slideMaster+xml"/>
  <Override PartName="/ppt/slides/slide150.xml" ContentType="application/vnd.openxmlformats-officedocument.presentationml.slide+xml"/>
  <Override PartName="/ppt/slideMasters/slideMaster151.xml" ContentType="application/vnd.openxmlformats-officedocument.presentationml.slideMaster+xml"/>
  <Override PartName="/ppt/slides/slide151.xml" ContentType="application/vnd.openxmlformats-officedocument.presentationml.slide+xml"/>
  <Override PartName="/ppt/slideMasters/slideMaster152.xml" ContentType="application/vnd.openxmlformats-officedocument.presentationml.slideMaster+xml"/>
  <Override PartName="/ppt/slides/slide152.xml" ContentType="application/vnd.openxmlformats-officedocument.presentationml.slide+xml"/>
  <Override PartName="/ppt/slideMasters/slideMaster153.xml" ContentType="application/vnd.openxmlformats-officedocument.presentationml.slideMaster+xml"/>
  <Override PartName="/ppt/slides/slide153.xml" ContentType="application/vnd.openxmlformats-officedocument.presentationml.slide+xml"/>
  <Override PartName="/ppt/slideMasters/slideMaster154.xml" ContentType="application/vnd.openxmlformats-officedocument.presentationml.slideMaster+xml"/>
  <Override PartName="/ppt/slides/slide154.xml" ContentType="application/vnd.openxmlformats-officedocument.presentationml.slide+xml"/>
  <Override PartName="/ppt/slideMasters/slideMaster155.xml" ContentType="application/vnd.openxmlformats-officedocument.presentationml.slideMaster+xml"/>
  <Override PartName="/ppt/slides/slide155.xml" ContentType="application/vnd.openxmlformats-officedocument.presentationml.slide+xml"/>
  <Override PartName="/ppt/slideMasters/slideMaster156.xml" ContentType="application/vnd.openxmlformats-officedocument.presentationml.slideMaster+xml"/>
  <Override PartName="/ppt/slides/slide156.xml" ContentType="application/vnd.openxmlformats-officedocument.presentationml.slide+xml"/>
  <Override PartName="/ppt/slideMasters/slideMaster157.xml" ContentType="application/vnd.openxmlformats-officedocument.presentationml.slideMaster+xml"/>
  <Override PartName="/ppt/slides/slide157.xml" ContentType="application/vnd.openxmlformats-officedocument.presentationml.slide+xml"/>
  <Override PartName="/ppt/slideMasters/slideMaster158.xml" ContentType="application/vnd.openxmlformats-officedocument.presentationml.slideMaster+xml"/>
  <Override PartName="/ppt/slides/slide158.xml" ContentType="application/vnd.openxmlformats-officedocument.presentationml.slide+xml"/>
  <Override PartName="/ppt/slideMasters/slideMaster159.xml" ContentType="application/vnd.openxmlformats-officedocument.presentationml.slideMaster+xml"/>
  <Override PartName="/ppt/slides/slide159.xml" ContentType="application/vnd.openxmlformats-officedocument.presentationml.slide+xml"/>
  <Override PartName="/ppt/slideMasters/slideMaster160.xml" ContentType="application/vnd.openxmlformats-officedocument.presentationml.slideMaster+xml"/>
  <Override PartName="/ppt/slides/slide160.xml" ContentType="application/vnd.openxmlformats-officedocument.presentationml.slide+xml"/>
  <Override PartName="/ppt/slideMasters/slideMaster161.xml" ContentType="application/vnd.openxmlformats-officedocument.presentationml.slideMaster+xml"/>
  <Override PartName="/ppt/slides/slide161.xml" ContentType="application/vnd.openxmlformats-officedocument.presentationml.slide+xml"/>
  <Override PartName="/ppt/slideMasters/slideMaster162.xml" ContentType="application/vnd.openxmlformats-officedocument.presentationml.slideMaster+xml"/>
  <Override PartName="/ppt/slides/slide162.xml" ContentType="application/vnd.openxmlformats-officedocument.presentationml.slide+xml"/>
  <Override PartName="/ppt/slideMasters/slideMaster163.xml" ContentType="application/vnd.openxmlformats-officedocument.presentationml.slideMaster+xml"/>
  <Override PartName="/ppt/slides/slide163.xml" ContentType="application/vnd.openxmlformats-officedocument.presentationml.slide+xml"/>
  <Override PartName="/ppt/slideMasters/slideMaster164.xml" ContentType="application/vnd.openxmlformats-officedocument.presentationml.slideMaster+xml"/>
  <Override PartName="/ppt/slides/slide164.xml" ContentType="application/vnd.openxmlformats-officedocument.presentationml.slide+xml"/>
  <Override PartName="/ppt/slideMasters/slideMaster165.xml" ContentType="application/vnd.openxmlformats-officedocument.presentationml.slideMaster+xml"/>
  <Override PartName="/ppt/slides/slide165.xml" ContentType="application/vnd.openxmlformats-officedocument.presentationml.slide+xml"/>
  <Override PartName="/ppt/slideMasters/slideMaster166.xml" ContentType="application/vnd.openxmlformats-officedocument.presentationml.slideMaster+xml"/>
  <Override PartName="/ppt/slides/slide166.xml" ContentType="application/vnd.openxmlformats-officedocument.presentationml.slide+xml"/>
  <Override PartName="/ppt/slideMasters/slideMaster167.xml" ContentType="application/vnd.openxmlformats-officedocument.presentationml.slideMaster+xml"/>
  <Override PartName="/ppt/slides/slide167.xml" ContentType="application/vnd.openxmlformats-officedocument.presentationml.slide+xml"/>
  <Override PartName="/ppt/slideMasters/slideMaster168.xml" ContentType="application/vnd.openxmlformats-officedocument.presentationml.slideMaster+xml"/>
  <Override PartName="/ppt/slides/slide168.xml" ContentType="application/vnd.openxmlformats-officedocument.presentationml.slide+xml"/>
  <Override PartName="/ppt/slideMasters/slideMaster169.xml" ContentType="application/vnd.openxmlformats-officedocument.presentationml.slideMaster+xml"/>
  <Override PartName="/ppt/slides/slide169.xml" ContentType="application/vnd.openxmlformats-officedocument.presentationml.slide+xml"/>
  <Override PartName="/ppt/slideMasters/slideMaster170.xml" ContentType="application/vnd.openxmlformats-officedocument.presentationml.slideMaster+xml"/>
  <Override PartName="/ppt/slides/slide170.xml" ContentType="application/vnd.openxmlformats-officedocument.presentationml.slide+xml"/>
  <Override PartName="/ppt/slideMasters/slideMaster171.xml" ContentType="application/vnd.openxmlformats-officedocument.presentationml.slideMaster+xml"/>
  <Override PartName="/ppt/slides/slide171.xml" ContentType="application/vnd.openxmlformats-officedocument.presentationml.slide+xml"/>
  <Override PartName="/ppt/slideMasters/slideMaster172.xml" ContentType="application/vnd.openxmlformats-officedocument.presentationml.slideMaster+xml"/>
  <Override PartName="/ppt/slides/slide172.xml" ContentType="application/vnd.openxmlformats-officedocument.presentationml.slide+xml"/>
  <Override PartName="/ppt/slideMasters/slideMaster173.xml" ContentType="application/vnd.openxmlformats-officedocument.presentationml.slideMaster+xml"/>
  <Override PartName="/ppt/slides/slide173.xml" ContentType="application/vnd.openxmlformats-officedocument.presentationml.slide+xml"/>
  <Override PartName="/ppt/slideMasters/slideMaster174.xml" ContentType="application/vnd.openxmlformats-officedocument.presentationml.slideMaster+xml"/>
  <Override PartName="/ppt/slides/slide174.xml" ContentType="application/vnd.openxmlformats-officedocument.presentationml.slide+xml"/>
  <Override PartName="/ppt/slideMasters/slideMaster175.xml" ContentType="application/vnd.openxmlformats-officedocument.presentationml.slideMaster+xml"/>
  <Override PartName="/ppt/slides/slide175.xml" ContentType="application/vnd.openxmlformats-officedocument.presentationml.slide+xml"/>
  <Override PartName="/ppt/slideMasters/slideMaster176.xml" ContentType="application/vnd.openxmlformats-officedocument.presentationml.slideMaster+xml"/>
  <Override PartName="/ppt/slides/slide176.xml" ContentType="application/vnd.openxmlformats-officedocument.presentationml.slide+xml"/>
  <Override PartName="/ppt/slideMasters/slideMaster177.xml" ContentType="application/vnd.openxmlformats-officedocument.presentationml.slideMaster+xml"/>
  <Override PartName="/ppt/slides/slide177.xml" ContentType="application/vnd.openxmlformats-officedocument.presentationml.slide+xml"/>
  <Override PartName="/ppt/slideMasters/slideMaster178.xml" ContentType="application/vnd.openxmlformats-officedocument.presentationml.slideMaster+xml"/>
  <Override PartName="/ppt/slides/slide178.xml" ContentType="application/vnd.openxmlformats-officedocument.presentationml.slide+xml"/>
  <Override PartName="/ppt/slideMasters/slideMaster179.xml" ContentType="application/vnd.openxmlformats-officedocument.presentationml.slideMaster+xml"/>
  <Override PartName="/ppt/slides/slide179.xml" ContentType="application/vnd.openxmlformats-officedocument.presentationml.slide+xml"/>
  <Override PartName="/ppt/slideMasters/slideMaster180.xml" ContentType="application/vnd.openxmlformats-officedocument.presentationml.slideMaster+xml"/>
  <Override PartName="/ppt/slides/slide180.xml" ContentType="application/vnd.openxmlformats-officedocument.presentationml.slide+xml"/>
  <Override PartName="/ppt/slideMasters/slideMaster181.xml" ContentType="application/vnd.openxmlformats-officedocument.presentationml.slideMaster+xml"/>
  <Override PartName="/ppt/slides/slide181.xml" ContentType="application/vnd.openxmlformats-officedocument.presentationml.slide+xml"/>
  <Override PartName="/ppt/slideMasters/slideMaster182.xml" ContentType="application/vnd.openxmlformats-officedocument.presentationml.slideMaster+xml"/>
  <Override PartName="/ppt/slides/slide182.xml" ContentType="application/vnd.openxmlformats-officedocument.presentationml.slide+xml"/>
  <Override PartName="/ppt/slideMasters/slideMaster183.xml" ContentType="application/vnd.openxmlformats-officedocument.presentationml.slideMaster+xml"/>
  <Override PartName="/ppt/slides/slide183.xml" ContentType="application/vnd.openxmlformats-officedocument.presentationml.slide+xml"/>
  <Override PartName="/ppt/slideMasters/slideMaster184.xml" ContentType="application/vnd.openxmlformats-officedocument.presentationml.slideMaster+xml"/>
  <Override PartName="/ppt/slides/slide184.xml" ContentType="application/vnd.openxmlformats-officedocument.presentationml.slide+xml"/>
  <Override PartName="/ppt/slideMasters/slideMaster185.xml" ContentType="application/vnd.openxmlformats-officedocument.presentationml.slideMaster+xml"/>
  <Override PartName="/ppt/slides/slide185.xml" ContentType="application/vnd.openxmlformats-officedocument.presentationml.slide+xml"/>
  <Override PartName="/ppt/slideMasters/slideMaster186.xml" ContentType="application/vnd.openxmlformats-officedocument.presentationml.slideMaster+xml"/>
  <Override PartName="/ppt/slides/slide186.xml" ContentType="application/vnd.openxmlformats-officedocument.presentationml.slide+xml"/>
  <Override PartName="/ppt/slideMasters/slideMaster187.xml" ContentType="application/vnd.openxmlformats-officedocument.presentationml.slideMaster+xml"/>
  <Override PartName="/ppt/slides/slide187.xml" ContentType="application/vnd.openxmlformats-officedocument.presentationml.slide+xml"/>
  <Override PartName="/ppt/slideMasters/slideMaster188.xml" ContentType="application/vnd.openxmlformats-officedocument.presentationml.slideMaster+xml"/>
  <Override PartName="/ppt/slides/slide188.xml" ContentType="application/vnd.openxmlformats-officedocument.presentationml.slide+xml"/>
  <Override PartName="/ppt/slideMasters/slideMaster189.xml" ContentType="application/vnd.openxmlformats-officedocument.presentationml.slideMaster+xml"/>
  <Override PartName="/ppt/slides/slide189.xml" ContentType="application/vnd.openxmlformats-officedocument.presentationml.slide+xml"/>
  <Override PartName="/ppt/slideMasters/slideMaster190.xml" ContentType="application/vnd.openxmlformats-officedocument.presentationml.slideMaster+xml"/>
  <Override PartName="/ppt/slides/slide190.xml" ContentType="application/vnd.openxmlformats-officedocument.presentationml.slide+xml"/>
  <Override PartName="/ppt/slideMasters/slideMaster191.xml" ContentType="application/vnd.openxmlformats-officedocument.presentationml.slideMaster+xml"/>
  <Override PartName="/ppt/slides/slide191.xml" ContentType="application/vnd.openxmlformats-officedocument.presentationml.slide+xml"/>
  <Override PartName="/ppt/slideMasters/slideMaster192.xml" ContentType="application/vnd.openxmlformats-officedocument.presentationml.slideMaster+xml"/>
  <Override PartName="/ppt/slides/slide192.xml" ContentType="application/vnd.openxmlformats-officedocument.presentationml.slide+xml"/>
  <Override PartName="/ppt/slideMasters/slideMaster193.xml" ContentType="application/vnd.openxmlformats-officedocument.presentationml.slideMaster+xml"/>
  <Override PartName="/ppt/slides/slide193.xml" ContentType="application/vnd.openxmlformats-officedocument.presentationml.slide+xml"/>
  <Override PartName="/ppt/slideMasters/slideMaster194.xml" ContentType="application/vnd.openxmlformats-officedocument.presentationml.slideMaster+xml"/>
  <Override PartName="/ppt/slides/slide194.xml" ContentType="application/vnd.openxmlformats-officedocument.presentationml.slide+xml"/>
  <Override PartName="/ppt/slideMasters/slideMaster195.xml" ContentType="application/vnd.openxmlformats-officedocument.presentationml.slideMaster+xml"/>
  <Override PartName="/ppt/slides/slide195.xml" ContentType="application/vnd.openxmlformats-officedocument.presentationml.slide+xml"/>
  <Override PartName="/ppt/slideMasters/slideMaster196.xml" ContentType="application/vnd.openxmlformats-officedocument.presentationml.slideMaster+xml"/>
  <Override PartName="/ppt/slides/slide196.xml" ContentType="application/vnd.openxmlformats-officedocument.presentationml.slide+xml"/>
  <Override PartName="/ppt/slideMasters/slideMaster197.xml" ContentType="application/vnd.openxmlformats-officedocument.presentationml.slideMaster+xml"/>
  <Override PartName="/ppt/slides/slide197.xml" ContentType="application/vnd.openxmlformats-officedocument.presentationml.slide+xml"/>
  <Override PartName="/ppt/slideMasters/slideMaster198.xml" ContentType="application/vnd.openxmlformats-officedocument.presentationml.slideMaster+xml"/>
  <Override PartName="/ppt/slides/slide198.xml" ContentType="application/vnd.openxmlformats-officedocument.presentationml.slide+xml"/>
  <Override PartName="/ppt/slideMasters/slideMaster199.xml" ContentType="application/vnd.openxmlformats-officedocument.presentationml.slideMaster+xml"/>
  <Override PartName="/ppt/slides/slide199.xml" ContentType="application/vnd.openxmlformats-officedocument.presentationml.slide+xml"/>
  <Override PartName="/ppt/slideMasters/slideMaster200.xml" ContentType="application/vnd.openxmlformats-officedocument.presentationml.slideMaster+xml"/>
  <Override PartName="/ppt/slides/slide200.xml" ContentType="application/vnd.openxmlformats-officedocument.presentationml.slide+xml"/>
  <Override PartName="/ppt/slideMasters/slideMaster201.xml" ContentType="application/vnd.openxmlformats-officedocument.presentationml.slideMaster+xml"/>
  <Override PartName="/ppt/slides/slide201.xml" ContentType="application/vnd.openxmlformats-officedocument.presentationml.slide+xml"/>
  <Override PartName="/ppt/slideMasters/slideMaster202.xml" ContentType="application/vnd.openxmlformats-officedocument.presentationml.slideMaster+xml"/>
  <Override PartName="/ppt/slides/slide202.xml" ContentType="application/vnd.openxmlformats-officedocument.presentationml.slide+xml"/>
  <Override PartName="/ppt/slideMasters/slideMaster203.xml" ContentType="application/vnd.openxmlformats-officedocument.presentationml.slideMaster+xml"/>
  <Override PartName="/ppt/slides/slide203.xml" ContentType="application/vnd.openxmlformats-officedocument.presentationml.slide+xml"/>
  <Override PartName="/ppt/slideMasters/slideMaster204.xml" ContentType="application/vnd.openxmlformats-officedocument.presentationml.slideMaster+xml"/>
  <Override PartName="/ppt/slides/slide204.xml" ContentType="application/vnd.openxmlformats-officedocument.presentationml.slide+xml"/>
  <Override PartName="/ppt/slideMasters/slideMaster205.xml" ContentType="application/vnd.openxmlformats-officedocument.presentationml.slideMaster+xml"/>
  <Override PartName="/ppt/slides/slide205.xml" ContentType="application/vnd.openxmlformats-officedocument.presentationml.slide+xml"/>
  <Override PartName="/ppt/slideMasters/slideMaster206.xml" ContentType="application/vnd.openxmlformats-officedocument.presentationml.slideMaster+xml"/>
  <Override PartName="/ppt/slides/slide206.xml" ContentType="application/vnd.openxmlformats-officedocument.presentationml.slide+xml"/>
  <Override PartName="/ppt/slideMasters/slideMaster207.xml" ContentType="application/vnd.openxmlformats-officedocument.presentationml.slideMaster+xml"/>
  <Override PartName="/ppt/slides/slide207.xml" ContentType="application/vnd.openxmlformats-officedocument.presentationml.slide+xml"/>
  <Override PartName="/ppt/slideMasters/slideMaster208.xml" ContentType="application/vnd.openxmlformats-officedocument.presentationml.slideMaster+xml"/>
  <Override PartName="/ppt/slides/slide208.xml" ContentType="application/vnd.openxmlformats-officedocument.presentationml.slide+xml"/>
  <Override PartName="/ppt/slideMasters/slideMaster209.xml" ContentType="application/vnd.openxmlformats-officedocument.presentationml.slideMaster+xml"/>
  <Override PartName="/ppt/slides/slide209.xml" ContentType="application/vnd.openxmlformats-officedocument.presentationml.slide+xml"/>
  <Override PartName="/ppt/slideMasters/slideMaster210.xml" ContentType="application/vnd.openxmlformats-officedocument.presentationml.slideMaster+xml"/>
  <Override PartName="/ppt/slides/slide210.xml" ContentType="application/vnd.openxmlformats-officedocument.presentationml.slide+xml"/>
  <Override PartName="/ppt/slideMasters/slideMaster211.xml" ContentType="application/vnd.openxmlformats-officedocument.presentationml.slideMaster+xml"/>
  <Override PartName="/ppt/slides/slide211.xml" ContentType="application/vnd.openxmlformats-officedocument.presentationml.slide+xml"/>
  <Override PartName="/ppt/slideMasters/slideMaster212.xml" ContentType="application/vnd.openxmlformats-officedocument.presentationml.slideMaster+xml"/>
  <Override PartName="/ppt/slides/slide212.xml" ContentType="application/vnd.openxmlformats-officedocument.presentationml.slide+xml"/>
  <Override PartName="/ppt/slideMasters/slideMaster213.xml" ContentType="application/vnd.openxmlformats-officedocument.presentationml.slideMaster+xml"/>
  <Override PartName="/ppt/slides/slide213.xml" ContentType="application/vnd.openxmlformats-officedocument.presentationml.slide+xml"/>
  <Override PartName="/ppt/slideMasters/slideMaster214.xml" ContentType="application/vnd.openxmlformats-officedocument.presentationml.slideMaster+xml"/>
  <Override PartName="/ppt/slides/slide214.xml" ContentType="application/vnd.openxmlformats-officedocument.presentationml.slide+xml"/>
  <Override PartName="/ppt/slideMasters/slideMaster215.xml" ContentType="application/vnd.openxmlformats-officedocument.presentationml.slideMaster+xml"/>
  <Override PartName="/ppt/slides/slide215.xml" ContentType="application/vnd.openxmlformats-officedocument.presentationml.slide+xml"/>
  <Override PartName="/ppt/slideMasters/slideMaster216.xml" ContentType="application/vnd.openxmlformats-officedocument.presentationml.slideMaster+xml"/>
  <Override PartName="/ppt/slides/slide216.xml" ContentType="application/vnd.openxmlformats-officedocument.presentationml.slide+xml"/>
  <Override PartName="/ppt/slideMasters/slideMaster217.xml" ContentType="application/vnd.openxmlformats-officedocument.presentationml.slideMaster+xml"/>
  <Override PartName="/ppt/slides/slide217.xml" ContentType="application/vnd.openxmlformats-officedocument.presentationml.slide+xml"/>
  <Override PartName="/ppt/slideMasters/slideMaster218.xml" ContentType="application/vnd.openxmlformats-officedocument.presentationml.slideMaster+xml"/>
  <Override PartName="/ppt/slides/slide218.xml" ContentType="application/vnd.openxmlformats-officedocument.presentationml.slide+xml"/>
  <Override PartName="/ppt/slideMasters/slideMaster219.xml" ContentType="application/vnd.openxmlformats-officedocument.presentationml.slideMaster+xml"/>
  <Override PartName="/ppt/slides/slide219.xml" ContentType="application/vnd.openxmlformats-officedocument.presentationml.slide+xml"/>
  <Override PartName="/ppt/slideMasters/slideMaster220.xml" ContentType="application/vnd.openxmlformats-officedocument.presentationml.slideMaster+xml"/>
  <Override PartName="/ppt/slides/slide220.xml" ContentType="application/vnd.openxmlformats-officedocument.presentationml.slide+xml"/>
  <Override PartName="/ppt/slideMasters/slideMaster221.xml" ContentType="application/vnd.openxmlformats-officedocument.presentationml.slideMaster+xml"/>
  <Override PartName="/ppt/slides/slide221.xml" ContentType="application/vnd.openxmlformats-officedocument.presentationml.slide+xml"/>
  <Override PartName="/ppt/slideMasters/slideMaster222.xml" ContentType="application/vnd.openxmlformats-officedocument.presentationml.slideMaster+xml"/>
  <Override PartName="/ppt/slides/slide222.xml" ContentType="application/vnd.openxmlformats-officedocument.presentationml.slide+xml"/>
  <Override PartName="/ppt/slideMasters/slideMaster223.xml" ContentType="application/vnd.openxmlformats-officedocument.presentationml.slideMaster+xml"/>
  <Override PartName="/ppt/slides/slide223.xml" ContentType="application/vnd.openxmlformats-officedocument.presentationml.slide+xml"/>
  <Override PartName="/ppt/slideMasters/slideMaster224.xml" ContentType="application/vnd.openxmlformats-officedocument.presentationml.slideMaster+xml"/>
  <Override PartName="/ppt/slides/slide224.xml" ContentType="application/vnd.openxmlformats-officedocument.presentationml.slide+xml"/>
  <Override PartName="/ppt/slideMasters/slideMaster225.xml" ContentType="application/vnd.openxmlformats-officedocument.presentationml.slideMaster+xml"/>
  <Override PartName="/ppt/slides/slide225.xml" ContentType="application/vnd.openxmlformats-officedocument.presentationml.slide+xml"/>
  <Override PartName="/ppt/slideMasters/slideMaster226.xml" ContentType="application/vnd.openxmlformats-officedocument.presentationml.slideMaster+xml"/>
  <Override PartName="/ppt/slides/slide226.xml" ContentType="application/vnd.openxmlformats-officedocument.presentationml.slide+xml"/>
  <Override PartName="/ppt/slideMasters/slideMaster227.xml" ContentType="application/vnd.openxmlformats-officedocument.presentationml.slideMaster+xml"/>
  <Override PartName="/ppt/slides/slide227.xml" ContentType="application/vnd.openxmlformats-officedocument.presentationml.slide+xml"/>
  <Override PartName="/ppt/slideMasters/slideMaster228.xml" ContentType="application/vnd.openxmlformats-officedocument.presentationml.slideMaster+xml"/>
  <Override PartName="/ppt/slides/slide228.xml" ContentType="application/vnd.openxmlformats-officedocument.presentationml.slide+xml"/>
  <Override PartName="/ppt/slideMasters/slideMaster229.xml" ContentType="application/vnd.openxmlformats-officedocument.presentationml.slideMaster+xml"/>
  <Override PartName="/ppt/slides/slide229.xml" ContentType="application/vnd.openxmlformats-officedocument.presentationml.slide+xml"/>
  <Override PartName="/ppt/slideMasters/slideMaster230.xml" ContentType="application/vnd.openxmlformats-officedocument.presentationml.slideMaster+xml"/>
  <Override PartName="/ppt/slides/slide230.xml" ContentType="application/vnd.openxmlformats-officedocument.presentationml.slide+xml"/>
  <Override PartName="/ppt/slideMasters/slideMaster231.xml" ContentType="application/vnd.openxmlformats-officedocument.presentationml.slideMaster+xml"/>
  <Override PartName="/ppt/slides/slide231.xml" ContentType="application/vnd.openxmlformats-officedocument.presentationml.slide+xml"/>
  <Override PartName="/ppt/slideMasters/slideMaster232.xml" ContentType="application/vnd.openxmlformats-officedocument.presentationml.slideMaster+xml"/>
  <Override PartName="/ppt/slides/slide232.xml" ContentType="application/vnd.openxmlformats-officedocument.presentationml.slide+xml"/>
  <Override PartName="/ppt/slideMasters/slideMaster233.xml" ContentType="application/vnd.openxmlformats-officedocument.presentationml.slideMaster+xml"/>
  <Override PartName="/ppt/slides/slide233.xml" ContentType="application/vnd.openxmlformats-officedocument.presentationml.slide+xml"/>
  <Override PartName="/ppt/slideMasters/slideMaster234.xml" ContentType="application/vnd.openxmlformats-officedocument.presentationml.slideMaster+xml"/>
  <Override PartName="/ppt/slides/slide234.xml" ContentType="application/vnd.openxmlformats-officedocument.presentationml.slide+xml"/>
  <Override PartName="/ppt/slideMasters/slideMaster235.xml" ContentType="application/vnd.openxmlformats-officedocument.presentationml.slideMaster+xml"/>
  <Override PartName="/ppt/slides/slide235.xml" ContentType="application/vnd.openxmlformats-officedocument.presentationml.slide+xml"/>
  <Override PartName="/ppt/slideMasters/slideMaster236.xml" ContentType="application/vnd.openxmlformats-officedocument.presentationml.slideMaster+xml"/>
  <Override PartName="/ppt/slides/slide236.xml" ContentType="application/vnd.openxmlformats-officedocument.presentationml.slide+xml"/>
  <Override PartName="/ppt/slideMasters/slideMaster237.xml" ContentType="application/vnd.openxmlformats-officedocument.presentationml.slideMaster+xml"/>
  <Override PartName="/ppt/slides/slide237.xml" ContentType="application/vnd.openxmlformats-officedocument.presentationml.slide+xml"/>
  <Override PartName="/ppt/slideMasters/slideMaster238.xml" ContentType="application/vnd.openxmlformats-officedocument.presentationml.slideMaster+xml"/>
  <Override PartName="/ppt/slides/slide238.xml" ContentType="application/vnd.openxmlformats-officedocument.presentationml.slide+xml"/>
  <Override PartName="/ppt/slideMasters/slideMaster239.xml" ContentType="application/vnd.openxmlformats-officedocument.presentationml.slideMaster+xml"/>
  <Override PartName="/ppt/slides/slide239.xml" ContentType="application/vnd.openxmlformats-officedocument.presentationml.slide+xml"/>
  <Override PartName="/ppt/slideMasters/slideMaster240.xml" ContentType="application/vnd.openxmlformats-officedocument.presentationml.slideMaster+xml"/>
  <Override PartName="/ppt/slides/slide240.xml" ContentType="application/vnd.openxmlformats-officedocument.presentationml.slide+xml"/>
  <Override PartName="/ppt/slideMasters/slideMaster241.xml" ContentType="application/vnd.openxmlformats-officedocument.presentationml.slideMaster+xml"/>
  <Override PartName="/ppt/slides/slide241.xml" ContentType="application/vnd.openxmlformats-officedocument.presentationml.slide+xml"/>
  <Override PartName="/ppt/slideMasters/slideMaster242.xml" ContentType="application/vnd.openxmlformats-officedocument.presentationml.slideMaster+xml"/>
  <Override PartName="/ppt/slides/slide242.xml" ContentType="application/vnd.openxmlformats-officedocument.presentationml.slide+xml"/>
  <Override PartName="/ppt/slideMasters/slideMaster243.xml" ContentType="application/vnd.openxmlformats-officedocument.presentationml.slideMaster+xml"/>
  <Override PartName="/ppt/slides/slide243.xml" ContentType="application/vnd.openxmlformats-officedocument.presentationml.slide+xml"/>
  <Override PartName="/ppt/slideMasters/slideMaster244.xml" ContentType="application/vnd.openxmlformats-officedocument.presentationml.slideMaster+xml"/>
  <Override PartName="/ppt/slides/slide244.xml" ContentType="application/vnd.openxmlformats-officedocument.presentationml.slide+xml"/>
  <Override PartName="/ppt/slideMasters/slideMaster245.xml" ContentType="application/vnd.openxmlformats-officedocument.presentationml.slideMaster+xml"/>
  <Override PartName="/ppt/slides/slide245.xml" ContentType="application/vnd.openxmlformats-officedocument.presentationml.slide+xml"/>
  <Override PartName="/ppt/slideMasters/slideMaster246.xml" ContentType="application/vnd.openxmlformats-officedocument.presentationml.slideMaster+xml"/>
  <Override PartName="/ppt/slides/slide246.xml" ContentType="application/vnd.openxmlformats-officedocument.presentationml.slide+xml"/>
  <Override PartName="/ppt/slideMasters/slideMaster247.xml" ContentType="application/vnd.openxmlformats-officedocument.presentationml.slideMaster+xml"/>
  <Override PartName="/ppt/slides/slide247.xml" ContentType="application/vnd.openxmlformats-officedocument.presentationml.slide+xml"/>
  <Override PartName="/ppt/slideMasters/slideMaster248.xml" ContentType="application/vnd.openxmlformats-officedocument.presentationml.slideMaster+xml"/>
  <Override PartName="/ppt/slides/slide248.xml" ContentType="application/vnd.openxmlformats-officedocument.presentationml.slide+xml"/>
  <Override PartName="/ppt/slideMasters/slideMaster249.xml" ContentType="application/vnd.openxmlformats-officedocument.presentationml.slideMaster+xml"/>
  <Override PartName="/ppt/slides/slide249.xml" ContentType="application/vnd.openxmlformats-officedocument.presentationml.slide+xml"/>
  <Override PartName="/ppt/slideMasters/slideMaster250.xml" ContentType="application/vnd.openxmlformats-officedocument.presentationml.slideMaster+xml"/>
  <Override PartName="/ppt/slides/slide250.xml" ContentType="application/vnd.openxmlformats-officedocument.presentationml.slide+xml"/>
  <Override PartName="/ppt/slideMasters/slideMaster251.xml" ContentType="application/vnd.openxmlformats-officedocument.presentationml.slideMaster+xml"/>
  <Override PartName="/ppt/slides/slide251.xml" ContentType="application/vnd.openxmlformats-officedocument.presentationml.slide+xml"/>
  <Override PartName="/ppt/slideMasters/slideMaster252.xml" ContentType="application/vnd.openxmlformats-officedocument.presentationml.slideMaster+xml"/>
  <Override PartName="/ppt/slides/slide252.xml" ContentType="application/vnd.openxmlformats-officedocument.presentationml.slide+xml"/>
  <Override PartName="/ppt/slideMasters/slideMaster253.xml" ContentType="application/vnd.openxmlformats-officedocument.presentationml.slideMaster+xml"/>
  <Override PartName="/ppt/slides/slide253.xml" ContentType="application/vnd.openxmlformats-officedocument.presentationml.slide+xml"/>
  <Override PartName="/ppt/slideMasters/slideMaster254.xml" ContentType="application/vnd.openxmlformats-officedocument.presentationml.slideMaster+xml"/>
  <Override PartName="/ppt/slides/slide254.xml" ContentType="application/vnd.openxmlformats-officedocument.presentationml.slide+xml"/>
  <Override PartName="/ppt/slideMasters/slideMaster255.xml" ContentType="application/vnd.openxmlformats-officedocument.presentationml.slideMaster+xml"/>
  <Override PartName="/ppt/slides/slide255.xml" ContentType="application/vnd.openxmlformats-officedocument.presentationml.slide+xml"/>
  <Override PartName="/ppt/slideMasters/slideMaster256.xml" ContentType="application/vnd.openxmlformats-officedocument.presentationml.slideMaster+xml"/>
  <Override PartName="/ppt/slides/slide256.xml" ContentType="application/vnd.openxmlformats-officedocument.presentationml.slide+xml"/>
  <Override PartName="/ppt/slideMasters/slideMaster257.xml" ContentType="application/vnd.openxmlformats-officedocument.presentationml.slideMaster+xml"/>
  <Override PartName="/ppt/slides/slide257.xml" ContentType="application/vnd.openxmlformats-officedocument.presentationml.slide+xml"/>
  <Override PartName="/ppt/slideMasters/slideMaster258.xml" ContentType="application/vnd.openxmlformats-officedocument.presentationml.slideMaster+xml"/>
  <Override PartName="/ppt/slides/slide258.xml" ContentType="application/vnd.openxmlformats-officedocument.presentationml.slide+xml"/>
  <Override PartName="/ppt/slideMasters/slideMaster259.xml" ContentType="application/vnd.openxmlformats-officedocument.presentationml.slideMaster+xml"/>
  <Override PartName="/ppt/slides/slide259.xml" ContentType="application/vnd.openxmlformats-officedocument.presentationml.slide+xml"/>
  <Override PartName="/ppt/slideMasters/slideMaster260.xml" ContentType="application/vnd.openxmlformats-officedocument.presentationml.slideMaster+xml"/>
  <Override PartName="/ppt/slides/slide260.xml" ContentType="application/vnd.openxmlformats-officedocument.presentationml.slide+xml"/>
  <Override PartName="/ppt/slideMasters/slideMaster261.xml" ContentType="application/vnd.openxmlformats-officedocument.presentationml.slideMaster+xml"/>
  <Override PartName="/ppt/slides/slide261.xml" ContentType="application/vnd.openxmlformats-officedocument.presentationml.slide+xml"/>
  <Override PartName="/ppt/slideMasters/slideMaster262.xml" ContentType="application/vnd.openxmlformats-officedocument.presentationml.slideMaster+xml"/>
  <Override PartName="/ppt/slides/slide262.xml" ContentType="application/vnd.openxmlformats-officedocument.presentationml.slide+xml"/>
  <Override PartName="/ppt/slideMasters/slideMaster263.xml" ContentType="application/vnd.openxmlformats-officedocument.presentationml.slideMaster+xml"/>
  <Override PartName="/ppt/slides/slide263.xml" ContentType="application/vnd.openxmlformats-officedocument.presentationml.slide+xml"/>
  <Override PartName="/ppt/slideMasters/slideMaster264.xml" ContentType="application/vnd.openxmlformats-officedocument.presentationml.slideMaster+xml"/>
  <Override PartName="/ppt/slides/slide264.xml" ContentType="application/vnd.openxmlformats-officedocument.presentationml.slide+xml"/>
  <Override PartName="/ppt/slideMasters/slideMaster265.xml" ContentType="application/vnd.openxmlformats-officedocument.presentationml.slideMaster+xml"/>
  <Override PartName="/ppt/slides/slide265.xml" ContentType="application/vnd.openxmlformats-officedocument.presentationml.slide+xml"/>
  <Override PartName="/ppt/slideMasters/slideMaster266.xml" ContentType="application/vnd.openxmlformats-officedocument.presentationml.slideMaster+xml"/>
  <Override PartName="/ppt/slides/slide266.xml" ContentType="application/vnd.openxmlformats-officedocument.presentationml.slide+xml"/>
  <Override PartName="/ppt/slideMasters/slideMaster267.xml" ContentType="application/vnd.openxmlformats-officedocument.presentationml.slideMaster+xml"/>
  <Override PartName="/ppt/slides/slide267.xml" ContentType="application/vnd.openxmlformats-officedocument.presentationml.slide+xml"/>
  <Override PartName="/ppt/slideMasters/slideMaster268.xml" ContentType="application/vnd.openxmlformats-officedocument.presentationml.slideMaster+xml"/>
  <Override PartName="/ppt/slides/slide268.xml" ContentType="application/vnd.openxmlformats-officedocument.presentationml.slide+xml"/>
  <Override PartName="/ppt/slideMasters/slideMaster269.xml" ContentType="application/vnd.openxmlformats-officedocument.presentationml.slideMaster+xml"/>
  <Override PartName="/ppt/slides/slide269.xml" ContentType="application/vnd.openxmlformats-officedocument.presentationml.slide+xml"/>
  <Override PartName="/ppt/slideMasters/slideMaster270.xml" ContentType="application/vnd.openxmlformats-officedocument.presentationml.slideMaster+xml"/>
  <Override PartName="/ppt/slides/slide270.xml" ContentType="application/vnd.openxmlformats-officedocument.presentationml.slide+xml"/>
  <Override PartName="/ppt/slideMasters/slideMaster271.xml" ContentType="application/vnd.openxmlformats-officedocument.presentationml.slideMaster+xml"/>
  <Override PartName="/ppt/slides/slide271.xml" ContentType="application/vnd.openxmlformats-officedocument.presentationml.slide+xml"/>
  <Override PartName="/ppt/slideMasters/slideMaster272.xml" ContentType="application/vnd.openxmlformats-officedocument.presentationml.slideMaster+xml"/>
  <Override PartName="/ppt/slides/slide272.xml" ContentType="application/vnd.openxmlformats-officedocument.presentationml.slide+xml"/>
  <Override PartName="/ppt/slideMasters/slideMaster273.xml" ContentType="application/vnd.openxmlformats-officedocument.presentationml.slideMaster+xml"/>
  <Override PartName="/ppt/slides/slide273.xml" ContentType="application/vnd.openxmlformats-officedocument.presentationml.slide+xml"/>
  <Override PartName="/ppt/slideMasters/slideMaster274.xml" ContentType="application/vnd.openxmlformats-officedocument.presentationml.slideMaster+xml"/>
  <Override PartName="/ppt/slides/slide274.xml" ContentType="application/vnd.openxmlformats-officedocument.presentationml.slide+xml"/>
  <Override PartName="/ppt/slideMasters/slideMaster275.xml" ContentType="application/vnd.openxmlformats-officedocument.presentationml.slideMaster+xml"/>
  <Override PartName="/ppt/slides/slide275.xml" ContentType="application/vnd.openxmlformats-officedocument.presentationml.slide+xml"/>
  <Override PartName="/ppt/slideMasters/slideMaster276.xml" ContentType="application/vnd.openxmlformats-officedocument.presentationml.slideMaster+xml"/>
  <Override PartName="/ppt/slides/slide276.xml" ContentType="application/vnd.openxmlformats-officedocument.presentationml.slide+xml"/>
  <Override PartName="/ppt/slideMasters/slideMaster277.xml" ContentType="application/vnd.openxmlformats-officedocument.presentationml.slideMaster+xml"/>
  <Override PartName="/ppt/slides/slide277.xml" ContentType="application/vnd.openxmlformats-officedocument.presentationml.slide+xml"/>
  <Override PartName="/ppt/slideMasters/slideMaster278.xml" ContentType="application/vnd.openxmlformats-officedocument.presentationml.slideMaster+xml"/>
  <Override PartName="/ppt/slides/slide278.xml" ContentType="application/vnd.openxmlformats-officedocument.presentationml.slide+xml"/>
  <Override PartName="/ppt/slideMasters/slideMaster279.xml" ContentType="application/vnd.openxmlformats-officedocument.presentationml.slideMaster+xml"/>
  <Override PartName="/ppt/slides/slide279.xml" ContentType="application/vnd.openxmlformats-officedocument.presentationml.slide+xml"/>
  <Override PartName="/ppt/slideMasters/slideMaster280.xml" ContentType="application/vnd.openxmlformats-officedocument.presentationml.slideMaster+xml"/>
  <Override PartName="/ppt/slides/slide280.xml" ContentType="application/vnd.openxmlformats-officedocument.presentationml.slide+xml"/>
  <Override PartName="/ppt/slideMasters/slideMaster281.xml" ContentType="application/vnd.openxmlformats-officedocument.presentationml.slideMaster+xml"/>
  <Override PartName="/ppt/slides/slide281.xml" ContentType="application/vnd.openxmlformats-officedocument.presentationml.slide+xml"/>
  <Override PartName="/ppt/slideMasters/slideMaster282.xml" ContentType="application/vnd.openxmlformats-officedocument.presentationml.slideMaster+xml"/>
  <Override PartName="/ppt/slides/slide282.xml" ContentType="application/vnd.openxmlformats-officedocument.presentationml.slide+xml"/>
  <Override PartName="/ppt/slideMasters/slideMaster283.xml" ContentType="application/vnd.openxmlformats-officedocument.presentationml.slideMaster+xml"/>
  <Override PartName="/ppt/slides/slide283.xml" ContentType="application/vnd.openxmlformats-officedocument.presentationml.slide+xml"/>
  <Override PartName="/ppt/slideMasters/slideMaster284.xml" ContentType="application/vnd.openxmlformats-officedocument.presentationml.slideMaster+xml"/>
  <Override PartName="/ppt/slides/slide284.xml" ContentType="application/vnd.openxmlformats-officedocument.presentationml.slide+xml"/>
  <Override PartName="/ppt/slideMasters/slideMaster285.xml" ContentType="application/vnd.openxmlformats-officedocument.presentationml.slideMaster+xml"/>
  <Override PartName="/ppt/slides/slide285.xml" ContentType="application/vnd.openxmlformats-officedocument.presentationml.slide+xml"/>
  <Override PartName="/ppt/slideMasters/slideMaster286.xml" ContentType="application/vnd.openxmlformats-officedocument.presentationml.slideMaster+xml"/>
  <Override PartName="/ppt/slides/slide286.xml" ContentType="application/vnd.openxmlformats-officedocument.presentationml.slide+xml"/>
  <Override PartName="/ppt/slideMasters/slideMaster287.xml" ContentType="application/vnd.openxmlformats-officedocument.presentationml.slideMaster+xml"/>
  <Override PartName="/ppt/slides/slide287.xml" ContentType="application/vnd.openxmlformats-officedocument.presentationml.slide+xml"/>
  <Override PartName="/ppt/slideMasters/slideMaster288.xml" ContentType="application/vnd.openxmlformats-officedocument.presentationml.slideMaster+xml"/>
  <Override PartName="/ppt/slides/slide288.xml" ContentType="application/vnd.openxmlformats-officedocument.presentationml.slide+xml"/>
  <Override PartName="/ppt/slideMasters/slideMaster289.xml" ContentType="application/vnd.openxmlformats-officedocument.presentationml.slideMaster+xml"/>
  <Override PartName="/ppt/slides/slide289.xml" ContentType="application/vnd.openxmlformats-officedocument.presentationml.slide+xml"/>
  <Override PartName="/ppt/slideMasters/slideMaster290.xml" ContentType="application/vnd.openxmlformats-officedocument.presentationml.slideMaster+xml"/>
  <Override PartName="/ppt/slides/slide290.xml" ContentType="application/vnd.openxmlformats-officedocument.presentationml.slide+xml"/>
  <Override PartName="/ppt/slideMasters/slideMaster291.xml" ContentType="application/vnd.openxmlformats-officedocument.presentationml.slideMaster+xml"/>
  <Override PartName="/ppt/slides/slide291.xml" ContentType="application/vnd.openxmlformats-officedocument.presentationml.slide+xml"/>
  <Override PartName="/ppt/slideMasters/slideMaster292.xml" ContentType="application/vnd.openxmlformats-officedocument.presentationml.slideMaster+xml"/>
  <Override PartName="/ppt/slides/slide292.xml" ContentType="application/vnd.openxmlformats-officedocument.presentationml.slide+xml"/>
  <Override PartName="/ppt/slideMasters/slideMaster293.xml" ContentType="application/vnd.openxmlformats-officedocument.presentationml.slideMaster+xml"/>
  <Override PartName="/ppt/slides/slide293.xml" ContentType="application/vnd.openxmlformats-officedocument.presentationml.slide+xml"/>
  <Override PartName="/ppt/slideMasters/slideMaster294.xml" ContentType="application/vnd.openxmlformats-officedocument.presentationml.slideMaster+xml"/>
  <Override PartName="/ppt/slides/slide294.xml" ContentType="application/vnd.openxmlformats-officedocument.presentationml.slide+xml"/>
  <Override PartName="/ppt/slideMasters/slideMaster295.xml" ContentType="application/vnd.openxmlformats-officedocument.presentationml.slideMaster+xml"/>
  <Override PartName="/ppt/slides/slide295.xml" ContentType="application/vnd.openxmlformats-officedocument.presentationml.slide+xml"/>
  <Override PartName="/ppt/slideMasters/slideMaster296.xml" ContentType="application/vnd.openxmlformats-officedocument.presentationml.slideMaster+xml"/>
  <Override PartName="/ppt/slides/slide296.xml" ContentType="application/vnd.openxmlformats-officedocument.presentationml.slide+xml"/>
  <Override PartName="/ppt/slideMasters/slideMaster297.xml" ContentType="application/vnd.openxmlformats-officedocument.presentationml.slideMaster+xml"/>
  <Override PartName="/ppt/slides/slide297.xml" ContentType="application/vnd.openxmlformats-officedocument.presentationml.slide+xml"/>
  <Override PartName="/ppt/slideMasters/slideMaster298.xml" ContentType="application/vnd.openxmlformats-officedocument.presentationml.slideMaster+xml"/>
  <Override PartName="/ppt/slides/slide298.xml" ContentType="application/vnd.openxmlformats-officedocument.presentationml.slide+xml"/>
  <Override PartName="/ppt/slideMasters/slideMaster299.xml" ContentType="application/vnd.openxmlformats-officedocument.presentationml.slideMaster+xml"/>
  <Override PartName="/ppt/slides/slide299.xml" ContentType="application/vnd.openxmlformats-officedocument.presentationml.slide+xml"/>
  <Override PartName="/ppt/slideMasters/slideMaster300.xml" ContentType="application/vnd.openxmlformats-officedocument.presentationml.slideMaster+xml"/>
  <Override PartName="/ppt/slides/slide300.xml" ContentType="application/vnd.openxmlformats-officedocument.presentationml.slide+xml"/>
  <Override PartName="/ppt/slideMasters/slideMaster301.xml" ContentType="application/vnd.openxmlformats-officedocument.presentationml.slideMaster+xml"/>
  <Override PartName="/ppt/slides/slide301.xml" ContentType="application/vnd.openxmlformats-officedocument.presentationml.slide+xml"/>
  <Override PartName="/ppt/slideMasters/slideMaster302.xml" ContentType="application/vnd.openxmlformats-officedocument.presentationml.slideMaster+xml"/>
  <Override PartName="/ppt/slides/slide302.xml" ContentType="application/vnd.openxmlformats-officedocument.presentationml.slide+xml"/>
  <Override PartName="/ppt/slideMasters/slideMaster303.xml" ContentType="application/vnd.openxmlformats-officedocument.presentationml.slideMaster+xml"/>
  <Override PartName="/ppt/slides/slide303.xml" ContentType="application/vnd.openxmlformats-officedocument.presentationml.slide+xml"/>
  <Override PartName="/ppt/slideMasters/slideMaster304.xml" ContentType="application/vnd.openxmlformats-officedocument.presentationml.slideMaster+xml"/>
  <Override PartName="/ppt/slides/slide304.xml" ContentType="application/vnd.openxmlformats-officedocument.presentationml.slide+xml"/>
  <Override PartName="/ppt/slideMasters/slideMaster305.xml" ContentType="application/vnd.openxmlformats-officedocument.presentationml.slideMaster+xml"/>
  <Override PartName="/ppt/slides/slide305.xml" ContentType="application/vnd.openxmlformats-officedocument.presentationml.slide+xml"/>
  <Override PartName="/ppt/slideMasters/slideMaster306.xml" ContentType="application/vnd.openxmlformats-officedocument.presentationml.slideMaster+xml"/>
  <Override PartName="/ppt/slides/slide306.xml" ContentType="application/vnd.openxmlformats-officedocument.presentationml.slide+xml"/>
  <Override PartName="/ppt/slideMasters/slideMaster307.xml" ContentType="application/vnd.openxmlformats-officedocument.presentationml.slideMaster+xml"/>
  <Override PartName="/ppt/slides/slide307.xml" ContentType="application/vnd.openxmlformats-officedocument.presentationml.slide+xml"/>
  <Override PartName="/ppt/slideMasters/slideMaster308.xml" ContentType="application/vnd.openxmlformats-officedocument.presentationml.slideMaster+xml"/>
  <Override PartName="/ppt/slides/slide308.xml" ContentType="application/vnd.openxmlformats-officedocument.presentationml.slide+xml"/>
  <Override PartName="/ppt/slideMasters/slideMaster309.xml" ContentType="application/vnd.openxmlformats-officedocument.presentationml.slideMaster+xml"/>
  <Override PartName="/ppt/slides/slide309.xml" ContentType="application/vnd.openxmlformats-officedocument.presentationml.slide+xml"/>
  <Override PartName="/ppt/slideMasters/slideMaster310.xml" ContentType="application/vnd.openxmlformats-officedocument.presentationml.slideMaster+xml"/>
  <Override PartName="/ppt/slides/slide310.xml" ContentType="application/vnd.openxmlformats-officedocument.presentationml.slide+xml"/>
  <Override PartName="/ppt/slideMasters/slideMaster311.xml" ContentType="application/vnd.openxmlformats-officedocument.presentationml.slideMaster+xml"/>
  <Override PartName="/ppt/slides/slide311.xml" ContentType="application/vnd.openxmlformats-officedocument.presentationml.slide+xml"/>
  <Override PartName="/ppt/slideMasters/slideMaster312.xml" ContentType="application/vnd.openxmlformats-officedocument.presentationml.slideMaster+xml"/>
  <Override PartName="/ppt/slides/slide312.xml" ContentType="application/vnd.openxmlformats-officedocument.presentationml.slide+xml"/>
  <Override PartName="/ppt/slideMasters/slideMaster313.xml" ContentType="application/vnd.openxmlformats-officedocument.presentationml.slideMaster+xml"/>
  <Override PartName="/ppt/slides/slide313.xml" ContentType="application/vnd.openxmlformats-officedocument.presentationml.slide+xml"/>
  <Override PartName="/ppt/slideMasters/slideMaster314.xml" ContentType="application/vnd.openxmlformats-officedocument.presentationml.slideMaster+xml"/>
  <Override PartName="/ppt/slides/slide314.xml" ContentType="application/vnd.openxmlformats-officedocument.presentationml.slide+xml"/>
  <Override PartName="/ppt/slideMasters/slideMaster315.xml" ContentType="application/vnd.openxmlformats-officedocument.presentationml.slideMaster+xml"/>
  <Override PartName="/ppt/slides/slide315.xml" ContentType="application/vnd.openxmlformats-officedocument.presentationml.slide+xml"/>
  <Override PartName="/ppt/slideMasters/slideMaster316.xml" ContentType="application/vnd.openxmlformats-officedocument.presentationml.slideMaster+xml"/>
  <Override PartName="/ppt/slides/slide316.xml" ContentType="application/vnd.openxmlformats-officedocument.presentationml.slide+xml"/>
  <Override PartName="/ppt/slideMasters/slideMaster317.xml" ContentType="application/vnd.openxmlformats-officedocument.presentationml.slideMaster+xml"/>
  <Override PartName="/ppt/slides/slide317.xml" ContentType="application/vnd.openxmlformats-officedocument.presentationml.slide+xml"/>
  <Override PartName="/ppt/slideMasters/slideMaster318.xml" ContentType="application/vnd.openxmlformats-officedocument.presentationml.slideMaster+xml"/>
  <Override PartName="/ppt/slides/slide318.xml" ContentType="application/vnd.openxmlformats-officedocument.presentationml.slide+xml"/>
  <Override PartName="/ppt/slideMasters/slideMaster319.xml" ContentType="application/vnd.openxmlformats-officedocument.presentationml.slideMaster+xml"/>
  <Override PartName="/ppt/slides/slide319.xml" ContentType="application/vnd.openxmlformats-officedocument.presentationml.slide+xml"/>
  <Override PartName="/ppt/slideMasters/slideMaster320.xml" ContentType="application/vnd.openxmlformats-officedocument.presentationml.slideMaster+xml"/>
  <Override PartName="/ppt/slides/slide320.xml" ContentType="application/vnd.openxmlformats-officedocument.presentationml.slide+xml"/>
  <Override PartName="/ppt/slideMasters/slideMaster321.xml" ContentType="application/vnd.openxmlformats-officedocument.presentationml.slideMaster+xml"/>
  <Override PartName="/ppt/slides/slide321.xml" ContentType="application/vnd.openxmlformats-officedocument.presentationml.slide+xml"/>
  <Override PartName="/ppt/slideMasters/slideMaster322.xml" ContentType="application/vnd.openxmlformats-officedocument.presentationml.slideMaster+xml"/>
  <Override PartName="/ppt/slides/slide322.xml" ContentType="application/vnd.openxmlformats-officedocument.presentationml.slide+xml"/>
  <Override PartName="/ppt/slideMasters/slideMaster323.xml" ContentType="application/vnd.openxmlformats-officedocument.presentationml.slideMaster+xml"/>
  <Override PartName="/ppt/slides/slide323.xml" ContentType="application/vnd.openxmlformats-officedocument.presentationml.slide+xml"/>
  <Override PartName="/ppt/slideMasters/slideMaster324.xml" ContentType="application/vnd.openxmlformats-officedocument.presentationml.slideMaster+xml"/>
  <Override PartName="/ppt/slides/slide324.xml" ContentType="application/vnd.openxmlformats-officedocument.presentationml.slide+xml"/>
  <Override PartName="/ppt/slideMasters/slideMaster325.xml" ContentType="application/vnd.openxmlformats-officedocument.presentationml.slideMaster+xml"/>
  <Override PartName="/ppt/slides/slide325.xml" ContentType="application/vnd.openxmlformats-officedocument.presentationml.slide+xml"/>
  <Override PartName="/ppt/slideMasters/slideMaster326.xml" ContentType="application/vnd.openxmlformats-officedocument.presentationml.slideMaster+xml"/>
  <Override PartName="/ppt/slides/slide326.xml" ContentType="application/vnd.openxmlformats-officedocument.presentationml.slide+xml"/>
  <Override PartName="/ppt/slideMasters/slideMaster327.xml" ContentType="application/vnd.openxmlformats-officedocument.presentationml.slideMaster+xml"/>
  <Override PartName="/ppt/slides/slide327.xml" ContentType="application/vnd.openxmlformats-officedocument.presentationml.slide+xml"/>
  <Override PartName="/ppt/slideMasters/slideMaster328.xml" ContentType="application/vnd.openxmlformats-officedocument.presentationml.slideMaster+xml"/>
  <Override PartName="/ppt/slides/slide328.xml" ContentType="application/vnd.openxmlformats-officedocument.presentationml.slide+xml"/>
  <Override PartName="/ppt/slideMasters/slideMaster329.xml" ContentType="application/vnd.openxmlformats-officedocument.presentationml.slideMaster+xml"/>
  <Override PartName="/ppt/slides/slide329.xml" ContentType="application/vnd.openxmlformats-officedocument.presentationml.slide+xml"/>
  <Override PartName="/ppt/slideMasters/slideMaster330.xml" ContentType="application/vnd.openxmlformats-officedocument.presentationml.slideMaster+xml"/>
  <Override PartName="/ppt/slides/slide330.xml" ContentType="application/vnd.openxmlformats-officedocument.presentationml.slide+xml"/>
  <Override PartName="/ppt/slideMasters/slideMaster331.xml" ContentType="application/vnd.openxmlformats-officedocument.presentationml.slideMaster+xml"/>
  <Override PartName="/ppt/slides/slide331.xml" ContentType="application/vnd.openxmlformats-officedocument.presentationml.slide+xml"/>
  <Override PartName="/ppt/slideMasters/slideMaster332.xml" ContentType="application/vnd.openxmlformats-officedocument.presentationml.slideMaster+xml"/>
  <Override PartName="/ppt/slides/slide332.xml" ContentType="application/vnd.openxmlformats-officedocument.presentationml.slide+xml"/>
  <Override PartName="/ppt/slideMasters/slideMaster333.xml" ContentType="application/vnd.openxmlformats-officedocument.presentationml.slideMaster+xml"/>
  <Override PartName="/ppt/slides/slide333.xml" ContentType="application/vnd.openxmlformats-officedocument.presentationml.slide+xml"/>
  <Override PartName="/ppt/slideMasters/slideMaster334.xml" ContentType="application/vnd.openxmlformats-officedocument.presentationml.slideMaster+xml"/>
  <Override PartName="/ppt/slides/slide334.xml" ContentType="application/vnd.openxmlformats-officedocument.presentationml.slide+xml"/>
  <Override PartName="/ppt/slideMasters/slideMaster335.xml" ContentType="application/vnd.openxmlformats-officedocument.presentationml.slideMaster+xml"/>
  <Override PartName="/ppt/slides/slide335.xml" ContentType="application/vnd.openxmlformats-officedocument.presentationml.slide+xml"/>
  <Override PartName="/ppt/slideMasters/slideMaster336.xml" ContentType="application/vnd.openxmlformats-officedocument.presentationml.slideMaster+xml"/>
  <Override PartName="/ppt/slides/slide336.xml" ContentType="application/vnd.openxmlformats-officedocument.presentationml.slide+xml"/>
  <Override PartName="/ppt/slideMasters/slideMaster337.xml" ContentType="application/vnd.openxmlformats-officedocument.presentationml.slideMaster+xml"/>
  <Override PartName="/ppt/slides/slide337.xml" ContentType="application/vnd.openxmlformats-officedocument.presentationml.slide+xml"/>
  <Override PartName="/ppt/slideMasters/slideMaster338.xml" ContentType="application/vnd.openxmlformats-officedocument.presentationml.slideMaster+xml"/>
  <Override PartName="/ppt/slides/slide338.xml" ContentType="application/vnd.openxmlformats-officedocument.presentationml.slide+xml"/>
  <Override PartName="/ppt/slideMasters/slideMaster339.xml" ContentType="application/vnd.openxmlformats-officedocument.presentationml.slideMaster+xml"/>
  <Override PartName="/ppt/slides/slide339.xml" ContentType="application/vnd.openxmlformats-officedocument.presentationml.slide+xml"/>
  <Override PartName="/ppt/slideMasters/slideMaster340.xml" ContentType="application/vnd.openxmlformats-officedocument.presentationml.slideMaster+xml"/>
  <Override PartName="/ppt/slides/slide340.xml" ContentType="application/vnd.openxmlformats-officedocument.presentationml.slide+xml"/>
  <Override PartName="/ppt/slideMasters/slideMaster341.xml" ContentType="application/vnd.openxmlformats-officedocument.presentationml.slideMaster+xml"/>
  <Override PartName="/ppt/slides/slide341.xml" ContentType="application/vnd.openxmlformats-officedocument.presentationml.slide+xml"/>
  <Override PartName="/ppt/slideMasters/slideMaster342.xml" ContentType="application/vnd.openxmlformats-officedocument.presentationml.slideMaster+xml"/>
  <Override PartName="/ppt/slides/slide342.xml" ContentType="application/vnd.openxmlformats-officedocument.presentationml.slide+xml"/>
  <Override PartName="/ppt/slideMasters/slideMaster343.xml" ContentType="application/vnd.openxmlformats-officedocument.presentationml.slideMaster+xml"/>
  <Override PartName="/ppt/slides/slide343.xml" ContentType="application/vnd.openxmlformats-officedocument.presentationml.slide+xml"/>
  <Override PartName="/ppt/slideMasters/slideMaster344.xml" ContentType="application/vnd.openxmlformats-officedocument.presentationml.slideMaster+xml"/>
  <Override PartName="/ppt/slides/slide344.xml" ContentType="application/vnd.openxmlformats-officedocument.presentationml.slide+xml"/>
  <Override PartName="/ppt/slideMasters/slideMaster345.xml" ContentType="application/vnd.openxmlformats-officedocument.presentationml.slideMaster+xml"/>
  <Override PartName="/ppt/slides/slide345.xml" ContentType="application/vnd.openxmlformats-officedocument.presentationml.slide+xml"/>
  <Override PartName="/ppt/slideMasters/slideMaster346.xml" ContentType="application/vnd.openxmlformats-officedocument.presentationml.slideMaster+xml"/>
  <Override PartName="/ppt/slides/slide346.xml" ContentType="application/vnd.openxmlformats-officedocument.presentationml.slide+xml"/>
  <Override PartName="/ppt/slideMasters/slideMaster347.xml" ContentType="application/vnd.openxmlformats-officedocument.presentationml.slideMaster+xml"/>
  <Override PartName="/ppt/slides/slide347.xml" ContentType="application/vnd.openxmlformats-officedocument.presentationml.slide+xml"/>
  <Override PartName="/ppt/slideMasters/slideMaster348.xml" ContentType="application/vnd.openxmlformats-officedocument.presentationml.slideMaster+xml"/>
  <Override PartName="/ppt/slides/slide348.xml" ContentType="application/vnd.openxmlformats-officedocument.presentationml.slide+xml"/>
  <Override PartName="/ppt/slideMasters/slideMaster349.xml" ContentType="application/vnd.openxmlformats-officedocument.presentationml.slideMaster+xml"/>
  <Override PartName="/ppt/slides/slide349.xml" ContentType="application/vnd.openxmlformats-officedocument.presentationml.slide+xml"/>
  <Override PartName="/ppt/slideMasters/slideMaster350.xml" ContentType="application/vnd.openxmlformats-officedocument.presentationml.slideMaster+xml"/>
  <Override PartName="/ppt/slides/slide350.xml" ContentType="application/vnd.openxmlformats-officedocument.presentationml.slide+xml"/>
  <Override PartName="/ppt/slideMasters/slideMaster351.xml" ContentType="application/vnd.openxmlformats-officedocument.presentationml.slideMaster+xml"/>
  <Override PartName="/ppt/slides/slide351.xml" ContentType="application/vnd.openxmlformats-officedocument.presentationml.slide+xml"/>
  <Override PartName="/ppt/slideMasters/slideMaster352.xml" ContentType="application/vnd.openxmlformats-officedocument.presentationml.slideMaster+xml"/>
  <Override PartName="/ppt/slides/slide352.xml" ContentType="application/vnd.openxmlformats-officedocument.presentationml.slide+xml"/>
  <Override PartName="/ppt/slideMasters/slideMaster353.xml" ContentType="application/vnd.openxmlformats-officedocument.presentationml.slideMaster+xml"/>
  <Override PartName="/ppt/slides/slide353.xml" ContentType="application/vnd.openxmlformats-officedocument.presentationml.slide+xml"/>
  <Override PartName="/ppt/slideMasters/slideMaster354.xml" ContentType="application/vnd.openxmlformats-officedocument.presentationml.slideMaster+xml"/>
  <Override PartName="/ppt/slides/slide354.xml" ContentType="application/vnd.openxmlformats-officedocument.presentationml.slide+xml"/>
  <Override PartName="/ppt/slideMasters/slideMaster355.xml" ContentType="application/vnd.openxmlformats-officedocument.presentationml.slideMaster+xml"/>
  <Override PartName="/ppt/slides/slide355.xml" ContentType="application/vnd.openxmlformats-officedocument.presentationml.slide+xml"/>
  <Override PartName="/ppt/slideMasters/slideMaster356.xml" ContentType="application/vnd.openxmlformats-officedocument.presentationml.slideMaster+xml"/>
  <Override PartName="/ppt/slides/slide356.xml" ContentType="application/vnd.openxmlformats-officedocument.presentationml.slide+xml"/>
  <Override PartName="/ppt/slideMasters/slideMaster357.xml" ContentType="application/vnd.openxmlformats-officedocument.presentationml.slideMaster+xml"/>
  <Override PartName="/ppt/slides/slide357.xml" ContentType="application/vnd.openxmlformats-officedocument.presentationml.slide+xml"/>
  <Override PartName="/ppt/slideMasters/slideMaster358.xml" ContentType="application/vnd.openxmlformats-officedocument.presentationml.slideMaster+xml"/>
  <Override PartName="/ppt/slides/slide358.xml" ContentType="application/vnd.openxmlformats-officedocument.presentationml.slide+xml"/>
  <Override PartName="/ppt/slideMasters/slideMaster359.xml" ContentType="application/vnd.openxmlformats-officedocument.presentationml.slideMaster+xml"/>
  <Override PartName="/ppt/slides/slide359.xml" ContentType="application/vnd.openxmlformats-officedocument.presentationml.slide+xml"/>
  <Override PartName="/ppt/slideMasters/slideMaster360.xml" ContentType="application/vnd.openxmlformats-officedocument.presentationml.slideMaster+xml"/>
  <Override PartName="/ppt/slides/slide360.xml" ContentType="application/vnd.openxmlformats-officedocument.presentationml.slide+xml"/>
  <Override PartName="/ppt/slideMasters/slideMaster361.xml" ContentType="application/vnd.openxmlformats-officedocument.presentationml.slideMaster+xml"/>
  <Override PartName="/ppt/slides/slide361.xml" ContentType="application/vnd.openxmlformats-officedocument.presentationml.slide+xml"/>
  <Override PartName="/ppt/slideMasters/slideMaster362.xml" ContentType="application/vnd.openxmlformats-officedocument.presentationml.slideMaster+xml"/>
  <Override PartName="/ppt/slides/slide362.xml" ContentType="application/vnd.openxmlformats-officedocument.presentationml.slide+xml"/>
  <Override PartName="/ppt/slideMasters/slideMaster363.xml" ContentType="application/vnd.openxmlformats-officedocument.presentationml.slideMaster+xml"/>
  <Override PartName="/ppt/slides/slide363.xml" ContentType="application/vnd.openxmlformats-officedocument.presentationml.slide+xml"/>
  <Override PartName="/ppt/slideMasters/slideMaster364.xml" ContentType="application/vnd.openxmlformats-officedocument.presentationml.slideMaster+xml"/>
  <Override PartName="/ppt/slides/slide364.xml" ContentType="application/vnd.openxmlformats-officedocument.presentationml.slide+xml"/>
  <Override PartName="/ppt/slideMasters/slideMaster365.xml" ContentType="application/vnd.openxmlformats-officedocument.presentationml.slideMaster+xml"/>
  <Override PartName="/ppt/slides/slide365.xml" ContentType="application/vnd.openxmlformats-officedocument.presentationml.slide+xml"/>
  <Override PartName="/ppt/slideMasters/slideMaster366.xml" ContentType="application/vnd.openxmlformats-officedocument.presentationml.slideMaster+xml"/>
  <Override PartName="/ppt/slides/slide366.xml" ContentType="application/vnd.openxmlformats-officedocument.presentationml.slide+xml"/>
  <Override PartName="/ppt/slideMasters/slideMaster367.xml" ContentType="application/vnd.openxmlformats-officedocument.presentationml.slideMaster+xml"/>
  <Override PartName="/ppt/slides/slide367.xml" ContentType="application/vnd.openxmlformats-officedocument.presentationml.slide+xml"/>
  <Override PartName="/ppt/slideMasters/slideMaster368.xml" ContentType="application/vnd.openxmlformats-officedocument.presentationml.slideMaster+xml"/>
  <Override PartName="/ppt/slides/slide368.xml" ContentType="application/vnd.openxmlformats-officedocument.presentationml.slide+xml"/>
  <Override PartName="/ppt/slideMasters/slideMaster369.xml" ContentType="application/vnd.openxmlformats-officedocument.presentationml.slideMaster+xml"/>
  <Override PartName="/ppt/slides/slide369.xml" ContentType="application/vnd.openxmlformats-officedocument.presentationml.slide+xml"/>
  <Override PartName="/ppt/slideMasters/slideMaster370.xml" ContentType="application/vnd.openxmlformats-officedocument.presentationml.slideMaster+xml"/>
  <Override PartName="/ppt/slides/slide370.xml" ContentType="application/vnd.openxmlformats-officedocument.presentationml.slide+xml"/>
  <Override PartName="/ppt/slideMasters/slideMaster371.xml" ContentType="application/vnd.openxmlformats-officedocument.presentationml.slideMaster+xml"/>
  <Override PartName="/ppt/slides/slide371.xml" ContentType="application/vnd.openxmlformats-officedocument.presentationml.slide+xml"/>
  <Override PartName="/ppt/slideMasters/slideMaster372.xml" ContentType="application/vnd.openxmlformats-officedocument.presentationml.slideMaster+xml"/>
  <Override PartName="/ppt/slides/slide372.xml" ContentType="application/vnd.openxmlformats-officedocument.presentationml.slide+xml"/>
  <Override PartName="/ppt/slideMasters/slideMaster373.xml" ContentType="application/vnd.openxmlformats-officedocument.presentationml.slideMaster+xml"/>
  <Override PartName="/ppt/slides/slide373.xml" ContentType="application/vnd.openxmlformats-officedocument.presentationml.slide+xml"/>
  <Override PartName="/ppt/slideMasters/slideMaster374.xml" ContentType="application/vnd.openxmlformats-officedocument.presentationml.slideMaster+xml"/>
  <Override PartName="/ppt/slides/slide374.xml" ContentType="application/vnd.openxmlformats-officedocument.presentationml.slide+xml"/>
  <Override PartName="/ppt/slideMasters/slideMaster375.xml" ContentType="application/vnd.openxmlformats-officedocument.presentationml.slideMaster+xml"/>
  <Override PartName="/ppt/slides/slide375.xml" ContentType="application/vnd.openxmlformats-officedocument.presentationml.slide+xml"/>
  <Override PartName="/ppt/slideMasters/slideMaster376.xml" ContentType="application/vnd.openxmlformats-officedocument.presentationml.slideMaster+xml"/>
  <Override PartName="/ppt/slides/slide376.xml" ContentType="application/vnd.openxmlformats-officedocument.presentationml.slide+xml"/>
  <Override PartName="/ppt/slideMasters/slideMaster377.xml" ContentType="application/vnd.openxmlformats-officedocument.presentationml.slideMaster+xml"/>
  <Override PartName="/ppt/slides/slide377.xml" ContentType="application/vnd.openxmlformats-officedocument.presentationml.slide+xml"/>
  <Override PartName="/ppt/slideMasters/slideMaster378.xml" ContentType="application/vnd.openxmlformats-officedocument.presentationml.slideMaster+xml"/>
  <Override PartName="/ppt/slides/slide378.xml" ContentType="application/vnd.openxmlformats-officedocument.presentationml.slide+xml"/>
  <Override PartName="/ppt/slideMasters/slideMaster379.xml" ContentType="application/vnd.openxmlformats-officedocument.presentationml.slideMaster+xml"/>
  <Override PartName="/ppt/slides/slide379.xml" ContentType="application/vnd.openxmlformats-officedocument.presentationml.slide+xml"/>
  <Override PartName="/ppt/slideMasters/slideMaster380.xml" ContentType="application/vnd.openxmlformats-officedocument.presentationml.slideMaster+xml"/>
  <Override PartName="/ppt/slides/slide380.xml" ContentType="application/vnd.openxmlformats-officedocument.presentationml.slide+xml"/>
  <Override PartName="/ppt/slideMasters/slideMaster381.xml" ContentType="application/vnd.openxmlformats-officedocument.presentationml.slideMaster+xml"/>
  <Override PartName="/ppt/slides/slide381.xml" ContentType="application/vnd.openxmlformats-officedocument.presentationml.slide+xml"/>
  <Override PartName="/ppt/slideMasters/slideMaster382.xml" ContentType="application/vnd.openxmlformats-officedocument.presentationml.slideMaster+xml"/>
  <Override PartName="/ppt/slides/slide382.xml" ContentType="application/vnd.openxmlformats-officedocument.presentationml.slide+xml"/>
  <Override PartName="/ppt/slideMasters/slideMaster383.xml" ContentType="application/vnd.openxmlformats-officedocument.presentationml.slideMaster+xml"/>
  <Override PartName="/ppt/slides/slide383.xml" ContentType="application/vnd.openxmlformats-officedocument.presentationml.slide+xml"/>
  <Override PartName="/ppt/slideMasters/slideMaster384.xml" ContentType="application/vnd.openxmlformats-officedocument.presentationml.slideMaster+xml"/>
  <Override PartName="/ppt/slides/slide384.xml" ContentType="application/vnd.openxmlformats-officedocument.presentationml.slide+xml"/>
  <Override PartName="/ppt/slideMasters/slideMaster385.xml" ContentType="application/vnd.openxmlformats-officedocument.presentationml.slideMaster+xml"/>
  <Override PartName="/ppt/slides/slide385.xml" ContentType="application/vnd.openxmlformats-officedocument.presentationml.slide+xml"/>
  <Override PartName="/ppt/slideMasters/slideMaster386.xml" ContentType="application/vnd.openxmlformats-officedocument.presentationml.slideMaster+xml"/>
  <Override PartName="/ppt/slides/slide386.xml" ContentType="application/vnd.openxmlformats-officedocument.presentationml.slide+xml"/>
  <Override PartName="/ppt/slideMasters/slideMaster387.xml" ContentType="application/vnd.openxmlformats-officedocument.presentationml.slideMaster+xml"/>
  <Override PartName="/ppt/slides/slide387.xml" ContentType="application/vnd.openxmlformats-officedocument.presentationml.slide+xml"/>
  <Override PartName="/ppt/slideMasters/slideMaster388.xml" ContentType="application/vnd.openxmlformats-officedocument.presentationml.slideMaster+xml"/>
  <Override PartName="/ppt/slides/slide388.xml" ContentType="application/vnd.openxmlformats-officedocument.presentationml.slide+xml"/>
  <Override PartName="/ppt/slideMasters/slideMaster389.xml" ContentType="application/vnd.openxmlformats-officedocument.presentationml.slideMaster+xml"/>
  <Override PartName="/ppt/slides/slide389.xml" ContentType="application/vnd.openxmlformats-officedocument.presentationml.slide+xml"/>
  <Override PartName="/ppt/slideMasters/slideMaster390.xml" ContentType="application/vnd.openxmlformats-officedocument.presentationml.slideMaster+xml"/>
  <Override PartName="/ppt/slides/slide390.xml" ContentType="application/vnd.openxmlformats-officedocument.presentationml.slide+xml"/>
  <Override PartName="/ppt/slideMasters/slideMaster391.xml" ContentType="application/vnd.openxmlformats-officedocument.presentationml.slideMaster+xml"/>
  <Override PartName="/ppt/slides/slide391.xml" ContentType="application/vnd.openxmlformats-officedocument.presentationml.slide+xml"/>
  <Override PartName="/ppt/slideMasters/slideMaster392.xml" ContentType="application/vnd.openxmlformats-officedocument.presentationml.slideMaster+xml"/>
  <Override PartName="/ppt/slides/slide392.xml" ContentType="application/vnd.openxmlformats-officedocument.presentationml.slide+xml"/>
  <Override PartName="/ppt/slideMasters/slideMaster393.xml" ContentType="application/vnd.openxmlformats-officedocument.presentationml.slideMaster+xml"/>
  <Override PartName="/ppt/slides/slide393.xml" ContentType="application/vnd.openxmlformats-officedocument.presentationml.slide+xml"/>
  <Override PartName="/ppt/slideMasters/slideMaster394.xml" ContentType="application/vnd.openxmlformats-officedocument.presentationml.slideMaster+xml"/>
  <Override PartName="/ppt/slides/slide394.xml" ContentType="application/vnd.openxmlformats-officedocument.presentationml.slide+xml"/>
  <Override PartName="/ppt/slideMasters/slideMaster395.xml" ContentType="application/vnd.openxmlformats-officedocument.presentationml.slideMaster+xml"/>
  <Override PartName="/ppt/slides/slide395.xml" ContentType="application/vnd.openxmlformats-officedocument.presentationml.slide+xml"/>
  <Override PartName="/ppt/slideMasters/slideMaster396.xml" ContentType="application/vnd.openxmlformats-officedocument.presentationml.slideMaster+xml"/>
  <Override PartName="/ppt/slides/slide396.xml" ContentType="application/vnd.openxmlformats-officedocument.presentationml.slide+xml"/>
  <Override PartName="/ppt/slideMasters/slideMaster397.xml" ContentType="application/vnd.openxmlformats-officedocument.presentationml.slideMaster+xml"/>
  <Override PartName="/ppt/slides/slide397.xml" ContentType="application/vnd.openxmlformats-officedocument.presentationml.slide+xml"/>
  <Override PartName="/ppt/slideMasters/slideMaster398.xml" ContentType="application/vnd.openxmlformats-officedocument.presentationml.slideMaster+xml"/>
  <Override PartName="/ppt/slides/slide398.xml" ContentType="application/vnd.openxmlformats-officedocument.presentationml.slide+xml"/>
  <Override PartName="/ppt/slideMasters/slideMaster399.xml" ContentType="application/vnd.openxmlformats-officedocument.presentationml.slideMaster+xml"/>
  <Override PartName="/ppt/slides/slide399.xml" ContentType="application/vnd.openxmlformats-officedocument.presentationml.slide+xml"/>
  <Override PartName="/ppt/slideMasters/slideMaster400.xml" ContentType="application/vnd.openxmlformats-officedocument.presentationml.slideMaster+xml"/>
  <Override PartName="/ppt/slides/slide400.xml" ContentType="application/vnd.openxmlformats-officedocument.presentationml.slide+xml"/>
  <Override PartName="/ppt/slideMasters/slideMaster401.xml" ContentType="application/vnd.openxmlformats-officedocument.presentationml.slideMaster+xml"/>
  <Override PartName="/ppt/slides/slide401.xml" ContentType="application/vnd.openxmlformats-officedocument.presentationml.slide+xml"/>
  <Override PartName="/ppt/slideMasters/slideMaster402.xml" ContentType="application/vnd.openxmlformats-officedocument.presentationml.slideMaster+xml"/>
  <Override PartName="/ppt/slides/slide402.xml" ContentType="application/vnd.openxmlformats-officedocument.presentationml.slide+xml"/>
  <Override PartName="/ppt/slideMasters/slideMaster403.xml" ContentType="application/vnd.openxmlformats-officedocument.presentationml.slideMaster+xml"/>
  <Override PartName="/ppt/slides/slide403.xml" ContentType="application/vnd.openxmlformats-officedocument.presentationml.slide+xml"/>
  <Override PartName="/ppt/slideMasters/slideMaster404.xml" ContentType="application/vnd.openxmlformats-officedocument.presentationml.slideMaster+xml"/>
  <Override PartName="/ppt/slides/slide40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ppt/notesSlides/notesSlide364.xml" ContentType="application/vnd.openxmlformats-officedocument.presentationml.notesSlide+xml"/>
  <Override PartName="/ppt/notesSlides/notesSlide365.xml" ContentType="application/vnd.openxmlformats-officedocument.presentationml.notesSlide+xml"/>
  <Override PartName="/ppt/notesSlides/notesSlide366.xml" ContentType="application/vnd.openxmlformats-officedocument.presentationml.notesSlide+xml"/>
  <Override PartName="/ppt/notesSlides/notesSlide367.xml" ContentType="application/vnd.openxmlformats-officedocument.presentationml.notesSlide+xml"/>
  <Override PartName="/ppt/notesSlides/notesSlide368.xml" ContentType="application/vnd.openxmlformats-officedocument.presentationml.notesSlide+xml"/>
  <Override PartName="/ppt/notesSlides/notesSlide369.xml" ContentType="application/vnd.openxmlformats-officedocument.presentationml.notesSlide+xml"/>
  <Override PartName="/ppt/notesSlides/notesSlide370.xml" ContentType="application/vnd.openxmlformats-officedocument.presentationml.notesSlide+xml"/>
  <Override PartName="/ppt/notesSlides/notesSlide371.xml" ContentType="application/vnd.openxmlformats-officedocument.presentationml.notesSlide+xml"/>
  <Override PartName="/ppt/notesSlides/notesSlide372.xml" ContentType="application/vnd.openxmlformats-officedocument.presentationml.notesSlide+xml"/>
  <Override PartName="/ppt/notesSlides/notesSlide373.xml" ContentType="application/vnd.openxmlformats-officedocument.presentationml.notesSlide+xml"/>
  <Override PartName="/ppt/notesSlides/notesSlide374.xml" ContentType="application/vnd.openxmlformats-officedocument.presentationml.notesSlide+xml"/>
  <Override PartName="/ppt/notesSlides/notesSlide375.xml" ContentType="application/vnd.openxmlformats-officedocument.presentationml.notesSlide+xml"/>
  <Override PartName="/ppt/notesSlides/notesSlide376.xml" ContentType="application/vnd.openxmlformats-officedocument.presentationml.notesSlide+xml"/>
  <Override PartName="/ppt/notesSlides/notesSlide377.xml" ContentType="application/vnd.openxmlformats-officedocument.presentationml.notesSlide+xml"/>
  <Override PartName="/ppt/notesSlides/notesSlide378.xml" ContentType="application/vnd.openxmlformats-officedocument.presentationml.notesSlide+xml"/>
  <Override PartName="/ppt/notesSlides/notesSlide379.xml" ContentType="application/vnd.openxmlformats-officedocument.presentationml.notesSlide+xml"/>
  <Override PartName="/ppt/notesSlides/notesSlide380.xml" ContentType="application/vnd.openxmlformats-officedocument.presentationml.notesSlide+xml"/>
  <Override PartName="/ppt/notesSlides/notesSlide381.xml" ContentType="application/vnd.openxmlformats-officedocument.presentationml.notesSlide+xml"/>
  <Override PartName="/ppt/notesSlides/notesSlide382.xml" ContentType="application/vnd.openxmlformats-officedocument.presentationml.notesSlide+xml"/>
  <Override PartName="/ppt/notesSlides/notesSlide383.xml" ContentType="application/vnd.openxmlformats-officedocument.presentationml.notesSlide+xml"/>
  <Override PartName="/ppt/notesSlides/notesSlide384.xml" ContentType="application/vnd.openxmlformats-officedocument.presentationml.notesSlide+xml"/>
  <Override PartName="/ppt/notesSlides/notesSlide385.xml" ContentType="application/vnd.openxmlformats-officedocument.presentationml.notesSlide+xml"/>
  <Override PartName="/ppt/notesSlides/notesSlide386.xml" ContentType="application/vnd.openxmlformats-officedocument.presentationml.notesSlide+xml"/>
  <Override PartName="/ppt/notesSlides/notesSlide387.xml" ContentType="application/vnd.openxmlformats-officedocument.presentationml.notesSlide+xml"/>
  <Override PartName="/ppt/notesSlides/notesSlide388.xml" ContentType="application/vnd.openxmlformats-officedocument.presentationml.notesSlide+xml"/>
  <Override PartName="/ppt/notesSlides/notesSlide389.xml" ContentType="application/vnd.openxmlformats-officedocument.presentationml.notesSlide+xml"/>
  <Override PartName="/ppt/notesSlides/notesSlide390.xml" ContentType="application/vnd.openxmlformats-officedocument.presentationml.notesSlide+xml"/>
  <Override PartName="/ppt/notesSlides/notesSlide391.xml" ContentType="application/vnd.openxmlformats-officedocument.presentationml.notesSlide+xml"/>
  <Override PartName="/ppt/notesSlides/notesSlide392.xml" ContentType="application/vnd.openxmlformats-officedocument.presentationml.notesSlide+xml"/>
  <Override PartName="/ppt/notesSlides/notesSlide393.xml" ContentType="application/vnd.openxmlformats-officedocument.presentationml.notesSlide+xml"/>
  <Override PartName="/ppt/notesSlides/notesSlide394.xml" ContentType="application/vnd.openxmlformats-officedocument.presentationml.notesSlide+xml"/>
  <Override PartName="/ppt/notesSlides/notesSlide395.xml" ContentType="application/vnd.openxmlformats-officedocument.presentationml.notesSlide+xml"/>
  <Override PartName="/ppt/notesSlides/notesSlide396.xml" ContentType="application/vnd.openxmlformats-officedocument.presentationml.notesSlide+xml"/>
  <Override PartName="/ppt/notesSlides/notesSlide397.xml" ContentType="application/vnd.openxmlformats-officedocument.presentationml.notesSlide+xml"/>
  <Override PartName="/ppt/notesSlides/notesSlide398.xml" ContentType="application/vnd.openxmlformats-officedocument.presentationml.notesSlide+xml"/>
  <Override PartName="/ppt/notesSlides/notesSlide399.xml" ContentType="application/vnd.openxmlformats-officedocument.presentationml.notesSlide+xml"/>
  <Override PartName="/ppt/notesSlides/notesSlide400.xml" ContentType="application/vnd.openxmlformats-officedocument.presentationml.notesSlide+xml"/>
  <Override PartName="/ppt/notesSlides/notesSlide401.xml" ContentType="application/vnd.openxmlformats-officedocument.presentationml.notesSlide+xml"/>
  <Override PartName="/ppt/notesSlides/notesSlide402.xml" ContentType="application/vnd.openxmlformats-officedocument.presentationml.notesSlide+xml"/>
  <Override PartName="/ppt/notesSlides/notesSlide403.xml" ContentType="application/vnd.openxmlformats-officedocument.presentationml.notesSlide+xml"/>
  <Override PartName="/ppt/notesSlides/notesSlide40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  <p:sldId id="400" r:id="rId146"/>
    <p:sldId id="401" r:id="rId147"/>
    <p:sldId id="402" r:id="rId148"/>
    <p:sldId id="403" r:id="rId149"/>
    <p:sldId id="404" r:id="rId150"/>
    <p:sldId id="405" r:id="rId151"/>
    <p:sldId id="406" r:id="rId152"/>
    <p:sldId id="407" r:id="rId153"/>
    <p:sldId id="408" r:id="rId154"/>
    <p:sldId id="409" r:id="rId155"/>
    <p:sldId id="410" r:id="rId156"/>
    <p:sldId id="411" r:id="rId157"/>
    <p:sldId id="412" r:id="rId158"/>
    <p:sldId id="413" r:id="rId159"/>
    <p:sldId id="414" r:id="rId160"/>
    <p:sldId id="415" r:id="rId161"/>
    <p:sldId id="416" r:id="rId162"/>
    <p:sldId id="417" r:id="rId163"/>
    <p:sldId id="418" r:id="rId164"/>
    <p:sldId id="419" r:id="rId165"/>
    <p:sldId id="420" r:id="rId166"/>
    <p:sldId id="421" r:id="rId167"/>
    <p:sldId id="422" r:id="rId168"/>
    <p:sldId id="423" r:id="rId169"/>
    <p:sldId id="424" r:id="rId170"/>
    <p:sldId id="425" r:id="rId171"/>
    <p:sldId id="426" r:id="rId172"/>
    <p:sldId id="427" r:id="rId173"/>
    <p:sldId id="428" r:id="rId174"/>
    <p:sldId id="429" r:id="rId175"/>
    <p:sldId id="430" r:id="rId176"/>
    <p:sldId id="431" r:id="rId177"/>
    <p:sldId id="432" r:id="rId178"/>
    <p:sldId id="433" r:id="rId179"/>
    <p:sldId id="434" r:id="rId180"/>
    <p:sldId id="435" r:id="rId181"/>
    <p:sldId id="436" r:id="rId182"/>
    <p:sldId id="437" r:id="rId183"/>
    <p:sldId id="438" r:id="rId184"/>
    <p:sldId id="439" r:id="rId185"/>
    <p:sldId id="440" r:id="rId186"/>
    <p:sldId id="441" r:id="rId187"/>
    <p:sldId id="442" r:id="rId188"/>
    <p:sldId id="443" r:id="rId189"/>
    <p:sldId id="444" r:id="rId190"/>
    <p:sldId id="445" r:id="rId191"/>
    <p:sldId id="446" r:id="rId192"/>
    <p:sldId id="447" r:id="rId193"/>
    <p:sldId id="448" r:id="rId194"/>
    <p:sldId id="449" r:id="rId195"/>
    <p:sldId id="450" r:id="rId196"/>
    <p:sldId id="451" r:id="rId197"/>
    <p:sldId id="452" r:id="rId198"/>
    <p:sldId id="453" r:id="rId199"/>
    <p:sldId id="454" r:id="rId200"/>
    <p:sldId id="455" r:id="rId201"/>
    <p:sldId id="456" r:id="rId202"/>
    <p:sldId id="457" r:id="rId203"/>
    <p:sldId id="458" r:id="rId204"/>
    <p:sldId id="459" r:id="rId205"/>
    <p:sldId id="460" r:id="rId206"/>
    <p:sldId id="461" r:id="rId207"/>
    <p:sldId id="462" r:id="rId208"/>
    <p:sldId id="463" r:id="rId209"/>
    <p:sldId id="464" r:id="rId210"/>
    <p:sldId id="465" r:id="rId211"/>
    <p:sldId id="466" r:id="rId212"/>
    <p:sldId id="467" r:id="rId213"/>
    <p:sldId id="468" r:id="rId214"/>
    <p:sldId id="469" r:id="rId215"/>
    <p:sldId id="470" r:id="rId216"/>
    <p:sldId id="471" r:id="rId217"/>
    <p:sldId id="472" r:id="rId218"/>
    <p:sldId id="473" r:id="rId219"/>
    <p:sldId id="474" r:id="rId220"/>
    <p:sldId id="475" r:id="rId221"/>
    <p:sldId id="476" r:id="rId222"/>
    <p:sldId id="477" r:id="rId223"/>
    <p:sldId id="478" r:id="rId224"/>
    <p:sldId id="479" r:id="rId225"/>
    <p:sldId id="480" r:id="rId226"/>
    <p:sldId id="481" r:id="rId227"/>
    <p:sldId id="482" r:id="rId228"/>
    <p:sldId id="483" r:id="rId229"/>
    <p:sldId id="484" r:id="rId230"/>
    <p:sldId id="485" r:id="rId231"/>
    <p:sldId id="486" r:id="rId232"/>
    <p:sldId id="487" r:id="rId233"/>
    <p:sldId id="488" r:id="rId234"/>
    <p:sldId id="489" r:id="rId235"/>
    <p:sldId id="490" r:id="rId236"/>
    <p:sldId id="491" r:id="rId237"/>
    <p:sldId id="492" r:id="rId238"/>
    <p:sldId id="493" r:id="rId239"/>
    <p:sldId id="494" r:id="rId240"/>
    <p:sldId id="495" r:id="rId241"/>
    <p:sldId id="496" r:id="rId242"/>
    <p:sldId id="497" r:id="rId243"/>
    <p:sldId id="498" r:id="rId244"/>
    <p:sldId id="499" r:id="rId245"/>
    <p:sldId id="500" r:id="rId246"/>
    <p:sldId id="501" r:id="rId247"/>
    <p:sldId id="502" r:id="rId248"/>
    <p:sldId id="503" r:id="rId249"/>
    <p:sldId id="504" r:id="rId250"/>
    <p:sldId id="505" r:id="rId251"/>
    <p:sldId id="506" r:id="rId252"/>
    <p:sldId id="507" r:id="rId253"/>
    <p:sldId id="508" r:id="rId254"/>
    <p:sldId id="509" r:id="rId255"/>
    <p:sldId id="510" r:id="rId256"/>
    <p:sldId id="511" r:id="rId257"/>
    <p:sldId id="512" r:id="rId258"/>
    <p:sldId id="513" r:id="rId259"/>
    <p:sldId id="514" r:id="rId260"/>
    <p:sldId id="515" r:id="rId261"/>
    <p:sldId id="516" r:id="rId262"/>
    <p:sldId id="517" r:id="rId263"/>
    <p:sldId id="518" r:id="rId264"/>
    <p:sldId id="519" r:id="rId265"/>
    <p:sldId id="520" r:id="rId266"/>
    <p:sldId id="521" r:id="rId267"/>
    <p:sldId id="522" r:id="rId268"/>
    <p:sldId id="523" r:id="rId269"/>
    <p:sldId id="524" r:id="rId270"/>
    <p:sldId id="525" r:id="rId271"/>
    <p:sldId id="526" r:id="rId272"/>
    <p:sldId id="527" r:id="rId273"/>
    <p:sldId id="528" r:id="rId274"/>
    <p:sldId id="529" r:id="rId275"/>
    <p:sldId id="530" r:id="rId276"/>
    <p:sldId id="531" r:id="rId277"/>
    <p:sldId id="532" r:id="rId278"/>
    <p:sldId id="533" r:id="rId279"/>
    <p:sldId id="534" r:id="rId280"/>
    <p:sldId id="535" r:id="rId281"/>
    <p:sldId id="536" r:id="rId282"/>
    <p:sldId id="537" r:id="rId283"/>
    <p:sldId id="538" r:id="rId284"/>
    <p:sldId id="539" r:id="rId285"/>
    <p:sldId id="540" r:id="rId286"/>
    <p:sldId id="541" r:id="rId287"/>
    <p:sldId id="542" r:id="rId288"/>
    <p:sldId id="543" r:id="rId289"/>
    <p:sldId id="544" r:id="rId290"/>
    <p:sldId id="545" r:id="rId291"/>
    <p:sldId id="546" r:id="rId292"/>
    <p:sldId id="547" r:id="rId293"/>
    <p:sldId id="548" r:id="rId294"/>
    <p:sldId id="549" r:id="rId295"/>
    <p:sldId id="550" r:id="rId296"/>
    <p:sldId id="551" r:id="rId297"/>
    <p:sldId id="552" r:id="rId298"/>
    <p:sldId id="553" r:id="rId299"/>
    <p:sldId id="554" r:id="rId300"/>
    <p:sldId id="555" r:id="rId301"/>
    <p:sldId id="556" r:id="rId302"/>
    <p:sldId id="557" r:id="rId303"/>
    <p:sldId id="558" r:id="rId304"/>
    <p:sldId id="559" r:id="rId305"/>
    <p:sldId id="560" r:id="rId306"/>
    <p:sldId id="561" r:id="rId307"/>
    <p:sldId id="562" r:id="rId308"/>
    <p:sldId id="563" r:id="rId309"/>
    <p:sldId id="564" r:id="rId310"/>
    <p:sldId id="565" r:id="rId311"/>
    <p:sldId id="566" r:id="rId312"/>
    <p:sldId id="567" r:id="rId313"/>
    <p:sldId id="568" r:id="rId314"/>
    <p:sldId id="569" r:id="rId315"/>
    <p:sldId id="570" r:id="rId316"/>
    <p:sldId id="571" r:id="rId317"/>
    <p:sldId id="572" r:id="rId318"/>
    <p:sldId id="573" r:id="rId319"/>
    <p:sldId id="574" r:id="rId320"/>
    <p:sldId id="575" r:id="rId321"/>
    <p:sldId id="576" r:id="rId322"/>
    <p:sldId id="577" r:id="rId323"/>
    <p:sldId id="578" r:id="rId324"/>
    <p:sldId id="579" r:id="rId325"/>
    <p:sldId id="580" r:id="rId326"/>
    <p:sldId id="581" r:id="rId327"/>
    <p:sldId id="582" r:id="rId328"/>
    <p:sldId id="583" r:id="rId329"/>
    <p:sldId id="584" r:id="rId330"/>
    <p:sldId id="585" r:id="rId331"/>
    <p:sldId id="586" r:id="rId332"/>
    <p:sldId id="587" r:id="rId333"/>
    <p:sldId id="588" r:id="rId334"/>
    <p:sldId id="589" r:id="rId335"/>
    <p:sldId id="590" r:id="rId336"/>
    <p:sldId id="591" r:id="rId337"/>
    <p:sldId id="592" r:id="rId338"/>
    <p:sldId id="593" r:id="rId339"/>
    <p:sldId id="594" r:id="rId340"/>
    <p:sldId id="595" r:id="rId341"/>
    <p:sldId id="596" r:id="rId342"/>
    <p:sldId id="597" r:id="rId343"/>
    <p:sldId id="598" r:id="rId344"/>
    <p:sldId id="599" r:id="rId345"/>
    <p:sldId id="600" r:id="rId346"/>
    <p:sldId id="601" r:id="rId347"/>
    <p:sldId id="602" r:id="rId348"/>
    <p:sldId id="603" r:id="rId349"/>
    <p:sldId id="604" r:id="rId350"/>
    <p:sldId id="605" r:id="rId351"/>
    <p:sldId id="606" r:id="rId352"/>
    <p:sldId id="607" r:id="rId353"/>
    <p:sldId id="608" r:id="rId354"/>
    <p:sldId id="609" r:id="rId355"/>
    <p:sldId id="610" r:id="rId356"/>
    <p:sldId id="611" r:id="rId357"/>
    <p:sldId id="612" r:id="rId358"/>
    <p:sldId id="613" r:id="rId359"/>
    <p:sldId id="614" r:id="rId360"/>
    <p:sldId id="615" r:id="rId361"/>
    <p:sldId id="616" r:id="rId362"/>
    <p:sldId id="617" r:id="rId363"/>
    <p:sldId id="618" r:id="rId364"/>
    <p:sldId id="619" r:id="rId365"/>
    <p:sldId id="620" r:id="rId366"/>
    <p:sldId id="621" r:id="rId367"/>
    <p:sldId id="622" r:id="rId368"/>
    <p:sldId id="623" r:id="rId369"/>
    <p:sldId id="624" r:id="rId370"/>
    <p:sldId id="625" r:id="rId371"/>
    <p:sldId id="626" r:id="rId372"/>
    <p:sldId id="627" r:id="rId373"/>
    <p:sldId id="628" r:id="rId374"/>
    <p:sldId id="629" r:id="rId375"/>
    <p:sldId id="630" r:id="rId376"/>
    <p:sldId id="631" r:id="rId377"/>
    <p:sldId id="632" r:id="rId378"/>
    <p:sldId id="633" r:id="rId379"/>
    <p:sldId id="634" r:id="rId380"/>
    <p:sldId id="635" r:id="rId381"/>
    <p:sldId id="636" r:id="rId382"/>
    <p:sldId id="637" r:id="rId383"/>
    <p:sldId id="638" r:id="rId384"/>
    <p:sldId id="639" r:id="rId385"/>
    <p:sldId id="640" r:id="rId386"/>
    <p:sldId id="641" r:id="rId387"/>
    <p:sldId id="642" r:id="rId388"/>
    <p:sldId id="643" r:id="rId389"/>
    <p:sldId id="644" r:id="rId390"/>
    <p:sldId id="645" r:id="rId391"/>
    <p:sldId id="646" r:id="rId392"/>
    <p:sldId id="647" r:id="rId393"/>
    <p:sldId id="648" r:id="rId394"/>
    <p:sldId id="649" r:id="rId395"/>
    <p:sldId id="650" r:id="rId396"/>
    <p:sldId id="651" r:id="rId397"/>
    <p:sldId id="652" r:id="rId398"/>
    <p:sldId id="653" r:id="rId399"/>
    <p:sldId id="654" r:id="rId400"/>
    <p:sldId id="655" r:id="rId401"/>
    <p:sldId id="656" r:id="rId402"/>
    <p:sldId id="657" r:id="rId403"/>
    <p:sldId id="658" r:id="rId404"/>
    <p:sldId id="659" r:id="rId405"/>
  </p:sldIdLst>
  <p:notesMasterIdLst>
    <p:notesMasterId r:id="rId40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slide" Target="slides/slide125.xml"/><Relationship Id="rId127" Type="http://schemas.openxmlformats.org/officeDocument/2006/relationships/slide" Target="slides/slide126.xml"/><Relationship Id="rId128" Type="http://schemas.openxmlformats.org/officeDocument/2006/relationships/slide" Target="slides/slide127.xml"/><Relationship Id="rId129" Type="http://schemas.openxmlformats.org/officeDocument/2006/relationships/slide" Target="slides/slide128.xml"/><Relationship Id="rId130" Type="http://schemas.openxmlformats.org/officeDocument/2006/relationships/slide" Target="slides/slide129.xml"/><Relationship Id="rId131" Type="http://schemas.openxmlformats.org/officeDocument/2006/relationships/slide" Target="slides/slide130.xml"/><Relationship Id="rId132" Type="http://schemas.openxmlformats.org/officeDocument/2006/relationships/slide" Target="slides/slide131.xml"/><Relationship Id="rId133" Type="http://schemas.openxmlformats.org/officeDocument/2006/relationships/slide" Target="slides/slide132.xml"/><Relationship Id="rId134" Type="http://schemas.openxmlformats.org/officeDocument/2006/relationships/slide" Target="slides/slide133.xml"/><Relationship Id="rId135" Type="http://schemas.openxmlformats.org/officeDocument/2006/relationships/slide" Target="slides/slide134.xml"/><Relationship Id="rId136" Type="http://schemas.openxmlformats.org/officeDocument/2006/relationships/slide" Target="slides/slide135.xml"/><Relationship Id="rId137" Type="http://schemas.openxmlformats.org/officeDocument/2006/relationships/slide" Target="slides/slide136.xml"/><Relationship Id="rId138" Type="http://schemas.openxmlformats.org/officeDocument/2006/relationships/slide" Target="slides/slide137.xml"/><Relationship Id="rId139" Type="http://schemas.openxmlformats.org/officeDocument/2006/relationships/slide" Target="slides/slide138.xml"/><Relationship Id="rId140" Type="http://schemas.openxmlformats.org/officeDocument/2006/relationships/slide" Target="slides/slide139.xml"/><Relationship Id="rId141" Type="http://schemas.openxmlformats.org/officeDocument/2006/relationships/slide" Target="slides/slide140.xml"/><Relationship Id="rId142" Type="http://schemas.openxmlformats.org/officeDocument/2006/relationships/slide" Target="slides/slide141.xml"/><Relationship Id="rId143" Type="http://schemas.openxmlformats.org/officeDocument/2006/relationships/slide" Target="slides/slide142.xml"/><Relationship Id="rId144" Type="http://schemas.openxmlformats.org/officeDocument/2006/relationships/slide" Target="slides/slide143.xml"/><Relationship Id="rId145" Type="http://schemas.openxmlformats.org/officeDocument/2006/relationships/slide" Target="slides/slide144.xml"/><Relationship Id="rId146" Type="http://schemas.openxmlformats.org/officeDocument/2006/relationships/slide" Target="slides/slide145.xml"/><Relationship Id="rId147" Type="http://schemas.openxmlformats.org/officeDocument/2006/relationships/slide" Target="slides/slide146.xml"/><Relationship Id="rId148" Type="http://schemas.openxmlformats.org/officeDocument/2006/relationships/slide" Target="slides/slide147.xml"/><Relationship Id="rId149" Type="http://schemas.openxmlformats.org/officeDocument/2006/relationships/slide" Target="slides/slide148.xml"/><Relationship Id="rId150" Type="http://schemas.openxmlformats.org/officeDocument/2006/relationships/slide" Target="slides/slide149.xml"/><Relationship Id="rId151" Type="http://schemas.openxmlformats.org/officeDocument/2006/relationships/slide" Target="slides/slide150.xml"/><Relationship Id="rId152" Type="http://schemas.openxmlformats.org/officeDocument/2006/relationships/slide" Target="slides/slide151.xml"/><Relationship Id="rId153" Type="http://schemas.openxmlformats.org/officeDocument/2006/relationships/slide" Target="slides/slide152.xml"/><Relationship Id="rId154" Type="http://schemas.openxmlformats.org/officeDocument/2006/relationships/slide" Target="slides/slide153.xml"/><Relationship Id="rId155" Type="http://schemas.openxmlformats.org/officeDocument/2006/relationships/slide" Target="slides/slide154.xml"/><Relationship Id="rId156" Type="http://schemas.openxmlformats.org/officeDocument/2006/relationships/slide" Target="slides/slide155.xml"/><Relationship Id="rId157" Type="http://schemas.openxmlformats.org/officeDocument/2006/relationships/slide" Target="slides/slide156.xml"/><Relationship Id="rId158" Type="http://schemas.openxmlformats.org/officeDocument/2006/relationships/slide" Target="slides/slide157.xml"/><Relationship Id="rId159" Type="http://schemas.openxmlformats.org/officeDocument/2006/relationships/slide" Target="slides/slide158.xml"/><Relationship Id="rId160" Type="http://schemas.openxmlformats.org/officeDocument/2006/relationships/slide" Target="slides/slide159.xml"/><Relationship Id="rId161" Type="http://schemas.openxmlformats.org/officeDocument/2006/relationships/slide" Target="slides/slide160.xml"/><Relationship Id="rId162" Type="http://schemas.openxmlformats.org/officeDocument/2006/relationships/slide" Target="slides/slide161.xml"/><Relationship Id="rId163" Type="http://schemas.openxmlformats.org/officeDocument/2006/relationships/slide" Target="slides/slide162.xml"/><Relationship Id="rId164" Type="http://schemas.openxmlformats.org/officeDocument/2006/relationships/slide" Target="slides/slide163.xml"/><Relationship Id="rId165" Type="http://schemas.openxmlformats.org/officeDocument/2006/relationships/slide" Target="slides/slide164.xml"/><Relationship Id="rId166" Type="http://schemas.openxmlformats.org/officeDocument/2006/relationships/slide" Target="slides/slide165.xml"/><Relationship Id="rId167" Type="http://schemas.openxmlformats.org/officeDocument/2006/relationships/slide" Target="slides/slide166.xml"/><Relationship Id="rId168" Type="http://schemas.openxmlformats.org/officeDocument/2006/relationships/slide" Target="slides/slide167.xml"/><Relationship Id="rId169" Type="http://schemas.openxmlformats.org/officeDocument/2006/relationships/slide" Target="slides/slide168.xml"/><Relationship Id="rId170" Type="http://schemas.openxmlformats.org/officeDocument/2006/relationships/slide" Target="slides/slide169.xml"/><Relationship Id="rId171" Type="http://schemas.openxmlformats.org/officeDocument/2006/relationships/slide" Target="slides/slide170.xml"/><Relationship Id="rId172" Type="http://schemas.openxmlformats.org/officeDocument/2006/relationships/slide" Target="slides/slide171.xml"/><Relationship Id="rId173" Type="http://schemas.openxmlformats.org/officeDocument/2006/relationships/slide" Target="slides/slide172.xml"/><Relationship Id="rId174" Type="http://schemas.openxmlformats.org/officeDocument/2006/relationships/slide" Target="slides/slide173.xml"/><Relationship Id="rId175" Type="http://schemas.openxmlformats.org/officeDocument/2006/relationships/slide" Target="slides/slide174.xml"/><Relationship Id="rId176" Type="http://schemas.openxmlformats.org/officeDocument/2006/relationships/slide" Target="slides/slide175.xml"/><Relationship Id="rId177" Type="http://schemas.openxmlformats.org/officeDocument/2006/relationships/slide" Target="slides/slide176.xml"/><Relationship Id="rId178" Type="http://schemas.openxmlformats.org/officeDocument/2006/relationships/slide" Target="slides/slide177.xml"/><Relationship Id="rId179" Type="http://schemas.openxmlformats.org/officeDocument/2006/relationships/slide" Target="slides/slide178.xml"/><Relationship Id="rId180" Type="http://schemas.openxmlformats.org/officeDocument/2006/relationships/slide" Target="slides/slide179.xml"/><Relationship Id="rId181" Type="http://schemas.openxmlformats.org/officeDocument/2006/relationships/slide" Target="slides/slide180.xml"/><Relationship Id="rId182" Type="http://schemas.openxmlformats.org/officeDocument/2006/relationships/slide" Target="slides/slide181.xml"/><Relationship Id="rId183" Type="http://schemas.openxmlformats.org/officeDocument/2006/relationships/slide" Target="slides/slide182.xml"/><Relationship Id="rId184" Type="http://schemas.openxmlformats.org/officeDocument/2006/relationships/slide" Target="slides/slide183.xml"/><Relationship Id="rId185" Type="http://schemas.openxmlformats.org/officeDocument/2006/relationships/slide" Target="slides/slide184.xml"/><Relationship Id="rId186" Type="http://schemas.openxmlformats.org/officeDocument/2006/relationships/slide" Target="slides/slide185.xml"/><Relationship Id="rId187" Type="http://schemas.openxmlformats.org/officeDocument/2006/relationships/slide" Target="slides/slide186.xml"/><Relationship Id="rId188" Type="http://schemas.openxmlformats.org/officeDocument/2006/relationships/slide" Target="slides/slide187.xml"/><Relationship Id="rId189" Type="http://schemas.openxmlformats.org/officeDocument/2006/relationships/slide" Target="slides/slide188.xml"/><Relationship Id="rId190" Type="http://schemas.openxmlformats.org/officeDocument/2006/relationships/slide" Target="slides/slide189.xml"/><Relationship Id="rId191" Type="http://schemas.openxmlformats.org/officeDocument/2006/relationships/slide" Target="slides/slide190.xml"/><Relationship Id="rId192" Type="http://schemas.openxmlformats.org/officeDocument/2006/relationships/slide" Target="slides/slide191.xml"/><Relationship Id="rId193" Type="http://schemas.openxmlformats.org/officeDocument/2006/relationships/slide" Target="slides/slide192.xml"/><Relationship Id="rId194" Type="http://schemas.openxmlformats.org/officeDocument/2006/relationships/slide" Target="slides/slide193.xml"/><Relationship Id="rId195" Type="http://schemas.openxmlformats.org/officeDocument/2006/relationships/slide" Target="slides/slide194.xml"/><Relationship Id="rId196" Type="http://schemas.openxmlformats.org/officeDocument/2006/relationships/slide" Target="slides/slide195.xml"/><Relationship Id="rId197" Type="http://schemas.openxmlformats.org/officeDocument/2006/relationships/slide" Target="slides/slide196.xml"/><Relationship Id="rId198" Type="http://schemas.openxmlformats.org/officeDocument/2006/relationships/slide" Target="slides/slide197.xml"/><Relationship Id="rId199" Type="http://schemas.openxmlformats.org/officeDocument/2006/relationships/slide" Target="slides/slide198.xml"/><Relationship Id="rId200" Type="http://schemas.openxmlformats.org/officeDocument/2006/relationships/slide" Target="slides/slide199.xml"/><Relationship Id="rId201" Type="http://schemas.openxmlformats.org/officeDocument/2006/relationships/slide" Target="slides/slide200.xml"/><Relationship Id="rId202" Type="http://schemas.openxmlformats.org/officeDocument/2006/relationships/slide" Target="slides/slide201.xml"/><Relationship Id="rId203" Type="http://schemas.openxmlformats.org/officeDocument/2006/relationships/slide" Target="slides/slide202.xml"/><Relationship Id="rId204" Type="http://schemas.openxmlformats.org/officeDocument/2006/relationships/slide" Target="slides/slide203.xml"/><Relationship Id="rId205" Type="http://schemas.openxmlformats.org/officeDocument/2006/relationships/slide" Target="slides/slide204.xml"/><Relationship Id="rId206" Type="http://schemas.openxmlformats.org/officeDocument/2006/relationships/slide" Target="slides/slide205.xml"/><Relationship Id="rId207" Type="http://schemas.openxmlformats.org/officeDocument/2006/relationships/slide" Target="slides/slide206.xml"/><Relationship Id="rId208" Type="http://schemas.openxmlformats.org/officeDocument/2006/relationships/slide" Target="slides/slide207.xml"/><Relationship Id="rId209" Type="http://schemas.openxmlformats.org/officeDocument/2006/relationships/slide" Target="slides/slide208.xml"/><Relationship Id="rId210" Type="http://schemas.openxmlformats.org/officeDocument/2006/relationships/slide" Target="slides/slide209.xml"/><Relationship Id="rId211" Type="http://schemas.openxmlformats.org/officeDocument/2006/relationships/slide" Target="slides/slide210.xml"/><Relationship Id="rId212" Type="http://schemas.openxmlformats.org/officeDocument/2006/relationships/slide" Target="slides/slide211.xml"/><Relationship Id="rId213" Type="http://schemas.openxmlformats.org/officeDocument/2006/relationships/slide" Target="slides/slide212.xml"/><Relationship Id="rId214" Type="http://schemas.openxmlformats.org/officeDocument/2006/relationships/slide" Target="slides/slide213.xml"/><Relationship Id="rId215" Type="http://schemas.openxmlformats.org/officeDocument/2006/relationships/slide" Target="slides/slide214.xml"/><Relationship Id="rId216" Type="http://schemas.openxmlformats.org/officeDocument/2006/relationships/slide" Target="slides/slide215.xml"/><Relationship Id="rId217" Type="http://schemas.openxmlformats.org/officeDocument/2006/relationships/slide" Target="slides/slide216.xml"/><Relationship Id="rId218" Type="http://schemas.openxmlformats.org/officeDocument/2006/relationships/slide" Target="slides/slide217.xml"/><Relationship Id="rId219" Type="http://schemas.openxmlformats.org/officeDocument/2006/relationships/slide" Target="slides/slide218.xml"/><Relationship Id="rId220" Type="http://schemas.openxmlformats.org/officeDocument/2006/relationships/slide" Target="slides/slide219.xml"/><Relationship Id="rId221" Type="http://schemas.openxmlformats.org/officeDocument/2006/relationships/slide" Target="slides/slide220.xml"/><Relationship Id="rId222" Type="http://schemas.openxmlformats.org/officeDocument/2006/relationships/slide" Target="slides/slide221.xml"/><Relationship Id="rId223" Type="http://schemas.openxmlformats.org/officeDocument/2006/relationships/slide" Target="slides/slide222.xml"/><Relationship Id="rId224" Type="http://schemas.openxmlformats.org/officeDocument/2006/relationships/slide" Target="slides/slide223.xml"/><Relationship Id="rId225" Type="http://schemas.openxmlformats.org/officeDocument/2006/relationships/slide" Target="slides/slide224.xml"/><Relationship Id="rId226" Type="http://schemas.openxmlformats.org/officeDocument/2006/relationships/slide" Target="slides/slide225.xml"/><Relationship Id="rId227" Type="http://schemas.openxmlformats.org/officeDocument/2006/relationships/slide" Target="slides/slide226.xml"/><Relationship Id="rId228" Type="http://schemas.openxmlformats.org/officeDocument/2006/relationships/slide" Target="slides/slide227.xml"/><Relationship Id="rId229" Type="http://schemas.openxmlformats.org/officeDocument/2006/relationships/slide" Target="slides/slide228.xml"/><Relationship Id="rId230" Type="http://schemas.openxmlformats.org/officeDocument/2006/relationships/slide" Target="slides/slide229.xml"/><Relationship Id="rId231" Type="http://schemas.openxmlformats.org/officeDocument/2006/relationships/slide" Target="slides/slide230.xml"/><Relationship Id="rId232" Type="http://schemas.openxmlformats.org/officeDocument/2006/relationships/slide" Target="slides/slide231.xml"/><Relationship Id="rId233" Type="http://schemas.openxmlformats.org/officeDocument/2006/relationships/slide" Target="slides/slide232.xml"/><Relationship Id="rId234" Type="http://schemas.openxmlformats.org/officeDocument/2006/relationships/slide" Target="slides/slide233.xml"/><Relationship Id="rId235" Type="http://schemas.openxmlformats.org/officeDocument/2006/relationships/slide" Target="slides/slide234.xml"/><Relationship Id="rId236" Type="http://schemas.openxmlformats.org/officeDocument/2006/relationships/slide" Target="slides/slide235.xml"/><Relationship Id="rId237" Type="http://schemas.openxmlformats.org/officeDocument/2006/relationships/slide" Target="slides/slide236.xml"/><Relationship Id="rId238" Type="http://schemas.openxmlformats.org/officeDocument/2006/relationships/slide" Target="slides/slide237.xml"/><Relationship Id="rId239" Type="http://schemas.openxmlformats.org/officeDocument/2006/relationships/slide" Target="slides/slide238.xml"/><Relationship Id="rId240" Type="http://schemas.openxmlformats.org/officeDocument/2006/relationships/slide" Target="slides/slide239.xml"/><Relationship Id="rId241" Type="http://schemas.openxmlformats.org/officeDocument/2006/relationships/slide" Target="slides/slide240.xml"/><Relationship Id="rId242" Type="http://schemas.openxmlformats.org/officeDocument/2006/relationships/slide" Target="slides/slide241.xml"/><Relationship Id="rId243" Type="http://schemas.openxmlformats.org/officeDocument/2006/relationships/slide" Target="slides/slide242.xml"/><Relationship Id="rId244" Type="http://schemas.openxmlformats.org/officeDocument/2006/relationships/slide" Target="slides/slide243.xml"/><Relationship Id="rId245" Type="http://schemas.openxmlformats.org/officeDocument/2006/relationships/slide" Target="slides/slide244.xml"/><Relationship Id="rId246" Type="http://schemas.openxmlformats.org/officeDocument/2006/relationships/slide" Target="slides/slide245.xml"/><Relationship Id="rId247" Type="http://schemas.openxmlformats.org/officeDocument/2006/relationships/slide" Target="slides/slide246.xml"/><Relationship Id="rId248" Type="http://schemas.openxmlformats.org/officeDocument/2006/relationships/slide" Target="slides/slide247.xml"/><Relationship Id="rId249" Type="http://schemas.openxmlformats.org/officeDocument/2006/relationships/slide" Target="slides/slide248.xml"/><Relationship Id="rId250" Type="http://schemas.openxmlformats.org/officeDocument/2006/relationships/slide" Target="slides/slide249.xml"/><Relationship Id="rId251" Type="http://schemas.openxmlformats.org/officeDocument/2006/relationships/slide" Target="slides/slide250.xml"/><Relationship Id="rId252" Type="http://schemas.openxmlformats.org/officeDocument/2006/relationships/slide" Target="slides/slide251.xml"/><Relationship Id="rId253" Type="http://schemas.openxmlformats.org/officeDocument/2006/relationships/slide" Target="slides/slide252.xml"/><Relationship Id="rId254" Type="http://schemas.openxmlformats.org/officeDocument/2006/relationships/slide" Target="slides/slide253.xml"/><Relationship Id="rId255" Type="http://schemas.openxmlformats.org/officeDocument/2006/relationships/slide" Target="slides/slide254.xml"/><Relationship Id="rId256" Type="http://schemas.openxmlformats.org/officeDocument/2006/relationships/slide" Target="slides/slide255.xml"/><Relationship Id="rId257" Type="http://schemas.openxmlformats.org/officeDocument/2006/relationships/slide" Target="slides/slide256.xml"/><Relationship Id="rId258" Type="http://schemas.openxmlformats.org/officeDocument/2006/relationships/slide" Target="slides/slide257.xml"/><Relationship Id="rId259" Type="http://schemas.openxmlformats.org/officeDocument/2006/relationships/slide" Target="slides/slide258.xml"/><Relationship Id="rId260" Type="http://schemas.openxmlformats.org/officeDocument/2006/relationships/slide" Target="slides/slide259.xml"/><Relationship Id="rId261" Type="http://schemas.openxmlformats.org/officeDocument/2006/relationships/slide" Target="slides/slide260.xml"/><Relationship Id="rId262" Type="http://schemas.openxmlformats.org/officeDocument/2006/relationships/slide" Target="slides/slide261.xml"/><Relationship Id="rId263" Type="http://schemas.openxmlformats.org/officeDocument/2006/relationships/slide" Target="slides/slide262.xml"/><Relationship Id="rId264" Type="http://schemas.openxmlformats.org/officeDocument/2006/relationships/slide" Target="slides/slide263.xml"/><Relationship Id="rId265" Type="http://schemas.openxmlformats.org/officeDocument/2006/relationships/slide" Target="slides/slide264.xml"/><Relationship Id="rId266" Type="http://schemas.openxmlformats.org/officeDocument/2006/relationships/slide" Target="slides/slide265.xml"/><Relationship Id="rId267" Type="http://schemas.openxmlformats.org/officeDocument/2006/relationships/slide" Target="slides/slide266.xml"/><Relationship Id="rId268" Type="http://schemas.openxmlformats.org/officeDocument/2006/relationships/slide" Target="slides/slide267.xml"/><Relationship Id="rId269" Type="http://schemas.openxmlformats.org/officeDocument/2006/relationships/slide" Target="slides/slide268.xml"/><Relationship Id="rId270" Type="http://schemas.openxmlformats.org/officeDocument/2006/relationships/slide" Target="slides/slide269.xml"/><Relationship Id="rId271" Type="http://schemas.openxmlformats.org/officeDocument/2006/relationships/slide" Target="slides/slide270.xml"/><Relationship Id="rId272" Type="http://schemas.openxmlformats.org/officeDocument/2006/relationships/slide" Target="slides/slide271.xml"/><Relationship Id="rId273" Type="http://schemas.openxmlformats.org/officeDocument/2006/relationships/slide" Target="slides/slide272.xml"/><Relationship Id="rId274" Type="http://schemas.openxmlformats.org/officeDocument/2006/relationships/slide" Target="slides/slide273.xml"/><Relationship Id="rId275" Type="http://schemas.openxmlformats.org/officeDocument/2006/relationships/slide" Target="slides/slide274.xml"/><Relationship Id="rId276" Type="http://schemas.openxmlformats.org/officeDocument/2006/relationships/slide" Target="slides/slide275.xml"/><Relationship Id="rId277" Type="http://schemas.openxmlformats.org/officeDocument/2006/relationships/slide" Target="slides/slide276.xml"/><Relationship Id="rId278" Type="http://schemas.openxmlformats.org/officeDocument/2006/relationships/slide" Target="slides/slide277.xml"/><Relationship Id="rId279" Type="http://schemas.openxmlformats.org/officeDocument/2006/relationships/slide" Target="slides/slide278.xml"/><Relationship Id="rId280" Type="http://schemas.openxmlformats.org/officeDocument/2006/relationships/slide" Target="slides/slide279.xml"/><Relationship Id="rId281" Type="http://schemas.openxmlformats.org/officeDocument/2006/relationships/slide" Target="slides/slide280.xml"/><Relationship Id="rId282" Type="http://schemas.openxmlformats.org/officeDocument/2006/relationships/slide" Target="slides/slide281.xml"/><Relationship Id="rId283" Type="http://schemas.openxmlformats.org/officeDocument/2006/relationships/slide" Target="slides/slide282.xml"/><Relationship Id="rId284" Type="http://schemas.openxmlformats.org/officeDocument/2006/relationships/slide" Target="slides/slide283.xml"/><Relationship Id="rId285" Type="http://schemas.openxmlformats.org/officeDocument/2006/relationships/slide" Target="slides/slide284.xml"/><Relationship Id="rId286" Type="http://schemas.openxmlformats.org/officeDocument/2006/relationships/slide" Target="slides/slide285.xml"/><Relationship Id="rId287" Type="http://schemas.openxmlformats.org/officeDocument/2006/relationships/slide" Target="slides/slide286.xml"/><Relationship Id="rId288" Type="http://schemas.openxmlformats.org/officeDocument/2006/relationships/slide" Target="slides/slide287.xml"/><Relationship Id="rId289" Type="http://schemas.openxmlformats.org/officeDocument/2006/relationships/slide" Target="slides/slide288.xml"/><Relationship Id="rId290" Type="http://schemas.openxmlformats.org/officeDocument/2006/relationships/slide" Target="slides/slide289.xml"/><Relationship Id="rId291" Type="http://schemas.openxmlformats.org/officeDocument/2006/relationships/slide" Target="slides/slide290.xml"/><Relationship Id="rId292" Type="http://schemas.openxmlformats.org/officeDocument/2006/relationships/slide" Target="slides/slide291.xml"/><Relationship Id="rId293" Type="http://schemas.openxmlformats.org/officeDocument/2006/relationships/slide" Target="slides/slide292.xml"/><Relationship Id="rId294" Type="http://schemas.openxmlformats.org/officeDocument/2006/relationships/slide" Target="slides/slide293.xml"/><Relationship Id="rId295" Type="http://schemas.openxmlformats.org/officeDocument/2006/relationships/slide" Target="slides/slide294.xml"/><Relationship Id="rId296" Type="http://schemas.openxmlformats.org/officeDocument/2006/relationships/slide" Target="slides/slide295.xml"/><Relationship Id="rId297" Type="http://schemas.openxmlformats.org/officeDocument/2006/relationships/slide" Target="slides/slide296.xml"/><Relationship Id="rId298" Type="http://schemas.openxmlformats.org/officeDocument/2006/relationships/slide" Target="slides/slide297.xml"/><Relationship Id="rId299" Type="http://schemas.openxmlformats.org/officeDocument/2006/relationships/slide" Target="slides/slide298.xml"/><Relationship Id="rId300" Type="http://schemas.openxmlformats.org/officeDocument/2006/relationships/slide" Target="slides/slide299.xml"/><Relationship Id="rId301" Type="http://schemas.openxmlformats.org/officeDocument/2006/relationships/slide" Target="slides/slide300.xml"/><Relationship Id="rId302" Type="http://schemas.openxmlformats.org/officeDocument/2006/relationships/slide" Target="slides/slide301.xml"/><Relationship Id="rId303" Type="http://schemas.openxmlformats.org/officeDocument/2006/relationships/slide" Target="slides/slide302.xml"/><Relationship Id="rId304" Type="http://schemas.openxmlformats.org/officeDocument/2006/relationships/slide" Target="slides/slide303.xml"/><Relationship Id="rId305" Type="http://schemas.openxmlformats.org/officeDocument/2006/relationships/slide" Target="slides/slide304.xml"/><Relationship Id="rId306" Type="http://schemas.openxmlformats.org/officeDocument/2006/relationships/slide" Target="slides/slide305.xml"/><Relationship Id="rId307" Type="http://schemas.openxmlformats.org/officeDocument/2006/relationships/slide" Target="slides/slide306.xml"/><Relationship Id="rId308" Type="http://schemas.openxmlformats.org/officeDocument/2006/relationships/slide" Target="slides/slide307.xml"/><Relationship Id="rId309" Type="http://schemas.openxmlformats.org/officeDocument/2006/relationships/slide" Target="slides/slide308.xml"/><Relationship Id="rId310" Type="http://schemas.openxmlformats.org/officeDocument/2006/relationships/slide" Target="slides/slide309.xml"/><Relationship Id="rId311" Type="http://schemas.openxmlformats.org/officeDocument/2006/relationships/slide" Target="slides/slide310.xml"/><Relationship Id="rId312" Type="http://schemas.openxmlformats.org/officeDocument/2006/relationships/slide" Target="slides/slide311.xml"/><Relationship Id="rId313" Type="http://schemas.openxmlformats.org/officeDocument/2006/relationships/slide" Target="slides/slide312.xml"/><Relationship Id="rId314" Type="http://schemas.openxmlformats.org/officeDocument/2006/relationships/slide" Target="slides/slide313.xml"/><Relationship Id="rId315" Type="http://schemas.openxmlformats.org/officeDocument/2006/relationships/slide" Target="slides/slide314.xml"/><Relationship Id="rId316" Type="http://schemas.openxmlformats.org/officeDocument/2006/relationships/slide" Target="slides/slide315.xml"/><Relationship Id="rId317" Type="http://schemas.openxmlformats.org/officeDocument/2006/relationships/slide" Target="slides/slide316.xml"/><Relationship Id="rId318" Type="http://schemas.openxmlformats.org/officeDocument/2006/relationships/slide" Target="slides/slide317.xml"/><Relationship Id="rId319" Type="http://schemas.openxmlformats.org/officeDocument/2006/relationships/slide" Target="slides/slide318.xml"/><Relationship Id="rId320" Type="http://schemas.openxmlformats.org/officeDocument/2006/relationships/slide" Target="slides/slide319.xml"/><Relationship Id="rId321" Type="http://schemas.openxmlformats.org/officeDocument/2006/relationships/slide" Target="slides/slide320.xml"/><Relationship Id="rId322" Type="http://schemas.openxmlformats.org/officeDocument/2006/relationships/slide" Target="slides/slide321.xml"/><Relationship Id="rId323" Type="http://schemas.openxmlformats.org/officeDocument/2006/relationships/slide" Target="slides/slide322.xml"/><Relationship Id="rId324" Type="http://schemas.openxmlformats.org/officeDocument/2006/relationships/slide" Target="slides/slide323.xml"/><Relationship Id="rId325" Type="http://schemas.openxmlformats.org/officeDocument/2006/relationships/slide" Target="slides/slide324.xml"/><Relationship Id="rId326" Type="http://schemas.openxmlformats.org/officeDocument/2006/relationships/slide" Target="slides/slide325.xml"/><Relationship Id="rId327" Type="http://schemas.openxmlformats.org/officeDocument/2006/relationships/slide" Target="slides/slide326.xml"/><Relationship Id="rId328" Type="http://schemas.openxmlformats.org/officeDocument/2006/relationships/slide" Target="slides/slide327.xml"/><Relationship Id="rId329" Type="http://schemas.openxmlformats.org/officeDocument/2006/relationships/slide" Target="slides/slide328.xml"/><Relationship Id="rId330" Type="http://schemas.openxmlformats.org/officeDocument/2006/relationships/slide" Target="slides/slide329.xml"/><Relationship Id="rId331" Type="http://schemas.openxmlformats.org/officeDocument/2006/relationships/slide" Target="slides/slide330.xml"/><Relationship Id="rId332" Type="http://schemas.openxmlformats.org/officeDocument/2006/relationships/slide" Target="slides/slide331.xml"/><Relationship Id="rId333" Type="http://schemas.openxmlformats.org/officeDocument/2006/relationships/slide" Target="slides/slide332.xml"/><Relationship Id="rId334" Type="http://schemas.openxmlformats.org/officeDocument/2006/relationships/slide" Target="slides/slide333.xml"/><Relationship Id="rId335" Type="http://schemas.openxmlformats.org/officeDocument/2006/relationships/slide" Target="slides/slide334.xml"/><Relationship Id="rId336" Type="http://schemas.openxmlformats.org/officeDocument/2006/relationships/slide" Target="slides/slide335.xml"/><Relationship Id="rId337" Type="http://schemas.openxmlformats.org/officeDocument/2006/relationships/slide" Target="slides/slide336.xml"/><Relationship Id="rId338" Type="http://schemas.openxmlformats.org/officeDocument/2006/relationships/slide" Target="slides/slide337.xml"/><Relationship Id="rId339" Type="http://schemas.openxmlformats.org/officeDocument/2006/relationships/slide" Target="slides/slide338.xml"/><Relationship Id="rId340" Type="http://schemas.openxmlformats.org/officeDocument/2006/relationships/slide" Target="slides/slide339.xml"/><Relationship Id="rId341" Type="http://schemas.openxmlformats.org/officeDocument/2006/relationships/slide" Target="slides/slide340.xml"/><Relationship Id="rId342" Type="http://schemas.openxmlformats.org/officeDocument/2006/relationships/slide" Target="slides/slide341.xml"/><Relationship Id="rId343" Type="http://schemas.openxmlformats.org/officeDocument/2006/relationships/slide" Target="slides/slide342.xml"/><Relationship Id="rId344" Type="http://schemas.openxmlformats.org/officeDocument/2006/relationships/slide" Target="slides/slide343.xml"/><Relationship Id="rId345" Type="http://schemas.openxmlformats.org/officeDocument/2006/relationships/slide" Target="slides/slide344.xml"/><Relationship Id="rId346" Type="http://schemas.openxmlformats.org/officeDocument/2006/relationships/slide" Target="slides/slide345.xml"/><Relationship Id="rId347" Type="http://schemas.openxmlformats.org/officeDocument/2006/relationships/slide" Target="slides/slide346.xml"/><Relationship Id="rId348" Type="http://schemas.openxmlformats.org/officeDocument/2006/relationships/slide" Target="slides/slide347.xml"/><Relationship Id="rId349" Type="http://schemas.openxmlformats.org/officeDocument/2006/relationships/slide" Target="slides/slide348.xml"/><Relationship Id="rId350" Type="http://schemas.openxmlformats.org/officeDocument/2006/relationships/slide" Target="slides/slide349.xml"/><Relationship Id="rId351" Type="http://schemas.openxmlformats.org/officeDocument/2006/relationships/slide" Target="slides/slide350.xml"/><Relationship Id="rId352" Type="http://schemas.openxmlformats.org/officeDocument/2006/relationships/slide" Target="slides/slide351.xml"/><Relationship Id="rId353" Type="http://schemas.openxmlformats.org/officeDocument/2006/relationships/slide" Target="slides/slide352.xml"/><Relationship Id="rId354" Type="http://schemas.openxmlformats.org/officeDocument/2006/relationships/slide" Target="slides/slide353.xml"/><Relationship Id="rId355" Type="http://schemas.openxmlformats.org/officeDocument/2006/relationships/slide" Target="slides/slide354.xml"/><Relationship Id="rId356" Type="http://schemas.openxmlformats.org/officeDocument/2006/relationships/slide" Target="slides/slide355.xml"/><Relationship Id="rId357" Type="http://schemas.openxmlformats.org/officeDocument/2006/relationships/slide" Target="slides/slide356.xml"/><Relationship Id="rId358" Type="http://schemas.openxmlformats.org/officeDocument/2006/relationships/slide" Target="slides/slide357.xml"/><Relationship Id="rId359" Type="http://schemas.openxmlformats.org/officeDocument/2006/relationships/slide" Target="slides/slide358.xml"/><Relationship Id="rId360" Type="http://schemas.openxmlformats.org/officeDocument/2006/relationships/slide" Target="slides/slide359.xml"/><Relationship Id="rId361" Type="http://schemas.openxmlformats.org/officeDocument/2006/relationships/slide" Target="slides/slide360.xml"/><Relationship Id="rId362" Type="http://schemas.openxmlformats.org/officeDocument/2006/relationships/slide" Target="slides/slide361.xml"/><Relationship Id="rId363" Type="http://schemas.openxmlformats.org/officeDocument/2006/relationships/slide" Target="slides/slide362.xml"/><Relationship Id="rId364" Type="http://schemas.openxmlformats.org/officeDocument/2006/relationships/slide" Target="slides/slide363.xml"/><Relationship Id="rId365" Type="http://schemas.openxmlformats.org/officeDocument/2006/relationships/slide" Target="slides/slide364.xml"/><Relationship Id="rId366" Type="http://schemas.openxmlformats.org/officeDocument/2006/relationships/slide" Target="slides/slide365.xml"/><Relationship Id="rId367" Type="http://schemas.openxmlformats.org/officeDocument/2006/relationships/slide" Target="slides/slide366.xml"/><Relationship Id="rId368" Type="http://schemas.openxmlformats.org/officeDocument/2006/relationships/slide" Target="slides/slide367.xml"/><Relationship Id="rId369" Type="http://schemas.openxmlformats.org/officeDocument/2006/relationships/slide" Target="slides/slide368.xml"/><Relationship Id="rId370" Type="http://schemas.openxmlformats.org/officeDocument/2006/relationships/slide" Target="slides/slide369.xml"/><Relationship Id="rId371" Type="http://schemas.openxmlformats.org/officeDocument/2006/relationships/slide" Target="slides/slide370.xml"/><Relationship Id="rId372" Type="http://schemas.openxmlformats.org/officeDocument/2006/relationships/slide" Target="slides/slide371.xml"/><Relationship Id="rId373" Type="http://schemas.openxmlformats.org/officeDocument/2006/relationships/slide" Target="slides/slide372.xml"/><Relationship Id="rId374" Type="http://schemas.openxmlformats.org/officeDocument/2006/relationships/slide" Target="slides/slide373.xml"/><Relationship Id="rId375" Type="http://schemas.openxmlformats.org/officeDocument/2006/relationships/slide" Target="slides/slide374.xml"/><Relationship Id="rId376" Type="http://schemas.openxmlformats.org/officeDocument/2006/relationships/slide" Target="slides/slide375.xml"/><Relationship Id="rId377" Type="http://schemas.openxmlformats.org/officeDocument/2006/relationships/slide" Target="slides/slide376.xml"/><Relationship Id="rId378" Type="http://schemas.openxmlformats.org/officeDocument/2006/relationships/slide" Target="slides/slide377.xml"/><Relationship Id="rId379" Type="http://schemas.openxmlformats.org/officeDocument/2006/relationships/slide" Target="slides/slide378.xml"/><Relationship Id="rId380" Type="http://schemas.openxmlformats.org/officeDocument/2006/relationships/slide" Target="slides/slide379.xml"/><Relationship Id="rId381" Type="http://schemas.openxmlformats.org/officeDocument/2006/relationships/slide" Target="slides/slide380.xml"/><Relationship Id="rId382" Type="http://schemas.openxmlformats.org/officeDocument/2006/relationships/slide" Target="slides/slide381.xml"/><Relationship Id="rId383" Type="http://schemas.openxmlformats.org/officeDocument/2006/relationships/slide" Target="slides/slide382.xml"/><Relationship Id="rId384" Type="http://schemas.openxmlformats.org/officeDocument/2006/relationships/slide" Target="slides/slide383.xml"/><Relationship Id="rId385" Type="http://schemas.openxmlformats.org/officeDocument/2006/relationships/slide" Target="slides/slide384.xml"/><Relationship Id="rId386" Type="http://schemas.openxmlformats.org/officeDocument/2006/relationships/slide" Target="slides/slide385.xml"/><Relationship Id="rId387" Type="http://schemas.openxmlformats.org/officeDocument/2006/relationships/slide" Target="slides/slide386.xml"/><Relationship Id="rId388" Type="http://schemas.openxmlformats.org/officeDocument/2006/relationships/slide" Target="slides/slide387.xml"/><Relationship Id="rId389" Type="http://schemas.openxmlformats.org/officeDocument/2006/relationships/slide" Target="slides/slide388.xml"/><Relationship Id="rId390" Type="http://schemas.openxmlformats.org/officeDocument/2006/relationships/slide" Target="slides/slide389.xml"/><Relationship Id="rId391" Type="http://schemas.openxmlformats.org/officeDocument/2006/relationships/slide" Target="slides/slide390.xml"/><Relationship Id="rId392" Type="http://schemas.openxmlformats.org/officeDocument/2006/relationships/slide" Target="slides/slide391.xml"/><Relationship Id="rId393" Type="http://schemas.openxmlformats.org/officeDocument/2006/relationships/slide" Target="slides/slide392.xml"/><Relationship Id="rId394" Type="http://schemas.openxmlformats.org/officeDocument/2006/relationships/slide" Target="slides/slide393.xml"/><Relationship Id="rId395" Type="http://schemas.openxmlformats.org/officeDocument/2006/relationships/slide" Target="slides/slide394.xml"/><Relationship Id="rId396" Type="http://schemas.openxmlformats.org/officeDocument/2006/relationships/slide" Target="slides/slide395.xml"/><Relationship Id="rId397" Type="http://schemas.openxmlformats.org/officeDocument/2006/relationships/slide" Target="slides/slide396.xml"/><Relationship Id="rId398" Type="http://schemas.openxmlformats.org/officeDocument/2006/relationships/slide" Target="slides/slide397.xml"/><Relationship Id="rId399" Type="http://schemas.openxmlformats.org/officeDocument/2006/relationships/slide" Target="slides/slide398.xml"/><Relationship Id="rId400" Type="http://schemas.openxmlformats.org/officeDocument/2006/relationships/slide" Target="slides/slide399.xml"/><Relationship Id="rId401" Type="http://schemas.openxmlformats.org/officeDocument/2006/relationships/slide" Target="slides/slide400.xml"/><Relationship Id="rId402" Type="http://schemas.openxmlformats.org/officeDocument/2006/relationships/slide" Target="slides/slide401.xml"/><Relationship Id="rId403" Type="http://schemas.openxmlformats.org/officeDocument/2006/relationships/slide" Target="slides/slide402.xml"/><Relationship Id="rId404" Type="http://schemas.openxmlformats.org/officeDocument/2006/relationships/slide" Target="slides/slide403.xml"/><Relationship Id="rId405" Type="http://schemas.openxmlformats.org/officeDocument/2006/relationships/slide" Target="slides/slide404.xml"/><Relationship Id="rId406" Type="http://schemas.openxmlformats.org/officeDocument/2006/relationships/notesMaster" Target="notesMasters/notesMaster1.xml"/><Relationship Id="rId407" Type="http://schemas.openxmlformats.org/officeDocument/2006/relationships/presProps" Target="presProps.xml"/><Relationship Id="rId408" Type="http://schemas.openxmlformats.org/officeDocument/2006/relationships/viewProps" Target="viewProps.xml"/><Relationship Id="rId409" Type="http://schemas.openxmlformats.org/officeDocument/2006/relationships/theme" Target="theme/theme1.xml"/><Relationship Id="rId4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_rels/notesSlide1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5.xml"/>
		</Relationships>
</file>

<file path=ppt/notesSlides/_rels/notesSlide1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6.xml"/>
		</Relationships>
</file>

<file path=ppt/notesSlides/_rels/notesSlide1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7.xml"/>
		</Relationships>
</file>

<file path=ppt/notesSlides/_rels/notesSlide1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8.xml"/>
		</Relationships>
</file>

<file path=ppt/notesSlides/_rels/notesSlide1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9.xml"/>
		</Relationships>
</file>

<file path=ppt/notesSlides/_rels/notesSlide1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0.xml"/>
		</Relationships>
</file>

<file path=ppt/notesSlides/_rels/notesSlide1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1.xml"/>
		</Relationships>
</file>

<file path=ppt/notesSlides/_rels/notesSlide1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2.xml"/>
		</Relationships>
</file>

<file path=ppt/notesSlides/_rels/notesSlide1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3.xml"/>
		</Relationships>
</file>

<file path=ppt/notesSlides/_rels/notesSlide1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4.xml"/>
		</Relationships>
</file>

<file path=ppt/notesSlides/_rels/notesSlide1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5.xml"/>
		</Relationships>
</file>

<file path=ppt/notesSlides/_rels/notesSlide1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6.xml"/>
		</Relationships>
</file>

<file path=ppt/notesSlides/_rels/notesSlide1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7.xml"/>
		</Relationships>
</file>

<file path=ppt/notesSlides/_rels/notesSlide1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8.xml"/>
		</Relationships>
</file>

<file path=ppt/notesSlides/_rels/notesSlide1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9.xml"/>
		</Relationships>
</file>

<file path=ppt/notesSlides/_rels/notesSlide1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0.xml"/>
		</Relationships>
</file>

<file path=ppt/notesSlides/_rels/notesSlide1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1.xml"/>
		</Relationships>
</file>

<file path=ppt/notesSlides/_rels/notesSlide1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2.xml"/>
		</Relationships>
</file>

<file path=ppt/notesSlides/_rels/notesSlide1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3.xml"/>
		</Relationships>
</file>

<file path=ppt/notesSlides/_rels/notesSlide1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4.xml"/>
		</Relationships>
</file>

<file path=ppt/notesSlides/_rels/notesSlide1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5.xml"/>
		</Relationships>
</file>

<file path=ppt/notesSlides/_rels/notesSlide1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6.xml"/>
		</Relationships>
</file>

<file path=ppt/notesSlides/_rels/notesSlide1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7.xml"/>
		</Relationships>
</file>

<file path=ppt/notesSlides/_rels/notesSlide1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8.xml"/>
		</Relationships>
</file>

<file path=ppt/notesSlides/_rels/notesSlide1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9.xml"/>
		</Relationships>
</file>

<file path=ppt/notesSlides/_rels/notesSlide1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0.xml"/>
		</Relationships>
</file>

<file path=ppt/notesSlides/_rels/notesSlide1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1.xml"/>
		</Relationships>
</file>

<file path=ppt/notesSlides/_rels/notesSlide1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2.xml"/>
		</Relationships>
</file>

<file path=ppt/notesSlides/_rels/notesSlide1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3.xml"/>
		</Relationships>
</file>

<file path=ppt/notesSlides/_rels/notesSlide1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4.xml"/>
		</Relationships>
</file>

<file path=ppt/notesSlides/_rels/notesSlide1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5.xml"/>
		</Relationships>
</file>

<file path=ppt/notesSlides/_rels/notesSlide1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6.xml"/>
		</Relationships>
</file>

<file path=ppt/notesSlides/_rels/notesSlide1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7.xml"/>
		</Relationships>
</file>

<file path=ppt/notesSlides/_rels/notesSlide1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8.xml"/>
		</Relationships>
</file>

<file path=ppt/notesSlides/_rels/notesSlide1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9.xml"/>
		</Relationships>
</file>

<file path=ppt/notesSlides/_rels/notesSlide1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0.xml"/>
		</Relationships>
</file>

<file path=ppt/notesSlides/_rels/notesSlide1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1.xml"/>
		</Relationships>
</file>

<file path=ppt/notesSlides/_rels/notesSlide1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2.xml"/>
		</Relationships>
</file>

<file path=ppt/notesSlides/_rels/notesSlide1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3.xml"/>
		</Relationships>
</file>

<file path=ppt/notesSlides/_rels/notesSlide1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4.xml"/>
		</Relationships>
</file>

<file path=ppt/notesSlides/_rels/notesSlide1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5.xml"/>
		</Relationships>
</file>

<file path=ppt/notesSlides/_rels/notesSlide1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6.xml"/>
		</Relationships>
</file>

<file path=ppt/notesSlides/_rels/notesSlide1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7.xml"/>
		</Relationships>
</file>

<file path=ppt/notesSlides/_rels/notesSlide1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8.xml"/>
		</Relationships>
</file>

<file path=ppt/notesSlides/_rels/notesSlide1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9.xml"/>
		</Relationships>
</file>

<file path=ppt/notesSlides/_rels/notesSlide1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0.xml"/>
		</Relationships>
</file>

<file path=ppt/notesSlides/_rels/notesSlide1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1.xml"/>
		</Relationships>
</file>

<file path=ppt/notesSlides/_rels/notesSlide1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2.xml"/>
		</Relationships>
</file>

<file path=ppt/notesSlides/_rels/notesSlide1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3.xml"/>
		</Relationships>
</file>

<file path=ppt/notesSlides/_rels/notesSlide1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4.xml"/>
		</Relationships>
</file>

<file path=ppt/notesSlides/_rels/notesSlide1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5.xml"/>
		</Relationships>
</file>

<file path=ppt/notesSlides/_rels/notesSlide1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6.xml"/>
		</Relationships>
</file>

<file path=ppt/notesSlides/_rels/notesSlide1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7.xml"/>
		</Relationships>
</file>

<file path=ppt/notesSlides/_rels/notesSlide1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8.xml"/>
		</Relationships>
</file>

<file path=ppt/notesSlides/_rels/notesSlide1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9.xml"/>
		</Relationships>
</file>

<file path=ppt/notesSlides/_rels/notesSlide1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0.xml"/>
		</Relationships>
</file>

<file path=ppt/notesSlides/_rels/notesSlide1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1.xml"/>
		</Relationships>
</file>

<file path=ppt/notesSlides/_rels/notesSlide1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2.xml"/>
		</Relationships>
</file>

<file path=ppt/notesSlides/_rels/notesSlide1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3.xml"/>
		</Relationships>
</file>

<file path=ppt/notesSlides/_rels/notesSlide1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4.xml"/>
		</Relationships>
</file>

<file path=ppt/notesSlides/_rels/notesSlide1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5.xml"/>
		</Relationships>
</file>

<file path=ppt/notesSlides/_rels/notesSlide1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6.xml"/>
		</Relationships>
</file>

<file path=ppt/notesSlides/_rels/notesSlide1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7.xml"/>
		</Relationships>
</file>

<file path=ppt/notesSlides/_rels/notesSlide1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8.xml"/>
		</Relationships>
</file>

<file path=ppt/notesSlides/_rels/notesSlide1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9.xml"/>
		</Relationships>
</file>

<file path=ppt/notesSlides/_rels/notesSlide1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0.xml"/>
		</Relationships>
</file>

<file path=ppt/notesSlides/_rels/notesSlide1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1.xml"/>
		</Relationships>
</file>

<file path=ppt/notesSlides/_rels/notesSlide1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2.xml"/>
		</Relationships>
</file>

<file path=ppt/notesSlides/_rels/notesSlide1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3.xml"/>
		</Relationships>
</file>

<file path=ppt/notesSlides/_rels/notesSlide1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4.xml"/>
		</Relationships>
</file>

<file path=ppt/notesSlides/_rels/notesSlide1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5.xml"/>
		</Relationships>
</file>

<file path=ppt/notesSlides/_rels/notesSlide1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6.xml"/>
		</Relationships>
</file>

<file path=ppt/notesSlides/_rels/notesSlide1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7.xml"/>
		</Relationships>
</file>

<file path=ppt/notesSlides/_rels/notesSlide1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8.xml"/>
		</Relationships>
</file>

<file path=ppt/notesSlides/_rels/notesSlide1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9.xml"/>
		</Relationships>
</file>

<file path=ppt/notesSlides/_rels/notesSlide2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0.xml"/>
		</Relationships>
</file>

<file path=ppt/notesSlides/_rels/notesSlide2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1.xml"/>
		</Relationships>
</file>

<file path=ppt/notesSlides/_rels/notesSlide2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2.xml"/>
		</Relationships>
</file>

<file path=ppt/notesSlides/_rels/notesSlide2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3.xml"/>
		</Relationships>
</file>

<file path=ppt/notesSlides/_rels/notesSlide2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4.xml"/>
		</Relationships>
</file>

<file path=ppt/notesSlides/_rels/notesSlide2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5.xml"/>
		</Relationships>
</file>

<file path=ppt/notesSlides/_rels/notesSlide2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6.xml"/>
		</Relationships>
</file>

<file path=ppt/notesSlides/_rels/notesSlide2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7.xml"/>
		</Relationships>
</file>

<file path=ppt/notesSlides/_rels/notesSlide2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8.xml"/>
		</Relationships>
</file>

<file path=ppt/notesSlides/_rels/notesSlide2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9.xml"/>
		</Relationships>
</file>

<file path=ppt/notesSlides/_rels/notesSlide2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0.xml"/>
		</Relationships>
</file>

<file path=ppt/notesSlides/_rels/notesSlide2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1.xml"/>
		</Relationships>
</file>

<file path=ppt/notesSlides/_rels/notesSlide2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2.xml"/>
		</Relationships>
</file>

<file path=ppt/notesSlides/_rels/notesSlide2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3.xml"/>
		</Relationships>
</file>

<file path=ppt/notesSlides/_rels/notesSlide2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4.xml"/>
		</Relationships>
</file>

<file path=ppt/notesSlides/_rels/notesSlide2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5.xml"/>
		</Relationships>
</file>

<file path=ppt/notesSlides/_rels/notesSlide2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6.xml"/>
		</Relationships>
</file>

<file path=ppt/notesSlides/_rels/notesSlide2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7.xml"/>
		</Relationships>
</file>

<file path=ppt/notesSlides/_rels/notesSlide2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8.xml"/>
		</Relationships>
</file>

<file path=ppt/notesSlides/_rels/notesSlide2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9.xml"/>
		</Relationships>
</file>

<file path=ppt/notesSlides/_rels/notesSlide2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0.xml"/>
		</Relationships>
</file>

<file path=ppt/notesSlides/_rels/notesSlide2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1.xml"/>
		</Relationships>
</file>

<file path=ppt/notesSlides/_rels/notesSlide2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2.xml"/>
		</Relationships>
</file>

<file path=ppt/notesSlides/_rels/notesSlide2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3.xml"/>
		</Relationships>
</file>

<file path=ppt/notesSlides/_rels/notesSlide2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4.xml"/>
		</Relationships>
</file>

<file path=ppt/notesSlides/_rels/notesSlide2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5.xml"/>
		</Relationships>
</file>

<file path=ppt/notesSlides/_rels/notesSlide2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6.xml"/>
		</Relationships>
</file>

<file path=ppt/notesSlides/_rels/notesSlide2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7.xml"/>
		</Relationships>
</file>

<file path=ppt/notesSlides/_rels/notesSlide2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8.xml"/>
		</Relationships>
</file>

<file path=ppt/notesSlides/_rels/notesSlide2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9.xml"/>
		</Relationships>
</file>

<file path=ppt/notesSlides/_rels/notesSlide2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0.xml"/>
		</Relationships>
</file>

<file path=ppt/notesSlides/_rels/notesSlide2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1.xml"/>
		</Relationships>
</file>

<file path=ppt/notesSlides/_rels/notesSlide2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2.xml"/>
		</Relationships>
</file>

<file path=ppt/notesSlides/_rels/notesSlide2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3.xml"/>
		</Relationships>
</file>

<file path=ppt/notesSlides/_rels/notesSlide2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4.xml"/>
		</Relationships>
</file>

<file path=ppt/notesSlides/_rels/notesSlide2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5.xml"/>
		</Relationships>
</file>

<file path=ppt/notesSlides/_rels/notesSlide2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6.xml"/>
		</Relationships>
</file>

<file path=ppt/notesSlides/_rels/notesSlide2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7.xml"/>
		</Relationships>
</file>

<file path=ppt/notesSlides/_rels/notesSlide2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8.xml"/>
		</Relationships>
</file>

<file path=ppt/notesSlides/_rels/notesSlide2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9.xml"/>
		</Relationships>
</file>

<file path=ppt/notesSlides/_rels/notesSlide2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0.xml"/>
		</Relationships>
</file>

<file path=ppt/notesSlides/_rels/notesSlide2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1.xml"/>
		</Relationships>
</file>

<file path=ppt/notesSlides/_rels/notesSlide2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2.xml"/>
		</Relationships>
</file>

<file path=ppt/notesSlides/_rels/notesSlide2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3.xml"/>
		</Relationships>
</file>

<file path=ppt/notesSlides/_rels/notesSlide2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4.xml"/>
		</Relationships>
</file>

<file path=ppt/notesSlides/_rels/notesSlide2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5.xml"/>
		</Relationships>
</file>

<file path=ppt/notesSlides/_rels/notesSlide2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6.xml"/>
		</Relationships>
</file>

<file path=ppt/notesSlides/_rels/notesSlide2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7.xml"/>
		</Relationships>
</file>

<file path=ppt/notesSlides/_rels/notesSlide2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8.xml"/>
		</Relationships>
</file>

<file path=ppt/notesSlides/_rels/notesSlide2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9.xml"/>
		</Relationships>
</file>

<file path=ppt/notesSlides/_rels/notesSlide2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0.xml"/>
		</Relationships>
</file>

<file path=ppt/notesSlides/_rels/notesSlide2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1.xml"/>
		</Relationships>
</file>

<file path=ppt/notesSlides/_rels/notesSlide2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2.xml"/>
		</Relationships>
</file>

<file path=ppt/notesSlides/_rels/notesSlide2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3.xml"/>
		</Relationships>
</file>

<file path=ppt/notesSlides/_rels/notesSlide2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4.xml"/>
		</Relationships>
</file>

<file path=ppt/notesSlides/_rels/notesSlide2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5.xml"/>
		</Relationships>
</file>

<file path=ppt/notesSlides/_rels/notesSlide2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6.xml"/>
		</Relationships>
</file>

<file path=ppt/notesSlides/_rels/notesSlide2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7.xml"/>
		</Relationships>
</file>

<file path=ppt/notesSlides/_rels/notesSlide2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8.xml"/>
		</Relationships>
</file>

<file path=ppt/notesSlides/_rels/notesSlide2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9.xml"/>
		</Relationships>
</file>

<file path=ppt/notesSlides/_rels/notesSlide2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0.xml"/>
		</Relationships>
</file>

<file path=ppt/notesSlides/_rels/notesSlide2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1.xml"/>
		</Relationships>
</file>

<file path=ppt/notesSlides/_rels/notesSlide2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2.xml"/>
		</Relationships>
</file>

<file path=ppt/notesSlides/_rels/notesSlide2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3.xml"/>
		</Relationships>
</file>

<file path=ppt/notesSlides/_rels/notesSlide2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4.xml"/>
		</Relationships>
</file>

<file path=ppt/notesSlides/_rels/notesSlide2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5.xml"/>
		</Relationships>
</file>

<file path=ppt/notesSlides/_rels/notesSlide2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6.xml"/>
		</Relationships>
</file>

<file path=ppt/notesSlides/_rels/notesSlide2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7.xml"/>
		</Relationships>
</file>

<file path=ppt/notesSlides/_rels/notesSlide2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8.xml"/>
		</Relationships>
</file>

<file path=ppt/notesSlides/_rels/notesSlide2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9.xml"/>
		</Relationships>
</file>

<file path=ppt/notesSlides/_rels/notesSlide2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0.xml"/>
		</Relationships>
</file>

<file path=ppt/notesSlides/_rels/notesSlide2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1.xml"/>
		</Relationships>
</file>

<file path=ppt/notesSlides/_rels/notesSlide2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2.xml"/>
		</Relationships>
</file>

<file path=ppt/notesSlides/_rels/notesSlide2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3.xml"/>
		</Relationships>
</file>

<file path=ppt/notesSlides/_rels/notesSlide2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4.xml"/>
		</Relationships>
</file>

<file path=ppt/notesSlides/_rels/notesSlide2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5.xml"/>
		</Relationships>
</file>

<file path=ppt/notesSlides/_rels/notesSlide2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6.xml"/>
		</Relationships>
</file>

<file path=ppt/notesSlides/_rels/notesSlide2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7.xml"/>
		</Relationships>
</file>

<file path=ppt/notesSlides/_rels/notesSlide2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8.xml"/>
		</Relationships>
</file>

<file path=ppt/notesSlides/_rels/notesSlide2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9.xml"/>
		</Relationships>
</file>

<file path=ppt/notesSlides/_rels/notesSlide2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0.xml"/>
		</Relationships>
</file>

<file path=ppt/notesSlides/_rels/notesSlide2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1.xml"/>
		</Relationships>
</file>

<file path=ppt/notesSlides/_rels/notesSlide2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2.xml"/>
		</Relationships>
</file>

<file path=ppt/notesSlides/_rels/notesSlide2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3.xml"/>
		</Relationships>
</file>

<file path=ppt/notesSlides/_rels/notesSlide2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4.xml"/>
		</Relationships>
</file>

<file path=ppt/notesSlides/_rels/notesSlide2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5.xml"/>
		</Relationships>
</file>

<file path=ppt/notesSlides/_rels/notesSlide2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6.xml"/>
		</Relationships>
</file>

<file path=ppt/notesSlides/_rels/notesSlide2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7.xml"/>
		</Relationships>
</file>

<file path=ppt/notesSlides/_rels/notesSlide2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8.xml"/>
		</Relationships>
</file>

<file path=ppt/notesSlides/_rels/notesSlide2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9.xml"/>
		</Relationships>
</file>

<file path=ppt/notesSlides/_rels/notesSlide2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0.xml"/>
		</Relationships>
</file>

<file path=ppt/notesSlides/_rels/notesSlide2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1.xml"/>
		</Relationships>
</file>

<file path=ppt/notesSlides/_rels/notesSlide2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2.xml"/>
		</Relationships>
</file>

<file path=ppt/notesSlides/_rels/notesSlide2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3.xml"/>
		</Relationships>
</file>

<file path=ppt/notesSlides/_rels/notesSlide2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4.xml"/>
		</Relationships>
</file>

<file path=ppt/notesSlides/_rels/notesSlide2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5.xml"/>
		</Relationships>
</file>

<file path=ppt/notesSlides/_rels/notesSlide2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6.xml"/>
		</Relationships>
</file>

<file path=ppt/notesSlides/_rels/notesSlide2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7.xml"/>
		</Relationships>
</file>

<file path=ppt/notesSlides/_rels/notesSlide2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8.xml"/>
		</Relationships>
</file>

<file path=ppt/notesSlides/_rels/notesSlide2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9.xml"/>
		</Relationships>
</file>

<file path=ppt/notesSlides/_rels/notesSlide3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0.xml"/>
		</Relationships>
</file>

<file path=ppt/notesSlides/_rels/notesSlide3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1.xml"/>
		</Relationships>
</file>

<file path=ppt/notesSlides/_rels/notesSlide3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2.xml"/>
		</Relationships>
</file>

<file path=ppt/notesSlides/_rels/notesSlide3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3.xml"/>
		</Relationships>
</file>

<file path=ppt/notesSlides/_rels/notesSlide3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4.xml"/>
		</Relationships>
</file>

<file path=ppt/notesSlides/_rels/notesSlide3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5.xml"/>
		</Relationships>
</file>

<file path=ppt/notesSlides/_rels/notesSlide3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6.xml"/>
		</Relationships>
</file>

<file path=ppt/notesSlides/_rels/notesSlide3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7.xml"/>
		</Relationships>
</file>

<file path=ppt/notesSlides/_rels/notesSlide3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8.xml"/>
		</Relationships>
</file>

<file path=ppt/notesSlides/_rels/notesSlide3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9.xml"/>
		</Relationships>
</file>

<file path=ppt/notesSlides/_rels/notesSlide3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0.xml"/>
		</Relationships>
</file>

<file path=ppt/notesSlides/_rels/notesSlide3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1.xml"/>
		</Relationships>
</file>

<file path=ppt/notesSlides/_rels/notesSlide3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2.xml"/>
		</Relationships>
</file>

<file path=ppt/notesSlides/_rels/notesSlide3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3.xml"/>
		</Relationships>
</file>

<file path=ppt/notesSlides/_rels/notesSlide3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4.xml"/>
		</Relationships>
</file>

<file path=ppt/notesSlides/_rels/notesSlide3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5.xml"/>
		</Relationships>
</file>

<file path=ppt/notesSlides/_rels/notesSlide3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6.xml"/>
		</Relationships>
</file>

<file path=ppt/notesSlides/_rels/notesSlide3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7.xml"/>
		</Relationships>
</file>

<file path=ppt/notesSlides/_rels/notesSlide3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8.xml"/>
		</Relationships>
</file>

<file path=ppt/notesSlides/_rels/notesSlide3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9.xml"/>
		</Relationships>
</file>

<file path=ppt/notesSlides/_rels/notesSlide3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0.xml"/>
		</Relationships>
</file>

<file path=ppt/notesSlides/_rels/notesSlide3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1.xml"/>
		</Relationships>
</file>

<file path=ppt/notesSlides/_rels/notesSlide3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2.xml"/>
		</Relationships>
</file>

<file path=ppt/notesSlides/_rels/notesSlide3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3.xml"/>
		</Relationships>
</file>

<file path=ppt/notesSlides/_rels/notesSlide3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4.xml"/>
		</Relationships>
</file>

<file path=ppt/notesSlides/_rels/notesSlide3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5.xml"/>
		</Relationships>
</file>

<file path=ppt/notesSlides/_rels/notesSlide3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6.xml"/>
		</Relationships>
</file>

<file path=ppt/notesSlides/_rels/notesSlide3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7.xml"/>
		</Relationships>
</file>

<file path=ppt/notesSlides/_rels/notesSlide3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8.xml"/>
		</Relationships>
</file>

<file path=ppt/notesSlides/_rels/notesSlide3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9.xml"/>
		</Relationships>
</file>

<file path=ppt/notesSlides/_rels/notesSlide3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0.xml"/>
		</Relationships>
</file>

<file path=ppt/notesSlides/_rels/notesSlide3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1.xml"/>
		</Relationships>
</file>

<file path=ppt/notesSlides/_rels/notesSlide3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2.xml"/>
		</Relationships>
</file>

<file path=ppt/notesSlides/_rels/notesSlide3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3.xml"/>
		</Relationships>
</file>

<file path=ppt/notesSlides/_rels/notesSlide3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4.xml"/>
		</Relationships>
</file>

<file path=ppt/notesSlides/_rels/notesSlide3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5.xml"/>
		</Relationships>
</file>

<file path=ppt/notesSlides/_rels/notesSlide3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6.xml"/>
		</Relationships>
</file>

<file path=ppt/notesSlides/_rels/notesSlide3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7.xml"/>
		</Relationships>
</file>

<file path=ppt/notesSlides/_rels/notesSlide3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8.xml"/>
		</Relationships>
</file>

<file path=ppt/notesSlides/_rels/notesSlide3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9.xml"/>
		</Relationships>
</file>

<file path=ppt/notesSlides/_rels/notesSlide3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0.xml"/>
		</Relationships>
</file>

<file path=ppt/notesSlides/_rels/notesSlide3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1.xml"/>
		</Relationships>
</file>

<file path=ppt/notesSlides/_rels/notesSlide3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2.xml"/>
		</Relationships>
</file>

<file path=ppt/notesSlides/_rels/notesSlide3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3.xml"/>
		</Relationships>
</file>

<file path=ppt/notesSlides/_rels/notesSlide3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4.xml"/>
		</Relationships>
</file>

<file path=ppt/notesSlides/_rels/notesSlide3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5.xml"/>
		</Relationships>
</file>

<file path=ppt/notesSlides/_rels/notesSlide3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6.xml"/>
		</Relationships>
</file>

<file path=ppt/notesSlides/_rels/notesSlide3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7.xml"/>
		</Relationships>
</file>

<file path=ppt/notesSlides/_rels/notesSlide3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8.xml"/>
		</Relationships>
</file>

<file path=ppt/notesSlides/_rels/notesSlide3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9.xml"/>
		</Relationships>
</file>

<file path=ppt/notesSlides/_rels/notesSlide3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0.xml"/>
		</Relationships>
</file>

<file path=ppt/notesSlides/_rels/notesSlide3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1.xml"/>
		</Relationships>
</file>

<file path=ppt/notesSlides/_rels/notesSlide3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2.xml"/>
		</Relationships>
</file>

<file path=ppt/notesSlides/_rels/notesSlide3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3.xml"/>
		</Relationships>
</file>

<file path=ppt/notesSlides/_rels/notesSlide3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4.xml"/>
		</Relationships>
</file>

<file path=ppt/notesSlides/_rels/notesSlide3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5.xml"/>
		</Relationships>
</file>

<file path=ppt/notesSlides/_rels/notesSlide3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6.xml"/>
		</Relationships>
</file>

<file path=ppt/notesSlides/_rels/notesSlide3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7.xml"/>
		</Relationships>
</file>

<file path=ppt/notesSlides/_rels/notesSlide3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8.xml"/>
		</Relationships>
</file>

<file path=ppt/notesSlides/_rels/notesSlide3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9.xml"/>
		</Relationships>
</file>

<file path=ppt/notesSlides/_rels/notesSlide3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0.xml"/>
		</Relationships>
</file>

<file path=ppt/notesSlides/_rels/notesSlide3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1.xml"/>
		</Relationships>
</file>

<file path=ppt/notesSlides/_rels/notesSlide3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2.xml"/>
		</Relationships>
</file>

<file path=ppt/notesSlides/_rels/notesSlide3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3.xml"/>
		</Relationships>
</file>

<file path=ppt/notesSlides/_rels/notesSlide3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4.xml"/>
		</Relationships>
</file>

<file path=ppt/notesSlides/_rels/notesSlide3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5.xml"/>
		</Relationships>
</file>

<file path=ppt/notesSlides/_rels/notesSlide3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6.xml"/>
		</Relationships>
</file>

<file path=ppt/notesSlides/_rels/notesSlide3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7.xml"/>
		</Relationships>
</file>

<file path=ppt/notesSlides/_rels/notesSlide3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8.xml"/>
		</Relationships>
</file>

<file path=ppt/notesSlides/_rels/notesSlide3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9.xml"/>
		</Relationships>
</file>

<file path=ppt/notesSlides/_rels/notesSlide3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0.xml"/>
		</Relationships>
</file>

<file path=ppt/notesSlides/_rels/notesSlide3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1.xml"/>
		</Relationships>
</file>

<file path=ppt/notesSlides/_rels/notesSlide3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2.xml"/>
		</Relationships>
</file>

<file path=ppt/notesSlides/_rels/notesSlide3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3.xml"/>
		</Relationships>
</file>

<file path=ppt/notesSlides/_rels/notesSlide3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4.xml"/>
		</Relationships>
</file>

<file path=ppt/notesSlides/_rels/notesSlide3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5.xml"/>
		</Relationships>
</file>

<file path=ppt/notesSlides/_rels/notesSlide3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6.xml"/>
		</Relationships>
</file>

<file path=ppt/notesSlides/_rels/notesSlide3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7.xml"/>
		</Relationships>
</file>

<file path=ppt/notesSlides/_rels/notesSlide3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8.xml"/>
		</Relationships>
</file>

<file path=ppt/notesSlides/_rels/notesSlide3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9.xml"/>
		</Relationships>
</file>

<file path=ppt/notesSlides/_rels/notesSlide3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0.xml"/>
		</Relationships>
</file>

<file path=ppt/notesSlides/_rels/notesSlide3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1.xml"/>
		</Relationships>
</file>

<file path=ppt/notesSlides/_rels/notesSlide3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2.xml"/>
		</Relationships>
</file>

<file path=ppt/notesSlides/_rels/notesSlide3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3.xml"/>
		</Relationships>
</file>

<file path=ppt/notesSlides/_rels/notesSlide3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4.xml"/>
		</Relationships>
</file>

<file path=ppt/notesSlides/_rels/notesSlide3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5.xml"/>
		</Relationships>
</file>

<file path=ppt/notesSlides/_rels/notesSlide3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6.xml"/>
		</Relationships>
</file>

<file path=ppt/notesSlides/_rels/notesSlide3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7.xml"/>
		</Relationships>
</file>

<file path=ppt/notesSlides/_rels/notesSlide3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8.xml"/>
		</Relationships>
</file>

<file path=ppt/notesSlides/_rels/notesSlide3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9.xml"/>
		</Relationships>
</file>

<file path=ppt/notesSlides/_rels/notesSlide3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0.xml"/>
		</Relationships>
</file>

<file path=ppt/notesSlides/_rels/notesSlide3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1.xml"/>
		</Relationships>
</file>

<file path=ppt/notesSlides/_rels/notesSlide3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2.xml"/>
		</Relationships>
</file>

<file path=ppt/notesSlides/_rels/notesSlide3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3.xml"/>
		</Relationships>
</file>

<file path=ppt/notesSlides/_rels/notesSlide3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4.xml"/>
		</Relationships>
</file>

<file path=ppt/notesSlides/_rels/notesSlide3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5.xml"/>
		</Relationships>
</file>

<file path=ppt/notesSlides/_rels/notesSlide3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6.xml"/>
		</Relationships>
</file>

<file path=ppt/notesSlides/_rels/notesSlide3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7.xml"/>
		</Relationships>
</file>

<file path=ppt/notesSlides/_rels/notesSlide3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8.xml"/>
		</Relationships>
</file>

<file path=ppt/notesSlides/_rels/notesSlide3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9.xml"/>
		</Relationships>
</file>

<file path=ppt/notesSlides/_rels/notesSlide4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0.xml"/>
		</Relationships>
</file>

<file path=ppt/notesSlides/_rels/notesSlide4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1.xml"/>
		</Relationships>
</file>

<file path=ppt/notesSlides/_rels/notesSlide4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2.xml"/>
		</Relationships>
</file>

<file path=ppt/notesSlides/_rels/notesSlide4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3.xml"/>
		</Relationships>
</file>

<file path=ppt/notesSlides/_rels/notesSlide4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الشدة حرفان مكتوبان حرفاً واحداً: الأول ساكن (بسكون المصحف «ۡ»)، والثاني متحرك. نضغطهما معاً فنكتب الحرف مرة واحدة وفوقه شدة «ّ»، ونقرؤه حرفين: نقف عليه أولاً ثم ننطلق بالحركة.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تكون الشدة في أول الكلمة، لأن أول الحرفين ساكن، ولا نبدأ بساكن أبداً. لا بد من حرف متحرك قبل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الطريقة الصحيحة: حرف متحرك أولاً، ثم الحرفان اللذان يصنعان الشدة.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شدة مع تنوين: الحرف المشدد في آخر الكلمة، أول الحرفين ساكن والثاني عليه التنوين (حركة + نون ساكنة).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5.xml"/><Relationship Id="rIdTrSnd" Type="http://schemas.openxmlformats.org/officeDocument/2006/relationships/audio" Target="../media/marimba.wav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6.xml"/><Relationship Id="rIdTrSnd" Type="http://schemas.openxmlformats.org/officeDocument/2006/relationships/audio" Target="../media/harp.wav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7.xml"/><Relationship Id="rIdTrSnd" Type="http://schemas.openxmlformats.org/officeDocument/2006/relationships/audio" Target="../media/chime.wav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8.xml"/><Relationship Id="rIdTrSnd" Type="http://schemas.openxmlformats.org/officeDocument/2006/relationships/audio" Target="../media/whoosh.wav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9.xml"/><Relationship Id="rIdTrSnd" Type="http://schemas.openxmlformats.org/officeDocument/2006/relationships/audio" Target="../media/bubbles.wav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0.xml"/><Relationship Id="rIdTrSnd" Type="http://schemas.openxmlformats.org/officeDocument/2006/relationships/audio" Target="../media/sparkle.wav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1.xml"/><Relationship Id="rIdTrSnd" Type="http://schemas.openxmlformats.org/officeDocument/2006/relationships/audio" Target="../media/marimba.wav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2.xml"/><Relationship Id="rIdTrSnd" Type="http://schemas.openxmlformats.org/officeDocument/2006/relationships/audio" Target="../media/harp.wav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3.xml"/><Relationship Id="rIdTrSnd" Type="http://schemas.openxmlformats.org/officeDocument/2006/relationships/audio" Target="../media/chime.wav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4.xml"/><Relationship Id="rIdTrSnd" Type="http://schemas.openxmlformats.org/officeDocument/2006/relationships/audio" Target="../media/whoosh.wav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5.xml"/><Relationship Id="rIdTrSnd" Type="http://schemas.openxmlformats.org/officeDocument/2006/relationships/audio" Target="../media/bubbles.wav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6.xml"/><Relationship Id="rIdTrSnd" Type="http://schemas.openxmlformats.org/officeDocument/2006/relationships/audio" Target="../media/sparkle.wav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Relationship Id="rIdTrSnd" Type="http://schemas.openxmlformats.org/officeDocument/2006/relationships/audio" Target="../media/marimba.wav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8.xml"/><Relationship Id="rIdTrSnd" Type="http://schemas.openxmlformats.org/officeDocument/2006/relationships/audio" Target="../media/harp.wav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9.xml"/><Relationship Id="rIdTrSnd" Type="http://schemas.openxmlformats.org/officeDocument/2006/relationships/audio" Target="../media/chime.wav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0.xml"/><Relationship Id="rIdTrSnd" Type="http://schemas.openxmlformats.org/officeDocument/2006/relationships/audio" Target="../media/whoosh.wav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1.xml"/><Relationship Id="rIdTrSnd" Type="http://schemas.openxmlformats.org/officeDocument/2006/relationships/audio" Target="../media/bubbles.wav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2.xml"/><Relationship Id="rIdTrSnd" Type="http://schemas.openxmlformats.org/officeDocument/2006/relationships/audio" Target="../media/sparkle.wav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3.xml"/><Relationship Id="rIdTrSnd" Type="http://schemas.openxmlformats.org/officeDocument/2006/relationships/audio" Target="../media/marimba.wav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4.xml"/><Relationship Id="rIdTrSnd" Type="http://schemas.openxmlformats.org/officeDocument/2006/relationships/audio" Target="../media/harp.wav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5.xml"/><Relationship Id="rIdTrSnd" Type="http://schemas.openxmlformats.org/officeDocument/2006/relationships/audio" Target="../media/chime.wav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6.xml"/><Relationship Id="rIdTrSnd" Type="http://schemas.openxmlformats.org/officeDocument/2006/relationships/audio" Target="../media/whoosh.wav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7.xml"/><Relationship Id="rIdTrSnd" Type="http://schemas.openxmlformats.org/officeDocument/2006/relationships/audio" Target="../media/bubbles.wav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8.xml"/><Relationship Id="rIdTrSnd" Type="http://schemas.openxmlformats.org/officeDocument/2006/relationships/audio" Target="../media/sparkle.wav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9.xml"/><Relationship Id="rIdTrSnd" Type="http://schemas.openxmlformats.org/officeDocument/2006/relationships/audio" Target="../media/marimba.wav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0.xml"/><Relationship Id="rIdTrSnd" Type="http://schemas.openxmlformats.org/officeDocument/2006/relationships/audio" Target="../media/harp.wav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1.xml"/><Relationship Id="rIdTrSnd" Type="http://schemas.openxmlformats.org/officeDocument/2006/relationships/audio" Target="../media/chime.wav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2.xml"/><Relationship Id="rIdTrSnd" Type="http://schemas.openxmlformats.org/officeDocument/2006/relationships/audio" Target="../media/whoosh.wav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3.xml"/><Relationship Id="rIdTrSnd" Type="http://schemas.openxmlformats.org/officeDocument/2006/relationships/audio" Target="../media/bubbles.wav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4.xml"/><Relationship Id="rIdTrSnd" Type="http://schemas.openxmlformats.org/officeDocument/2006/relationships/audio" Target="../media/sparkle.wav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5.xml"/><Relationship Id="rIdTrSnd" Type="http://schemas.openxmlformats.org/officeDocument/2006/relationships/audio" Target="../media/marimba.wav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6.xml"/><Relationship Id="rIdTrSnd" Type="http://schemas.openxmlformats.org/officeDocument/2006/relationships/audio" Target="../media/harp.wav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7.xml"/><Relationship Id="rIdTrSnd" Type="http://schemas.openxmlformats.org/officeDocument/2006/relationships/audio" Target="../media/chime.wav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8.xml"/><Relationship Id="rIdTrSnd" Type="http://schemas.openxmlformats.org/officeDocument/2006/relationships/audio" Target="../media/whoosh.wav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9.xml"/><Relationship Id="rIdTrSnd" Type="http://schemas.openxmlformats.org/officeDocument/2006/relationships/audio" Target="../media/bubbles.wav"/></Relationships>
</file>

<file path=ppt/slides/_rels/slide1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0.xml"/><Relationship Id="rIdTrSnd" Type="http://schemas.openxmlformats.org/officeDocument/2006/relationships/audio" Target="../media/sparkle.wav"/></Relationships>
</file>

<file path=ppt/slides/_rels/slide1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1.xml"/><Relationship Id="rIdTrSnd" Type="http://schemas.openxmlformats.org/officeDocument/2006/relationships/audio" Target="../media/marimba.wav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2.xml"/><Relationship Id="rIdTrSnd" Type="http://schemas.openxmlformats.org/officeDocument/2006/relationships/audio" Target="../media/harp.wav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3.xml"/><Relationship Id="rIdTrSnd" Type="http://schemas.openxmlformats.org/officeDocument/2006/relationships/audio" Target="../media/chime.wav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4.xml"/><Relationship Id="rIdTrSnd" Type="http://schemas.openxmlformats.org/officeDocument/2006/relationships/audio" Target="../media/whoosh.wav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5.xml"/><Relationship Id="rIdTrSnd" Type="http://schemas.openxmlformats.org/officeDocument/2006/relationships/audio" Target="../media/bubbles.wav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6.xml"/><Relationship Id="rIdTrSnd" Type="http://schemas.openxmlformats.org/officeDocument/2006/relationships/audio" Target="../media/sparkle.wav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7.xml"/><Relationship Id="rIdTrSnd" Type="http://schemas.openxmlformats.org/officeDocument/2006/relationships/audio" Target="../media/marimba.wav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8.xml"/><Relationship Id="rIdTrSnd" Type="http://schemas.openxmlformats.org/officeDocument/2006/relationships/audio" Target="../media/harp.wav"/></Relationships>
</file>

<file path=ppt/slides/_rels/slide1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9.xml"/><Relationship Id="rIdTrSnd" Type="http://schemas.openxmlformats.org/officeDocument/2006/relationships/audio" Target="../media/chime.wav"/></Relationships>
</file>

<file path=ppt/slides/_rels/slide1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0.xml"/><Relationship Id="rIdTrSnd" Type="http://schemas.openxmlformats.org/officeDocument/2006/relationships/audio" Target="../media/whoosh.wav"/></Relationships>
</file>

<file path=ppt/slides/_rels/slide1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1.xml"/><Relationship Id="rIdTrSnd" Type="http://schemas.openxmlformats.org/officeDocument/2006/relationships/audio" Target="../media/bubbles.wav"/></Relationships>
</file>

<file path=ppt/slides/_rels/slide1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2.xml"/><Relationship Id="rIdTrSnd" Type="http://schemas.openxmlformats.org/officeDocument/2006/relationships/audio" Target="../media/sparkle.wav"/></Relationships>
</file>

<file path=ppt/slides/_rels/slide1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3.xml"/><Relationship Id="rIdTrSnd" Type="http://schemas.openxmlformats.org/officeDocument/2006/relationships/audio" Target="../media/marimba.wav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4.xml"/><Relationship Id="rIdTrSnd" Type="http://schemas.openxmlformats.org/officeDocument/2006/relationships/audio" Target="../media/harp.wav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5.xml"/><Relationship Id="rIdTrSnd" Type="http://schemas.openxmlformats.org/officeDocument/2006/relationships/audio" Target="../media/chime.wav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6.xml"/><Relationship Id="rIdTrSnd" Type="http://schemas.openxmlformats.org/officeDocument/2006/relationships/audio" Target="../media/whoosh.wav"/></Relationships>
</file>

<file path=ppt/slides/_rels/slide1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7.xml"/><Relationship Id="rIdTrSnd" Type="http://schemas.openxmlformats.org/officeDocument/2006/relationships/audio" Target="../media/bubbles.wav"/></Relationships>
</file>

<file path=ppt/slides/_rels/slide1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8.xml"/><Relationship Id="rIdTrSnd" Type="http://schemas.openxmlformats.org/officeDocument/2006/relationships/audio" Target="../media/sparkle.wav"/></Relationships>
</file>

<file path=ppt/slides/_rels/slide1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9.xml"/><Relationship Id="rIdTrSnd" Type="http://schemas.openxmlformats.org/officeDocument/2006/relationships/audio" Target="../media/marimba.wav"/></Relationships>
</file>

<file path=ppt/slides/_rels/slide1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0.xml"/><Relationship Id="rIdTrSnd" Type="http://schemas.openxmlformats.org/officeDocument/2006/relationships/audio" Target="../media/harp.wav"/></Relationships>
</file>

<file path=ppt/slides/_rels/slide1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1.xml"/><Relationship Id="rIdTrSnd" Type="http://schemas.openxmlformats.org/officeDocument/2006/relationships/audio" Target="../media/chime.wav"/></Relationships>
</file>

<file path=ppt/slides/_rels/slide1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2.xml"/><Relationship Id="rIdTrSnd" Type="http://schemas.openxmlformats.org/officeDocument/2006/relationships/audio" Target="../media/whoosh.wav"/></Relationships>
</file>

<file path=ppt/slides/_rels/slide1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3.xml"/><Relationship Id="rIdTrSnd" Type="http://schemas.openxmlformats.org/officeDocument/2006/relationships/audio" Target="../media/bubbles.wav"/></Relationships>
</file>

<file path=ppt/slides/_rels/slide1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4.xml"/><Relationship Id="rIdTrSnd" Type="http://schemas.openxmlformats.org/officeDocument/2006/relationships/audio" Target="../media/sparkle.wav"/></Relationships>
</file>

<file path=ppt/slides/_rels/slide1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5.xml"/><Relationship Id="rIdTrSnd" Type="http://schemas.openxmlformats.org/officeDocument/2006/relationships/audio" Target="../media/marimba.wav"/></Relationships>
</file>

<file path=ppt/slides/_rels/slide1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6.xml"/><Relationship Id="rIdTrSnd" Type="http://schemas.openxmlformats.org/officeDocument/2006/relationships/audio" Target="../media/harp.wav"/></Relationships>
</file>

<file path=ppt/slides/_rels/slide1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7.xml"/><Relationship Id="rIdTrSnd" Type="http://schemas.openxmlformats.org/officeDocument/2006/relationships/audio" Target="../media/chime.wav"/></Relationships>
</file>

<file path=ppt/slides/_rels/slide1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8.xml"/><Relationship Id="rIdTrSnd" Type="http://schemas.openxmlformats.org/officeDocument/2006/relationships/audio" Target="../media/whoosh.wav"/></Relationships>
</file>

<file path=ppt/slides/_rels/slide1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9.xml"/><Relationship Id="rIdTrSnd" Type="http://schemas.openxmlformats.org/officeDocument/2006/relationships/audio" Target="../media/bubbles.wav"/></Relationships>
</file>

<file path=ppt/slides/_rels/slide1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0.xml"/><Relationship Id="rIdTrSnd" Type="http://schemas.openxmlformats.org/officeDocument/2006/relationships/audio" Target="../media/sparkle.wav"/></Relationships>
</file>

<file path=ppt/slides/_rels/slide1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1.xml"/><Relationship Id="rIdTrSnd" Type="http://schemas.openxmlformats.org/officeDocument/2006/relationships/audio" Target="../media/marimba.wav"/></Relationships>
</file>

<file path=ppt/slides/_rels/slide1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2.xml"/><Relationship Id="rIdTrSnd" Type="http://schemas.openxmlformats.org/officeDocument/2006/relationships/audio" Target="../media/harp.wav"/></Relationships>
</file>

<file path=ppt/slides/_rels/slide1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3.xml"/><Relationship Id="rIdTrSnd" Type="http://schemas.openxmlformats.org/officeDocument/2006/relationships/audio" Target="../media/chime.wav"/></Relationships>
</file>

<file path=ppt/slides/_rels/slide1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4.xml"/><Relationship Id="rIdTrSnd" Type="http://schemas.openxmlformats.org/officeDocument/2006/relationships/audio" Target="../media/whoosh.wav"/></Relationships>
</file>

<file path=ppt/slides/_rels/slide1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5.xml"/><Relationship Id="rIdTrSnd" Type="http://schemas.openxmlformats.org/officeDocument/2006/relationships/audio" Target="../media/bubbles.wav"/></Relationships>
</file>

<file path=ppt/slides/_rels/slide1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6.xml"/><Relationship Id="rIdTrSnd" Type="http://schemas.openxmlformats.org/officeDocument/2006/relationships/audio" Target="../media/sparkle.wav"/></Relationships>
</file>

<file path=ppt/slides/_rels/slide1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7.xml"/><Relationship Id="rIdTrSnd" Type="http://schemas.openxmlformats.org/officeDocument/2006/relationships/audio" Target="../media/marimba.wav"/></Relationships>
</file>

<file path=ppt/slides/_rels/slide1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8.xml"/><Relationship Id="rIdTrSnd" Type="http://schemas.openxmlformats.org/officeDocument/2006/relationships/audio" Target="../media/harp.wav"/></Relationships>
</file>

<file path=ppt/slides/_rels/slide1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9.xml"/><Relationship Id="rIdTrSnd" Type="http://schemas.openxmlformats.org/officeDocument/2006/relationships/audio" Target="../media/chime.wav"/></Relationships>
</file>

<file path=ppt/slides/_rels/slide2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0.xml"/><Relationship Id="rIdTrSnd" Type="http://schemas.openxmlformats.org/officeDocument/2006/relationships/audio" Target="../media/whoosh.wav"/></Relationships>
</file>

<file path=ppt/slides/_rels/slide2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1.xml"/><Relationship Id="rIdTrSnd" Type="http://schemas.openxmlformats.org/officeDocument/2006/relationships/audio" Target="../media/bubbles.wav"/></Relationships>
</file>

<file path=ppt/slides/_rels/slide2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2.xml"/><Relationship Id="rIdTrSnd" Type="http://schemas.openxmlformats.org/officeDocument/2006/relationships/audio" Target="../media/sparkle.wav"/></Relationships>
</file>

<file path=ppt/slides/_rels/slide2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3.xml"/><Relationship Id="rIdTrSnd" Type="http://schemas.openxmlformats.org/officeDocument/2006/relationships/audio" Target="../media/marimba.wav"/></Relationships>
</file>

<file path=ppt/slides/_rels/slide2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4.xml"/><Relationship Id="rIdTrSnd" Type="http://schemas.openxmlformats.org/officeDocument/2006/relationships/audio" Target="../media/harp.wav"/></Relationships>
</file>

<file path=ppt/slides/_rels/slide2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5.xml"/><Relationship Id="rIdTrSnd" Type="http://schemas.openxmlformats.org/officeDocument/2006/relationships/audio" Target="../media/chime.wav"/></Relationships>
</file>

<file path=ppt/slides/_rels/slide2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6.xml"/><Relationship Id="rIdTrSnd" Type="http://schemas.openxmlformats.org/officeDocument/2006/relationships/audio" Target="../media/whoosh.wav"/></Relationships>
</file>

<file path=ppt/slides/_rels/slide2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7.xml"/><Relationship Id="rIdTrSnd" Type="http://schemas.openxmlformats.org/officeDocument/2006/relationships/audio" Target="../media/bubbles.wav"/></Relationships>
</file>

<file path=ppt/slides/_rels/slide2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8.xml"/><Relationship Id="rIdTrSnd" Type="http://schemas.openxmlformats.org/officeDocument/2006/relationships/audio" Target="../media/sparkle.wav"/></Relationships>
</file>

<file path=ppt/slides/_rels/slide2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9.xml"/><Relationship Id="rIdTrSnd" Type="http://schemas.openxmlformats.org/officeDocument/2006/relationships/audio" Target="../media/marimba.wav"/></Relationships>
</file>

<file path=ppt/slides/_rels/slide2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0.xml"/><Relationship Id="rIdTrSnd" Type="http://schemas.openxmlformats.org/officeDocument/2006/relationships/audio" Target="../media/harp.wav"/></Relationships>
</file>

<file path=ppt/slides/_rels/slide2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1.xml"/><Relationship Id="rIdTrSnd" Type="http://schemas.openxmlformats.org/officeDocument/2006/relationships/audio" Target="../media/chime.wav"/></Relationships>
</file>

<file path=ppt/slides/_rels/slide2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2.xml"/><Relationship Id="rIdTrSnd" Type="http://schemas.openxmlformats.org/officeDocument/2006/relationships/audio" Target="../media/whoosh.wav"/></Relationships>
</file>

<file path=ppt/slides/_rels/slide2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3.xml"/><Relationship Id="rIdTrSnd" Type="http://schemas.openxmlformats.org/officeDocument/2006/relationships/audio" Target="../media/bubbles.wav"/></Relationships>
</file>

<file path=ppt/slides/_rels/slide2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4.xml"/><Relationship Id="rIdTrSnd" Type="http://schemas.openxmlformats.org/officeDocument/2006/relationships/audio" Target="../media/sparkle.wav"/></Relationships>
</file>

<file path=ppt/slides/_rels/slide2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5.xml"/><Relationship Id="rIdTrSnd" Type="http://schemas.openxmlformats.org/officeDocument/2006/relationships/audio" Target="../media/marimba.wav"/></Relationships>
</file>

<file path=ppt/slides/_rels/slide2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6.xml"/><Relationship Id="rIdTrSnd" Type="http://schemas.openxmlformats.org/officeDocument/2006/relationships/audio" Target="../media/harp.wav"/></Relationships>
</file>

<file path=ppt/slides/_rels/slide2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7.xml"/><Relationship Id="rIdTrSnd" Type="http://schemas.openxmlformats.org/officeDocument/2006/relationships/audio" Target="../media/chime.wav"/></Relationships>
</file>

<file path=ppt/slides/_rels/slide2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8.xml"/><Relationship Id="rIdTrSnd" Type="http://schemas.openxmlformats.org/officeDocument/2006/relationships/audio" Target="../media/whoosh.wav"/></Relationships>
</file>

<file path=ppt/slides/_rels/slide2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9.xml"/><Relationship Id="rIdTrSnd" Type="http://schemas.openxmlformats.org/officeDocument/2006/relationships/audio" Target="../media/bubbles.wav"/></Relationships>
</file>

<file path=ppt/slides/_rels/slide2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0.xml"/><Relationship Id="rIdTrSnd" Type="http://schemas.openxmlformats.org/officeDocument/2006/relationships/audio" Target="../media/sparkle.wav"/></Relationships>
</file>

<file path=ppt/slides/_rels/slide2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1.xml"/><Relationship Id="rIdTrSnd" Type="http://schemas.openxmlformats.org/officeDocument/2006/relationships/audio" Target="../media/marimba.wav"/></Relationships>
</file>

<file path=ppt/slides/_rels/slide2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2.xml"/><Relationship Id="rIdTrSnd" Type="http://schemas.openxmlformats.org/officeDocument/2006/relationships/audio" Target="../media/harp.wav"/></Relationships>
</file>

<file path=ppt/slides/_rels/slide2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3.xml"/><Relationship Id="rIdTrSnd" Type="http://schemas.openxmlformats.org/officeDocument/2006/relationships/audio" Target="../media/chime.wav"/></Relationships>
</file>

<file path=ppt/slides/_rels/slide2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4.xml"/><Relationship Id="rIdTrSnd" Type="http://schemas.openxmlformats.org/officeDocument/2006/relationships/audio" Target="../media/whoosh.wav"/></Relationships>
</file>

<file path=ppt/slides/_rels/slide2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5.xml"/><Relationship Id="rIdTrSnd" Type="http://schemas.openxmlformats.org/officeDocument/2006/relationships/audio" Target="../media/bubbles.wav"/></Relationships>
</file>

<file path=ppt/slides/_rels/slide2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6.xml"/><Relationship Id="rIdTrSnd" Type="http://schemas.openxmlformats.org/officeDocument/2006/relationships/audio" Target="../media/sparkle.wav"/></Relationships>
</file>

<file path=ppt/slides/_rels/slide2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7.xml"/><Relationship Id="rIdTrSnd" Type="http://schemas.openxmlformats.org/officeDocument/2006/relationships/audio" Target="../media/marimba.wav"/></Relationships>
</file>

<file path=ppt/slides/_rels/slide2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8.xml"/><Relationship Id="rIdTrSnd" Type="http://schemas.openxmlformats.org/officeDocument/2006/relationships/audio" Target="../media/harp.wav"/></Relationships>
</file>

<file path=ppt/slides/_rels/slide2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9.xml"/><Relationship Id="rIdTrSnd" Type="http://schemas.openxmlformats.org/officeDocument/2006/relationships/audio" Target="../media/chime.wav"/></Relationships>
</file>

<file path=ppt/slides/_rels/slide2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0.xml"/><Relationship Id="rIdTrSnd" Type="http://schemas.openxmlformats.org/officeDocument/2006/relationships/audio" Target="../media/whoosh.wav"/></Relationships>
</file>

<file path=ppt/slides/_rels/slide2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1.xml"/><Relationship Id="rIdTrSnd" Type="http://schemas.openxmlformats.org/officeDocument/2006/relationships/audio" Target="../media/bubbles.wav"/></Relationships>
</file>

<file path=ppt/slides/_rels/slide2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2.xml"/><Relationship Id="rIdTrSnd" Type="http://schemas.openxmlformats.org/officeDocument/2006/relationships/audio" Target="../media/sparkle.wav"/></Relationships>
</file>

<file path=ppt/slides/_rels/slide2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3.xml"/><Relationship Id="rIdTrSnd" Type="http://schemas.openxmlformats.org/officeDocument/2006/relationships/audio" Target="../media/marimba.wav"/></Relationships>
</file>

<file path=ppt/slides/_rels/slide2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4.xml"/><Relationship Id="rIdTrSnd" Type="http://schemas.openxmlformats.org/officeDocument/2006/relationships/audio" Target="../media/harp.wav"/></Relationships>
</file>

<file path=ppt/slides/_rels/slide2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5.xml"/><Relationship Id="rIdTrSnd" Type="http://schemas.openxmlformats.org/officeDocument/2006/relationships/audio" Target="../media/chime.wav"/></Relationships>
</file>

<file path=ppt/slides/_rels/slide2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6.xml"/><Relationship Id="rIdTrSnd" Type="http://schemas.openxmlformats.org/officeDocument/2006/relationships/audio" Target="../media/whoosh.wav"/></Relationships>
</file>

<file path=ppt/slides/_rels/slide2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7.xml"/><Relationship Id="rIdTrSnd" Type="http://schemas.openxmlformats.org/officeDocument/2006/relationships/audio" Target="../media/bubbles.wav"/></Relationships>
</file>

<file path=ppt/slides/_rels/slide2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8.xml"/><Relationship Id="rIdTrSnd" Type="http://schemas.openxmlformats.org/officeDocument/2006/relationships/audio" Target="../media/sparkle.wav"/></Relationships>
</file>

<file path=ppt/slides/_rels/slide2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9.xml"/><Relationship Id="rIdTrSnd" Type="http://schemas.openxmlformats.org/officeDocument/2006/relationships/audio" Target="../media/marimba.wav"/></Relationships>
</file>

<file path=ppt/slides/_rels/slide2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0.xml"/><Relationship Id="rIdTrSnd" Type="http://schemas.openxmlformats.org/officeDocument/2006/relationships/audio" Target="../media/harp.wav"/></Relationships>
</file>

<file path=ppt/slides/_rels/slide2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1.xml"/><Relationship Id="rIdTrSnd" Type="http://schemas.openxmlformats.org/officeDocument/2006/relationships/audio" Target="../media/chime.wav"/></Relationships>
</file>

<file path=ppt/slides/_rels/slide2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2.xml"/><Relationship Id="rIdTrSnd" Type="http://schemas.openxmlformats.org/officeDocument/2006/relationships/audio" Target="../media/whoosh.wav"/></Relationships>
</file>

<file path=ppt/slides/_rels/slide2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3.xml"/><Relationship Id="rIdTrSnd" Type="http://schemas.openxmlformats.org/officeDocument/2006/relationships/audio" Target="../media/bubbles.wav"/></Relationships>
</file>

<file path=ppt/slides/_rels/slide2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4.xml"/><Relationship Id="rIdTrSnd" Type="http://schemas.openxmlformats.org/officeDocument/2006/relationships/audio" Target="../media/sparkle.wav"/></Relationships>
</file>

<file path=ppt/slides/_rels/slide2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5.xml"/><Relationship Id="rIdTrSnd" Type="http://schemas.openxmlformats.org/officeDocument/2006/relationships/audio" Target="../media/marimba.wav"/></Relationships>
</file>

<file path=ppt/slides/_rels/slide2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6.xml"/><Relationship Id="rIdTrSnd" Type="http://schemas.openxmlformats.org/officeDocument/2006/relationships/audio" Target="../media/harp.wav"/></Relationships>
</file>

<file path=ppt/slides/_rels/slide2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7.xml"/><Relationship Id="rIdTrSnd" Type="http://schemas.openxmlformats.org/officeDocument/2006/relationships/audio" Target="../media/chime.wav"/></Relationships>
</file>

<file path=ppt/slides/_rels/slide2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8.xml"/><Relationship Id="rIdTrSnd" Type="http://schemas.openxmlformats.org/officeDocument/2006/relationships/audio" Target="../media/whoosh.wav"/></Relationships>
</file>

<file path=ppt/slides/_rels/slide2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9.xml"/><Relationship Id="rIdTrSnd" Type="http://schemas.openxmlformats.org/officeDocument/2006/relationships/audio" Target="../media/bubbles.wav"/></Relationships>
</file>

<file path=ppt/slides/_rels/slide2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0.xml"/><Relationship Id="rIdTrSnd" Type="http://schemas.openxmlformats.org/officeDocument/2006/relationships/audio" Target="../media/sparkle.wav"/></Relationships>
</file>

<file path=ppt/slides/_rels/slide2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1.xml"/><Relationship Id="rIdTrSnd" Type="http://schemas.openxmlformats.org/officeDocument/2006/relationships/audio" Target="../media/marimba.wav"/></Relationships>
</file>

<file path=ppt/slides/_rels/slide2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2.xml"/><Relationship Id="rIdTrSnd" Type="http://schemas.openxmlformats.org/officeDocument/2006/relationships/audio" Target="../media/harp.wav"/></Relationships>
</file>

<file path=ppt/slides/_rels/slide2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3.xml"/><Relationship Id="rIdTrSnd" Type="http://schemas.openxmlformats.org/officeDocument/2006/relationships/audio" Target="../media/chime.wav"/></Relationships>
</file>

<file path=ppt/slides/_rels/slide2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4.xml"/><Relationship Id="rIdTrSnd" Type="http://schemas.openxmlformats.org/officeDocument/2006/relationships/audio" Target="../media/whoosh.wav"/></Relationships>
</file>

<file path=ppt/slides/_rels/slide2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5.xml"/><Relationship Id="rIdTrSnd" Type="http://schemas.openxmlformats.org/officeDocument/2006/relationships/audio" Target="../media/bubbles.wav"/></Relationships>
</file>

<file path=ppt/slides/_rels/slide2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6.xml"/><Relationship Id="rIdTrSnd" Type="http://schemas.openxmlformats.org/officeDocument/2006/relationships/audio" Target="../media/sparkle.wav"/></Relationships>
</file>

<file path=ppt/slides/_rels/slide2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7.xml"/><Relationship Id="rIdTrSnd" Type="http://schemas.openxmlformats.org/officeDocument/2006/relationships/audio" Target="../media/marimba.wav"/></Relationships>
</file>

<file path=ppt/slides/_rels/slide2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8.xml"/><Relationship Id="rIdTrSnd" Type="http://schemas.openxmlformats.org/officeDocument/2006/relationships/audio" Target="../media/harp.wav"/></Relationships>
</file>

<file path=ppt/slides/_rels/slide2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9.xml"/><Relationship Id="rIdTrSnd" Type="http://schemas.openxmlformats.org/officeDocument/2006/relationships/audio" Target="../media/chime.wav"/></Relationships>
</file>

<file path=ppt/slides/_rels/slide2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0.xml"/><Relationship Id="rIdTrSnd" Type="http://schemas.openxmlformats.org/officeDocument/2006/relationships/audio" Target="../media/whoosh.wav"/></Relationships>
</file>

<file path=ppt/slides/_rels/slide2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1.xml"/><Relationship Id="rIdTrSnd" Type="http://schemas.openxmlformats.org/officeDocument/2006/relationships/audio" Target="../media/bubbles.wav"/></Relationships>
</file>

<file path=ppt/slides/_rels/slide2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2.xml"/><Relationship Id="rIdTrSnd" Type="http://schemas.openxmlformats.org/officeDocument/2006/relationships/audio" Target="../media/sparkle.wav"/></Relationships>
</file>

<file path=ppt/slides/_rels/slide2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3.xml"/><Relationship Id="rIdTrSnd" Type="http://schemas.openxmlformats.org/officeDocument/2006/relationships/audio" Target="../media/marimba.wav"/></Relationships>
</file>

<file path=ppt/slides/_rels/slide2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4.xml"/><Relationship Id="rIdTrSnd" Type="http://schemas.openxmlformats.org/officeDocument/2006/relationships/audio" Target="../media/harp.wav"/></Relationships>
</file>

<file path=ppt/slides/_rels/slide2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5.xml"/><Relationship Id="rIdTrSnd" Type="http://schemas.openxmlformats.org/officeDocument/2006/relationships/audio" Target="../media/chime.wav"/></Relationships>
</file>

<file path=ppt/slides/_rels/slide2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6.xml"/><Relationship Id="rIdTrSnd" Type="http://schemas.openxmlformats.org/officeDocument/2006/relationships/audio" Target="../media/whoosh.wav"/></Relationships>
</file>

<file path=ppt/slides/_rels/slide2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7.xml"/><Relationship Id="rIdTrSnd" Type="http://schemas.openxmlformats.org/officeDocument/2006/relationships/audio" Target="../media/bubbles.wav"/></Relationships>
</file>

<file path=ppt/slides/_rels/slide2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8.xml"/><Relationship Id="rIdTrSnd" Type="http://schemas.openxmlformats.org/officeDocument/2006/relationships/audio" Target="../media/sparkle.wav"/></Relationships>
</file>

<file path=ppt/slides/_rels/slide2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9.xml"/><Relationship Id="rIdTrSnd" Type="http://schemas.openxmlformats.org/officeDocument/2006/relationships/audio" Target="../media/marimba.wav"/></Relationships>
</file>

<file path=ppt/slides/_rels/slide2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0.xml"/><Relationship Id="rIdTrSnd" Type="http://schemas.openxmlformats.org/officeDocument/2006/relationships/audio" Target="../media/harp.wav"/></Relationships>
</file>

<file path=ppt/slides/_rels/slide2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1.xml"/><Relationship Id="rIdTrSnd" Type="http://schemas.openxmlformats.org/officeDocument/2006/relationships/audio" Target="../media/chime.wav"/></Relationships>
</file>

<file path=ppt/slides/_rels/slide2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2.xml"/><Relationship Id="rIdTrSnd" Type="http://schemas.openxmlformats.org/officeDocument/2006/relationships/audio" Target="../media/whoosh.wav"/></Relationships>
</file>

<file path=ppt/slides/_rels/slide2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3.xml"/><Relationship Id="rIdTrSnd" Type="http://schemas.openxmlformats.org/officeDocument/2006/relationships/audio" Target="../media/bubbles.wav"/></Relationships>
</file>

<file path=ppt/slides/_rels/slide2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4.xml"/><Relationship Id="rIdTrSnd" Type="http://schemas.openxmlformats.org/officeDocument/2006/relationships/audio" Target="../media/sparkle.wav"/></Relationships>
</file>

<file path=ppt/slides/_rels/slide2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5.xml"/><Relationship Id="rIdTrSnd" Type="http://schemas.openxmlformats.org/officeDocument/2006/relationships/audio" Target="../media/marimba.wav"/></Relationships>
</file>

<file path=ppt/slides/_rels/slide2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6.xml"/><Relationship Id="rIdTrSnd" Type="http://schemas.openxmlformats.org/officeDocument/2006/relationships/audio" Target="../media/harp.wav"/></Relationships>
</file>

<file path=ppt/slides/_rels/slide2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7.xml"/><Relationship Id="rIdTrSnd" Type="http://schemas.openxmlformats.org/officeDocument/2006/relationships/audio" Target="../media/chime.wav"/></Relationships>
</file>

<file path=ppt/slides/_rels/slide2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8.xml"/><Relationship Id="rIdTrSnd" Type="http://schemas.openxmlformats.org/officeDocument/2006/relationships/audio" Target="../media/whoosh.wav"/></Relationships>
</file>

<file path=ppt/slides/_rels/slide2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9.xml"/><Relationship Id="rIdTrSnd" Type="http://schemas.openxmlformats.org/officeDocument/2006/relationships/audio" Target="../media/bubbles.wav"/></Relationships>
</file>

<file path=ppt/slides/_rels/slide2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0.xml"/><Relationship Id="rIdTrSnd" Type="http://schemas.openxmlformats.org/officeDocument/2006/relationships/audio" Target="../media/sparkle.wav"/></Relationships>
</file>

<file path=ppt/slides/_rels/slide2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1.xml"/><Relationship Id="rIdTrSnd" Type="http://schemas.openxmlformats.org/officeDocument/2006/relationships/audio" Target="../media/marimba.wav"/></Relationships>
</file>

<file path=ppt/slides/_rels/slide2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2.xml"/><Relationship Id="rIdTrSnd" Type="http://schemas.openxmlformats.org/officeDocument/2006/relationships/audio" Target="../media/harp.wav"/></Relationships>
</file>

<file path=ppt/slides/_rels/slide2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3.xml"/><Relationship Id="rIdTrSnd" Type="http://schemas.openxmlformats.org/officeDocument/2006/relationships/audio" Target="../media/chime.wav"/></Relationships>
</file>

<file path=ppt/slides/_rels/slide2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4.xml"/><Relationship Id="rIdTrSnd" Type="http://schemas.openxmlformats.org/officeDocument/2006/relationships/audio" Target="../media/whoosh.wav"/></Relationships>
</file>

<file path=ppt/slides/_rels/slide2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5.xml"/><Relationship Id="rIdTrSnd" Type="http://schemas.openxmlformats.org/officeDocument/2006/relationships/audio" Target="../media/bubbles.wav"/></Relationships>
</file>

<file path=ppt/slides/_rels/slide2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6.xml"/><Relationship Id="rIdTrSnd" Type="http://schemas.openxmlformats.org/officeDocument/2006/relationships/audio" Target="../media/sparkle.wav"/></Relationships>
</file>

<file path=ppt/slides/_rels/slide2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7.xml"/><Relationship Id="rIdTrSnd" Type="http://schemas.openxmlformats.org/officeDocument/2006/relationships/audio" Target="../media/marimba.wav"/></Relationships>
</file>

<file path=ppt/slides/_rels/slide2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8.xml"/><Relationship Id="rIdTrSnd" Type="http://schemas.openxmlformats.org/officeDocument/2006/relationships/audio" Target="../media/harp.wav"/></Relationships>
</file>

<file path=ppt/slides/_rels/slide2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9.xml"/><Relationship Id="rIdTrSnd" Type="http://schemas.openxmlformats.org/officeDocument/2006/relationships/audio" Target="../media/chime.wav"/></Relationships>
</file>

<file path=ppt/slides/_rels/slide2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0.xml"/><Relationship Id="rIdTrSnd" Type="http://schemas.openxmlformats.org/officeDocument/2006/relationships/audio" Target="../media/whoosh.wav"/></Relationships>
</file>

<file path=ppt/slides/_rels/slide2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1.xml"/><Relationship Id="rIdTrSnd" Type="http://schemas.openxmlformats.org/officeDocument/2006/relationships/audio" Target="../media/bubbles.wav"/></Relationships>
</file>

<file path=ppt/slides/_rels/slide2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2.xml"/><Relationship Id="rIdTrSnd" Type="http://schemas.openxmlformats.org/officeDocument/2006/relationships/audio" Target="../media/sparkle.wav"/></Relationships>
</file>

<file path=ppt/slides/_rels/slide2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3.xml"/><Relationship Id="rIdTrSnd" Type="http://schemas.openxmlformats.org/officeDocument/2006/relationships/audio" Target="../media/marimba.wav"/></Relationships>
</file>

<file path=ppt/slides/_rels/slide2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4.xml"/><Relationship Id="rIdTrSnd" Type="http://schemas.openxmlformats.org/officeDocument/2006/relationships/audio" Target="../media/harp.wav"/></Relationships>
</file>

<file path=ppt/slides/_rels/slide2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5.xml"/><Relationship Id="rIdTrSnd" Type="http://schemas.openxmlformats.org/officeDocument/2006/relationships/audio" Target="../media/chime.wav"/></Relationships>
</file>

<file path=ppt/slides/_rels/slide2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6.xml"/><Relationship Id="rIdTrSnd" Type="http://schemas.openxmlformats.org/officeDocument/2006/relationships/audio" Target="../media/whoosh.wav"/></Relationships>
</file>

<file path=ppt/slides/_rels/slide2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7.xml"/><Relationship Id="rIdTrSnd" Type="http://schemas.openxmlformats.org/officeDocument/2006/relationships/audio" Target="../media/bubbles.wav"/></Relationships>
</file>

<file path=ppt/slides/_rels/slide2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8.xml"/><Relationship Id="rIdTrSnd" Type="http://schemas.openxmlformats.org/officeDocument/2006/relationships/audio" Target="../media/sparkle.wav"/></Relationships>
</file>

<file path=ppt/slides/_rels/slide2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9.xml"/><Relationship Id="rIdTrSnd" Type="http://schemas.openxmlformats.org/officeDocument/2006/relationships/audio" Target="../media/marimba.wav"/></Relationships>
</file>

<file path=ppt/slides/_rels/slide3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0.xml"/><Relationship Id="rIdTrSnd" Type="http://schemas.openxmlformats.org/officeDocument/2006/relationships/audio" Target="../media/harp.wav"/></Relationships>
</file>

<file path=ppt/slides/_rels/slide3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1.xml"/><Relationship Id="rIdTrSnd" Type="http://schemas.openxmlformats.org/officeDocument/2006/relationships/audio" Target="../media/chime.wav"/></Relationships>
</file>

<file path=ppt/slides/_rels/slide3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2.xml"/><Relationship Id="rIdTrSnd" Type="http://schemas.openxmlformats.org/officeDocument/2006/relationships/audio" Target="../media/whoosh.wav"/></Relationships>
</file>

<file path=ppt/slides/_rels/slide3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3.xml"/><Relationship Id="rIdTrSnd" Type="http://schemas.openxmlformats.org/officeDocument/2006/relationships/audio" Target="../media/bubbles.wav"/></Relationships>
</file>

<file path=ppt/slides/_rels/slide3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4.xml"/><Relationship Id="rIdTrSnd" Type="http://schemas.openxmlformats.org/officeDocument/2006/relationships/audio" Target="../media/sparkle.wav"/></Relationships>
</file>

<file path=ppt/slides/_rels/slide3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5.xml"/><Relationship Id="rIdTrSnd" Type="http://schemas.openxmlformats.org/officeDocument/2006/relationships/audio" Target="../media/marimba.wav"/></Relationships>
</file>

<file path=ppt/slides/_rels/slide3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6.xml"/><Relationship Id="rIdTrSnd" Type="http://schemas.openxmlformats.org/officeDocument/2006/relationships/audio" Target="../media/harp.wav"/></Relationships>
</file>

<file path=ppt/slides/_rels/slide3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7.xml"/><Relationship Id="rIdTrSnd" Type="http://schemas.openxmlformats.org/officeDocument/2006/relationships/audio" Target="../media/chime.wav"/></Relationships>
</file>

<file path=ppt/slides/_rels/slide3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8.xml"/><Relationship Id="rIdTrSnd" Type="http://schemas.openxmlformats.org/officeDocument/2006/relationships/audio" Target="../media/whoosh.wav"/></Relationships>
</file>

<file path=ppt/slides/_rels/slide3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9.xml"/><Relationship Id="rIdTrSnd" Type="http://schemas.openxmlformats.org/officeDocument/2006/relationships/audio" Target="../media/bubbles.wav"/></Relationships>
</file>

<file path=ppt/slides/_rels/slide3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0.xml"/><Relationship Id="rIdTrSnd" Type="http://schemas.openxmlformats.org/officeDocument/2006/relationships/audio" Target="../media/sparkle.wav"/></Relationships>
</file>

<file path=ppt/slides/_rels/slide3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1.xml"/><Relationship Id="rIdTrSnd" Type="http://schemas.openxmlformats.org/officeDocument/2006/relationships/audio" Target="../media/marimba.wav"/></Relationships>
</file>

<file path=ppt/slides/_rels/slide3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2.xml"/><Relationship Id="rIdTrSnd" Type="http://schemas.openxmlformats.org/officeDocument/2006/relationships/audio" Target="../media/harp.wav"/></Relationships>
</file>

<file path=ppt/slides/_rels/slide3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3.xml"/><Relationship Id="rIdTrSnd" Type="http://schemas.openxmlformats.org/officeDocument/2006/relationships/audio" Target="../media/chime.wav"/></Relationships>
</file>

<file path=ppt/slides/_rels/slide3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4.xml"/><Relationship Id="rIdTrSnd" Type="http://schemas.openxmlformats.org/officeDocument/2006/relationships/audio" Target="../media/whoosh.wav"/></Relationships>
</file>

<file path=ppt/slides/_rels/slide3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5.xml"/><Relationship Id="rIdTrSnd" Type="http://schemas.openxmlformats.org/officeDocument/2006/relationships/audio" Target="../media/bubbles.wav"/></Relationships>
</file>

<file path=ppt/slides/_rels/slide3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6.xml"/><Relationship Id="rIdTrSnd" Type="http://schemas.openxmlformats.org/officeDocument/2006/relationships/audio" Target="../media/sparkle.wav"/></Relationships>
</file>

<file path=ppt/slides/_rels/slide3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7.xml"/><Relationship Id="rIdTrSnd" Type="http://schemas.openxmlformats.org/officeDocument/2006/relationships/audio" Target="../media/marimba.wav"/></Relationships>
</file>

<file path=ppt/slides/_rels/slide3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8.xml"/><Relationship Id="rIdTrSnd" Type="http://schemas.openxmlformats.org/officeDocument/2006/relationships/audio" Target="../media/harp.wav"/></Relationships>
</file>

<file path=ppt/slides/_rels/slide3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9.xml"/><Relationship Id="rIdTrSnd" Type="http://schemas.openxmlformats.org/officeDocument/2006/relationships/audio" Target="../media/chime.wav"/></Relationships>
</file>

<file path=ppt/slides/_rels/slide3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0.xml"/><Relationship Id="rIdTrSnd" Type="http://schemas.openxmlformats.org/officeDocument/2006/relationships/audio" Target="../media/whoosh.wav"/></Relationships>
</file>

<file path=ppt/slides/_rels/slide3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1.xml"/><Relationship Id="rIdTrSnd" Type="http://schemas.openxmlformats.org/officeDocument/2006/relationships/audio" Target="../media/bubbles.wav"/></Relationships>
</file>

<file path=ppt/slides/_rels/slide3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2.xml"/><Relationship Id="rIdTrSnd" Type="http://schemas.openxmlformats.org/officeDocument/2006/relationships/audio" Target="../media/sparkle.wav"/></Relationships>
</file>

<file path=ppt/slides/_rels/slide3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3.xml"/><Relationship Id="rIdTrSnd" Type="http://schemas.openxmlformats.org/officeDocument/2006/relationships/audio" Target="../media/marimba.wav"/></Relationships>
</file>

<file path=ppt/slides/_rels/slide3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4.xml"/><Relationship Id="rIdTrSnd" Type="http://schemas.openxmlformats.org/officeDocument/2006/relationships/audio" Target="../media/harp.wav"/></Relationships>
</file>

<file path=ppt/slides/_rels/slide3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5.xml"/><Relationship Id="rIdTrSnd" Type="http://schemas.openxmlformats.org/officeDocument/2006/relationships/audio" Target="../media/chime.wav"/></Relationships>
</file>

<file path=ppt/slides/_rels/slide3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6.xml"/><Relationship Id="rIdTrSnd" Type="http://schemas.openxmlformats.org/officeDocument/2006/relationships/audio" Target="../media/whoosh.wav"/></Relationships>
</file>

<file path=ppt/slides/_rels/slide3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7.xml"/><Relationship Id="rIdTrSnd" Type="http://schemas.openxmlformats.org/officeDocument/2006/relationships/audio" Target="../media/bubbles.wav"/></Relationships>
</file>

<file path=ppt/slides/_rels/slide3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8.xml"/><Relationship Id="rIdTrSnd" Type="http://schemas.openxmlformats.org/officeDocument/2006/relationships/audio" Target="../media/sparkle.wav"/></Relationships>
</file>

<file path=ppt/slides/_rels/slide3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9.xml"/><Relationship Id="rIdTrSnd" Type="http://schemas.openxmlformats.org/officeDocument/2006/relationships/audio" Target="../media/marimba.wav"/></Relationships>
</file>

<file path=ppt/slides/_rels/slide3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0.xml"/><Relationship Id="rIdTrSnd" Type="http://schemas.openxmlformats.org/officeDocument/2006/relationships/audio" Target="../media/harp.wav"/></Relationships>
</file>

<file path=ppt/slides/_rels/slide3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1.xml"/><Relationship Id="rIdTrSnd" Type="http://schemas.openxmlformats.org/officeDocument/2006/relationships/audio" Target="../media/chime.wav"/></Relationships>
</file>

<file path=ppt/slides/_rels/slide3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2.xml"/><Relationship Id="rIdTrSnd" Type="http://schemas.openxmlformats.org/officeDocument/2006/relationships/audio" Target="../media/whoosh.wav"/></Relationships>
</file>

<file path=ppt/slides/_rels/slide3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3.xml"/><Relationship Id="rIdTrSnd" Type="http://schemas.openxmlformats.org/officeDocument/2006/relationships/audio" Target="../media/bubbles.wav"/></Relationships>
</file>

<file path=ppt/slides/_rels/slide3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4.xml"/><Relationship Id="rIdTrSnd" Type="http://schemas.openxmlformats.org/officeDocument/2006/relationships/audio" Target="../media/sparkle.wav"/></Relationships>
</file>

<file path=ppt/slides/_rels/slide3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5.xml"/><Relationship Id="rIdTrSnd" Type="http://schemas.openxmlformats.org/officeDocument/2006/relationships/audio" Target="../media/marimba.wav"/></Relationships>
</file>

<file path=ppt/slides/_rels/slide3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6.xml"/><Relationship Id="rIdTrSnd" Type="http://schemas.openxmlformats.org/officeDocument/2006/relationships/audio" Target="../media/harp.wav"/></Relationships>
</file>

<file path=ppt/slides/_rels/slide3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7.xml"/><Relationship Id="rIdTrSnd" Type="http://schemas.openxmlformats.org/officeDocument/2006/relationships/audio" Target="../media/chime.wav"/></Relationships>
</file>

<file path=ppt/slides/_rels/slide3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8.xml"/><Relationship Id="rIdTrSnd" Type="http://schemas.openxmlformats.org/officeDocument/2006/relationships/audio" Target="../media/whoosh.wav"/></Relationships>
</file>

<file path=ppt/slides/_rels/slide3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9.xml"/><Relationship Id="rIdTrSnd" Type="http://schemas.openxmlformats.org/officeDocument/2006/relationships/audio" Target="../media/bubbles.wav"/></Relationships>
</file>

<file path=ppt/slides/_rels/slide3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0.xml"/><Relationship Id="rIdTrSnd" Type="http://schemas.openxmlformats.org/officeDocument/2006/relationships/audio" Target="../media/sparkle.wav"/></Relationships>
</file>

<file path=ppt/slides/_rels/slide3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1.xml"/><Relationship Id="rIdTrSnd" Type="http://schemas.openxmlformats.org/officeDocument/2006/relationships/audio" Target="../media/marimba.wav"/></Relationships>
</file>

<file path=ppt/slides/_rels/slide3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2.xml"/><Relationship Id="rIdTrSnd" Type="http://schemas.openxmlformats.org/officeDocument/2006/relationships/audio" Target="../media/harp.wav"/></Relationships>
</file>

<file path=ppt/slides/_rels/slide3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3.xml"/><Relationship Id="rIdTrSnd" Type="http://schemas.openxmlformats.org/officeDocument/2006/relationships/audio" Target="../media/chime.wav"/></Relationships>
</file>

<file path=ppt/slides/_rels/slide3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4.xml"/><Relationship Id="rIdTrSnd" Type="http://schemas.openxmlformats.org/officeDocument/2006/relationships/audio" Target="../media/whoosh.wav"/></Relationships>
</file>

<file path=ppt/slides/_rels/slide3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5.xml"/><Relationship Id="rIdTrSnd" Type="http://schemas.openxmlformats.org/officeDocument/2006/relationships/audio" Target="../media/bubbles.wav"/></Relationships>
</file>

<file path=ppt/slides/_rels/slide3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6.xml"/><Relationship Id="rIdTrSnd" Type="http://schemas.openxmlformats.org/officeDocument/2006/relationships/audio" Target="../media/sparkle.wav"/></Relationships>
</file>

<file path=ppt/slides/_rels/slide3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7.xml"/><Relationship Id="rIdTrSnd" Type="http://schemas.openxmlformats.org/officeDocument/2006/relationships/audio" Target="../media/marimba.wav"/></Relationships>
</file>

<file path=ppt/slides/_rels/slide3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8.xml"/><Relationship Id="rIdTrSnd" Type="http://schemas.openxmlformats.org/officeDocument/2006/relationships/audio" Target="../media/harp.wav"/></Relationships>
</file>

<file path=ppt/slides/_rels/slide3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9.xml"/><Relationship Id="rIdTrSnd" Type="http://schemas.openxmlformats.org/officeDocument/2006/relationships/audio" Target="../media/chime.wav"/></Relationships>
</file>

<file path=ppt/slides/_rels/slide3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0.xml"/><Relationship Id="rIdTrSnd" Type="http://schemas.openxmlformats.org/officeDocument/2006/relationships/audio" Target="../media/whoosh.wav"/></Relationships>
</file>

<file path=ppt/slides/_rels/slide3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1.xml"/><Relationship Id="rIdTrSnd" Type="http://schemas.openxmlformats.org/officeDocument/2006/relationships/audio" Target="../media/bubbles.wav"/></Relationships>
</file>

<file path=ppt/slides/_rels/slide3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2.xml"/><Relationship Id="rIdTrSnd" Type="http://schemas.openxmlformats.org/officeDocument/2006/relationships/audio" Target="../media/sparkle.wav"/></Relationships>
</file>

<file path=ppt/slides/_rels/slide3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3.xml"/><Relationship Id="rIdTrSnd" Type="http://schemas.openxmlformats.org/officeDocument/2006/relationships/audio" Target="../media/marimba.wav"/></Relationships>
</file>

<file path=ppt/slides/_rels/slide3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4.xml"/><Relationship Id="rIdTrSnd" Type="http://schemas.openxmlformats.org/officeDocument/2006/relationships/audio" Target="../media/harp.wav"/></Relationships>
</file>

<file path=ppt/slides/_rels/slide3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5.xml"/><Relationship Id="rIdTrSnd" Type="http://schemas.openxmlformats.org/officeDocument/2006/relationships/audio" Target="../media/chime.wav"/></Relationships>
</file>

<file path=ppt/slides/_rels/slide3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6.xml"/><Relationship Id="rIdTrSnd" Type="http://schemas.openxmlformats.org/officeDocument/2006/relationships/audio" Target="../media/whoosh.wav"/></Relationships>
</file>

<file path=ppt/slides/_rels/slide3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7.xml"/><Relationship Id="rIdTrSnd" Type="http://schemas.openxmlformats.org/officeDocument/2006/relationships/audio" Target="../media/bubbles.wav"/></Relationships>
</file>

<file path=ppt/slides/_rels/slide3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8.xml"/><Relationship Id="rIdTrSnd" Type="http://schemas.openxmlformats.org/officeDocument/2006/relationships/audio" Target="../media/sparkle.wav"/></Relationships>
</file>

<file path=ppt/slides/_rels/slide3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9.xml"/><Relationship Id="rIdTrSnd" Type="http://schemas.openxmlformats.org/officeDocument/2006/relationships/audio" Target="../media/marimba.wav"/></Relationships>
</file>

<file path=ppt/slides/_rels/slide3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0.xml"/><Relationship Id="rIdTrSnd" Type="http://schemas.openxmlformats.org/officeDocument/2006/relationships/audio" Target="../media/harp.wav"/></Relationships>
</file>

<file path=ppt/slides/_rels/slide3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1.xml"/><Relationship Id="rIdTrSnd" Type="http://schemas.openxmlformats.org/officeDocument/2006/relationships/audio" Target="../media/chime.wav"/></Relationships>
</file>

<file path=ppt/slides/_rels/slide3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2.xml"/><Relationship Id="rIdTrSnd" Type="http://schemas.openxmlformats.org/officeDocument/2006/relationships/audio" Target="../media/whoosh.wav"/></Relationships>
</file>

<file path=ppt/slides/_rels/slide3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3.xml"/><Relationship Id="rIdTrSnd" Type="http://schemas.openxmlformats.org/officeDocument/2006/relationships/audio" Target="../media/bubbles.wav"/></Relationships>
</file>

<file path=ppt/slides/_rels/slide3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4.xml"/><Relationship Id="rIdTrSnd" Type="http://schemas.openxmlformats.org/officeDocument/2006/relationships/audio" Target="../media/sparkle.wav"/></Relationships>
</file>

<file path=ppt/slides/_rels/slide3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5.xml"/><Relationship Id="rIdTrSnd" Type="http://schemas.openxmlformats.org/officeDocument/2006/relationships/audio" Target="../media/marimba.wav"/></Relationships>
</file>

<file path=ppt/slides/_rels/slide3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6.xml"/><Relationship Id="rIdTrSnd" Type="http://schemas.openxmlformats.org/officeDocument/2006/relationships/audio" Target="../media/harp.wav"/></Relationships>
</file>

<file path=ppt/slides/_rels/slide3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7.xml"/><Relationship Id="rIdTrSnd" Type="http://schemas.openxmlformats.org/officeDocument/2006/relationships/audio" Target="../media/chime.wav"/></Relationships>
</file>

<file path=ppt/slides/_rels/slide3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8.xml"/><Relationship Id="rIdTrSnd" Type="http://schemas.openxmlformats.org/officeDocument/2006/relationships/audio" Target="../media/whoosh.wav"/></Relationships>
</file>

<file path=ppt/slides/_rels/slide3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9.xml"/><Relationship Id="rIdTrSnd" Type="http://schemas.openxmlformats.org/officeDocument/2006/relationships/audio" Target="../media/bubbles.wav"/></Relationships>
</file>

<file path=ppt/slides/_rels/slide3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0.xml"/><Relationship Id="rIdTrSnd" Type="http://schemas.openxmlformats.org/officeDocument/2006/relationships/audio" Target="../media/sparkle.wav"/></Relationships>
</file>

<file path=ppt/slides/_rels/slide3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1.xml"/><Relationship Id="rIdTrSnd" Type="http://schemas.openxmlformats.org/officeDocument/2006/relationships/audio" Target="../media/marimba.wav"/></Relationships>
</file>

<file path=ppt/slides/_rels/slide3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2.xml"/><Relationship Id="rIdTrSnd" Type="http://schemas.openxmlformats.org/officeDocument/2006/relationships/audio" Target="../media/harp.wav"/></Relationships>
</file>

<file path=ppt/slides/_rels/slide3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3.xml"/><Relationship Id="rIdTrSnd" Type="http://schemas.openxmlformats.org/officeDocument/2006/relationships/audio" Target="../media/chime.wav"/></Relationships>
</file>

<file path=ppt/slides/_rels/slide3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4.xml"/><Relationship Id="rIdTrSnd" Type="http://schemas.openxmlformats.org/officeDocument/2006/relationships/audio" Target="../media/whoosh.wav"/></Relationships>
</file>

<file path=ppt/slides/_rels/slide3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5.xml"/><Relationship Id="rIdTrSnd" Type="http://schemas.openxmlformats.org/officeDocument/2006/relationships/audio" Target="../media/bubbles.wav"/></Relationships>
</file>

<file path=ppt/slides/_rels/slide3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6.xml"/><Relationship Id="rIdTrSnd" Type="http://schemas.openxmlformats.org/officeDocument/2006/relationships/audio" Target="../media/sparkle.wav"/></Relationships>
</file>

<file path=ppt/slides/_rels/slide3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7.xml"/><Relationship Id="rIdTrSnd" Type="http://schemas.openxmlformats.org/officeDocument/2006/relationships/audio" Target="../media/marimba.wav"/></Relationships>
</file>

<file path=ppt/slides/_rels/slide3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8.xml"/><Relationship Id="rIdTrSnd" Type="http://schemas.openxmlformats.org/officeDocument/2006/relationships/audio" Target="../media/harp.wav"/></Relationships>
</file>

<file path=ppt/slides/_rels/slide3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9.xml"/><Relationship Id="rIdTrSnd" Type="http://schemas.openxmlformats.org/officeDocument/2006/relationships/audio" Target="../media/chime.wav"/></Relationships>
</file>

<file path=ppt/slides/_rels/slide3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0.xml"/><Relationship Id="rIdTrSnd" Type="http://schemas.openxmlformats.org/officeDocument/2006/relationships/audio" Target="../media/whoosh.wav"/></Relationships>
</file>

<file path=ppt/slides/_rels/slide3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1.xml"/><Relationship Id="rIdTrSnd" Type="http://schemas.openxmlformats.org/officeDocument/2006/relationships/audio" Target="../media/bubbles.wav"/></Relationships>
</file>

<file path=ppt/slides/_rels/slide3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2.xml"/><Relationship Id="rIdTrSnd" Type="http://schemas.openxmlformats.org/officeDocument/2006/relationships/audio" Target="../media/sparkle.wav"/></Relationships>
</file>

<file path=ppt/slides/_rels/slide3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3.xml"/><Relationship Id="rIdTrSnd" Type="http://schemas.openxmlformats.org/officeDocument/2006/relationships/audio" Target="../media/marimba.wav"/></Relationships>
</file>

<file path=ppt/slides/_rels/slide3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4.xml"/><Relationship Id="rIdTrSnd" Type="http://schemas.openxmlformats.org/officeDocument/2006/relationships/audio" Target="../media/harp.wav"/></Relationships>
</file>

<file path=ppt/slides/_rels/slide3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5.xml"/><Relationship Id="rIdTrSnd" Type="http://schemas.openxmlformats.org/officeDocument/2006/relationships/audio" Target="../media/chime.wav"/></Relationships>
</file>

<file path=ppt/slides/_rels/slide3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6.xml"/><Relationship Id="rIdTrSnd" Type="http://schemas.openxmlformats.org/officeDocument/2006/relationships/audio" Target="../media/whoosh.wav"/></Relationships>
</file>

<file path=ppt/slides/_rels/slide3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7.xml"/><Relationship Id="rIdTrSnd" Type="http://schemas.openxmlformats.org/officeDocument/2006/relationships/audio" Target="../media/bubbles.wav"/></Relationships>
</file>

<file path=ppt/slides/_rels/slide3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8.xml"/><Relationship Id="rIdTrSnd" Type="http://schemas.openxmlformats.org/officeDocument/2006/relationships/audio" Target="../media/sparkle.wav"/></Relationships>
</file>

<file path=ppt/slides/_rels/slide3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9.xml"/><Relationship Id="rIdTrSnd" Type="http://schemas.openxmlformats.org/officeDocument/2006/relationships/audio" Target="../media/marimba.wav"/></Relationships>
</file>

<file path=ppt/slides/_rels/slide3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0.xml"/><Relationship Id="rIdTrSnd" Type="http://schemas.openxmlformats.org/officeDocument/2006/relationships/audio" Target="../media/harp.wav"/></Relationships>
</file>

<file path=ppt/slides/_rels/slide3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1.xml"/><Relationship Id="rIdTrSnd" Type="http://schemas.openxmlformats.org/officeDocument/2006/relationships/audio" Target="../media/chime.wav"/></Relationships>
</file>

<file path=ppt/slides/_rels/slide3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2.xml"/><Relationship Id="rIdTrSnd" Type="http://schemas.openxmlformats.org/officeDocument/2006/relationships/audio" Target="../media/whoosh.wav"/></Relationships>
</file>

<file path=ppt/slides/_rels/slide3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3.xml"/><Relationship Id="rIdTrSnd" Type="http://schemas.openxmlformats.org/officeDocument/2006/relationships/audio" Target="../media/bubbles.wav"/></Relationships>
</file>

<file path=ppt/slides/_rels/slide3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4.xml"/><Relationship Id="rIdTrSnd" Type="http://schemas.openxmlformats.org/officeDocument/2006/relationships/audio" Target="../media/sparkle.wav"/></Relationships>
</file>

<file path=ppt/slides/_rels/slide3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5.xml"/><Relationship Id="rIdTrSnd" Type="http://schemas.openxmlformats.org/officeDocument/2006/relationships/audio" Target="../media/marimba.wav"/></Relationships>
</file>

<file path=ppt/slides/_rels/slide3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6.xml"/><Relationship Id="rIdTrSnd" Type="http://schemas.openxmlformats.org/officeDocument/2006/relationships/audio" Target="../media/harp.wav"/></Relationships>
</file>

<file path=ppt/slides/_rels/slide3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7.xml"/><Relationship Id="rIdTrSnd" Type="http://schemas.openxmlformats.org/officeDocument/2006/relationships/audio" Target="../media/chime.wav"/></Relationships>
</file>

<file path=ppt/slides/_rels/slide3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8.xml"/><Relationship Id="rIdTrSnd" Type="http://schemas.openxmlformats.org/officeDocument/2006/relationships/audio" Target="../media/whoosh.wav"/></Relationships>
</file>

<file path=ppt/slides/_rels/slide3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9.xml"/><Relationship Id="rIdTrSnd" Type="http://schemas.openxmlformats.org/officeDocument/2006/relationships/audio" Target="../media/bubbles.wav"/></Relationships>
</file>

<file path=ppt/slides/_rels/slide4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0.xml"/><Relationship Id="rIdTrSnd" Type="http://schemas.openxmlformats.org/officeDocument/2006/relationships/audio" Target="../media/sparkle.wav"/></Relationships>
</file>

<file path=ppt/slides/_rels/slide4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1.xml"/><Relationship Id="rIdTrSnd" Type="http://schemas.openxmlformats.org/officeDocument/2006/relationships/audio" Target="../media/marimba.wav"/></Relationships>
</file>

<file path=ppt/slides/_rels/slide4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2.xml"/><Relationship Id="rIdTrSnd" Type="http://schemas.openxmlformats.org/officeDocument/2006/relationships/audio" Target="../media/harp.wav"/></Relationships>
</file>

<file path=ppt/slides/_rels/slide4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3.xml"/><Relationship Id="rIdTrSnd" Type="http://schemas.openxmlformats.org/officeDocument/2006/relationships/audio" Target="../media/chime.wav"/></Relationships>
</file>

<file path=ppt/slides/_rels/slide4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4.xml"/><Relationship Id="rIdTrSnd" Type="http://schemas.openxmlformats.org/officeDocument/2006/relationships/audio" Target="../media/whoosh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C52E0"/>
          </a:solidFill>
          <a:ln w="12700">
            <a:solidFill>
              <a:srgbClr val="AC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DDB70"/>
          </a:solidFill>
          <a:ln w="12700">
            <a:solidFill>
              <a:srgbClr val="CD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4"/>
          </a:solidFill>
          <a:ln w="12700">
            <a:solidFill>
              <a:srgbClr val="47856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4139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4139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بٍ</a:t>
            </a:r>
            <a:endParaRPr lang="ar-SA" sz="5600" dirty="0"/>
          </a:p>
        </p:txBody>
      </p:sp>
      <p:sp>
        <p:nvSpPr>
          <p:cNvPr id="23" name="C6 H shaddah bar"/>
          <p:cNvSpPr/>
          <p:nvPr/>
        </p:nvSpPr>
        <p:spPr>
          <a:xfrm>
            <a:off x="4480560" y="1472184"/>
            <a:ext cx="384048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R result"/>
          <p:cNvSpPr txBox="1"/>
          <p:nvPr/>
        </p:nvSpPr>
        <p:spPr>
          <a:xfrm>
            <a:off x="685800" y="161558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بٍّ</a:t>
            </a:r>
            <a:endParaRPr lang="ar-SA" sz="88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664"/>
          </a:solidFill>
          <a:ln w="12700">
            <a:solidFill>
              <a:srgbClr val="D8C6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447"/>
          </a:solidFill>
          <a:ln w="12700">
            <a:solidFill>
              <a:srgbClr val="D1A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5120640" y="1204101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بٍّ</a:t>
            </a:r>
            <a:endParaRPr lang="ar-SA" sz="8800" dirty="0"/>
          </a:p>
        </p:txBody>
      </p:sp>
      <p:sp>
        <p:nvSpPr>
          <p:cNvPr id="12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4" name="C3 W2 word"/>
          <p:cNvSpPr txBox="1"/>
          <p:nvPr/>
        </p:nvSpPr>
        <p:spPr>
          <a:xfrm>
            <a:off x="914400" y="118342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رَبٍّ</a:t>
            </a:r>
            <a:endParaRPr lang="ar-SA" sz="8800" dirty="0"/>
          </a:p>
        </p:txBody>
      </p:sp>
      <p:sp>
        <p:nvSpPr>
          <p:cNvPr id="15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16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5F7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03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03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بٍ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08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رَبٍّ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7"/>
          </a:solidFill>
          <a:ln w="12700">
            <a:solidFill>
              <a:srgbClr val="642B4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534"/>
          </a:solidFill>
          <a:ln w="12700">
            <a:solidFill>
              <a:srgbClr val="793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03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03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بٍ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5252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أَبٍّ</a:t>
            </a:r>
            <a:endParaRPr lang="ar-SA" sz="7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03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03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بٍ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00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تَبٍّ</a:t>
            </a:r>
            <a:endParaRPr lang="ar-SA" sz="7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D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8ED"/>
          </a:solidFill>
          <a:ln w="12700">
            <a:solidFill>
              <a:srgbClr val="5EC8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03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03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بٍ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00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ثَبٍّ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4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852"/>
          </a:solidFill>
          <a:ln w="12700">
            <a:solidFill>
              <a:srgbClr val="E088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F"/>
          </a:solidFill>
          <a:ln w="12700">
            <a:solidFill>
              <a:srgbClr val="70DBC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54785"/>
          </a:solidFill>
          <a:ln w="12700">
            <a:solidFill>
              <a:srgbClr val="5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03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03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بٍ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00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جَبٍّ</a:t>
            </a:r>
            <a:endParaRPr lang="ar-SA" sz="7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9"/>
          </a:solidFill>
          <a:ln w="12700">
            <a:solidFill>
              <a:srgbClr val="64D8A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2"/>
          </a:solidFill>
          <a:ln w="12700">
            <a:solidFill>
              <a:srgbClr val="47D18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03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03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بٍ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00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حَبٍّ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03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03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بٍ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00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خَبٍّ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3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5642B"/>
          </a:solidFill>
          <a:ln w="12700">
            <a:solidFill>
              <a:srgbClr val="5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57934"/>
          </a:solidFill>
          <a:ln w="12700">
            <a:solidFill>
              <a:srgbClr val="4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71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03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039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بٍ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007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دَبٍّ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7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7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تٍ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1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أَتٍّ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C5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C"/>
          </a:solidFill>
          <a:ln w="12700">
            <a:solidFill>
              <a:srgbClr val="ED5EE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77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77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تٍ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406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بَتٍّ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5"/>
          </a:solidFill>
          <a:ln w="12700">
            <a:solidFill>
              <a:srgbClr val="52E06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470DB"/>
          </a:solidFill>
          <a:ln w="12700">
            <a:solidFill>
              <a:srgbClr val="B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9"/>
          </a:solidFill>
          <a:ln w="12700">
            <a:solidFill>
              <a:srgbClr val="854749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77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77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تٍ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390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ثَتٍّ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C64D8"/>
          </a:solidFill>
          <a:ln w="12700">
            <a:solidFill>
              <a:srgbClr val="8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047D1"/>
          </a:solidFill>
          <a:ln w="12700">
            <a:solidFill>
              <a:srgbClr val="6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7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7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تٍ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307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جَتٍّ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D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77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77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تٍ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390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حَتٍّ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43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364"/>
          </a:solidFill>
          <a:ln w="12700">
            <a:solidFill>
              <a:srgbClr val="2B6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679"/>
          </a:solidFill>
          <a:ln w="12700">
            <a:solidFill>
              <a:srgbClr val="345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77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77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تٍ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390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خَتٍّ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31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77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779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تٍ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90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دَتٍّ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B5E"/>
          </a:solidFill>
          <a:ln w="12700">
            <a:solidFill>
              <a:srgbClr val="EDCB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6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6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ثٍ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79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أَثٍّ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3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2E0"/>
          </a:solidFill>
          <a:ln w="12700">
            <a:solidFill>
              <a:srgbClr val="526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4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A70"/>
          </a:solidFill>
          <a:ln w="12700">
            <a:solidFill>
              <a:srgbClr val="DB9A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98547"/>
          </a:solidFill>
          <a:ln w="12700">
            <a:solidFill>
              <a:srgbClr val="5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6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6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ثٍ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832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بَثٍّ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F64"/>
          </a:solidFill>
          <a:ln w="12700">
            <a:solidFill>
              <a:srgbClr val="D86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1"/>
          </a:solidFill>
          <a:ln w="12700">
            <a:solidFill>
              <a:srgbClr val="D1475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6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6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ثٍ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79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تَثٍّ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C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6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6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ثٍ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8549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جَثٍّ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62B64"/>
          </a:solidFill>
          <a:ln w="12700">
            <a:solidFill>
              <a:srgbClr val="56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7"/>
          </a:solidFill>
          <a:ln w="12700">
            <a:solidFill>
              <a:srgbClr val="79346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06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06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ثٍ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79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حَثٍّ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6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6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ثٍ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79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خَثٍّ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7"/>
          </a:solidFill>
          <a:ln w="12700">
            <a:solidFill>
              <a:srgbClr val="5EEDA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84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6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63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ثٍ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7970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دَثٍّ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4314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6"/>
          </a:solidFill>
          <a:ln w="12700">
            <a:solidFill>
              <a:srgbClr val="E0528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F"/>
          </a:solidFill>
          <a:ln w="12700">
            <a:solidFill>
              <a:srgbClr val="70DB7F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885"/>
          </a:solidFill>
          <a:ln w="12700">
            <a:solidFill>
              <a:srgbClr val="476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جٍ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أَجٍّ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6D864"/>
          </a:solidFill>
          <a:ln w="12700">
            <a:solidFill>
              <a:srgbClr val="76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4D147"/>
          </a:solidFill>
          <a:ln w="12700">
            <a:solidFill>
              <a:srgbClr val="7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بَجٍّ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5D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جٍ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تَجٍّ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431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82B"/>
          </a:solidFill>
          <a:ln w="12700">
            <a:solidFill>
              <a:srgbClr val="644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934"/>
          </a:solidFill>
          <a:ln w="12700">
            <a:solidFill>
              <a:srgbClr val="7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جٍ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ثَجٍّ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حَجٍّ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45EED"/>
          </a:solidFill>
          <a:ln w="12700">
            <a:solidFill>
              <a:srgbClr val="84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جٍ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خَجٍّ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3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9E052"/>
          </a:solidFill>
          <a:ln w="12700">
            <a:solidFill>
              <a:srgbClr val="A9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CDB"/>
          </a:solidFill>
          <a:ln w="12700">
            <a:solidFill>
              <a:srgbClr val="707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7"/>
          </a:solidFill>
          <a:ln w="12700">
            <a:solidFill>
              <a:srgbClr val="85477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جٍ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دَجٍّ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3D8"/>
          </a:solidFill>
          <a:ln w="12700">
            <a:solidFill>
              <a:srgbClr val="649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6D1"/>
          </a:solidFill>
          <a:ln w="12700">
            <a:solidFill>
              <a:srgbClr val="479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أَحٍّ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7C5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حٍ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بَحٍّ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A"/>
          </a:solidFill>
          <a:ln w="12700">
            <a:solidFill>
              <a:srgbClr val="2B643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9"/>
          </a:solidFill>
          <a:ln w="12700">
            <a:solidFill>
              <a:srgbClr val="34796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حٍ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تَحٍّ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ثَحٍّ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7D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05E"/>
          </a:solidFill>
          <a:ln w="12700">
            <a:solidFill>
              <a:srgbClr val="ED6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حٍ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جَحٍّ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4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DE0"/>
          </a:solidFill>
          <a:ln w="12700">
            <a:solidFill>
              <a:srgbClr val="52CD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7"/>
          </a:solidFill>
          <a:ln w="12700">
            <a:solidFill>
              <a:srgbClr val="DB709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347"/>
          </a:solidFill>
          <a:ln w="12700">
            <a:solidFill>
              <a:srgbClr val="8583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حٍ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خَحٍّ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0"/>
          </a:solidFill>
          <a:ln w="12700">
            <a:solidFill>
              <a:srgbClr val="D864B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8"/>
          </a:solidFill>
          <a:ln w="12700">
            <a:solidFill>
              <a:srgbClr val="D147B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196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95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دَحٍّ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E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30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30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خٍ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92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أَخٍّ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42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C2B64"/>
          </a:solidFill>
          <a:ln w="12700">
            <a:solidFill>
              <a:srgbClr val="2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83479"/>
          </a:solidFill>
          <a:ln w="12700">
            <a:solidFill>
              <a:srgbClr val="5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30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30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خٍ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92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بَخٍّ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30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30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خٍ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92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تَخٍّ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C5F7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0ED5E"/>
          </a:solidFill>
          <a:ln w="12700">
            <a:solidFill>
              <a:srgbClr val="80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30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30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خٍ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92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ثَخٍّ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2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152E0"/>
          </a:solidFill>
          <a:ln w="12700">
            <a:solidFill>
              <a:srgbClr val="D1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2DB70"/>
          </a:solidFill>
          <a:ln w="12700">
            <a:solidFill>
              <a:srgbClr val="B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4"/>
          </a:solidFill>
          <a:ln w="12700">
            <a:solidFill>
              <a:srgbClr val="47857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30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30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خٍ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92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جَخٍّ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DD864"/>
          </a:solidFill>
          <a:ln w="12700">
            <a:solidFill>
              <a:srgbClr val="C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847"/>
          </a:solidFill>
          <a:ln w="12700">
            <a:solidFill>
              <a:srgbClr val="D1C8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30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30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خٍ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92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حَخٍّ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C5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07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30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30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خٍ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92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دَخٍّ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4314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8"/>
          </a:solidFill>
          <a:ln w="12700">
            <a:solidFill>
              <a:srgbClr val="642B3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634"/>
          </a:solidFill>
          <a:ln w="12700">
            <a:solidFill>
              <a:srgbClr val="794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386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386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دٍ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95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أَدٍّ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386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386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دٍ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21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بَدٍّ</a:t>
            </a:r>
            <a:endParaRPr lang="ar-SA" sz="77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C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4ED"/>
          </a:solidFill>
          <a:ln w="12700">
            <a:solidFill>
              <a:srgbClr val="5EA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386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386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دٍ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297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تَدٍّ</a:t>
            </a:r>
            <a:endParaRPr lang="ar-SA" sz="8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431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D52"/>
          </a:solidFill>
          <a:ln w="12700">
            <a:solidFill>
              <a:srgbClr val="E0AD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CDB"/>
          </a:solidFill>
          <a:ln w="12700">
            <a:solidFill>
              <a:srgbClr val="70CC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44785"/>
          </a:solidFill>
          <a:ln w="12700">
            <a:solidFill>
              <a:srgbClr val="6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386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386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دٍ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297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ثَدٍّ</a:t>
            </a:r>
            <a:endParaRPr lang="ar-SA" sz="88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7"/>
          </a:solidFill>
          <a:ln w="12700">
            <a:solidFill>
              <a:srgbClr val="64D8C7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5"/>
          </a:solidFill>
          <a:ln w="12700">
            <a:solidFill>
              <a:srgbClr val="47D1A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386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386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دٍ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256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جَدٍّ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E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5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386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386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دٍ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297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حَدٍّ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2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7642B"/>
          </a:solidFill>
          <a:ln w="12700">
            <a:solidFill>
              <a:srgbClr val="4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5"/>
          </a:solidFill>
          <a:ln w="12700">
            <a:solidFill>
              <a:srgbClr val="34793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4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455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455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دٍ</a:t>
            </a:r>
            <a:endParaRPr lang="ar-SA" sz="4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2976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خَدٍّ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42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42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ذٍ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0218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أَذٍّ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7C5D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7"/>
          </a:solidFill>
          <a:ln w="12700">
            <a:solidFill>
              <a:srgbClr val="ED5EC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42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42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ذٍ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005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بَذٍّ</a:t>
            </a:r>
            <a:endParaRPr lang="ar-SA" sz="68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1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9"/>
          </a:solidFill>
          <a:ln w="12700">
            <a:solidFill>
              <a:srgbClr val="52E08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070DB"/>
          </a:solidFill>
          <a:ln w="12700">
            <a:solidFill>
              <a:srgbClr val="D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547"/>
          </a:solidFill>
          <a:ln w="12700">
            <a:solidFill>
              <a:srgbClr val="855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42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42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ذٍ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0218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تَذٍّ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A64D8"/>
          </a:solidFill>
          <a:ln w="12700">
            <a:solidFill>
              <a:srgbClr val="A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347D1"/>
          </a:solidFill>
          <a:ln w="12700">
            <a:solidFill>
              <a:srgbClr val="83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42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42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ذٍ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0218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ثَذٍّ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7D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042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042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ذٍ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026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جَذٍّ</a:t>
            </a:r>
            <a:endParaRPr lang="ar-SA" sz="68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1443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564"/>
          </a:solidFill>
          <a:ln w="12700">
            <a:solidFill>
              <a:srgbClr val="2B5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479"/>
          </a:solidFill>
          <a:ln w="12700">
            <a:solidFill>
              <a:srgbClr val="344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042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042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ذٍ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0218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حَذٍّ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42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42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ذٍ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0218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خَذٍّ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E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BED5E"/>
          </a:solidFill>
          <a:ln w="12700">
            <a:solidFill>
              <a:srgbClr val="E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498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042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042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ذٍ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0218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دَذٍّ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42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652E0"/>
          </a:solidFill>
          <a:ln w="12700">
            <a:solidFill>
              <a:srgbClr val="6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570"/>
          </a:solidFill>
          <a:ln w="12700">
            <a:solidFill>
              <a:srgbClr val="DBB5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8547"/>
          </a:solidFill>
          <a:ln w="12700">
            <a:solidFill>
              <a:srgbClr val="49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47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47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رٍ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أَرٍّ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D64"/>
          </a:solidFill>
          <a:ln w="12700">
            <a:solidFill>
              <a:srgbClr val="D88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147"/>
          </a:solidFill>
          <a:ln w="12700">
            <a:solidFill>
              <a:srgbClr val="D16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47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47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رٍ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23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بَرٍّ</a:t>
            </a:r>
            <a:endParaRPr lang="ar-SA" sz="80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C5F7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47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47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رٍ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23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تَرٍّ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2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3"/>
          </a:solidFill>
          <a:ln w="12700">
            <a:solidFill>
              <a:srgbClr val="642B6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6"/>
          </a:solidFill>
          <a:ln w="12700">
            <a:solidFill>
              <a:srgbClr val="79345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47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47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رٍ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ثَرٍّ</a:t>
            </a:r>
            <a:endParaRPr lang="ar-SA" sz="7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E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47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47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رٍ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23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جَرٍّ</a:t>
            </a:r>
            <a:endParaRPr lang="ar-SA" sz="8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C5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C"/>
          </a:solidFill>
          <a:ln w="12700">
            <a:solidFill>
              <a:srgbClr val="5EEDC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47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47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رٍ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23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حَرٍّ</a:t>
            </a:r>
            <a:endParaRPr lang="ar-SA" sz="8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431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1"/>
          </a:solidFill>
          <a:ln w="12700">
            <a:solidFill>
              <a:srgbClr val="E0526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4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A"/>
          </a:solidFill>
          <a:ln w="12700">
            <a:solidFill>
              <a:srgbClr val="70DB9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885"/>
          </a:solidFill>
          <a:ln w="12700">
            <a:solidFill>
              <a:srgbClr val="4758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58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587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رٍ</a:t>
            </a:r>
            <a:endParaRPr lang="ar-SA" sz="4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23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خَرٍّ</a:t>
            </a:r>
            <a:endParaRPr lang="ar-SA" sz="80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D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0"/>
          </a:solidFill>
          <a:ln w="12700">
            <a:solidFill>
              <a:srgbClr val="64D87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0D147"/>
          </a:solidFill>
          <a:ln w="12700">
            <a:solidFill>
              <a:srgbClr val="50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47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47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رٍ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23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دَرٍّ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C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8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47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479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رٍ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23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ذَرٍّ</a:t>
            </a:r>
            <a:endParaRPr lang="ar-SA" sz="80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432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72B"/>
          </a:solidFill>
          <a:ln w="12700">
            <a:solidFill>
              <a:srgbClr val="6457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77934"/>
          </a:solidFill>
          <a:ln w="12700">
            <a:solidFill>
              <a:srgbClr val="6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172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زٍ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أَزٍّ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C5F7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71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زٍ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25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بَزٍّ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E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85EED"/>
          </a:solidFill>
          <a:ln w="12700">
            <a:solidFill>
              <a:srgbClr val="A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8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زٍ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325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تَزٍّ</a:t>
            </a:r>
            <a:endParaRPr lang="ar-SA" sz="70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3C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5E052"/>
          </a:solidFill>
          <a:ln w="12700">
            <a:solidFill>
              <a:srgbClr val="85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070DB"/>
          </a:solidFill>
          <a:ln w="12700">
            <a:solidFill>
              <a:srgbClr val="80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7"/>
          </a:solidFill>
          <a:ln w="12700">
            <a:solidFill>
              <a:srgbClr val="85476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791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زٍ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25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ثَزٍّ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C5E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5D8"/>
          </a:solidFill>
          <a:ln w="12700">
            <a:solidFill>
              <a:srgbClr val="6475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3D1"/>
          </a:solidFill>
          <a:ln w="12700">
            <a:solidFill>
              <a:srgbClr val="477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زٍ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25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جَزٍّ</a:t>
            </a:r>
            <a:endParaRPr lang="ar-SA" sz="70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C5D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875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زٍ</a:t>
            </a:r>
            <a:endParaRPr lang="ar-SA" sz="4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325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حَزٍّ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8"/>
          </a:solidFill>
          <a:ln w="12700">
            <a:solidFill>
              <a:srgbClr val="2B644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879"/>
          </a:solidFill>
          <a:ln w="12700">
            <a:solidFill>
              <a:srgbClr val="347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1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زٍ</a:t>
            </a:r>
            <a:endParaRPr lang="ar-SA" sz="4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325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خَزٍّ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D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7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زٍ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25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دَزٍّ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E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55E"/>
          </a:solidFill>
          <a:ln w="12700">
            <a:solidFill>
              <a:srgbClr val="ED85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36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زٍ</a:t>
            </a:r>
            <a:endParaRPr lang="ar-SA" sz="4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325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ذَزٍّ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443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8E0"/>
          </a:solidFill>
          <a:ln w="12700">
            <a:solidFill>
              <a:srgbClr val="52A8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C"/>
          </a:solidFill>
          <a:ln w="12700">
            <a:solidFill>
              <a:srgbClr val="DB707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78547"/>
          </a:solidFill>
          <a:ln w="12700">
            <a:solidFill>
              <a:srgbClr val="7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016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8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277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زٍ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259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رَزٍّ</a:t>
            </a:r>
            <a:endParaRPr lang="ar-SA" sz="7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7C5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2"/>
          </a:solidFill>
          <a:ln w="12700">
            <a:solidFill>
              <a:srgbClr val="D8649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5"/>
          </a:solidFill>
          <a:ln w="12700">
            <a:solidFill>
              <a:srgbClr val="D1479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سٍ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أَسٍّ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D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سٍ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2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بَسٍّ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41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A2B64"/>
          </a:solidFill>
          <a:ln w="12700">
            <a:solidFill>
              <a:srgbClr val="3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93479"/>
          </a:solidFill>
          <a:ln w="12700">
            <a:solidFill>
              <a:srgbClr val="6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سٍ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2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تَسٍّ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7C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سٍ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ثَسٍّ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C5F7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1"/>
          </a:solidFill>
          <a:ln w="12700">
            <a:solidFill>
              <a:srgbClr val="5EED6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سٍ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2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جَسٍّ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3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C"/>
          </a:solidFill>
          <a:ln w="12700">
            <a:solidFill>
              <a:srgbClr val="E052C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6DB70"/>
          </a:solidFill>
          <a:ln w="12700">
            <a:solidFill>
              <a:srgbClr val="96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3"/>
          </a:solidFill>
          <a:ln w="12700">
            <a:solidFill>
              <a:srgbClr val="478583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سٍ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2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حَسٍّ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F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FD864"/>
          </a:solidFill>
          <a:ln w="12700">
            <a:solidFill>
              <a:srgbClr val="A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7D147"/>
          </a:solidFill>
          <a:ln w="12700">
            <a:solidFill>
              <a:srgbClr val="B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سٍ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2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خَسٍّ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C5E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سٍ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2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دَسٍّ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43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C2B"/>
          </a:solidFill>
          <a:ln w="12700">
            <a:solidFill>
              <a:srgbClr val="642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834"/>
          </a:solidFill>
          <a:ln w="12700">
            <a:solidFill>
              <a:srgbClr val="795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سٍ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ذَسٍّ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C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سٍ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2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رَسٍّ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FED"/>
          </a:solidFill>
          <a:ln w="12700">
            <a:solidFill>
              <a:srgbClr val="5E7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455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197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سٍ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290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زَسٍّ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432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152"/>
          </a:solidFill>
          <a:ln w="12700">
            <a:solidFill>
              <a:srgbClr val="E0D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A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1DB"/>
          </a:solidFill>
          <a:ln w="12700">
            <a:solidFill>
              <a:srgbClr val="70B1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4785"/>
          </a:solidFill>
          <a:ln w="12700">
            <a:solidFill>
              <a:srgbClr val="7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858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858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شٍ</a:t>
            </a:r>
            <a:endParaRPr lang="ar-SA" sz="31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657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أَشٍّ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C5F7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CD8"/>
          </a:solidFill>
          <a:ln w="12700">
            <a:solidFill>
              <a:srgbClr val="64C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8"/>
          </a:solidFill>
          <a:ln w="12700">
            <a:solidFill>
              <a:srgbClr val="47D1C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81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81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شٍ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57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بَشٍّ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5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5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شٍ</a:t>
            </a:r>
            <a:endParaRPr lang="ar-SA" sz="31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657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تَشٍّ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36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8642B"/>
          </a:solidFill>
          <a:ln w="12700">
            <a:solidFill>
              <a:srgbClr val="3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7"/>
          </a:solidFill>
          <a:ln w="12700">
            <a:solidFill>
              <a:srgbClr val="34794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2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27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شٍ</a:t>
            </a:r>
            <a:endParaRPr lang="ar-SA" sz="31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657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ثَشٍّ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C5D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شٍ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57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جَشٍّ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7C5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3"/>
          </a:solidFill>
          <a:ln w="12700">
            <a:solidFill>
              <a:srgbClr val="ED5EA3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62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شٍ</a:t>
            </a:r>
            <a:endParaRPr lang="ar-SA" sz="31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657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حَشٍّ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1443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E"/>
          </a:solidFill>
          <a:ln w="12700">
            <a:solidFill>
              <a:srgbClr val="52E0A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C"/>
          </a:solidFill>
          <a:ln w="12700">
            <a:solidFill>
              <a:srgbClr val="DB70C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547"/>
          </a:solidFill>
          <a:ln w="12700">
            <a:solidFill>
              <a:srgbClr val="856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6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1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56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1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شٍ</a:t>
            </a:r>
            <a:endParaRPr lang="ar-SA" sz="31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657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خَشٍّ</a:t>
            </a:r>
            <a:endParaRPr lang="ar-SA" sz="66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D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764D8"/>
          </a:solidFill>
          <a:ln w="12700">
            <a:solidFill>
              <a:srgbClr val="C7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647D1"/>
          </a:solidFill>
          <a:ln w="12700">
            <a:solidFill>
              <a:srgbClr val="A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1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شٍ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57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دَشٍّ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7E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38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1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38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1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شٍ</a:t>
            </a:r>
            <a:endParaRPr lang="ar-SA" sz="31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657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ذَشٍّ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1442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664"/>
          </a:solidFill>
          <a:ln w="12700">
            <a:solidFill>
              <a:srgbClr val="2B4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3479"/>
          </a:solidFill>
          <a:ln w="12700">
            <a:solidFill>
              <a:srgbClr val="3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330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1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330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1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شٍ</a:t>
            </a:r>
            <a:endParaRPr lang="ar-SA" sz="31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657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رَشٍّ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7C5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2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1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27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1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شٍ</a:t>
            </a:r>
            <a:endParaRPr lang="ar-SA" sz="31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657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زَشٍّ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D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6ED5E"/>
          </a:solidFill>
          <a:ln w="12700">
            <a:solidFill>
              <a:srgbClr val="C6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9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1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92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1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084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31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1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824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شٍ</a:t>
            </a:r>
            <a:endParaRPr lang="ar-SA" sz="31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6578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سَشٍّ</a:t>
            </a:r>
            <a:endParaRPr lang="ar-SA" sz="66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418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A52E0"/>
          </a:solidFill>
          <a:ln w="12700">
            <a:solidFill>
              <a:srgbClr val="8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070"/>
          </a:solidFill>
          <a:ln w="12700">
            <a:solidFill>
              <a:srgbClr val="DBD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5"/>
          </a:solidFill>
          <a:ln w="12700">
            <a:solidFill>
              <a:srgbClr val="47855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944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صٍ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أَصٍّ</a:t>
            </a:r>
            <a:endParaRPr lang="ar-SA" sz="70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7C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A64"/>
          </a:solidFill>
          <a:ln w="12700">
            <a:solidFill>
              <a:srgbClr val="D8A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447"/>
          </a:solidFill>
          <a:ln w="12700">
            <a:solidFill>
              <a:srgbClr val="D184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24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صٍ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39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بَصٍّ</a:t>
            </a:r>
            <a:endParaRPr lang="ar-SA" sz="7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C5F7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64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صٍ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39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تَصٍّ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3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4"/>
          </a:solidFill>
          <a:ln w="12700">
            <a:solidFill>
              <a:srgbClr val="642B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4"/>
          </a:solidFill>
          <a:ln w="12700">
            <a:solidFill>
              <a:srgbClr val="79344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0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صٍ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ثَصٍّ</a:t>
            </a:r>
            <a:endParaRPr lang="ar-SA" sz="7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صٍ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39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جَصٍّ</a:t>
            </a:r>
            <a:endParaRPr lang="ar-SA" sz="7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C5E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AED"/>
          </a:solidFill>
          <a:ln w="12700">
            <a:solidFill>
              <a:srgbClr val="5EE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842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صٍ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39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حَصٍّ</a:t>
            </a:r>
            <a:endParaRPr lang="ar-SA" sz="7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4314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752"/>
          </a:solidFill>
          <a:ln w="12700">
            <a:solidFill>
              <a:srgbClr val="E06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6"/>
          </a:solidFill>
          <a:ln w="12700">
            <a:solidFill>
              <a:srgbClr val="70DBB6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985"/>
          </a:solidFill>
          <a:ln w="12700">
            <a:solidFill>
              <a:srgbClr val="4749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52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صٍ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39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خَصٍّ</a:t>
            </a:r>
            <a:endParaRPr lang="ar-SA" sz="7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C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D"/>
          </a:solidFill>
          <a:ln w="12700">
            <a:solidFill>
              <a:srgbClr val="64D88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1"/>
          </a:solidFill>
          <a:ln w="12700">
            <a:solidFill>
              <a:srgbClr val="47D16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صٍ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39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دَصٍّ</a:t>
            </a:r>
            <a:endParaRPr lang="ar-SA" sz="7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D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4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29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4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صٍ</a:t>
            </a:r>
            <a:endParaRPr lang="ar-SA" sz="34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39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ذَصٍّ</a:t>
            </a:r>
            <a:endParaRPr lang="ar-SA" sz="7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432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3642B"/>
          </a:solidFill>
          <a:ln w="12700">
            <a:solidFill>
              <a:srgbClr val="6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57934"/>
          </a:solidFill>
          <a:ln w="12700">
            <a:solidFill>
              <a:srgbClr val="5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4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6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4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صٍ</a:t>
            </a:r>
            <a:endParaRPr lang="ar-SA" sz="34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39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رَصٍّ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C5F7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0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صٍ</a:t>
            </a:r>
            <a:endParaRPr lang="ar-SA" sz="3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539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زَصٍّ</a:t>
            </a:r>
            <a:endParaRPr lang="ar-SA" sz="7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7C5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D5EED"/>
          </a:solidFill>
          <a:ln w="12700">
            <a:solidFill>
              <a:srgbClr val="C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4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26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4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صٍ</a:t>
            </a:r>
            <a:endParaRPr lang="ar-SA" sz="34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536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سَصٍّ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30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0E052"/>
          </a:solidFill>
          <a:ln w="12700">
            <a:solidFill>
              <a:srgbClr val="6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5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B70DB"/>
          </a:solidFill>
          <a:ln w="12700">
            <a:solidFill>
              <a:srgbClr val="9B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8"/>
          </a:solidFill>
          <a:ln w="12700">
            <a:solidFill>
              <a:srgbClr val="8547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900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511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3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132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صٍ</a:t>
            </a:r>
            <a:endParaRPr lang="ar-SA" sz="3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536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شَصٍّ</a:t>
            </a:r>
            <a:endParaRPr lang="ar-SA" sz="7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C5D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064D8"/>
          </a:solidFill>
          <a:ln w="12700">
            <a:solidFill>
              <a:srgbClr val="7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0D1"/>
          </a:solidFill>
          <a:ln w="12700">
            <a:solidFill>
              <a:srgbClr val="475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88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88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ضٍ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14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أَضٍّ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7C5C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6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62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ضٍ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414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بَضٍّ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1443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7"/>
          </a:solidFill>
          <a:ln w="12700">
            <a:solidFill>
              <a:srgbClr val="2B645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679"/>
          </a:solidFill>
          <a:ln w="12700">
            <a:solidFill>
              <a:srgbClr val="346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59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59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ضٍ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414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تَضٍّ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E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8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8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ضٍ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14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ثَضٍّ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F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95E"/>
          </a:solidFill>
          <a:ln w="12700">
            <a:solidFill>
              <a:srgbClr val="EDA9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ضٍ</a:t>
            </a:r>
            <a:endParaRPr lang="ar-SA" sz="3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414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جَضٍّ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143C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4E0"/>
          </a:solidFill>
          <a:ln w="12700">
            <a:solidFill>
              <a:srgbClr val="528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B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070"/>
          </a:solidFill>
          <a:ln w="12700">
            <a:solidFill>
              <a:srgbClr val="DB8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78547"/>
          </a:solidFill>
          <a:ln w="12700">
            <a:solidFill>
              <a:srgbClr val="6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3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ضٍ</a:t>
            </a:r>
            <a:endParaRPr lang="ar-SA" sz="3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414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حَضٍّ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F7C5E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4"/>
          </a:solidFill>
          <a:ln w="12700">
            <a:solidFill>
              <a:srgbClr val="D8647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72"/>
          </a:solidFill>
          <a:ln w="12700">
            <a:solidFill>
              <a:srgbClr val="D1477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4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47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ضٍ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14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خَضٍّ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D2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2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ضٍ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414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دَضٍّ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15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2B64"/>
          </a:solidFill>
          <a:ln w="12700">
            <a:solidFill>
              <a:srgbClr val="4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8"/>
          </a:solidFill>
          <a:ln w="12700">
            <a:solidFill>
              <a:srgbClr val="79347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2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2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ضٍ</a:t>
            </a:r>
            <a:endParaRPr lang="ar-SA" sz="32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414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ذَضٍّ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5">
    <p:bg>
      <p:bgPr>
        <a:solidFill>
          <a:srgbClr val="F7D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09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09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ضٍ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14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رَضٍّ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6">
    <p:bg>
      <p:bgPr>
        <a:solidFill>
          <a:srgbClr val="C5F7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6"/>
          </a:solidFill>
          <a:ln w="12700">
            <a:solidFill>
              <a:srgbClr val="5EED8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1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2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1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2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ضٍ</a:t>
            </a:r>
            <a:endParaRPr lang="ar-SA" sz="32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414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زَضٍّ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7">
    <p:bg>
      <p:bgPr>
        <a:solidFill>
          <a:srgbClr val="3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7"/>
          </a:solidFill>
          <a:ln w="12700">
            <a:solidFill>
              <a:srgbClr val="E052A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BDB70"/>
          </a:solidFill>
          <a:ln w="12700">
            <a:solidFill>
              <a:srgbClr val="7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685"/>
          </a:solidFill>
          <a:ln w="12700">
            <a:solidFill>
              <a:srgbClr val="4776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7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70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ضٍ</a:t>
            </a:r>
            <a:endParaRPr lang="ar-SA" sz="3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414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سَضٍّ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8">
    <p:bg>
      <p:bgPr>
        <a:solidFill>
          <a:srgbClr val="E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1D864"/>
          </a:solidFill>
          <a:ln w="12700">
            <a:solidFill>
              <a:srgbClr val="91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4D147"/>
          </a:solidFill>
          <a:ln w="12700">
            <a:solidFill>
              <a:srgbClr val="94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04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04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ضٍ</a:t>
            </a:r>
            <a:endParaRPr lang="ar-SA" sz="3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414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شَضٍّ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9">
    <p:bg>
      <p:bgPr>
        <a:solidFill>
          <a:srgbClr val="C5D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5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2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56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2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494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32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2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5497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ضٍ</a:t>
            </a:r>
            <a:endParaRPr lang="ar-SA" sz="32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414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صَضٍّ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0">
    <p:bg>
      <p:bgPr>
        <a:solidFill>
          <a:srgbClr val="4314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B2B"/>
          </a:solidFill>
          <a:ln w="12700">
            <a:solidFill>
              <a:srgbClr val="643B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A34"/>
          </a:solidFill>
          <a:ln w="12700">
            <a:solidFill>
              <a:srgbClr val="796A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086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طٍ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أَطٍّ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1">
    <p:bg>
      <p:bgPr>
        <a:solidFill>
          <a:srgbClr val="C5F7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29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طٍ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274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بَطٍّ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2">
    <p:bg>
      <p:bgPr>
        <a:solidFill>
          <a:srgbClr val="D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25EED"/>
          </a:solidFill>
          <a:ln w="12700">
            <a:solidFill>
              <a:srgbClr val="6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7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طٍ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تَطٍّ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3">
    <p:bg>
      <p:bgPr>
        <a:solidFill>
          <a:srgbClr val="433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BE052"/>
          </a:solidFill>
          <a:ln w="12700">
            <a:solidFill>
              <a:srgbClr val="C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6DB"/>
          </a:solidFill>
          <a:ln w="12700">
            <a:solidFill>
              <a:srgbClr val="709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4785"/>
          </a:solidFill>
          <a:ln w="12700">
            <a:solidFill>
              <a:srgbClr val="84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50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طٍ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ثَطٍّ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4">
    <p:bg>
      <p:bgPr>
        <a:solidFill>
          <a:srgbClr val="C5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ED8"/>
          </a:solidFill>
          <a:ln w="12700">
            <a:solidFill>
              <a:srgbClr val="64A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7D1"/>
          </a:solidFill>
          <a:ln w="12700">
            <a:solidFill>
              <a:srgbClr val="47B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طٍ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23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جَطٍّ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5">
    <p:bg>
      <p:bgPr>
        <a:solidFill>
          <a:srgbClr val="F7C5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5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طٍ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حَطٍّ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6">
    <p:bg>
      <p:bgPr>
        <a:solidFill>
          <a:srgbClr val="2A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C"/>
          </a:solidFill>
          <a:ln w="12700">
            <a:solidFill>
              <a:srgbClr val="2B642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9"/>
          </a:solidFill>
          <a:ln w="12700">
            <a:solidFill>
              <a:srgbClr val="34795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5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طٍ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خَطٍّ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7">
    <p:bg>
      <p:bgPr>
        <a:solidFill>
          <a:srgbClr val="C5C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6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طٍ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دَطٍّ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8">
    <p:bg>
      <p:bgPr>
        <a:solidFill>
          <a:srgbClr val="F7C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E"/>
          </a:solidFill>
          <a:ln w="12700">
            <a:solidFill>
              <a:srgbClr val="ED5E7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963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طٍ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ذَطٍّ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9">
    <p:bg>
      <p:bgPr>
        <a:solidFill>
          <a:srgbClr val="1443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2"/>
          </a:solidFill>
          <a:ln w="12700">
            <a:solidFill>
              <a:srgbClr val="52E0D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9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0"/>
          </a:solidFill>
          <a:ln w="12700">
            <a:solidFill>
              <a:srgbClr val="DB70B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447"/>
          </a:solidFill>
          <a:ln w="12700">
            <a:solidFill>
              <a:srgbClr val="857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9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63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9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طٍ</a:t>
            </a:r>
            <a:endParaRPr lang="ar-SA" sz="39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993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رَطٍّ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0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B"/>
          </a:solidFill>
          <a:ln w="12700">
            <a:solidFill>
              <a:srgbClr val="D864C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947D1"/>
          </a:solidFill>
          <a:ln w="12700">
            <a:solidFill>
              <a:srgbClr val="C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64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طٍ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93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زَطٍّ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1">
    <p:bg>
      <p:bgPr>
        <a:solidFill>
          <a:srgbClr val="F7F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9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16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طٍ</a:t>
            </a:r>
            <a:endParaRPr lang="ar-SA" sz="39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سَطٍّ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2">
    <p:bg>
      <p:bgPr>
        <a:solidFill>
          <a:srgbClr val="1436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864"/>
          </a:solidFill>
          <a:ln w="12700">
            <a:solidFill>
              <a:srgbClr val="2B3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73479"/>
          </a:solidFill>
          <a:ln w="12700">
            <a:solidFill>
              <a:srgbClr val="4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9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89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9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طٍ</a:t>
            </a:r>
            <a:endParaRPr lang="ar-SA" sz="39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شَطٍّ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3">
    <p:bg>
      <p:bgPr>
        <a:solidFill>
          <a:srgbClr val="F7C5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9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20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9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طٍ</a:t>
            </a:r>
            <a:endParaRPr lang="ar-SA" sz="39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صَطٍّ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4">
    <p:bg>
      <p:bgPr>
        <a:solidFill>
          <a:srgbClr val="CC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2ED5E"/>
          </a:solidFill>
          <a:ln w="12700">
            <a:solidFill>
              <a:srgbClr val="A2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2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9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21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9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676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39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9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4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طٍ</a:t>
            </a:r>
            <a:endParaRPr lang="ar-SA" sz="39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ضَطٍّ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5">
    <p:bg>
      <p:bgPr>
        <a:solidFill>
          <a:srgbClr val="1B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F52E0"/>
          </a:solidFill>
          <a:ln w="12700">
            <a:solidFill>
              <a:srgbClr val="A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3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BDB70"/>
          </a:solidFill>
          <a:ln w="12700">
            <a:solidFill>
              <a:srgbClr val="CB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5"/>
          </a:solidFill>
          <a:ln w="12700">
            <a:solidFill>
              <a:srgbClr val="47856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ظٍ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أَظٍّ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6">
    <p:bg>
      <p:bgPr>
        <a:solidFill>
          <a:srgbClr val="F7D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864"/>
          </a:solidFill>
          <a:ln w="12700">
            <a:solidFill>
              <a:srgbClr val="D8C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747"/>
          </a:solidFill>
          <a:ln w="12700">
            <a:solidFill>
              <a:srgbClr val="D1A7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ظٍ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274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بَظٍّ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7">
    <p:bg>
      <p:bgPr>
        <a:solidFill>
          <a:srgbClr val="C5F7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ظٍ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تَظٍّ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8">
    <p:bg>
      <p:bgPr>
        <a:solidFill>
          <a:srgbClr val="4314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6"/>
          </a:solidFill>
          <a:ln w="12700">
            <a:solidFill>
              <a:srgbClr val="642B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634"/>
          </a:solidFill>
          <a:ln w="12700">
            <a:solidFill>
              <a:srgbClr val="7936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ظٍ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ثَظٍّ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9">
    <p:bg>
      <p:bgPr>
        <a:solidFill>
          <a:srgbClr val="E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ظٍ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323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جَظٍّ</a:t>
            </a:r>
            <a:endParaRPr lang="ar-SA" sz="6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0">
    <p:bg>
      <p:bgPr>
        <a:solidFill>
          <a:srgbClr val="C5D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5ED"/>
          </a:solidFill>
          <a:ln w="12700">
            <a:solidFill>
              <a:srgbClr val="5EC5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ظٍ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حَظٍّ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1">
    <p:bg>
      <p:bgPr>
        <a:solidFill>
          <a:srgbClr val="43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B52"/>
          </a:solidFill>
          <a:ln w="12700">
            <a:solidFill>
              <a:srgbClr val="E08B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1"/>
          </a:solidFill>
          <a:ln w="12700">
            <a:solidFill>
              <a:srgbClr val="70DBD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64785"/>
          </a:solidFill>
          <a:ln w="12700">
            <a:solidFill>
              <a:srgbClr val="5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ظٍ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خَظٍّ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2">
    <p:bg>
      <p:bgPr>
        <a:solidFill>
          <a:srgbClr val="C5F7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B"/>
          </a:solidFill>
          <a:ln w="12700">
            <a:solidFill>
              <a:srgbClr val="64D8A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5"/>
          </a:solidFill>
          <a:ln w="12700">
            <a:solidFill>
              <a:srgbClr val="47D185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ظٍ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دَظٍّ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3">
    <p:bg>
      <p:bgPr>
        <a:solidFill>
          <a:srgbClr val="D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ظٍ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ذَظٍّ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4">
    <p:bg>
      <p:bgPr>
        <a:solidFill>
          <a:srgbClr val="4339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4642B"/>
          </a:solidFill>
          <a:ln w="12700">
            <a:solidFill>
              <a:srgbClr val="5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37934"/>
          </a:solidFill>
          <a:ln w="12700">
            <a:solidFill>
              <a:srgbClr val="43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ظٍ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993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رَظٍّ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5">
    <p:bg>
      <p:bgPr>
        <a:solidFill>
          <a:srgbClr val="C5F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ظٍ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935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زَظٍّ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6">
    <p:bg>
      <p:bgPr>
        <a:solidFill>
          <a:srgbClr val="F7C5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9"/>
          </a:solidFill>
          <a:ln w="12700">
            <a:solidFill>
              <a:srgbClr val="ED5EE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ظٍ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سَظٍّ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7">
    <p:bg>
      <p:bgPr>
        <a:solidFill>
          <a:srgbClr val="2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8"/>
          </a:solidFill>
          <a:ln w="12700">
            <a:solidFill>
              <a:srgbClr val="52E06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670DB"/>
          </a:solidFill>
          <a:ln w="12700">
            <a:solidFill>
              <a:srgbClr val="B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8"/>
          </a:solidFill>
          <a:ln w="12700">
            <a:solidFill>
              <a:srgbClr val="85474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ظٍ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شَظٍّ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8">
    <p:bg>
      <p:bgPr>
        <a:solidFill>
          <a:srgbClr val="C5C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E64D8"/>
          </a:solidFill>
          <a:ln w="12700">
            <a:solidFill>
              <a:srgbClr val="8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247D1"/>
          </a:solidFill>
          <a:ln w="12700">
            <a:solidFill>
              <a:srgbClr val="62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ظٍ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صَظٍّ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9">
    <p:bg>
      <p:bgPr>
        <a:solidFill>
          <a:srgbClr val="F7D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ظٍ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ضَظٍّ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0">
    <p:bg>
      <p:bgPr>
        <a:solidFill>
          <a:srgbClr val="1443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264"/>
          </a:solidFill>
          <a:ln w="12700">
            <a:solidFill>
              <a:srgbClr val="2B62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579"/>
          </a:solidFill>
          <a:ln w="12700">
            <a:solidFill>
              <a:srgbClr val="345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06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94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ظٍ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2925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طَظٍّ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1">
    <p:bg>
      <p:bgPr>
        <a:solidFill>
          <a:srgbClr val="E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أَعٍّ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2">
    <p:bg>
      <p:bgPr>
        <a:solidFill>
          <a:srgbClr val="F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E5E"/>
          </a:solidFill>
          <a:ln w="12700">
            <a:solidFill>
              <a:srgbClr val="EDC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عٍ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بَعٍّ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3">
    <p:bg>
      <p:bgPr>
        <a:solidFill>
          <a:srgbClr val="143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FE0"/>
          </a:solidFill>
          <a:ln w="12700">
            <a:solidFill>
              <a:srgbClr val="525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6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C70"/>
          </a:solidFill>
          <a:ln w="12700">
            <a:solidFill>
              <a:srgbClr val="DB9C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8547"/>
          </a:solidFill>
          <a:ln w="12700">
            <a:solidFill>
              <a:srgbClr val="57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عٍ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تَعٍّ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4">
    <p:bg>
      <p:bgPr>
        <a:solidFill>
          <a:srgbClr val="F7C5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164"/>
          </a:solidFill>
          <a:ln w="12700">
            <a:solidFill>
              <a:srgbClr val="D87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F"/>
          </a:solidFill>
          <a:ln w="12700">
            <a:solidFill>
              <a:srgbClr val="D1474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ثَعٍّ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5">
    <p:bg>
      <p:bgPr>
        <a:solidFill>
          <a:srgbClr val="C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عٍ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جَعٍّ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6">
    <p:bg>
      <p:bgPr>
        <a:solidFill>
          <a:srgbClr val="2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72B64"/>
          </a:solidFill>
          <a:ln w="12700">
            <a:solidFill>
              <a:srgbClr val="5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6"/>
          </a:solidFill>
          <a:ln w="12700">
            <a:solidFill>
              <a:srgbClr val="79346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عٍ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حَعٍّ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7">
    <p:bg>
      <p:bgPr>
        <a:solidFill>
          <a:srgbClr val="F7E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خَعٍّ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8">
    <p:bg>
      <p:bgPr>
        <a:solidFill>
          <a:srgbClr val="C5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A"/>
          </a:solidFill>
          <a:ln w="12700">
            <a:solidFill>
              <a:srgbClr val="5EEDA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عٍ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44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دَعٍّ</a:t>
            </a:r>
            <a:endParaRPr lang="ar-SA" sz="6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9">
    <p:bg>
      <p:bgPr>
        <a:solidFill>
          <a:srgbClr val="4314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3"/>
          </a:solidFill>
          <a:ln w="12700">
            <a:solidFill>
              <a:srgbClr val="E0528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C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1"/>
          </a:solidFill>
          <a:ln w="12700">
            <a:solidFill>
              <a:srgbClr val="70DB8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785"/>
          </a:solidFill>
          <a:ln w="12700">
            <a:solidFill>
              <a:srgbClr val="476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عٍ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44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ذَعٍّ</a:t>
            </a:r>
            <a:endParaRPr lang="ar-SA" sz="6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0">
    <p:bg>
      <p:bgPr>
        <a:solidFill>
          <a:srgbClr val="E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4D864"/>
          </a:solidFill>
          <a:ln w="12700">
            <a:solidFill>
              <a:srgbClr val="74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1D147"/>
          </a:solidFill>
          <a:ln w="12700">
            <a:solidFill>
              <a:srgbClr val="71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44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رَعٍّ</a:t>
            </a:r>
            <a:endParaRPr lang="ar-SA" sz="66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1">
    <p:bg>
      <p:bgPr>
        <a:solidFill>
          <a:srgbClr val="C5D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عٍ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4407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زَعٍّ</a:t>
            </a:r>
            <a:endParaRPr lang="ar-SA" sz="6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2">
    <p:bg>
      <p:bgPr>
        <a:solidFill>
          <a:srgbClr val="431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92B"/>
          </a:solidFill>
          <a:ln w="12700">
            <a:solidFill>
              <a:srgbClr val="644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77934"/>
          </a:solidFill>
          <a:ln w="12700">
            <a:solidFill>
              <a:srgbClr val="77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عٍ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سَعٍّ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3">
    <p:bg>
      <p:bgPr>
        <a:solidFill>
          <a:srgbClr val="C5F7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شَعٍّ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4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75EED"/>
          </a:solidFill>
          <a:ln w="12700">
            <a:solidFill>
              <a:srgbClr val="87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عٍ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صَعٍّ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5">
    <p:bg>
      <p:bgPr>
        <a:solidFill>
          <a:srgbClr val="433F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6E052"/>
          </a:solidFill>
          <a:ln w="12700">
            <a:solidFill>
              <a:srgbClr val="A6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ADB"/>
          </a:solidFill>
          <a:ln w="12700">
            <a:solidFill>
              <a:srgbClr val="707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6"/>
          </a:solidFill>
          <a:ln w="12700">
            <a:solidFill>
              <a:srgbClr val="85477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عٍ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ضَعٍّ</a:t>
            </a:r>
            <a:endParaRPr lang="ar-SA" sz="69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6">
    <p:bg>
      <p:bgPr>
        <a:solidFill>
          <a:srgbClr val="C5E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1D8"/>
          </a:solidFill>
          <a:ln w="12700">
            <a:solidFill>
              <a:srgbClr val="649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3D1"/>
          </a:solidFill>
          <a:ln w="12700">
            <a:solidFill>
              <a:srgbClr val="4793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طَعٍّ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7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97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937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عٍ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118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ظَعٍّ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8">
    <p:bg>
      <p:bgPr>
        <a:solidFill>
          <a:srgbClr val="1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B"/>
          </a:solidFill>
          <a:ln w="12700">
            <a:solidFill>
              <a:srgbClr val="2B64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A"/>
          </a:solidFill>
          <a:ln w="12700">
            <a:solidFill>
              <a:srgbClr val="34796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972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غٍ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182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أَغٍّ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9">
    <p:bg>
      <p:bgPr>
        <a:solidFill>
          <a:srgbClr val="C9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055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غٍ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72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بَغٍّ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0">
    <p:bg>
      <p:bgPr>
        <a:solidFill>
          <a:srgbClr val="F7D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35E"/>
          </a:solidFill>
          <a:ln w="12700">
            <a:solidFill>
              <a:srgbClr val="ED63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67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غٍ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72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تَغٍّ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1">
    <p:bg>
      <p:bgPr>
        <a:solidFill>
          <a:srgbClr val="144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AE0"/>
          </a:solidFill>
          <a:ln w="12700">
            <a:solidFill>
              <a:srgbClr val="52CA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5"/>
          </a:solidFill>
          <a:ln w="12700">
            <a:solidFill>
              <a:srgbClr val="DB709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447"/>
          </a:solidFill>
          <a:ln w="12700">
            <a:solidFill>
              <a:srgbClr val="8584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116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غٍ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72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ثَغٍّ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2">
    <p:bg>
      <p:bgPr>
        <a:solidFill>
          <a:srgbClr val="F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E"/>
          </a:solidFill>
          <a:ln w="12700">
            <a:solidFill>
              <a:srgbClr val="D864A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6"/>
          </a:solidFill>
          <a:ln w="12700">
            <a:solidFill>
              <a:srgbClr val="D147B6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غٍ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72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جَغٍّ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3">
    <p:bg>
      <p:bgPr>
        <a:solidFill>
          <a:srgbClr val="E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58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غٍ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72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حَغٍّ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4">
    <p:bg>
      <p:bgPr>
        <a:solidFill>
          <a:srgbClr val="14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D2B64"/>
          </a:solidFill>
          <a:ln w="12700">
            <a:solidFill>
              <a:srgbClr val="2D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93479"/>
          </a:solidFill>
          <a:ln w="12700">
            <a:solidFill>
              <a:srgbClr val="5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50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غٍ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72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خَغٍّ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5">
    <p:bg>
      <p:bgPr>
        <a:solidFill>
          <a:srgbClr val="F7C5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3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غٍ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182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دَغٍّ</a:t>
            </a:r>
            <a:endParaRPr lang="ar-SA" sz="5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6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DED5E"/>
          </a:solidFill>
          <a:ln w="12700">
            <a:solidFill>
              <a:srgbClr val="7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42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42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غٍ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182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ذَغٍّ</a:t>
            </a:r>
            <a:endParaRPr lang="ar-SA" sz="5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7">
    <p:bg>
      <p:bgPr>
        <a:solidFill>
          <a:srgbClr val="27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352E0"/>
          </a:solidFill>
          <a:ln w="12700">
            <a:solidFill>
              <a:srgbClr val="D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0DB70"/>
          </a:solidFill>
          <a:ln w="12700">
            <a:solidFill>
              <a:srgbClr val="B0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5"/>
          </a:solidFill>
          <a:ln w="12700">
            <a:solidFill>
              <a:srgbClr val="47857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470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غٍ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182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رَغٍّ</a:t>
            </a:r>
            <a:endParaRPr lang="ar-SA" sz="5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8">
    <p:bg>
      <p:bgPr>
        <a:solidFill>
          <a:srgbClr val="F7E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BD864"/>
          </a:solidFill>
          <a:ln w="12700">
            <a:solidFill>
              <a:srgbClr val="C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A47"/>
          </a:solidFill>
          <a:ln w="12700">
            <a:solidFill>
              <a:srgbClr val="D1C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95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95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غٍ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1822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زَغٍّ</a:t>
            </a:r>
            <a:endParaRPr lang="ar-SA" sz="5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9">
    <p:bg>
      <p:bgPr>
        <a:solidFill>
          <a:srgbClr val="C5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04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04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غٍ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72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سَغٍّ</a:t>
            </a:r>
            <a:endParaRPr lang="ar-SA" sz="6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0">
    <p:bg>
      <p:bgPr>
        <a:solidFill>
          <a:srgbClr val="431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7"/>
          </a:solidFill>
          <a:ln w="12700">
            <a:solidFill>
              <a:srgbClr val="642B3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834"/>
          </a:solidFill>
          <a:ln w="12700">
            <a:solidFill>
              <a:srgbClr val="7948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98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غٍ</a:t>
            </a:r>
            <a:endParaRPr lang="ar-SA" sz="3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872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شَغٍّ</a:t>
            </a:r>
            <a:endParaRPr lang="ar-SA" sz="6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1">
    <p:bg>
      <p:bgPr>
        <a:solidFill>
          <a:srgbClr val="D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9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98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غٍ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72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صَغٍّ</a:t>
            </a:r>
            <a:endParaRPr lang="ar-SA" sz="6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2">
    <p:bg>
      <p:bgPr>
        <a:solidFill>
          <a:srgbClr val="C5C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1ED"/>
          </a:solidFill>
          <a:ln w="12700">
            <a:solidFill>
              <a:srgbClr val="5EA1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47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47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غٍ</a:t>
            </a:r>
            <a:endParaRPr lang="ar-SA" sz="3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872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ضَغٍّ</a:t>
            </a:r>
            <a:endParaRPr lang="ar-SA" sz="6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3">
    <p:bg>
      <p:bgPr>
        <a:solidFill>
          <a:srgbClr val="431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052"/>
          </a:solidFill>
          <a:ln w="12700">
            <a:solidFill>
              <a:srgbClr val="E0B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2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ADB"/>
          </a:solidFill>
          <a:ln w="12700">
            <a:solidFill>
              <a:srgbClr val="70CA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4785"/>
          </a:solidFill>
          <a:ln w="12700">
            <a:solidFill>
              <a:srgbClr val="6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غٍ</a:t>
            </a:r>
            <a:endParaRPr lang="ar-SA" sz="3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872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طَغٍّ</a:t>
            </a:r>
            <a:endParaRPr lang="ar-SA" sz="6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4">
    <p:bg>
      <p:bgPr>
        <a:solidFill>
          <a:srgbClr val="C5F7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9"/>
          </a:solidFill>
          <a:ln w="12700">
            <a:solidFill>
              <a:srgbClr val="64D8C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8"/>
          </a:solidFill>
          <a:ln w="12700">
            <a:solidFill>
              <a:srgbClr val="47D1A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3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غٍ</a:t>
            </a:r>
            <a:endParaRPr lang="ar-SA" sz="3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872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ظَغٍّ</a:t>
            </a:r>
            <a:endParaRPr lang="ar-SA" sz="6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5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42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91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3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489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غٍ</a:t>
            </a:r>
            <a:endParaRPr lang="ar-SA" sz="3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8725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عَغٍّ</a:t>
            </a:r>
            <a:endParaRPr lang="ar-SA" sz="6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6">
    <p:bg>
      <p:bgPr>
        <a:solidFill>
          <a:srgbClr val="434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5642B"/>
          </a:solidFill>
          <a:ln w="12700">
            <a:solidFill>
              <a:srgbClr val="45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6"/>
          </a:solidFill>
          <a:ln w="12700">
            <a:solidFill>
              <a:srgbClr val="34793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915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915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950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أَفٍّ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7">
    <p:bg>
      <p:bgPr>
        <a:solidFill>
          <a:srgbClr val="C5E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4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4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63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بَفٍّ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8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5"/>
          </a:solidFill>
          <a:ln w="12700">
            <a:solidFill>
              <a:srgbClr val="ED5EC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61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61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74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تَفٍّ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9">
    <p:bg>
      <p:bgPr>
        <a:solidFill>
          <a:srgbClr val="18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C"/>
          </a:solidFill>
          <a:ln w="12700">
            <a:solidFill>
              <a:srgbClr val="52E08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270DB"/>
          </a:solidFill>
          <a:ln w="12700">
            <a:solidFill>
              <a:srgbClr val="D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647"/>
          </a:solidFill>
          <a:ln w="12700">
            <a:solidFill>
              <a:srgbClr val="855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9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9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74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ثَفٍّ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0">
    <p:bg>
      <p:bgPr>
        <a:solidFill>
          <a:srgbClr val="CF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C64D8"/>
          </a:solidFill>
          <a:ln w="12700">
            <a:solidFill>
              <a:srgbClr val="A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647D1"/>
          </a:solidFill>
          <a:ln w="12700">
            <a:solidFill>
              <a:srgbClr val="86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860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جَفٍّ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1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74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حَفٍّ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2">
    <p:bg>
      <p:bgPr>
        <a:solidFill>
          <a:srgbClr val="1443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464"/>
          </a:solidFill>
          <a:ln w="12700">
            <a:solidFill>
              <a:srgbClr val="2B5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379"/>
          </a:solidFill>
          <a:ln w="12700">
            <a:solidFill>
              <a:srgbClr val="344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3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53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74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خَفٍّ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3">
    <p:bg>
      <p:bgPr>
        <a:solidFill>
          <a:srgbClr val="F7C5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950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دَفٍّ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4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8ED5E"/>
          </a:solidFill>
          <a:ln w="12700">
            <a:solidFill>
              <a:srgbClr val="E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15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15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9509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ذَفٍّ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5">
    <p:bg>
      <p:bgPr>
        <a:solidFill>
          <a:srgbClr val="142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952E0"/>
          </a:solidFill>
          <a:ln w="12700">
            <a:solidFill>
              <a:srgbClr val="6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0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770"/>
          </a:solidFill>
          <a:ln w="12700">
            <a:solidFill>
              <a:srgbClr val="DBB7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88547"/>
          </a:solidFill>
          <a:ln w="12700">
            <a:solidFill>
              <a:srgbClr val="48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88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88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861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رَفٍّ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6">
    <p:bg>
      <p:bgPr>
        <a:solidFill>
          <a:srgbClr val="F7C5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F64"/>
          </a:solidFill>
          <a:ln w="12700">
            <a:solidFill>
              <a:srgbClr val="D88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347"/>
          </a:solidFill>
          <a:ln w="12700">
            <a:solidFill>
              <a:srgbClr val="D163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71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71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61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زَفٍّ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7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4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74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سَفٍّ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8">
    <p:bg>
      <p:bgPr>
        <a:solidFill>
          <a:srgbClr val="2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2"/>
          </a:solidFill>
          <a:ln w="12700">
            <a:solidFill>
              <a:srgbClr val="642B6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4"/>
          </a:solidFill>
          <a:ln w="12700">
            <a:solidFill>
              <a:srgbClr val="79345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9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9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74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شَفٍّ</a:t>
            </a:r>
            <a:endParaRPr lang="ar-SA" sz="76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9">
    <p:bg>
      <p:bgPr>
        <a:solidFill>
          <a:srgbClr val="F7E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36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36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74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صَفٍّ</a:t>
            </a:r>
            <a:endParaRPr lang="ar-SA" sz="76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0">
    <p:bg>
      <p:bgPr>
        <a:solidFill>
          <a:srgbClr val="C5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F"/>
          </a:solidFill>
          <a:ln w="12700">
            <a:solidFill>
              <a:srgbClr val="5EEDCF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6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6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74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ضَفٍّ</a:t>
            </a:r>
            <a:endParaRPr lang="ar-SA" sz="76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1">
    <p:bg>
      <p:bgPr>
        <a:solidFill>
          <a:srgbClr val="4514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E"/>
          </a:solidFill>
          <a:ln w="12700">
            <a:solidFill>
              <a:srgbClr val="E0525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6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C"/>
          </a:solidFill>
          <a:ln w="12700">
            <a:solidFill>
              <a:srgbClr val="70DB9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785"/>
          </a:solidFill>
          <a:ln w="12700">
            <a:solidFill>
              <a:srgbClr val="475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74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طَفٍّ</a:t>
            </a:r>
            <a:endParaRPr lang="ar-SA" sz="76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2">
    <p:bg>
      <p:bgPr>
        <a:solidFill>
          <a:srgbClr val="D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2"/>
          </a:solidFill>
          <a:ln w="12700">
            <a:solidFill>
              <a:srgbClr val="64D87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ED147"/>
          </a:solidFill>
          <a:ln w="12700">
            <a:solidFill>
              <a:srgbClr val="4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74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ظَفٍّ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3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8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8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74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عَفٍّ</a:t>
            </a:r>
            <a:endParaRPr lang="ar-SA" sz="76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4">
    <p:bg>
      <p:bgPr>
        <a:solidFill>
          <a:srgbClr val="4321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82B"/>
          </a:solidFill>
          <a:ln w="12700">
            <a:solidFill>
              <a:srgbClr val="6458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57934"/>
          </a:solidFill>
          <a:ln w="12700">
            <a:solidFill>
              <a:srgbClr val="65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0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0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83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فٍ</a:t>
            </a:r>
            <a:endParaRPr lang="ar-SA" sz="33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74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غَفٍّ</a:t>
            </a:r>
            <a:endParaRPr lang="ar-SA" sz="76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5">
    <p:bg>
      <p:bgPr>
        <a:solidFill>
          <a:srgbClr val="C5F7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11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أَقٍّ</a:t>
            </a:r>
            <a:endParaRPr lang="ar-SA" sz="6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6">
    <p:bg>
      <p:bgPr>
        <a:solidFill>
          <a:srgbClr val="F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B5EED"/>
          </a:solidFill>
          <a:ln w="12700">
            <a:solidFill>
              <a:srgbClr val="AB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9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بَقٍّ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7">
    <p:bg>
      <p:bgPr>
        <a:solidFill>
          <a:srgbClr val="3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2E052"/>
          </a:solidFill>
          <a:ln w="12700">
            <a:solidFill>
              <a:srgbClr val="82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270DB"/>
          </a:solidFill>
          <a:ln w="12700">
            <a:solidFill>
              <a:srgbClr val="82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6"/>
          </a:solidFill>
          <a:ln w="12700">
            <a:solidFill>
              <a:srgbClr val="85476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9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تَقٍّ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8">
    <p:bg>
      <p:bgPr>
        <a:solidFill>
          <a:srgbClr val="C5E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3D8"/>
          </a:solidFill>
          <a:ln w="12700">
            <a:solidFill>
              <a:srgbClr val="6473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0D1"/>
          </a:solidFill>
          <a:ln w="12700">
            <a:solidFill>
              <a:srgbClr val="4770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9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ثَقٍّ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9">
    <p:bg>
      <p:bgPr>
        <a:solidFill>
          <a:srgbClr val="F7C5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9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جَقٍّ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0">
    <p:bg>
      <p:bgPr>
        <a:solidFill>
          <a:srgbClr val="1443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A"/>
          </a:solidFill>
          <a:ln w="12700">
            <a:solidFill>
              <a:srgbClr val="2B644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779"/>
          </a:solidFill>
          <a:ln w="12700">
            <a:solidFill>
              <a:srgbClr val="3477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9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حَقٍّ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1">
    <p:bg>
      <p:bgPr>
        <a:solidFill>
          <a:srgbClr val="D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9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خَقٍّ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2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75E"/>
          </a:solidFill>
          <a:ln w="12700">
            <a:solidFill>
              <a:srgbClr val="ED87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711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دَقٍّ</a:t>
            </a:r>
            <a:endParaRPr lang="ar-SA" sz="6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3">
    <p:bg>
      <p:bgPr>
        <a:solidFill>
          <a:srgbClr val="144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5E0"/>
          </a:solidFill>
          <a:ln w="12700">
            <a:solidFill>
              <a:srgbClr val="52A5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5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A"/>
          </a:solidFill>
          <a:ln w="12700">
            <a:solidFill>
              <a:srgbClr val="DB707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8547"/>
          </a:solidFill>
          <a:ln w="12700">
            <a:solidFill>
              <a:srgbClr val="7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6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6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7114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ذَقٍّ</a:t>
            </a:r>
            <a:endParaRPr lang="ar-SA" sz="68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4">
    <p:bg>
      <p:bgPr>
        <a:solidFill>
          <a:srgbClr val="F6C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0"/>
          </a:solidFill>
          <a:ln w="12700">
            <a:solidFill>
              <a:srgbClr val="D8649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2"/>
          </a:solidFill>
          <a:ln w="12700">
            <a:solidFill>
              <a:srgbClr val="D1479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65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رَقٍّ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5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680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680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565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زَقٍّ</a:t>
            </a:r>
            <a:endParaRPr lang="ar-SA" sz="67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6">
    <p:bg>
      <p:bgPr>
        <a:solidFill>
          <a:srgbClr val="141E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2B64"/>
          </a:solidFill>
          <a:ln w="12700">
            <a:solidFill>
              <a:srgbClr val="3B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B3479"/>
          </a:solidFill>
          <a:ln w="12700">
            <a:solidFill>
              <a:srgbClr val="6B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60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60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9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سَقٍّ</a:t>
            </a:r>
            <a:endParaRPr lang="ar-SA" sz="69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7">
    <p:bg>
      <p:bgPr>
        <a:solidFill>
          <a:srgbClr val="F7C9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9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شَقٍّ</a:t>
            </a:r>
            <a:endParaRPr lang="ar-SA" sz="69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8">
    <p:bg>
      <p:bgPr>
        <a:solidFill>
          <a:srgbClr val="C3F6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4"/>
          </a:solidFill>
          <a:ln w="12700">
            <a:solidFill>
              <a:srgbClr val="5EED6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25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25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9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صَقٍّ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9">
    <p:bg>
      <p:bgPr>
        <a:solidFill>
          <a:srgbClr val="33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9"/>
          </a:solidFill>
          <a:ln w="12700">
            <a:solidFill>
              <a:srgbClr val="E052C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4DB70"/>
          </a:solidFill>
          <a:ln w="12700">
            <a:solidFill>
              <a:srgbClr val="94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4"/>
          </a:solidFill>
          <a:ln w="12700">
            <a:solidFill>
              <a:srgbClr val="4785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734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734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9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ضَقٍّ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0">
    <p:bg>
      <p:bgPr>
        <a:solidFill>
          <a:srgbClr val="F7F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DD864"/>
          </a:solidFill>
          <a:ln w="12700">
            <a:solidFill>
              <a:srgbClr val="AD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5D147"/>
          </a:solidFill>
          <a:ln w="12700">
            <a:solidFill>
              <a:srgbClr val="B5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E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9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طَقٍّ</a:t>
            </a:r>
            <a:endParaRPr lang="ar-SA" sz="69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1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9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ظَقٍّ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2">
    <p:bg>
      <p:bgPr>
        <a:solidFill>
          <a:srgbClr val="4314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D2B"/>
          </a:solidFill>
          <a:ln w="12700">
            <a:solidFill>
              <a:srgbClr val="642D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934"/>
          </a:solidFill>
          <a:ln w="12700">
            <a:solidFill>
              <a:srgbClr val="795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2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2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9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عَقٍّ</a:t>
            </a:r>
            <a:endParaRPr lang="ar-SA" sz="69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3">
    <p:bg>
      <p:bgPr>
        <a:solidFill>
          <a:srgbClr val="C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9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غَقٍّ</a:t>
            </a:r>
            <a:endParaRPr lang="ar-SA" sz="69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4">
    <p:bg>
      <p:bgPr>
        <a:solidFill>
          <a:srgbClr val="C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CED"/>
          </a:solidFill>
          <a:ln w="12700">
            <a:solidFill>
              <a:srgbClr val="5E7C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0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0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637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قٍ</a:t>
            </a:r>
            <a:endParaRPr lang="ar-SA" sz="37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94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فَقٍّ</a:t>
            </a:r>
            <a:endParaRPr lang="ar-SA" sz="69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5">
    <p:bg>
      <p:bgPr>
        <a:solidFill>
          <a:srgbClr val="4327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452"/>
          </a:solidFill>
          <a:ln w="12700">
            <a:solidFill>
              <a:srgbClr val="E0D4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8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FDB"/>
          </a:solidFill>
          <a:ln w="12700">
            <a:solidFill>
              <a:srgbClr val="70AF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54785"/>
          </a:solidFill>
          <a:ln w="12700">
            <a:solidFill>
              <a:srgbClr val="75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01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أَكٍّ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6">
    <p:bg>
      <p:bgPr>
        <a:solidFill>
          <a:srgbClr val="C5F7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AD8"/>
          </a:solidFill>
          <a:ln w="12700">
            <a:solidFill>
              <a:srgbClr val="64CA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B"/>
          </a:solidFill>
          <a:ln w="12700">
            <a:solidFill>
              <a:srgbClr val="47D1C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048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بَكٍّ</a:t>
            </a:r>
            <a:endParaRPr lang="ar-SA" sz="6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7">
    <p:bg>
      <p:bgPr>
        <a:solidFill>
          <a:srgbClr val="F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01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تَكٍّ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8">
    <p:bg>
      <p:bgPr>
        <a:solidFill>
          <a:srgbClr val="3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642B"/>
          </a:solidFill>
          <a:ln w="12700">
            <a:solidFill>
              <a:srgbClr val="37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8"/>
          </a:solidFill>
          <a:ln w="12700">
            <a:solidFill>
              <a:srgbClr val="34794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01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ثَكٍّ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9">
    <p:bg>
      <p:bgPr>
        <a:solidFill>
          <a:srgbClr val="C5D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0694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جَكٍّ</a:t>
            </a:r>
            <a:endParaRPr lang="ar-SA" sz="67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0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0"/>
          </a:solidFill>
          <a:ln w="12700">
            <a:solidFill>
              <a:srgbClr val="ED5EA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01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حَكٍّ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1">
    <p:bg>
      <p:bgPr>
        <a:solidFill>
          <a:srgbClr val="1443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1"/>
          </a:solidFill>
          <a:ln w="12700">
            <a:solidFill>
              <a:srgbClr val="52E0B1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1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A"/>
          </a:solidFill>
          <a:ln w="12700">
            <a:solidFill>
              <a:srgbClr val="DB70C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647"/>
          </a:solidFill>
          <a:ln w="12700">
            <a:solidFill>
              <a:srgbClr val="856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01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خَكٍّ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2">
    <p:bg>
      <p:bgPr>
        <a:solidFill>
          <a:srgbClr val="DB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A64D8"/>
          </a:solidFill>
          <a:ln w="12700">
            <a:solidFill>
              <a:srgbClr val="CA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947D1"/>
          </a:solidFill>
          <a:ln w="12700">
            <a:solidFill>
              <a:srgbClr val="A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01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دَكٍّ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3">
    <p:bg>
      <p:bgPr>
        <a:solidFill>
          <a:srgbClr val="F7E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01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ذَكٍّ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4">
    <p:bg>
      <p:bgPr>
        <a:solidFill>
          <a:srgbClr val="144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564"/>
          </a:solidFill>
          <a:ln w="12700">
            <a:solidFill>
              <a:srgbClr val="2B45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73479"/>
          </a:solidFill>
          <a:ln w="12700">
            <a:solidFill>
              <a:srgbClr val="37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765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رَكٍّ</a:t>
            </a:r>
            <a:endParaRPr lang="ar-SA" sz="65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5">
    <p:bg>
      <p:bgPr>
        <a:solidFill>
          <a:srgbClr val="F6C3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7654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زَكٍّ</a:t>
            </a:r>
            <a:endParaRPr lang="ar-SA" sz="65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6">
    <p:bg>
      <p:bgPr>
        <a:solidFill>
          <a:srgbClr val="D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4ED5E"/>
          </a:solidFill>
          <a:ln w="12700">
            <a:solidFill>
              <a:srgbClr val="C4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01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سَكٍّ</a:t>
            </a:r>
            <a:endParaRPr lang="ar-SA" sz="75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7">
    <p:bg>
      <p:bgPr>
        <a:solidFill>
          <a:srgbClr val="1418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D52E0"/>
          </a:solidFill>
          <a:ln w="12700">
            <a:solidFill>
              <a:srgbClr val="8D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A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270"/>
          </a:solidFill>
          <a:ln w="12700">
            <a:solidFill>
              <a:srgbClr val="DBD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7"/>
          </a:solidFill>
          <a:ln w="12700">
            <a:solidFill>
              <a:srgbClr val="4785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A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01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شَكٍّ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8">
    <p:bg>
      <p:bgPr>
        <a:solidFill>
          <a:srgbClr val="F7C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D64"/>
          </a:solidFill>
          <a:ln w="12700">
            <a:solidFill>
              <a:srgbClr val="D8AD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647"/>
          </a:solidFill>
          <a:ln w="12700">
            <a:solidFill>
              <a:srgbClr val="D18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01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صَكٍّ</a:t>
            </a:r>
            <a:endParaRPr lang="ar-SA" sz="75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9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01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ضَكٍّ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0">
    <p:bg>
      <p:bgPr>
        <a:solidFill>
          <a:srgbClr val="39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3"/>
          </a:solidFill>
          <a:ln w="12700">
            <a:solidFill>
              <a:srgbClr val="642B53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2"/>
          </a:solidFill>
          <a:ln w="12700">
            <a:solidFill>
              <a:srgbClr val="793442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901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طَكٍّ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1">
    <p:bg>
      <p:bgPr>
        <a:solidFill>
          <a:srgbClr val="F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01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ظَكٍّ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2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7ED"/>
          </a:solidFill>
          <a:ln w="12700">
            <a:solidFill>
              <a:srgbClr val="5EE7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901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عَكٍّ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3">
    <p:bg>
      <p:bgPr>
        <a:solidFill>
          <a:srgbClr val="4314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952"/>
          </a:solidFill>
          <a:ln w="12700">
            <a:solidFill>
              <a:srgbClr val="E069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0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8"/>
          </a:solidFill>
          <a:ln w="12700">
            <a:solidFill>
              <a:srgbClr val="70DBB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785"/>
          </a:solidFill>
          <a:ln w="12700">
            <a:solidFill>
              <a:srgbClr val="4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901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غَكٍّ</a:t>
            </a:r>
            <a:endParaRPr lang="ar-SA" sz="75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4">
    <p:bg>
      <p:bgPr>
        <a:solidFill>
          <a:srgbClr val="C5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0"/>
          </a:solidFill>
          <a:ln w="12700">
            <a:solidFill>
              <a:srgbClr val="64D890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4"/>
          </a:solidFill>
          <a:ln w="12700">
            <a:solidFill>
              <a:srgbClr val="47D164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901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فَكٍّ</a:t>
            </a:r>
            <a:endParaRPr lang="ar-SA" sz="75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5">
    <p:bg>
      <p:bgPr>
        <a:solidFill>
          <a:srgbClr val="D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997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303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كٍ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90142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قَكٍّ</a:t>
            </a:r>
            <a:endParaRPr lang="ar-SA" sz="7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6">
    <p:bg>
      <p:bgPr>
        <a:solidFill>
          <a:srgbClr val="432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642B"/>
          </a:solidFill>
          <a:ln w="12700">
            <a:solidFill>
              <a:srgbClr val="62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7934"/>
          </a:solidFill>
          <a:ln w="12700">
            <a:solidFill>
              <a:srgbClr val="5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001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946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أَلٍّ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7">
    <p:bg>
      <p:bgPr>
        <a:solidFill>
          <a:srgbClr val="C3F6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86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30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بَلٍّ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8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05EED"/>
          </a:solidFill>
          <a:ln w="12700">
            <a:solidFill>
              <a:srgbClr val="D0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69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930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تَلٍّ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9">
    <p:bg>
      <p:bgPr>
        <a:solidFill>
          <a:srgbClr val="2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DE052"/>
          </a:solidFill>
          <a:ln w="12700">
            <a:solidFill>
              <a:srgbClr val="5D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D70DB"/>
          </a:solidFill>
          <a:ln w="12700">
            <a:solidFill>
              <a:srgbClr val="9D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7"/>
          </a:solidFill>
          <a:ln w="12700">
            <a:solidFill>
              <a:srgbClr val="85475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212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930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ثَلٍّ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0">
    <p:bg>
      <p:bgPr>
        <a:solidFill>
          <a:srgbClr val="C3D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364D8"/>
          </a:solidFill>
          <a:ln w="12700">
            <a:solidFill>
              <a:srgbClr val="73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DD1"/>
          </a:solidFill>
          <a:ln w="12700">
            <a:solidFill>
              <a:srgbClr val="474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30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جَلٍّ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1">
    <p:bg>
      <p:bgPr>
        <a:solidFill>
          <a:srgbClr val="F7C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31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930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حَلٍّ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2">
    <p:bg>
      <p:bgPr>
        <a:solidFill>
          <a:srgbClr val="1445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8"/>
          </a:solidFill>
          <a:ln w="12700">
            <a:solidFill>
              <a:srgbClr val="2B6458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579"/>
          </a:solidFill>
          <a:ln w="12700">
            <a:solidFill>
              <a:srgbClr val="346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9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930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خَلٍّ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3">
    <p:bg>
      <p:bgPr>
        <a:solidFill>
          <a:srgbClr val="E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4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46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دَلٍّ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4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AC5E"/>
          </a:solidFill>
          <a:ln w="12700">
            <a:solidFill>
              <a:srgbClr val="EDAC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56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9466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ذَلٍّ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5">
    <p:bg>
      <p:bgPr>
        <a:solidFill>
          <a:srgbClr val="143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81E0"/>
          </a:solidFill>
          <a:ln w="12700">
            <a:solidFill>
              <a:srgbClr val="5281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D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8270"/>
          </a:solidFill>
          <a:ln w="12700">
            <a:solidFill>
              <a:srgbClr val="DB82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68547"/>
          </a:solidFill>
          <a:ln w="12700">
            <a:solidFill>
              <a:srgbClr val="6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26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88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رَلٍّ</a:t>
            </a:r>
            <a:endParaRPr lang="ar-SA" sz="6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6">
    <p:bg>
      <p:bgPr>
        <a:solidFill>
          <a:srgbClr val="F7C5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72"/>
          </a:solidFill>
          <a:ln w="12700">
            <a:solidFill>
              <a:srgbClr val="D8647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6F"/>
          </a:solidFill>
          <a:ln w="12700">
            <a:solidFill>
              <a:srgbClr val="D1476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880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883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زَلٍّ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7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82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930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سَلٍّ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8">
    <p:bg>
      <p:bgPr>
        <a:solidFill>
          <a:srgbClr val="1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A2B64"/>
          </a:solidFill>
          <a:ln w="12700">
            <a:solidFill>
              <a:srgbClr val="4A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76"/>
          </a:solidFill>
          <a:ln w="12700">
            <a:solidFill>
              <a:srgbClr val="79347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96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930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شَلٍّ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9">
    <p:bg>
      <p:bgPr>
        <a:solidFill>
          <a:srgbClr val="F6D4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7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30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صَلٍّ</a:t>
            </a:r>
            <a:endParaRPr lang="ar-SA" sz="6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0">
    <p:bg>
      <p:bgPr>
        <a:solidFill>
          <a:srgbClr val="C5F7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88"/>
          </a:solidFill>
          <a:ln w="12700">
            <a:solidFill>
              <a:srgbClr val="5EED88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40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930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ضَلٍّ</a:t>
            </a:r>
            <a:endParaRPr lang="ar-SA" sz="6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1">
    <p:bg>
      <p:bgPr>
        <a:solidFill>
          <a:srgbClr val="3F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A5"/>
          </a:solidFill>
          <a:ln w="12700">
            <a:solidFill>
              <a:srgbClr val="E052A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94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9DB70"/>
          </a:solidFill>
          <a:ln w="12700">
            <a:solidFill>
              <a:srgbClr val="7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7585"/>
          </a:solidFill>
          <a:ln w="12700">
            <a:solidFill>
              <a:srgbClr val="477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930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طَلٍّ</a:t>
            </a:r>
            <a:endParaRPr lang="ar-SA" sz="6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2">
    <p:bg>
      <p:bgPr>
        <a:solidFill>
          <a:srgbClr val="EC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FD864"/>
          </a:solidFill>
          <a:ln w="12700">
            <a:solidFill>
              <a:srgbClr val="8F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2D147"/>
          </a:solidFill>
          <a:ln w="12700">
            <a:solidFill>
              <a:srgbClr val="9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53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30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ظَلٍّ</a:t>
            </a:r>
            <a:endParaRPr lang="ar-SA" sz="6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3">
    <p:bg>
      <p:bgPr>
        <a:solidFill>
          <a:srgbClr val="C5D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217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930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عَلٍّ</a:t>
            </a:r>
            <a:endParaRPr lang="ar-SA" sz="64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4">
    <p:bg>
      <p:bgPr>
        <a:solidFill>
          <a:srgbClr val="4314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3C2B"/>
          </a:solidFill>
          <a:ln w="12700">
            <a:solidFill>
              <a:srgbClr val="643C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6B34"/>
          </a:solidFill>
          <a:ln w="12700">
            <a:solidFill>
              <a:srgbClr val="796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83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930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غَلٍّ</a:t>
            </a:r>
            <a:endParaRPr lang="ar-SA" sz="6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5">
    <p:bg>
      <p:bgPr>
        <a:solidFill>
          <a:srgbClr val="C5F7C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88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930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فَلٍّ</a:t>
            </a:r>
            <a:endParaRPr lang="ar-SA" sz="6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6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55EED"/>
          </a:solidFill>
          <a:ln w="12700">
            <a:solidFill>
              <a:srgbClr val="65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05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930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قَلٍّ</a:t>
            </a:r>
            <a:endParaRPr lang="ar-SA" sz="6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7">
    <p:bg>
      <p:bgPr>
        <a:solidFill>
          <a:srgbClr val="45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8E052"/>
          </a:solidFill>
          <a:ln w="12700">
            <a:solidFill>
              <a:srgbClr val="C8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E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94DB"/>
          </a:solidFill>
          <a:ln w="12700">
            <a:solidFill>
              <a:srgbClr val="7094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84"/>
          </a:solidFill>
          <a:ln w="12700">
            <a:solidFill>
              <a:srgbClr val="854784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6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28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لۡ</a:t>
            </a:r>
            <a:endParaRPr lang="ar-SA" sz="3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9405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لٍ</a:t>
            </a:r>
            <a:endParaRPr lang="ar-SA" sz="3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930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كَلٍّ</a:t>
            </a:r>
            <a:endParaRPr lang="ar-SA" sz="64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8">
    <p:bg>
      <p:bgPr>
        <a:solidFill>
          <a:srgbClr val="C3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ACD8"/>
          </a:solidFill>
          <a:ln w="12700">
            <a:solidFill>
              <a:srgbClr val="64AC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B4D1"/>
          </a:solidFill>
          <a:ln w="12700">
            <a:solidFill>
              <a:srgbClr val="47B4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2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601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أَمٍّ</a:t>
            </a:r>
            <a:endParaRPr lang="ar-SA" sz="6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9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791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بَمٍّ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0">
    <p:bg>
      <p:bgPr>
        <a:solidFill>
          <a:srgbClr val="2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2D"/>
          </a:solidFill>
          <a:ln w="12700">
            <a:solidFill>
              <a:srgbClr val="2B64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5A"/>
          </a:solidFill>
          <a:ln w="12700">
            <a:solidFill>
              <a:srgbClr val="34795A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791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تَمٍّ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1">
    <p:bg>
      <p:bgPr>
        <a:solidFill>
          <a:srgbClr val="C3CC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ثَمٍّ</a:t>
            </a:r>
            <a:endParaRPr lang="ar-SA" sz="7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2">
    <p:bg>
      <p:bgPr>
        <a:solidFill>
          <a:srgbClr val="F7C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7C"/>
          </a:solidFill>
          <a:ln w="12700">
            <a:solidFill>
              <a:srgbClr val="ED5E7C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791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جَمٍّ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3">
    <p:bg>
      <p:bgPr>
        <a:solidFill>
          <a:srgbClr val="1443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D5"/>
          </a:solidFill>
          <a:ln w="12700">
            <a:solidFill>
              <a:srgbClr val="52E0D5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C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AE"/>
          </a:solidFill>
          <a:ln w="12700">
            <a:solidFill>
              <a:srgbClr val="DB70A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647"/>
          </a:solidFill>
          <a:ln w="12700">
            <a:solidFill>
              <a:srgbClr val="8576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791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حَمٍّ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4">
    <p:bg>
      <p:bgPr>
        <a:solidFill>
          <a:srgbClr val="E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C9"/>
          </a:solidFill>
          <a:ln w="12700">
            <a:solidFill>
              <a:srgbClr val="D864C9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C47D1"/>
          </a:solidFill>
          <a:ln w="12700">
            <a:solidFill>
              <a:srgbClr val="C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91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خَمٍّ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5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005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دَمٍّ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6">
    <p:bg>
      <p:bgPr>
        <a:solidFill>
          <a:srgbClr val="1435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664"/>
          </a:solidFill>
          <a:ln w="12700">
            <a:solidFill>
              <a:srgbClr val="2B36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93479"/>
          </a:solidFill>
          <a:ln w="12700">
            <a:solidFill>
              <a:srgbClr val="49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B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005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ذَمٍّ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7">
    <p:bg>
      <p:bgPr>
        <a:solidFill>
          <a:srgbClr val="F6C3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005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رَمٍّ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8">
    <p:bg>
      <p:bgPr>
        <a:solidFill>
          <a:srgbClr val="C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9FED5E"/>
          </a:solidFill>
          <a:ln w="12700">
            <a:solidFill>
              <a:srgbClr val="9F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0055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زَمٍّ</a:t>
            </a:r>
            <a:endParaRPr lang="ar-SA" sz="7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9">
    <p:bg>
      <p:bgPr>
        <a:solidFill>
          <a:srgbClr val="1C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252E0"/>
          </a:solidFill>
          <a:ln w="12700">
            <a:solidFill>
              <a:srgbClr val="B2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9DB70"/>
          </a:solidFill>
          <a:ln w="12700">
            <a:solidFill>
              <a:srgbClr val="C9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6"/>
          </a:solidFill>
          <a:ln w="12700">
            <a:solidFill>
              <a:srgbClr val="47856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791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سَمٍّ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0">
    <p:bg>
      <p:bgPr>
        <a:solidFill>
          <a:srgbClr val="F7D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A64"/>
          </a:solidFill>
          <a:ln w="12700">
            <a:solidFill>
              <a:srgbClr val="D8CA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AA47"/>
          </a:solidFill>
          <a:ln w="12700">
            <a:solidFill>
              <a:srgbClr val="D1A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91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شَمٍّ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1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791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صَمٍّ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2">
    <p:bg>
      <p:bgPr>
        <a:solidFill>
          <a:srgbClr val="431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5"/>
          </a:solidFill>
          <a:ln w="12700">
            <a:solidFill>
              <a:srgbClr val="642B45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734"/>
          </a:solidFill>
          <a:ln w="12700">
            <a:solidFill>
              <a:srgbClr val="793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791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ضَمٍّ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3">
    <p:bg>
      <p:bgPr>
        <a:solidFill>
          <a:srgbClr val="E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91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طَمٍّ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4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3ED"/>
          </a:solidFill>
          <a:ln w="12700">
            <a:solidFill>
              <a:srgbClr val="5EC3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791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ظَمٍّ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2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5">
    <p:bg>
      <p:bgPr>
        <a:solidFill>
          <a:srgbClr val="4314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E52"/>
          </a:solidFill>
          <a:ln w="12700">
            <a:solidFill>
              <a:srgbClr val="E08E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A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D3"/>
          </a:solidFill>
          <a:ln w="12700">
            <a:solidFill>
              <a:srgbClr val="70DBD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74785"/>
          </a:solidFill>
          <a:ln w="12700">
            <a:solidFill>
              <a:srgbClr val="5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791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عَمٍّ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2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6">
    <p:bg>
      <p:bgPr>
        <a:solidFill>
          <a:srgbClr val="C3F6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D"/>
          </a:solidFill>
          <a:ln w="12700">
            <a:solidFill>
              <a:srgbClr val="64D8AD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87"/>
          </a:solidFill>
          <a:ln w="12700">
            <a:solidFill>
              <a:srgbClr val="47D18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91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غَمٍّ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7">
    <p:bg>
      <p:bgPr>
        <a:solidFill>
          <a:srgbClr val="D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فَمٍّ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8">
    <p:bg>
      <p:bgPr>
        <a:solidFill>
          <a:srgbClr val="433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642B"/>
          </a:solidFill>
          <a:ln w="12700">
            <a:solidFill>
              <a:srgbClr val="53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7934"/>
          </a:solidFill>
          <a:ln w="12700">
            <a:solidFill>
              <a:srgbClr val="4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8956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قَمٍّ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2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9">
    <p:bg>
      <p:bgPr>
        <a:solidFill>
          <a:srgbClr val="C3F2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791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كَمٍّ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0">
    <p:bg>
      <p:bgPr>
        <a:solidFill>
          <a:srgbClr val="F7C5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E6"/>
          </a:solidFill>
          <a:ln w="12700">
            <a:solidFill>
              <a:srgbClr val="ED5EE6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069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83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مٍ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952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لَمٍّ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1">
    <p:bg>
      <p:bgPr>
        <a:solidFill>
          <a:srgbClr val="2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6A"/>
          </a:solidFill>
          <a:ln w="12700">
            <a:solidFill>
              <a:srgbClr val="52E06A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D1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870DB"/>
          </a:solidFill>
          <a:ln w="12700">
            <a:solidFill>
              <a:srgbClr val="B8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847"/>
          </a:solidFill>
          <a:ln w="12700">
            <a:solidFill>
              <a:srgbClr val="8548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11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4486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أَنٍّ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2">
    <p:bg>
      <p:bgPr>
        <a:solidFill>
          <a:srgbClr val="C5C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9064D8"/>
          </a:solidFill>
          <a:ln w="12700">
            <a:solidFill>
              <a:srgbClr val="90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547D1"/>
          </a:solidFill>
          <a:ln w="12700">
            <a:solidFill>
              <a:srgbClr val="65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1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D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بَنٍّ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3">
    <p:bg>
      <p:bgPr>
        <a:solidFill>
          <a:srgbClr val="F7D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80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تَنٍّ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4">
    <p:bg>
      <p:bgPr>
        <a:solidFill>
          <a:srgbClr val="1443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164"/>
          </a:solidFill>
          <a:ln w="12700">
            <a:solidFill>
              <a:srgbClr val="2B61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379"/>
          </a:solidFill>
          <a:ln w="12700">
            <a:solidFill>
              <a:srgbClr val="3453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59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ثَنٍّ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5">
    <p:bg>
      <p:bgPr>
        <a:solidFill>
          <a:srgbClr val="EE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جَنٍّ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6">
    <p:bg>
      <p:bgPr>
        <a:solidFill>
          <a:srgbClr val="F0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D05E"/>
          </a:solidFill>
          <a:ln w="12700">
            <a:solidFill>
              <a:srgbClr val="EDD0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27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حَنٍّ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7">
    <p:bg>
      <p:bgPr>
        <a:solidFill>
          <a:srgbClr val="142F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5CE0"/>
          </a:solidFill>
          <a:ln w="12700">
            <a:solidFill>
              <a:srgbClr val="525C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B8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E70"/>
          </a:solidFill>
          <a:ln w="12700">
            <a:solidFill>
              <a:srgbClr val="DB9E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68547"/>
          </a:solidFill>
          <a:ln w="12700">
            <a:solidFill>
              <a:srgbClr val="56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44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خَنٍّ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8">
    <p:bg>
      <p:bgPr>
        <a:solidFill>
          <a:srgbClr val="F6C3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7364"/>
          </a:solidFill>
          <a:ln w="12700">
            <a:solidFill>
              <a:srgbClr val="D873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4C"/>
          </a:solidFill>
          <a:ln w="12700">
            <a:solidFill>
              <a:srgbClr val="D1474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6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196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دَنٍّ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9">
    <p:bg>
      <p:bgPr>
        <a:solidFill>
          <a:srgbClr val="C5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09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D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1962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ذَنٍّ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0">
    <p:bg>
      <p:bgPr>
        <a:solidFill>
          <a:srgbClr val="22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92B64"/>
          </a:solidFill>
          <a:ln w="12700">
            <a:solidFill>
              <a:srgbClr val="59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5"/>
          </a:solidFill>
          <a:ln w="12700">
            <a:solidFill>
              <a:srgbClr val="79346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143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رَنٍّ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1">
    <p:bg>
      <p:bgPr>
        <a:solidFill>
          <a:srgbClr val="F7E2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56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زَنٍّ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2">
    <p:bg>
      <p:bgPr>
        <a:solidFill>
          <a:srgbClr val="C5F7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D"/>
          </a:solidFill>
          <a:ln w="12700">
            <a:solidFill>
              <a:srgbClr val="5EEDA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94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سَنٍّ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3">
    <p:bg>
      <p:bgPr>
        <a:solidFill>
          <a:srgbClr val="4314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0"/>
          </a:solidFill>
          <a:ln w="12700">
            <a:solidFill>
              <a:srgbClr val="E0528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E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83"/>
          </a:solidFill>
          <a:ln w="12700">
            <a:solidFill>
              <a:srgbClr val="70DB8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585"/>
          </a:solidFill>
          <a:ln w="12700">
            <a:solidFill>
              <a:srgbClr val="4765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شَنٍّ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4">
    <p:bg>
      <p:bgPr>
        <a:solidFill>
          <a:srgbClr val="DF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2D864"/>
          </a:solidFill>
          <a:ln w="12700">
            <a:solidFill>
              <a:srgbClr val="72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6ED147"/>
          </a:solidFill>
          <a:ln w="12700">
            <a:solidFill>
              <a:srgbClr val="6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01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صَنٍّ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5">
    <p:bg>
      <p:bgPr>
        <a:solidFill>
          <a:srgbClr val="C5D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ضَنٍّ</a:t>
            </a:r>
            <a:endParaRPr lang="ar-SA" sz="7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6">
    <p:bg>
      <p:bgPr>
        <a:solidFill>
          <a:srgbClr val="4316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A2B"/>
          </a:solidFill>
          <a:ln w="12700">
            <a:solidFill>
              <a:srgbClr val="644A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67934"/>
          </a:solidFill>
          <a:ln w="12700">
            <a:solidFill>
              <a:srgbClr val="7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طَنٍّ</a:t>
            </a:r>
            <a:endParaRPr lang="ar-SA" sz="7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7">
    <p:bg>
      <p:bgPr>
        <a:solidFill>
          <a:srgbClr val="C5F7D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0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ظَنٍّ</a:t>
            </a:r>
            <a:endParaRPr lang="ar-SA" sz="7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8">
    <p:bg>
      <p:bgPr>
        <a:solidFill>
          <a:srgbClr val="E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95EED"/>
          </a:solidFill>
          <a:ln w="12700">
            <a:solidFill>
              <a:srgbClr val="89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3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عَنٍّ</a:t>
            </a:r>
            <a:endParaRPr lang="ar-SA" sz="7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9">
    <p:bg>
      <p:bgPr>
        <a:solidFill>
          <a:srgbClr val="4340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4E052"/>
          </a:solidFill>
          <a:ln w="12700">
            <a:solidFill>
              <a:srgbClr val="A4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4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78DB"/>
          </a:solidFill>
          <a:ln w="12700">
            <a:solidFill>
              <a:srgbClr val="707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5"/>
          </a:solidFill>
          <a:ln w="12700">
            <a:solidFill>
              <a:srgbClr val="85477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51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F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غَنٍّ</a:t>
            </a:r>
            <a:endParaRPr lang="ar-SA" sz="7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0">
    <p:bg>
      <p:bgPr>
        <a:solidFill>
          <a:srgbClr val="C5E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8ED8"/>
          </a:solidFill>
          <a:ln w="12700">
            <a:solidFill>
              <a:srgbClr val="648E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1D1"/>
          </a:solidFill>
          <a:ln w="12700">
            <a:solidFill>
              <a:srgbClr val="4791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453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فَنٍّ</a:t>
            </a:r>
            <a:endParaRPr lang="ar-SA" sz="72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1">
    <p:bg>
      <p:bgPr>
        <a:solidFill>
          <a:srgbClr val="F7C5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قَنٍّ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2">
    <p:bg>
      <p:bgPr>
        <a:solidFill>
          <a:srgbClr val="1D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C"/>
          </a:solidFill>
          <a:ln w="12700">
            <a:solidFill>
              <a:srgbClr val="2B643C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C"/>
          </a:solidFill>
          <a:ln w="12700">
            <a:solidFill>
              <a:srgbClr val="34796C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295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كَنٍّ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3">
    <p:bg>
      <p:bgPr>
        <a:solidFill>
          <a:srgbClr val="C8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90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لَنٍّ</a:t>
            </a:r>
            <a:endParaRPr lang="ar-SA" sz="72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4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665E"/>
          </a:solidFill>
          <a:ln w="12700">
            <a:solidFill>
              <a:srgbClr val="ED66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0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84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0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34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نۡ</a:t>
            </a:r>
            <a:endParaRPr lang="ar-SA" sz="40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0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170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نٍ</a:t>
            </a:r>
            <a:endParaRPr lang="ar-SA" sz="40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70947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مَنٍّ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5">
    <p:bg>
      <p:bgPr>
        <a:solidFill>
          <a:srgbClr val="14433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C7E0"/>
          </a:solidFill>
          <a:ln w="12700">
            <a:solidFill>
              <a:srgbClr val="52C7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AD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3"/>
          </a:solidFill>
          <a:ln w="12700">
            <a:solidFill>
              <a:srgbClr val="DB7093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48547"/>
          </a:solidFill>
          <a:ln w="12700">
            <a:solidFill>
              <a:srgbClr val="8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20258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166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أَهٍّ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6">
    <p:bg>
      <p:bgPr>
        <a:solidFill>
          <a:srgbClr val="F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AB"/>
          </a:solidFill>
          <a:ln w="12700">
            <a:solidFill>
              <a:srgbClr val="D864A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3"/>
          </a:solidFill>
          <a:ln w="12700">
            <a:solidFill>
              <a:srgbClr val="D147B3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14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258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بَهٍّ</a:t>
            </a:r>
            <a:endParaRPr lang="ar-SA" sz="7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7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93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46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تَهٍّ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8">
    <p:bg>
      <p:bgPr>
        <a:solidFill>
          <a:srgbClr val="142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E2B64"/>
          </a:solidFill>
          <a:ln w="12700">
            <a:solidFill>
              <a:srgbClr val="2E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A3479"/>
          </a:solidFill>
          <a:ln w="12700">
            <a:solidFill>
              <a:srgbClr val="5A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4081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46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ثَهٍّ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9">
    <p:bg>
      <p:bgPr>
        <a:solidFill>
          <a:srgbClr val="F7C5C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B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5493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جَهٍّ</a:t>
            </a:r>
            <a:endParaRPr lang="ar-SA" sz="74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0">
    <p:bg>
      <p:bgPr>
        <a:solidFill>
          <a:srgbClr val="C5F7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BED5E"/>
          </a:solidFill>
          <a:ln w="12700">
            <a:solidFill>
              <a:srgbClr val="7B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796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46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حَهٍّ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1">
    <p:bg>
      <p:bgPr>
        <a:solidFill>
          <a:srgbClr val="2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D652E0"/>
          </a:solidFill>
          <a:ln w="12700">
            <a:solidFill>
              <a:srgbClr val="D6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C7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EDB70"/>
          </a:solidFill>
          <a:ln w="12700">
            <a:solidFill>
              <a:srgbClr val="AE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6"/>
          </a:solidFill>
          <a:ln w="12700">
            <a:solidFill>
              <a:srgbClr val="478576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4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033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4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53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4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539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4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46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خَهٍّ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2">
    <p:bg>
      <p:bgPr>
        <a:solidFill>
          <a:srgbClr val="F6E8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8D864"/>
          </a:solidFill>
          <a:ln w="12700">
            <a:solidFill>
              <a:srgbClr val="C8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D47"/>
          </a:solidFill>
          <a:ln w="12700">
            <a:solidFill>
              <a:srgbClr val="D1C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9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221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دَهٍّ</a:t>
            </a:r>
            <a:endParaRPr lang="ar-SA" sz="87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3">
    <p:bg>
      <p:bgPr>
        <a:solidFill>
          <a:srgbClr val="C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57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8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2215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ذَهٍّ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4">
    <p:bg>
      <p:bgPr>
        <a:solidFill>
          <a:srgbClr val="4314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6"/>
          </a:solidFill>
          <a:ln w="12700">
            <a:solidFill>
              <a:srgbClr val="642B3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934"/>
          </a:solidFill>
          <a:ln w="12700">
            <a:solidFill>
              <a:srgbClr val="794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039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5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B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924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رَهٍّ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5">
    <p:bg>
      <p:bgPr>
        <a:solidFill>
          <a:srgbClr val="D8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16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924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زَهٍّ</a:t>
            </a:r>
            <a:endParaRPr lang="ar-SA" sz="74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6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9EED"/>
          </a:solidFill>
          <a:ln w="12700">
            <a:solidFill>
              <a:srgbClr val="5E9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985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5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سَهٍّ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7">
    <p:bg>
      <p:bgPr>
        <a:solidFill>
          <a:srgbClr val="431C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B252"/>
          </a:solidFill>
          <a:ln w="12700">
            <a:solidFill>
              <a:srgbClr val="E0B2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0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C8DB"/>
          </a:solidFill>
          <a:ln w="12700">
            <a:solidFill>
              <a:srgbClr val="70C8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74785"/>
          </a:solidFill>
          <a:ln w="12700">
            <a:solidFill>
              <a:srgbClr val="67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0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670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670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0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5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شَهٍّ</a:t>
            </a:r>
            <a:endParaRPr lang="ar-SA" sz="8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8">
    <p:bg>
      <p:bgPr>
        <a:solidFill>
          <a:srgbClr val="C5F7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B"/>
          </a:solidFill>
          <a:ln w="12700">
            <a:solidFill>
              <a:srgbClr val="64D8CB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AB"/>
          </a:solidFill>
          <a:ln w="12700">
            <a:solidFill>
              <a:srgbClr val="47D1A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807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8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72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72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3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5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صَهٍّ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9">
    <p:bg>
      <p:bgPr>
        <a:solidFill>
          <a:srgbClr val="EB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818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0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670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0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6701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0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5674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ضَهٍّ</a:t>
            </a:r>
            <a:endParaRPr lang="ar-SA" sz="8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0">
    <p:bg>
      <p:bgPr>
        <a:solidFill>
          <a:srgbClr val="4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4642B"/>
          </a:solidFill>
          <a:ln w="12700">
            <a:solidFill>
              <a:srgbClr val="44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38"/>
          </a:solidFill>
          <a:ln w="12700">
            <a:solidFill>
              <a:srgbClr val="347938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0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46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طَهٍّ</a:t>
            </a:r>
            <a:endParaRPr lang="ar-SA" sz="84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1">
    <p:bg>
      <p:bgPr>
        <a:solidFill>
          <a:srgbClr val="C3E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73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46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ظَهٍّ</a:t>
            </a:r>
            <a:endParaRPr lang="ar-SA" sz="84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2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2"/>
          </a:solidFill>
          <a:ln w="12700">
            <a:solidFill>
              <a:srgbClr val="ED5EC2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033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646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عَهٍّ</a:t>
            </a:r>
            <a:endParaRPr lang="ar-SA" sz="84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3">
    <p:bg>
      <p:bgPr>
        <a:solidFill>
          <a:srgbClr val="1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F"/>
          </a:solidFill>
          <a:ln w="12700">
            <a:solidFill>
              <a:srgbClr val="52E08F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B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470DB"/>
          </a:solidFill>
          <a:ln w="12700">
            <a:solidFill>
              <a:srgbClr val="D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747"/>
          </a:solidFill>
          <a:ln w="12700">
            <a:solidFill>
              <a:srgbClr val="855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2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811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2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604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2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6049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2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46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غَهٍّ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4">
    <p:bg>
      <p:bgPr>
        <a:solidFill>
          <a:srgbClr val="CF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E64D8"/>
          </a:solidFill>
          <a:ln w="12700">
            <a:solidFill>
              <a:srgbClr val="AE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8847D1"/>
          </a:solidFill>
          <a:ln w="12700">
            <a:solidFill>
              <a:srgbClr val="88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16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616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46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فَهٍّ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5">
    <p:bg>
      <p:bgPr>
        <a:solidFill>
          <a:srgbClr val="F6DD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5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888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8646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قَهٍّ</a:t>
            </a:r>
            <a:endParaRPr lang="ar-SA" sz="84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6">
    <p:bg>
      <p:bgPr>
        <a:solidFill>
          <a:srgbClr val="144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364"/>
          </a:solidFill>
          <a:ln w="12700">
            <a:solidFill>
              <a:srgbClr val="2B53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279"/>
          </a:solidFill>
          <a:ln w="12700">
            <a:solidFill>
              <a:srgbClr val="3442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5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3352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5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8646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كَهٍّ</a:t>
            </a:r>
            <a:endParaRPr lang="ar-SA" sz="84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7">
    <p:bg>
      <p:bgPr>
        <a:solidFill>
          <a:srgbClr val="F7C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5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105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5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8646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لَهٍّ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8">
    <p:bg>
      <p:bgPr>
        <a:solidFill>
          <a:srgbClr val="E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5ED5E"/>
          </a:solidFill>
          <a:ln w="12700">
            <a:solidFill>
              <a:srgbClr val="E5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5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699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5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B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85146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مَهٍّ</a:t>
            </a:r>
            <a:endParaRPr lang="ar-SA" sz="8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9">
    <p:bg>
      <p:bgPr>
        <a:solidFill>
          <a:srgbClr val="142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B52E0"/>
          </a:solidFill>
          <a:ln w="12700">
            <a:solidFill>
              <a:srgbClr val="6B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D2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970"/>
          </a:solidFill>
          <a:ln w="12700">
            <a:solidFill>
              <a:srgbClr val="DBB9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48"/>
          </a:solidFill>
          <a:ln w="12700">
            <a:solidFill>
              <a:srgbClr val="47854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5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51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799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هۡ</a:t>
            </a:r>
            <a:endParaRPr lang="ar-SA" sz="45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5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75072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هٍ</a:t>
            </a:r>
            <a:endParaRPr lang="ar-SA" sz="45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864614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نَهٍّ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0">
    <p:bg>
      <p:bgPr>
        <a:solidFill>
          <a:srgbClr val="F6C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9164"/>
          </a:solidFill>
          <a:ln w="12700">
            <a:solidFill>
              <a:srgbClr val="D891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6647"/>
          </a:solidFill>
          <a:ln w="12700">
            <a:solidFill>
              <a:srgbClr val="D166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202866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0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73457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أَوٍّ</a:t>
            </a:r>
            <a:endParaRPr lang="ar-SA" sz="7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1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095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5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بَوٍّ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2">
    <p:bg>
      <p:bgPr>
        <a:solidFill>
          <a:srgbClr val="2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61"/>
          </a:solidFill>
          <a:ln w="12700">
            <a:solidFill>
              <a:srgbClr val="642B61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3"/>
          </a:solidFill>
          <a:ln w="12700">
            <a:solidFill>
              <a:srgbClr val="79345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096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5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تَوٍّ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3">
    <p:bg>
      <p:bgPr>
        <a:solidFill>
          <a:srgbClr val="F7EF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17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647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ثَوٍّ</a:t>
            </a:r>
            <a:endParaRPr lang="ar-SA" sz="78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4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D1"/>
          </a:solidFill>
          <a:ln w="12700">
            <a:solidFill>
              <a:srgbClr val="5EEDD1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5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جَوٍّ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5">
    <p:bg>
      <p:bgPr>
        <a:solidFill>
          <a:srgbClr val="4314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5C"/>
          </a:solidFill>
          <a:ln w="12700">
            <a:solidFill>
              <a:srgbClr val="E0525C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B8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E"/>
          </a:solidFill>
          <a:ln w="12700">
            <a:solidFill>
              <a:srgbClr val="70DB9E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685"/>
          </a:solidFill>
          <a:ln w="12700">
            <a:solidFill>
              <a:srgbClr val="4756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770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5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حَوٍّ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6">
    <p:bg>
      <p:bgPr>
        <a:solidFill>
          <a:srgbClr val="D3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74"/>
          </a:solidFill>
          <a:ln w="12700">
            <a:solidFill>
              <a:srgbClr val="64D87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BD147"/>
          </a:solidFill>
          <a:ln w="12700">
            <a:solidFill>
              <a:srgbClr val="4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4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87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44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4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032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4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515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4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5150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4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5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خَوٍّ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7">
    <p:bg>
      <p:bgPr>
        <a:solidFill>
          <a:srgbClr val="C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000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6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51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دَوٍّ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8">
    <p:bg>
      <p:bgPr>
        <a:solidFill>
          <a:srgbClr val="432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92B"/>
          </a:solidFill>
          <a:ln w="12700">
            <a:solidFill>
              <a:srgbClr val="6459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47934"/>
          </a:solidFill>
          <a:ln w="12700">
            <a:solidFill>
              <a:srgbClr val="64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9590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2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614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ذَوٍّ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9">
    <p:bg>
      <p:bgPr>
        <a:solidFill>
          <a:srgbClr val="C3F6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018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51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رَوٍّ</a:t>
            </a:r>
            <a:endParaRPr lang="ar-SA" sz="8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0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E5EED"/>
          </a:solidFill>
          <a:ln w="12700">
            <a:solidFill>
              <a:srgbClr val="AE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608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51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زَوٍّ</a:t>
            </a:r>
            <a:endParaRPr lang="ar-SA" sz="81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1">
    <p:bg>
      <p:bgPr>
        <a:solidFill>
          <a:srgbClr val="3C4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7FE052"/>
          </a:solidFill>
          <a:ln w="12700">
            <a:solidFill>
              <a:srgbClr val="7F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F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8470DB"/>
          </a:solidFill>
          <a:ln w="12700">
            <a:solidFill>
              <a:srgbClr val="84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5"/>
          </a:solidFill>
          <a:ln w="12700">
            <a:solidFill>
              <a:srgbClr val="85476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9631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5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سَوٍّ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2">
    <p:bg>
      <p:bgPr>
        <a:solidFill>
          <a:srgbClr val="C3DE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1D8"/>
          </a:solidFill>
          <a:ln w="12700">
            <a:solidFill>
              <a:srgbClr val="6471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6ED1"/>
          </a:solidFill>
          <a:ln w="12700">
            <a:solidFill>
              <a:srgbClr val="476E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0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88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40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738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738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0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5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شَوٍّ</a:t>
            </a:r>
            <a:endParaRPr lang="ar-SA" sz="81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3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4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4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31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318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57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5709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3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7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5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صَوٍّ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4">
    <p:bg>
      <p:bgPr>
        <a:solidFill>
          <a:srgbClr val="14431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B"/>
          </a:solidFill>
          <a:ln w="12700">
            <a:solidFill>
              <a:srgbClr val="2B644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579"/>
          </a:solidFill>
          <a:ln w="12700">
            <a:solidFill>
              <a:srgbClr val="3475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0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714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0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364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0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C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738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0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738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0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35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ضَوٍّ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5">
    <p:bg>
      <p:bgPr>
        <a:solidFill>
          <a:srgbClr val="D6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B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5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طَوٍّ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6">
    <p:bg>
      <p:bgPr>
        <a:solidFill>
          <a:srgbClr val="F7E5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8A5E"/>
          </a:solidFill>
          <a:ln w="12700">
            <a:solidFill>
              <a:srgbClr val="ED8A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586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6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35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ظَوٍّ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7">
    <p:bg>
      <p:bgPr>
        <a:solidFill>
          <a:srgbClr val="144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3E0"/>
          </a:solidFill>
          <a:ln w="12700">
            <a:solidFill>
              <a:srgbClr val="52A3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3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77"/>
          </a:solidFill>
          <a:ln w="12700">
            <a:solidFill>
              <a:srgbClr val="DB7077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48547"/>
          </a:solidFill>
          <a:ln w="12700">
            <a:solidFill>
              <a:srgbClr val="74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12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80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5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عَوٍّ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8">
    <p:bg>
      <p:bgPr>
        <a:solidFill>
          <a:srgbClr val="F7C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8E"/>
          </a:solidFill>
          <a:ln w="12700">
            <a:solidFill>
              <a:srgbClr val="D8648E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0"/>
          </a:solidFill>
          <a:ln w="12700">
            <a:solidFill>
              <a:srgbClr val="D1479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2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350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42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33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2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3337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2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26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2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268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2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5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غَوٍّ</a:t>
            </a:r>
            <a:endParaRPr lang="ar-SA" sz="8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9">
    <p:bg>
      <p:bgPr>
        <a:solidFill>
          <a:srgbClr val="DD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6310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2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فَوٍّ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0">
    <p:bg>
      <p:bgPr>
        <a:solidFill>
          <a:srgbClr val="141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C2B64"/>
          </a:solidFill>
          <a:ln w="12700">
            <a:solidFill>
              <a:srgbClr val="3C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C3479"/>
          </a:solidFill>
          <a:ln w="12700">
            <a:solidFill>
              <a:srgbClr val="6C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6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86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6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B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83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قَوٍّ</a:t>
            </a:r>
            <a:endParaRPr lang="ar-SA" sz="7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1">
    <p:bg>
      <p:bgPr>
        <a:solidFill>
          <a:srgbClr val="F6C8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3432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C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4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5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كَوٍّ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2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67"/>
          </a:solidFill>
          <a:ln w="12700">
            <a:solidFill>
              <a:srgbClr val="5EED67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46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108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46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9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3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66375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لَوٍّ</a:t>
            </a:r>
            <a:endParaRPr lang="ar-SA" sz="78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3">
    <p:bg>
      <p:bgPr>
        <a:solidFill>
          <a:srgbClr val="3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C6"/>
          </a:solidFill>
          <a:ln w="12700">
            <a:solidFill>
              <a:srgbClr val="E052C6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AD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2DB70"/>
          </a:solidFill>
          <a:ln w="12700">
            <a:solidFill>
              <a:srgbClr val="9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485"/>
          </a:solidFill>
          <a:ln w="12700">
            <a:solidFill>
              <a:srgbClr val="4784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46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6710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46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635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مَوٍّ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4">
    <p:bg>
      <p:bgPr>
        <a:solidFill>
          <a:srgbClr val="F6F5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BD864"/>
          </a:solidFill>
          <a:ln w="12700">
            <a:solidFill>
              <a:srgbClr val="AB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2D147"/>
          </a:solidFill>
          <a:ln w="12700">
            <a:solidFill>
              <a:srgbClr val="B2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46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503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46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2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6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635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نَوٍّ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5">
    <p:bg>
      <p:bgPr>
        <a:solidFill>
          <a:srgbClr val="C5E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46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9708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46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8272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وۡ</a:t>
            </a:r>
            <a:endParaRPr lang="ar-SA" sz="46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5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46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403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وٍ</a:t>
            </a:r>
            <a:endParaRPr lang="ar-SA" sz="46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63563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هَوٍّ</a:t>
            </a:r>
            <a:endParaRPr lang="ar-SA" sz="81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6">
    <p:bg>
      <p:bgPr>
        <a:solidFill>
          <a:srgbClr val="4514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E2B"/>
          </a:solidFill>
          <a:ln w="12700">
            <a:solidFill>
              <a:srgbClr val="642E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B34"/>
          </a:solidFill>
          <a:ln w="12700">
            <a:solidFill>
              <a:srgbClr val="795B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0583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8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9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65690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أَيٍّ</a:t>
            </a:r>
            <a:endParaRPr lang="ar-SA" sz="6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7">
    <p:bg>
      <p:bgPr>
        <a:solidFill>
          <a:srgbClr val="CB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8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431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بَيٍّ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8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7AED"/>
          </a:solidFill>
          <a:ln w="12700">
            <a:solidFill>
              <a:srgbClr val="5E7A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075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431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تَيٍّ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9">
    <p:bg>
      <p:bgPr>
        <a:solidFill>
          <a:srgbClr val="432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D752"/>
          </a:solidFill>
          <a:ln w="12700">
            <a:solidFill>
              <a:srgbClr val="E0D7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6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ADDB"/>
          </a:solidFill>
          <a:ln w="12700">
            <a:solidFill>
              <a:srgbClr val="70AD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64785"/>
          </a:solidFill>
          <a:ln w="12700">
            <a:solidFill>
              <a:srgbClr val="76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40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8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8720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ثَيٍّ</a:t>
            </a:r>
            <a:endParaRPr lang="ar-SA" sz="69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0">
    <p:bg>
      <p:bgPr>
        <a:solidFill>
          <a:srgbClr val="C3F6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C8D8"/>
          </a:solidFill>
          <a:ln w="12700">
            <a:solidFill>
              <a:srgbClr val="64C8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E"/>
          </a:solidFill>
          <a:ln w="12700">
            <a:solidFill>
              <a:srgbClr val="47D1C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5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431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جَيٍّ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1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2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431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حَيٍّ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2">
    <p:bg>
      <p:bgPr>
        <a:solidFill>
          <a:srgbClr val="34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6642B"/>
          </a:solidFill>
          <a:ln w="12700">
            <a:solidFill>
              <a:srgbClr val="36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9"/>
          </a:solidFill>
          <a:ln w="12700">
            <a:solidFill>
              <a:srgbClr val="34794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670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5D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431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خَيٍّ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3">
    <p:bg>
      <p:bgPr>
        <a:solidFill>
          <a:srgbClr val="C3D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955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431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دَيٍّ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4">
    <p:bg>
      <p:bgPr>
        <a:solidFill>
          <a:srgbClr val="F7C5C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9D"/>
          </a:solidFill>
          <a:ln w="12700">
            <a:solidFill>
              <a:srgbClr val="ED5E9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4829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C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585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ذَيٍّ</a:t>
            </a:r>
            <a:endParaRPr lang="ar-SA" sz="72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5">
    <p:bg>
      <p:bgPr>
        <a:solidFill>
          <a:srgbClr val="1443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B3"/>
          </a:solidFill>
          <a:ln w="12700">
            <a:solidFill>
              <a:srgbClr val="52E0B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F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C8"/>
          </a:solidFill>
          <a:ln w="12700">
            <a:solidFill>
              <a:srgbClr val="DB70C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747"/>
          </a:solidFill>
          <a:ln w="12700">
            <a:solidFill>
              <a:srgbClr val="8567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1847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431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رَيٍّ</a:t>
            </a:r>
            <a:endParaRPr lang="ar-SA" sz="7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6">
    <p:bg>
      <p:bgPr>
        <a:solidFill>
          <a:srgbClr val="DCC3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C64D8"/>
          </a:solidFill>
          <a:ln w="12700">
            <a:solidFill>
              <a:srgbClr val="CC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AB47D1"/>
          </a:solidFill>
          <a:ln w="12700">
            <a:solidFill>
              <a:srgbClr val="AB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721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84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431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زَيٍّ</a:t>
            </a:r>
            <a:endParaRPr lang="ar-SA" sz="7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7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389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5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431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سَيٍّ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8">
    <p:bg>
      <p:bgPr>
        <a:solidFill>
          <a:srgbClr val="144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464"/>
          </a:solidFill>
          <a:ln w="12700">
            <a:solidFill>
              <a:srgbClr val="2B44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83479"/>
          </a:solidFill>
          <a:ln w="12700">
            <a:solidFill>
              <a:srgbClr val="38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91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1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5042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شَيٍّ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9">
    <p:bg>
      <p:bgPr>
        <a:solidFill>
          <a:srgbClr val="F6C3E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2402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6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431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صَيٍّ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0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1ED5E"/>
          </a:solidFill>
          <a:ln w="12700">
            <a:solidFill>
              <a:srgbClr val="C1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2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9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431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ضَيٍّ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1">
    <p:bg>
      <p:bgPr>
        <a:solidFill>
          <a:srgbClr val="141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9052E0"/>
          </a:solidFill>
          <a:ln w="12700">
            <a:solidFill>
              <a:srgbClr val="90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C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D470"/>
          </a:solidFill>
          <a:ln w="12700">
            <a:solidFill>
              <a:srgbClr val="DBD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8"/>
          </a:solidFill>
          <a:ln w="12700">
            <a:solidFill>
              <a:srgbClr val="478558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C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65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طَيٍّ</a:t>
            </a:r>
            <a:endParaRPr lang="ar-SA" sz="72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2">
    <p:bg>
      <p:bgPr>
        <a:solidFill>
          <a:srgbClr val="F6CF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F64"/>
          </a:solidFill>
          <a:ln w="12700">
            <a:solidFill>
              <a:srgbClr val="D8AF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8947"/>
          </a:solidFill>
          <a:ln w="12700">
            <a:solidFill>
              <a:srgbClr val="D189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479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B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5801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ظَيٍّ</a:t>
            </a:r>
            <a:endParaRPr lang="ar-SA" sz="7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3">
    <p:bg>
      <p:bgPr>
        <a:solidFill>
          <a:srgbClr val="C5F7D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179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47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431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عَيٍّ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4">
    <p:bg>
      <p:bgPr>
        <a:solidFill>
          <a:srgbClr val="3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2"/>
          </a:solidFill>
          <a:ln w="12700">
            <a:solidFill>
              <a:srgbClr val="642B5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1"/>
          </a:solidFill>
          <a:ln w="12700">
            <a:solidFill>
              <a:srgbClr val="793441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673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4903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غَيٍّ</a:t>
            </a:r>
            <a:endParaRPr lang="ar-SA" sz="7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3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5">
    <p:bg>
      <p:bgPr>
        <a:solidFill>
          <a:srgbClr val="F1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516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فَيٍّ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6">
    <p:bg>
      <p:bgPr>
        <a:solidFill>
          <a:srgbClr val="C5E3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4ED"/>
          </a:solidFill>
          <a:ln w="12700">
            <a:solidFill>
              <a:srgbClr val="5EE4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01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8057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قَيٍّ</a:t>
            </a:r>
            <a:endParaRPr lang="ar-SA" sz="70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7">
    <p:bg>
      <p:bgPr>
        <a:solidFill>
          <a:srgbClr val="4314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C52"/>
          </a:solidFill>
          <a:ln w="12700">
            <a:solidFill>
              <a:srgbClr val="E06C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D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A"/>
          </a:solidFill>
          <a:ln w="12700">
            <a:solidFill>
              <a:srgbClr val="70DBB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94785"/>
          </a:solidFill>
          <a:ln w="12700">
            <a:solidFill>
              <a:srgbClr val="49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</a:t>
            </a:r>
            <a:endParaRPr lang="ar-SA" sz="38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2790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</a:t>
            </a:r>
            <a:endParaRPr lang="ar-SA" sz="38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A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7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1 R result"/>
          <p:cNvSpPr txBox="1"/>
          <p:nvPr/>
        </p:nvSpPr>
        <p:spPr>
          <a:xfrm>
            <a:off x="502920" y="15431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كَيٍّ</a:t>
            </a:r>
            <a:endParaRPr lang="ar-SA" sz="73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3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8">
    <p:bg>
      <p:bgPr>
        <a:solidFill>
          <a:srgbClr val="C4F6C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92"/>
          </a:solidFill>
          <a:ln w="12700">
            <a:solidFill>
              <a:srgbClr val="64D892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67"/>
          </a:solidFill>
          <a:ln w="12700">
            <a:solidFill>
              <a:srgbClr val="47D16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0848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5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8633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لَيٍّ</a:t>
            </a:r>
            <a:endParaRPr lang="ar-SA" sz="69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9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</a:t>
            </a:r>
            <a:endParaRPr lang="ar-SA" sz="38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78976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</a:t>
            </a:r>
            <a:endParaRPr lang="ar-SA" sz="38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3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1 R result"/>
          <p:cNvSpPr txBox="1"/>
          <p:nvPr/>
        </p:nvSpPr>
        <p:spPr>
          <a:xfrm>
            <a:off x="502920" y="15431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مَيٍّ</a:t>
            </a:r>
            <a:endParaRPr lang="ar-SA" sz="7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0">
    <p:bg>
      <p:bgPr>
        <a:solidFill>
          <a:srgbClr val="432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0642B"/>
          </a:solidFill>
          <a:ln w="12700">
            <a:solidFill>
              <a:srgbClr val="60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27934"/>
          </a:solidFill>
          <a:ln w="12700">
            <a:solidFill>
              <a:srgbClr val="52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</a:t>
            </a:r>
            <a:endParaRPr lang="ar-SA" sz="38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585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</a:t>
            </a:r>
            <a:endParaRPr lang="ar-SA" sz="38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4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D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11 R result"/>
          <p:cNvSpPr txBox="1"/>
          <p:nvPr/>
        </p:nvSpPr>
        <p:spPr>
          <a:xfrm>
            <a:off x="502920" y="15431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نَيٍّ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slides/slide4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1">
    <p:bg>
      <p:bgPr>
        <a:solidFill>
          <a:srgbClr val="C3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</a:t>
            </a:r>
            <a:endParaRPr lang="ar-SA" sz="38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713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</a:t>
            </a:r>
            <a:endParaRPr lang="ar-SA" sz="38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22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1 R result"/>
          <p:cNvSpPr txBox="1"/>
          <p:nvPr/>
        </p:nvSpPr>
        <p:spPr>
          <a:xfrm>
            <a:off x="502920" y="15431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هَيٍّ</a:t>
            </a:r>
            <a:endParaRPr lang="ar-SA" sz="73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2">
    <p:bg>
      <p:bgPr>
        <a:solidFill>
          <a:srgbClr val="F7C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D25EED"/>
          </a:solidFill>
          <a:ln w="12700">
            <a:solidFill>
              <a:srgbClr val="D2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</a:t>
            </a:r>
            <a:endParaRPr lang="ar-SA" sz="38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1509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</a:t>
            </a:r>
            <a:endParaRPr lang="ar-SA" sz="38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79796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يۡ</a:t>
            </a:r>
            <a:endParaRPr lang="ar-SA" sz="38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</a:t>
            </a:r>
            <a:endParaRPr lang="ar-SA" sz="38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661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يٍ</a:t>
            </a:r>
            <a:endParaRPr lang="ar-SA" sz="3800" dirty="0"/>
          </a:p>
        </p:txBody>
      </p:sp>
      <p:sp>
        <p:nvSpPr>
          <p:cNvPr id="30" name="C9 H shaddah bar"/>
          <p:cNvSpPr/>
          <p:nvPr/>
        </p:nvSpPr>
        <p:spPr>
          <a:xfrm>
            <a:off x="3840480" y="1677924"/>
            <a:ext cx="2834640" cy="109728"/>
          </a:xfrm>
          <a:prstGeom prst="rect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1 R result"/>
          <p:cNvSpPr txBox="1"/>
          <p:nvPr/>
        </p:nvSpPr>
        <p:spPr>
          <a:xfrm>
            <a:off x="502920" y="15431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وَيٍّ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4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3">
    <p:bg>
      <p:bgPr>
        <a:solidFill>
          <a:srgbClr val="2E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BE052"/>
          </a:solidFill>
          <a:ln w="12700">
            <a:solidFill>
              <a:srgbClr val="5B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9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F70DB"/>
          </a:solidFill>
          <a:ln w="12700">
            <a:solidFill>
              <a:srgbClr val="9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5"/>
          </a:solidFill>
          <a:ln w="12700">
            <a:solidFill>
              <a:srgbClr val="854755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6629799" y="896112"/>
            <a:ext cx="1347742" cy="1371600"/>
          </a:xfrm>
          <a:prstGeom prst="roundRect">
            <a:avLst>
              <a:gd name="adj" fmla="val 27139"/>
            </a:avLst>
          </a:prstGeom>
          <a:solidFill>
            <a:srgbClr val="FFFFFF"/>
          </a:solidFill>
          <a:ln w="76200">
            <a:solidFill>
              <a:srgbClr val="36E248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6629799" y="896112"/>
            <a:ext cx="134774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</a:t>
            </a:r>
            <a:endParaRPr lang="ar-SA" sz="3900" dirty="0"/>
          </a:p>
        </p:txBody>
      </p:sp>
      <p:sp>
        <p:nvSpPr>
          <p:cNvPr id="17" name="C2 W2 pill"/>
          <p:cNvSpPr/>
          <p:nvPr/>
        </p:nvSpPr>
        <p:spPr>
          <a:xfrm>
            <a:off x="4958534" y="896112"/>
            <a:ext cx="1351225" cy="1371600"/>
          </a:xfrm>
          <a:prstGeom prst="roundRect">
            <a:avLst>
              <a:gd name="adj" fmla="val 27069"/>
            </a:avLst>
          </a:prstGeom>
          <a:solidFill>
            <a:srgbClr val="FFFFFF"/>
          </a:solidFill>
          <a:ln w="76200">
            <a:solidFill>
              <a:srgbClr val="4836E2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4958534" y="896112"/>
            <a:ext cx="135122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كُلِّ</a:t>
            </a:r>
            <a:endParaRPr lang="ar-SA" sz="3900" dirty="0"/>
          </a:p>
        </p:txBody>
      </p:sp>
      <p:sp>
        <p:nvSpPr>
          <p:cNvPr id="19" name="C3 W3 pill"/>
          <p:cNvSpPr/>
          <p:nvPr/>
        </p:nvSpPr>
        <p:spPr>
          <a:xfrm>
            <a:off x="3350829" y="896112"/>
            <a:ext cx="1287665" cy="1371600"/>
          </a:xfrm>
          <a:prstGeom prst="roundRect">
            <a:avLst>
              <a:gd name="adj" fmla="val 28405"/>
            </a:avLst>
          </a:prstGeom>
          <a:solidFill>
            <a:srgbClr val="FFFFFF"/>
          </a:solidFill>
          <a:ln w="76200">
            <a:solidFill>
              <a:srgbClr val="E24836"/>
            </a:solidFill>
            <a:prstDash val="solid"/>
          </a:ln>
        </p:spPr>
      </p:sp>
      <p:sp>
        <p:nvSpPr>
          <p:cNvPr id="20" name="C3 W3 word"/>
          <p:cNvSpPr txBox="1"/>
          <p:nvPr/>
        </p:nvSpPr>
        <p:spPr>
          <a:xfrm>
            <a:off x="3350829" y="896112"/>
            <a:ext cx="128766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فَجٍّ</a:t>
            </a:r>
            <a:endParaRPr lang="ar-SA" sz="3900" dirty="0"/>
          </a:p>
        </p:txBody>
      </p:sp>
      <p:sp>
        <p:nvSpPr>
          <p:cNvPr id="21" name="C4 W4 pill"/>
          <p:cNvSpPr/>
          <p:nvPr/>
        </p:nvSpPr>
        <p:spPr>
          <a:xfrm>
            <a:off x="1166459" y="896112"/>
            <a:ext cx="186433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48"/>
            </a:solidFill>
            <a:prstDash val="solid"/>
          </a:ln>
        </p:spPr>
      </p:sp>
      <p:sp>
        <p:nvSpPr>
          <p:cNvPr id="22" name="C4 W4 word"/>
          <p:cNvSpPr txBox="1"/>
          <p:nvPr/>
        </p:nvSpPr>
        <p:spPr>
          <a:xfrm>
            <a:off x="1166459" y="896112"/>
            <a:ext cx="186433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عَمِيقٍ</a:t>
            </a:r>
            <a:endParaRPr lang="ar-SA" sz="3900" dirty="0"/>
          </a:p>
        </p:txBody>
      </p:sp>
      <p:sp>
        <p:nvSpPr>
          <p:cNvPr id="23" name="C5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A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S panel"/>
          <p:cNvSpPr/>
          <p:nvPr/>
        </p:nvSpPr>
        <p:spPr>
          <a:xfrm>
            <a:off x="2432681" y="2834640"/>
            <a:ext cx="4278638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5" name="C5 S sentence"/>
          <p:cNvSpPr txBox="1"/>
          <p:nvPr/>
        </p:nvSpPr>
        <p:spPr>
          <a:xfrm>
            <a:off x="2432681" y="2834640"/>
            <a:ext cx="4278638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 كُلِّ فَجٍّ عَمِيقٍ</a:t>
            </a:r>
            <a:endParaRPr lang="ar-SA" sz="3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4">
    <p:bg>
      <p:bgPr>
        <a:solidFill>
          <a:srgbClr val="C3D1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564D8"/>
          </a:solidFill>
          <a:ln w="12700">
            <a:solidFill>
              <a:srgbClr val="75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4AD1"/>
          </a:solidFill>
          <a:ln w="12700">
            <a:solidFill>
              <a:srgbClr val="474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656959" y="896112"/>
            <a:ext cx="2034977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7A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656959" y="896112"/>
            <a:ext cx="2034977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مِنۡ</a:t>
            </a:r>
            <a:endParaRPr lang="ar-SA" sz="5600" dirty="0"/>
          </a:p>
        </p:txBody>
      </p:sp>
      <p:sp>
        <p:nvSpPr>
          <p:cNvPr id="12" name="C2 W2 pill"/>
          <p:cNvSpPr/>
          <p:nvPr/>
        </p:nvSpPr>
        <p:spPr>
          <a:xfrm>
            <a:off x="2452064" y="896112"/>
            <a:ext cx="188485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A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452064" y="896112"/>
            <a:ext cx="188485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عَدُوٍّ</a:t>
            </a:r>
            <a:endParaRPr lang="ar-SA" sz="56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2741673" y="2834640"/>
            <a:ext cx="3660653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2741673" y="2834640"/>
            <a:ext cx="3660653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مِنۡ عَدُوٍّ</a:t>
            </a:r>
            <a:endParaRPr lang="ar-SA" sz="57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404</Slides>
  <Notes>404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404</vt:i4>
      </vt:variant>
    </vt:vector>
  </HeadingPairs>
  <TitlesOfParts>
    <vt:vector size="40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  <vt:lpstr>Slide 125</vt:lpstr>
      <vt:lpstr>Slide 126</vt:lpstr>
      <vt:lpstr>Slide 127</vt:lpstr>
      <vt:lpstr>Slide 128</vt:lpstr>
      <vt:lpstr>Slide 129</vt:lpstr>
      <vt:lpstr>Slide 130</vt:lpstr>
      <vt:lpstr>Slide 131</vt:lpstr>
      <vt:lpstr>Slide 132</vt:lpstr>
      <vt:lpstr>Slide 133</vt:lpstr>
      <vt:lpstr>Slide 134</vt:lpstr>
      <vt:lpstr>Slide 135</vt:lpstr>
      <vt:lpstr>Slide 136</vt:lpstr>
      <vt:lpstr>Slide 137</vt:lpstr>
      <vt:lpstr>Slide 138</vt:lpstr>
      <vt:lpstr>Slide 139</vt:lpstr>
      <vt:lpstr>Slide 140</vt:lpstr>
      <vt:lpstr>Slide 141</vt:lpstr>
      <vt:lpstr>Slide 142</vt:lpstr>
      <vt:lpstr>Slide 143</vt:lpstr>
      <vt:lpstr>Slide 144</vt:lpstr>
      <vt:lpstr>Slide 145</vt:lpstr>
      <vt:lpstr>Slide 146</vt:lpstr>
      <vt:lpstr>Slide 147</vt:lpstr>
      <vt:lpstr>Slide 148</vt:lpstr>
      <vt:lpstr>Slide 149</vt:lpstr>
      <vt:lpstr>Slide 150</vt:lpstr>
      <vt:lpstr>Slide 151</vt:lpstr>
      <vt:lpstr>Slide 152</vt:lpstr>
      <vt:lpstr>Slide 153</vt:lpstr>
      <vt:lpstr>Slide 154</vt:lpstr>
      <vt:lpstr>Slide 155</vt:lpstr>
      <vt:lpstr>Slide 156</vt:lpstr>
      <vt:lpstr>Slide 157</vt:lpstr>
      <vt:lpstr>Slide 158</vt:lpstr>
      <vt:lpstr>Slide 159</vt:lpstr>
      <vt:lpstr>Slide 160</vt:lpstr>
      <vt:lpstr>Slide 161</vt:lpstr>
      <vt:lpstr>Slide 162</vt:lpstr>
      <vt:lpstr>Slide 163</vt:lpstr>
      <vt:lpstr>Slide 164</vt:lpstr>
      <vt:lpstr>Slide 165</vt:lpstr>
      <vt:lpstr>Slide 166</vt:lpstr>
      <vt:lpstr>Slide 167</vt:lpstr>
      <vt:lpstr>Slide 168</vt:lpstr>
      <vt:lpstr>Slide 169</vt:lpstr>
      <vt:lpstr>Slide 170</vt:lpstr>
      <vt:lpstr>Slide 171</vt:lpstr>
      <vt:lpstr>Slide 172</vt:lpstr>
      <vt:lpstr>Slide 173</vt:lpstr>
      <vt:lpstr>Slide 174</vt:lpstr>
      <vt:lpstr>Slide 175</vt:lpstr>
      <vt:lpstr>Slide 176</vt:lpstr>
      <vt:lpstr>Slide 177</vt:lpstr>
      <vt:lpstr>Slide 178</vt:lpstr>
      <vt:lpstr>Slide 179</vt:lpstr>
      <vt:lpstr>Slide 180</vt:lpstr>
      <vt:lpstr>Slide 181</vt:lpstr>
      <vt:lpstr>Slide 182</vt:lpstr>
      <vt:lpstr>Slide 183</vt:lpstr>
      <vt:lpstr>Slide 184</vt:lpstr>
      <vt:lpstr>Slide 185</vt:lpstr>
      <vt:lpstr>Slide 186</vt:lpstr>
      <vt:lpstr>Slide 187</vt:lpstr>
      <vt:lpstr>Slide 188</vt:lpstr>
      <vt:lpstr>Slide 189</vt:lpstr>
      <vt:lpstr>Slide 190</vt:lpstr>
      <vt:lpstr>Slide 191</vt:lpstr>
      <vt:lpstr>Slide 192</vt:lpstr>
      <vt:lpstr>Slide 193</vt:lpstr>
      <vt:lpstr>Slide 194</vt:lpstr>
      <vt:lpstr>Slide 195</vt:lpstr>
      <vt:lpstr>Slide 196</vt:lpstr>
      <vt:lpstr>Slide 197</vt:lpstr>
      <vt:lpstr>Slide 198</vt:lpstr>
      <vt:lpstr>Slide 199</vt:lpstr>
      <vt:lpstr>Slide 200</vt:lpstr>
      <vt:lpstr>Slide 201</vt:lpstr>
      <vt:lpstr>Slide 202</vt:lpstr>
      <vt:lpstr>Slide 203</vt:lpstr>
      <vt:lpstr>Slide 204</vt:lpstr>
      <vt:lpstr>Slide 205</vt:lpstr>
      <vt:lpstr>Slide 206</vt:lpstr>
      <vt:lpstr>Slide 207</vt:lpstr>
      <vt:lpstr>Slide 208</vt:lpstr>
      <vt:lpstr>Slide 209</vt:lpstr>
      <vt:lpstr>Slide 210</vt:lpstr>
      <vt:lpstr>Slide 211</vt:lpstr>
      <vt:lpstr>Slide 212</vt:lpstr>
      <vt:lpstr>Slide 213</vt:lpstr>
      <vt:lpstr>Slide 214</vt:lpstr>
      <vt:lpstr>Slide 215</vt:lpstr>
      <vt:lpstr>Slide 216</vt:lpstr>
      <vt:lpstr>Slide 217</vt:lpstr>
      <vt:lpstr>Slide 218</vt:lpstr>
      <vt:lpstr>Slide 219</vt:lpstr>
      <vt:lpstr>Slide 220</vt:lpstr>
      <vt:lpstr>Slide 221</vt:lpstr>
      <vt:lpstr>Slide 222</vt:lpstr>
      <vt:lpstr>Slide 223</vt:lpstr>
      <vt:lpstr>Slide 224</vt:lpstr>
      <vt:lpstr>Slide 225</vt:lpstr>
      <vt:lpstr>Slide 226</vt:lpstr>
      <vt:lpstr>Slide 227</vt:lpstr>
      <vt:lpstr>Slide 228</vt:lpstr>
      <vt:lpstr>Slide 229</vt:lpstr>
      <vt:lpstr>Slide 230</vt:lpstr>
      <vt:lpstr>Slide 231</vt:lpstr>
      <vt:lpstr>Slide 232</vt:lpstr>
      <vt:lpstr>Slide 233</vt:lpstr>
      <vt:lpstr>Slide 234</vt:lpstr>
      <vt:lpstr>Slide 235</vt:lpstr>
      <vt:lpstr>Slide 236</vt:lpstr>
      <vt:lpstr>Slide 237</vt:lpstr>
      <vt:lpstr>Slide 238</vt:lpstr>
      <vt:lpstr>Slide 239</vt:lpstr>
      <vt:lpstr>Slide 240</vt:lpstr>
      <vt:lpstr>Slide 241</vt:lpstr>
      <vt:lpstr>Slide 242</vt:lpstr>
      <vt:lpstr>Slide 243</vt:lpstr>
      <vt:lpstr>Slide 244</vt:lpstr>
      <vt:lpstr>Slide 245</vt:lpstr>
      <vt:lpstr>Slide 246</vt:lpstr>
      <vt:lpstr>Slide 247</vt:lpstr>
      <vt:lpstr>Slide 248</vt:lpstr>
      <vt:lpstr>Slide 249</vt:lpstr>
      <vt:lpstr>Slide 250</vt:lpstr>
      <vt:lpstr>Slide 251</vt:lpstr>
      <vt:lpstr>Slide 252</vt:lpstr>
      <vt:lpstr>Slide 253</vt:lpstr>
      <vt:lpstr>Slide 254</vt:lpstr>
      <vt:lpstr>Slide 255</vt:lpstr>
      <vt:lpstr>Slide 256</vt:lpstr>
      <vt:lpstr>Slide 257</vt:lpstr>
      <vt:lpstr>Slide 258</vt:lpstr>
      <vt:lpstr>Slide 259</vt:lpstr>
      <vt:lpstr>Slide 260</vt:lpstr>
      <vt:lpstr>Slide 261</vt:lpstr>
      <vt:lpstr>Slide 262</vt:lpstr>
      <vt:lpstr>Slide 263</vt:lpstr>
      <vt:lpstr>Slide 264</vt:lpstr>
      <vt:lpstr>Slide 265</vt:lpstr>
      <vt:lpstr>Slide 266</vt:lpstr>
      <vt:lpstr>Slide 267</vt:lpstr>
      <vt:lpstr>Slide 268</vt:lpstr>
      <vt:lpstr>Slide 269</vt:lpstr>
      <vt:lpstr>Slide 270</vt:lpstr>
      <vt:lpstr>Slide 271</vt:lpstr>
      <vt:lpstr>Slide 272</vt:lpstr>
      <vt:lpstr>Slide 273</vt:lpstr>
      <vt:lpstr>Slide 274</vt:lpstr>
      <vt:lpstr>Slide 275</vt:lpstr>
      <vt:lpstr>Slide 276</vt:lpstr>
      <vt:lpstr>Slide 277</vt:lpstr>
      <vt:lpstr>Slide 278</vt:lpstr>
      <vt:lpstr>Slide 279</vt:lpstr>
      <vt:lpstr>Slide 280</vt:lpstr>
      <vt:lpstr>Slide 281</vt:lpstr>
      <vt:lpstr>Slide 282</vt:lpstr>
      <vt:lpstr>Slide 283</vt:lpstr>
      <vt:lpstr>Slide 284</vt:lpstr>
      <vt:lpstr>Slide 285</vt:lpstr>
      <vt:lpstr>Slide 286</vt:lpstr>
      <vt:lpstr>Slide 287</vt:lpstr>
      <vt:lpstr>Slide 288</vt:lpstr>
      <vt:lpstr>Slide 289</vt:lpstr>
      <vt:lpstr>Slide 290</vt:lpstr>
      <vt:lpstr>Slide 291</vt:lpstr>
      <vt:lpstr>Slide 292</vt:lpstr>
      <vt:lpstr>Slide 293</vt:lpstr>
      <vt:lpstr>Slide 294</vt:lpstr>
      <vt:lpstr>Slide 295</vt:lpstr>
      <vt:lpstr>Slide 296</vt:lpstr>
      <vt:lpstr>Slide 297</vt:lpstr>
      <vt:lpstr>Slide 298</vt:lpstr>
      <vt:lpstr>Slide 299</vt:lpstr>
      <vt:lpstr>Slide 300</vt:lpstr>
      <vt:lpstr>Slide 301</vt:lpstr>
      <vt:lpstr>Slide 302</vt:lpstr>
      <vt:lpstr>Slide 303</vt:lpstr>
      <vt:lpstr>Slide 304</vt:lpstr>
      <vt:lpstr>Slide 305</vt:lpstr>
      <vt:lpstr>Slide 306</vt:lpstr>
      <vt:lpstr>Slide 307</vt:lpstr>
      <vt:lpstr>Slide 308</vt:lpstr>
      <vt:lpstr>Slide 309</vt:lpstr>
      <vt:lpstr>Slide 310</vt:lpstr>
      <vt:lpstr>Slide 311</vt:lpstr>
      <vt:lpstr>Slide 312</vt:lpstr>
      <vt:lpstr>Slide 313</vt:lpstr>
      <vt:lpstr>Slide 314</vt:lpstr>
      <vt:lpstr>Slide 315</vt:lpstr>
      <vt:lpstr>Slide 316</vt:lpstr>
      <vt:lpstr>Slide 317</vt:lpstr>
      <vt:lpstr>Slide 318</vt:lpstr>
      <vt:lpstr>Slide 319</vt:lpstr>
      <vt:lpstr>Slide 320</vt:lpstr>
      <vt:lpstr>Slide 321</vt:lpstr>
      <vt:lpstr>Slide 322</vt:lpstr>
      <vt:lpstr>Slide 323</vt:lpstr>
      <vt:lpstr>Slide 324</vt:lpstr>
      <vt:lpstr>Slide 325</vt:lpstr>
      <vt:lpstr>Slide 326</vt:lpstr>
      <vt:lpstr>Slide 327</vt:lpstr>
      <vt:lpstr>Slide 328</vt:lpstr>
      <vt:lpstr>Slide 329</vt:lpstr>
      <vt:lpstr>Slide 330</vt:lpstr>
      <vt:lpstr>Slide 331</vt:lpstr>
      <vt:lpstr>Slide 332</vt:lpstr>
      <vt:lpstr>Slide 333</vt:lpstr>
      <vt:lpstr>Slide 334</vt:lpstr>
      <vt:lpstr>Slide 335</vt:lpstr>
      <vt:lpstr>Slide 336</vt:lpstr>
      <vt:lpstr>Slide 337</vt:lpstr>
      <vt:lpstr>Slide 338</vt:lpstr>
      <vt:lpstr>Slide 339</vt:lpstr>
      <vt:lpstr>Slide 340</vt:lpstr>
      <vt:lpstr>Slide 341</vt:lpstr>
      <vt:lpstr>Slide 342</vt:lpstr>
      <vt:lpstr>Slide 343</vt:lpstr>
      <vt:lpstr>Slide 344</vt:lpstr>
      <vt:lpstr>Slide 345</vt:lpstr>
      <vt:lpstr>Slide 346</vt:lpstr>
      <vt:lpstr>Slide 347</vt:lpstr>
      <vt:lpstr>Slide 348</vt:lpstr>
      <vt:lpstr>Slide 349</vt:lpstr>
      <vt:lpstr>Slide 350</vt:lpstr>
      <vt:lpstr>Slide 351</vt:lpstr>
      <vt:lpstr>Slide 352</vt:lpstr>
      <vt:lpstr>Slide 353</vt:lpstr>
      <vt:lpstr>Slide 354</vt:lpstr>
      <vt:lpstr>Slide 355</vt:lpstr>
      <vt:lpstr>Slide 356</vt:lpstr>
      <vt:lpstr>Slide 357</vt:lpstr>
      <vt:lpstr>Slide 358</vt:lpstr>
      <vt:lpstr>Slide 359</vt:lpstr>
      <vt:lpstr>Slide 360</vt:lpstr>
      <vt:lpstr>Slide 361</vt:lpstr>
      <vt:lpstr>Slide 362</vt:lpstr>
      <vt:lpstr>Slide 363</vt:lpstr>
      <vt:lpstr>Slide 364</vt:lpstr>
      <vt:lpstr>Slide 365</vt:lpstr>
      <vt:lpstr>Slide 366</vt:lpstr>
      <vt:lpstr>Slide 367</vt:lpstr>
      <vt:lpstr>Slide 368</vt:lpstr>
      <vt:lpstr>Slide 369</vt:lpstr>
      <vt:lpstr>Slide 370</vt:lpstr>
      <vt:lpstr>Slide 371</vt:lpstr>
      <vt:lpstr>Slide 372</vt:lpstr>
      <vt:lpstr>Slide 373</vt:lpstr>
      <vt:lpstr>Slide 374</vt:lpstr>
      <vt:lpstr>Slide 375</vt:lpstr>
      <vt:lpstr>Slide 376</vt:lpstr>
      <vt:lpstr>Slide 377</vt:lpstr>
      <vt:lpstr>Slide 378</vt:lpstr>
      <vt:lpstr>Slide 379</vt:lpstr>
      <vt:lpstr>Slide 380</vt:lpstr>
      <vt:lpstr>Slide 381</vt:lpstr>
      <vt:lpstr>Slide 382</vt:lpstr>
      <vt:lpstr>Slide 383</vt:lpstr>
      <vt:lpstr>Slide 384</vt:lpstr>
      <vt:lpstr>Slide 385</vt:lpstr>
      <vt:lpstr>Slide 386</vt:lpstr>
      <vt:lpstr>Slide 387</vt:lpstr>
      <vt:lpstr>Slide 388</vt:lpstr>
      <vt:lpstr>Slide 389</vt:lpstr>
      <vt:lpstr>Slide 390</vt:lpstr>
      <vt:lpstr>Slide 391</vt:lpstr>
      <vt:lpstr>Slide 392</vt:lpstr>
      <vt:lpstr>Slide 393</vt:lpstr>
      <vt:lpstr>Slide 394</vt:lpstr>
      <vt:lpstr>Slide 395</vt:lpstr>
      <vt:lpstr>Slide 396</vt:lpstr>
      <vt:lpstr>Slide 397</vt:lpstr>
      <vt:lpstr>Slide 398</vt:lpstr>
      <vt:lpstr>Slide 399</vt:lpstr>
      <vt:lpstr>Slide 400</vt:lpstr>
      <vt:lpstr>Slide 401</vt:lpstr>
      <vt:lpstr>Slide 402</vt:lpstr>
      <vt:lpstr>Slide 403</vt:lpstr>
      <vt:lpstr>Slide 404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Shaddah tanween Shaddah-Tanween-2-kasratan</dc:title>
  <dc:subject>PptxGenJS Presentation</dc:subject>
  <dc:creator>PptxGenJS</dc:creator>
  <cp:lastModifiedBy>PptxGenJS</cp:lastModifiedBy>
  <cp:revision>1</cp:revision>
  <dcterms:created xsi:type="dcterms:W3CDTF">2026-10-21T19:04:28Z</dcterms:created>
  <dcterms:modified xsi:type="dcterms:W3CDTF">2026-10-21T19:04:28Z</dcterms:modified>
</cp:coreProperties>
</file>