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notesMaster" Target="notesMasters/notesMaster1.xml"/><Relationship Id="rId407" Type="http://schemas.openxmlformats.org/officeDocument/2006/relationships/presProps" Target="presProps.xml"/><Relationship Id="rId408" Type="http://schemas.openxmlformats.org/officeDocument/2006/relationships/viewProps" Target="viewProps.xml"/><Relationship Id="rId409" Type="http://schemas.openxmlformats.org/officeDocument/2006/relationships/theme" Target="theme/theme1.xml"/><Relationship Id="rId4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52E0"/>
          </a:solidFill>
          <a:ln w="12700">
            <a:solidFill>
              <a:srgbClr val="A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DB70"/>
          </a:solidFill>
          <a:ln w="12700">
            <a:solidFill>
              <a:srgbClr val="C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4139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4139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5600" dirty="0"/>
          </a:p>
        </p:txBody>
      </p:sp>
      <p:sp>
        <p:nvSpPr>
          <p:cNvPr id="23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R result"/>
          <p:cNvSpPr txBox="1"/>
          <p:nvPr/>
        </p:nvSpPr>
        <p:spPr>
          <a:xfrm>
            <a:off x="685800" y="161558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بٍّ</a:t>
            </a:r>
            <a:endParaRPr lang="ar-SA" sz="8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664"/>
          </a:solidFill>
          <a:ln w="12700">
            <a:solidFill>
              <a:srgbClr val="D8C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447"/>
          </a:solidFill>
          <a:ln w="12700">
            <a:solidFill>
              <a:srgbClr val="D1A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204101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بٍّ</a:t>
            </a:r>
            <a:endParaRPr lang="ar-SA" sz="88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18342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رَبٍّ</a:t>
            </a:r>
            <a:endParaRPr lang="ar-SA" sz="88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0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رَبٍّ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525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أَبٍّ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00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تَبٍّ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8ED"/>
          </a:solidFill>
          <a:ln w="12700">
            <a:solidFill>
              <a:srgbClr val="5EC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00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ثَبٍّ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852"/>
          </a:solidFill>
          <a:ln w="12700">
            <a:solidFill>
              <a:srgbClr val="E08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F"/>
          </a:solidFill>
          <a:ln w="12700">
            <a:solidFill>
              <a:srgbClr val="70DB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00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جَبٍّ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9"/>
          </a:solidFill>
          <a:ln w="12700">
            <a:solidFill>
              <a:srgbClr val="64D8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2"/>
          </a:solidFill>
          <a:ln w="12700">
            <a:solidFill>
              <a:srgbClr val="47D1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00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حَبٍّ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00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خَبٍّ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03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00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دَبٍّ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7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7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تٍ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أَتٍّ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C"/>
          </a:solidFill>
          <a:ln w="12700">
            <a:solidFill>
              <a:srgbClr val="ED5E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7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7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تٍ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06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بَتٍّ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5"/>
          </a:solidFill>
          <a:ln w="12700">
            <a:solidFill>
              <a:srgbClr val="52E0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70DB"/>
          </a:solidFill>
          <a:ln w="12700">
            <a:solidFill>
              <a:srgbClr val="B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7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7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تٍ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90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ثَتٍّ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64D8"/>
          </a:solidFill>
          <a:ln w="12700">
            <a:solidFill>
              <a:srgbClr val="8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47D1"/>
          </a:solidFill>
          <a:ln w="12700">
            <a:solidFill>
              <a:srgbClr val="6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7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7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تٍ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جَتٍّ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77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77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تٍ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390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حَتٍّ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77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77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تٍ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90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خَتٍّ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7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7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تٍ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90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دَتٍّ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B5E"/>
          </a:solidFill>
          <a:ln w="12700">
            <a:solidFill>
              <a:srgbClr val="EDC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6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6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ثٍ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79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أَثٍّ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2E0"/>
          </a:solidFill>
          <a:ln w="12700">
            <a:solidFill>
              <a:srgbClr val="526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A70"/>
          </a:solidFill>
          <a:ln w="12700">
            <a:solidFill>
              <a:srgbClr val="DB9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6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6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ثٍ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832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بَثٍّ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F64"/>
          </a:solidFill>
          <a:ln w="12700">
            <a:solidFill>
              <a:srgbClr val="D86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1"/>
          </a:solidFill>
          <a:ln w="12700">
            <a:solidFill>
              <a:srgbClr val="D147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6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6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ثٍ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79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تَثٍّ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6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6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ثٍ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85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جَثٍّ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7"/>
          </a:solidFill>
          <a:ln w="12700">
            <a:solidFill>
              <a:srgbClr val="7934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6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6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ثٍ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79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حَثٍّ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6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6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ثٍ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79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خَثٍّ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7"/>
          </a:solidFill>
          <a:ln w="12700">
            <a:solidFill>
              <a:srgbClr val="5EEDA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6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6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ثٍ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79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دَثٍّ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6"/>
          </a:solidFill>
          <a:ln w="12700">
            <a:solidFill>
              <a:srgbClr val="E052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F"/>
          </a:solidFill>
          <a:ln w="12700">
            <a:solidFill>
              <a:srgbClr val="70DB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885"/>
          </a:solidFill>
          <a:ln w="12700">
            <a:solidFill>
              <a:srgbClr val="476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جٍ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أَجٍّ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6D864"/>
          </a:solidFill>
          <a:ln w="12700">
            <a:solidFill>
              <a:srgbClr val="7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D147"/>
          </a:solidFill>
          <a:ln w="12700">
            <a:solidFill>
              <a:srgbClr val="7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بَجٍّ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جٍ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تَجٍّ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82B"/>
          </a:solidFill>
          <a:ln w="12700">
            <a:solidFill>
              <a:srgbClr val="644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جٍ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ثَجٍّ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حَجٍّ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45EED"/>
          </a:solidFill>
          <a:ln w="12700">
            <a:solidFill>
              <a:srgbClr val="8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جٍ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خَجٍّ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9E052"/>
          </a:solidFill>
          <a:ln w="12700">
            <a:solidFill>
              <a:srgbClr val="A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CDB"/>
          </a:solidFill>
          <a:ln w="12700">
            <a:solidFill>
              <a:srgbClr val="707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7"/>
          </a:solidFill>
          <a:ln w="12700">
            <a:solidFill>
              <a:srgbClr val="8547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جٍ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دَجٍّ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3D8"/>
          </a:solidFill>
          <a:ln w="12700">
            <a:solidFill>
              <a:srgbClr val="649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6D1"/>
          </a:solidFill>
          <a:ln w="12700">
            <a:solidFill>
              <a:srgbClr val="479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أَحٍّ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حٍ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بَحٍّ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A"/>
          </a:solidFill>
          <a:ln w="12700">
            <a:solidFill>
              <a:srgbClr val="2B64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9"/>
          </a:solidFill>
          <a:ln w="12700">
            <a:solidFill>
              <a:srgbClr val="3479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حٍ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تَحٍّ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ثَحٍّ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05E"/>
          </a:solidFill>
          <a:ln w="12700">
            <a:solidFill>
              <a:srgbClr val="ED6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حٍ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جَحٍّ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DE0"/>
          </a:solidFill>
          <a:ln w="12700">
            <a:solidFill>
              <a:srgbClr val="52C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7"/>
          </a:solidFill>
          <a:ln w="12700">
            <a:solidFill>
              <a:srgbClr val="DB70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347"/>
          </a:solidFill>
          <a:ln w="12700">
            <a:solidFill>
              <a:srgbClr val="858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حٍ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خَحٍّ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0"/>
          </a:solidFill>
          <a:ln w="12700">
            <a:solidFill>
              <a:srgbClr val="D864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8"/>
          </a:solidFill>
          <a:ln w="12700">
            <a:solidFill>
              <a:srgbClr val="D147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9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دَحٍّ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3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3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خٍ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أَخٍّ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2B64"/>
          </a:solidFill>
          <a:ln w="12700">
            <a:solidFill>
              <a:srgbClr val="2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3479"/>
          </a:solidFill>
          <a:ln w="12700">
            <a:solidFill>
              <a:srgbClr val="5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3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3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خٍ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بَخٍّ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3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3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خٍ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تَخٍّ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ED5E"/>
          </a:solidFill>
          <a:ln w="12700">
            <a:solidFill>
              <a:srgbClr val="8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3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3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خٍ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ثَخٍّ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152E0"/>
          </a:solidFill>
          <a:ln w="12700">
            <a:solidFill>
              <a:srgbClr val="D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DB70"/>
          </a:solidFill>
          <a:ln w="12700">
            <a:solidFill>
              <a:srgbClr val="B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4"/>
          </a:solidFill>
          <a:ln w="12700">
            <a:solidFill>
              <a:srgbClr val="4785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3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3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خٍ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جَخٍّ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D864"/>
          </a:solidFill>
          <a:ln w="12700">
            <a:solidFill>
              <a:srgbClr val="C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847"/>
          </a:solidFill>
          <a:ln w="12700">
            <a:solidFill>
              <a:srgbClr val="D1C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3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3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خٍ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حَخٍّ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3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3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خٍ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دَخٍّ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634"/>
          </a:solidFill>
          <a:ln w="12700">
            <a:solidFill>
              <a:srgbClr val="794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386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386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دٍ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أَدٍّ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386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386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دٍ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21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بَدٍّ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4ED"/>
          </a:solidFill>
          <a:ln w="12700">
            <a:solidFill>
              <a:srgbClr val="5EA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386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386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دٍ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297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تَدٍّ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D52"/>
          </a:solidFill>
          <a:ln w="12700">
            <a:solidFill>
              <a:srgbClr val="E0A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CDB"/>
          </a:solidFill>
          <a:ln w="12700">
            <a:solidFill>
              <a:srgbClr val="70C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386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386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دٍ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297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ثَدٍّ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7"/>
          </a:solidFill>
          <a:ln w="12700">
            <a:solidFill>
              <a:srgbClr val="64D8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5"/>
          </a:solidFill>
          <a:ln w="12700">
            <a:solidFill>
              <a:srgbClr val="47D1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386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386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دٍ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56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جَدٍّ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386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386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دٍ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297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حَدٍّ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55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55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دٍ</a:t>
            </a:r>
            <a:endParaRPr lang="ar-SA" sz="4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297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خَدٍّ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ذٍ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021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أَذٍّ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7"/>
          </a:solidFill>
          <a:ln w="12700">
            <a:solidFill>
              <a:srgbClr val="ED5E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ذٍ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005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بَذٍّ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9"/>
          </a:solidFill>
          <a:ln w="12700">
            <a:solidFill>
              <a:srgbClr val="52E0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70DB"/>
          </a:solidFill>
          <a:ln w="12700">
            <a:solidFill>
              <a:srgbClr val="D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ذٍ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021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تَذٍّ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64D8"/>
          </a:solidFill>
          <a:ln w="12700">
            <a:solidFill>
              <a:srgbClr val="A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47D1"/>
          </a:solidFill>
          <a:ln w="12700">
            <a:solidFill>
              <a:srgbClr val="8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ذٍ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021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ثَذٍّ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ذٍ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026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جَذٍّ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ذٍ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021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حَذٍّ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ذٍ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021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خَذٍّ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ED5E"/>
          </a:solidFill>
          <a:ln w="12700">
            <a:solidFill>
              <a:srgbClr val="E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42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ذٍ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021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دَذٍّ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652E0"/>
          </a:solidFill>
          <a:ln w="12700">
            <a:solidFill>
              <a:srgbClr val="6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570"/>
          </a:solidFill>
          <a:ln w="12700">
            <a:solidFill>
              <a:srgbClr val="DBB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رٍ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أَرٍّ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D64"/>
          </a:solidFill>
          <a:ln w="12700">
            <a:solidFill>
              <a:srgbClr val="D88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147"/>
          </a:solidFill>
          <a:ln w="12700">
            <a:solidFill>
              <a:srgbClr val="D16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رٍ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بَرٍّ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رٍ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تَرٍّ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رٍ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ثَرٍّ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رٍ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جَرٍّ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C"/>
          </a:solidFill>
          <a:ln w="12700">
            <a:solidFill>
              <a:srgbClr val="5EED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رٍ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حَرٍّ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1"/>
          </a:solidFill>
          <a:ln w="12700">
            <a:solidFill>
              <a:srgbClr val="E052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58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58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رٍ</a:t>
            </a:r>
            <a:endParaRPr lang="ar-SA" sz="4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خَرٍّ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0"/>
          </a:solidFill>
          <a:ln w="12700">
            <a:solidFill>
              <a:srgbClr val="64D8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D147"/>
          </a:solidFill>
          <a:ln w="12700">
            <a:solidFill>
              <a:srgbClr val="5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رٍ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دَرٍّ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47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رٍ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ذَرٍّ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زٍ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أَزٍّ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زٍ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25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بَزٍّ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5EED"/>
          </a:solidFill>
          <a:ln w="12700">
            <a:solidFill>
              <a:srgbClr val="A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زٍ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325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تَزٍّ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E052"/>
          </a:solidFill>
          <a:ln w="12700">
            <a:solidFill>
              <a:srgbClr val="8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70DB"/>
          </a:solidFill>
          <a:ln w="12700">
            <a:solidFill>
              <a:srgbClr val="8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زٍ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25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ثَزٍّ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5D8"/>
          </a:solidFill>
          <a:ln w="12700">
            <a:solidFill>
              <a:srgbClr val="647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زٍ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25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جَزٍّ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زٍ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25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حَزٍّ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زٍ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25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خَزٍّ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زٍ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25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دَزٍّ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55E"/>
          </a:solidFill>
          <a:ln w="12700">
            <a:solidFill>
              <a:srgbClr val="ED8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زٍ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325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ذَزٍّ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8E0"/>
          </a:solidFill>
          <a:ln w="12700">
            <a:solidFill>
              <a:srgbClr val="52A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C"/>
          </a:solidFill>
          <a:ln w="12700">
            <a:solidFill>
              <a:srgbClr val="DB70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277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زٍ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25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رَزٍّ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2"/>
          </a:solidFill>
          <a:ln w="12700">
            <a:solidFill>
              <a:srgbClr val="D864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5"/>
          </a:solidFill>
          <a:ln w="12700">
            <a:solidFill>
              <a:srgbClr val="D147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سٍ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أَسٍّ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سٍ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29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بَسٍّ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سٍ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29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تَسٍّ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سٍ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ثَسٍّ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1"/>
          </a:solidFill>
          <a:ln w="12700">
            <a:solidFill>
              <a:srgbClr val="5EED6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سٍ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29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جَسٍّ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C"/>
          </a:solidFill>
          <a:ln w="12700">
            <a:solidFill>
              <a:srgbClr val="E052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DB70"/>
          </a:solidFill>
          <a:ln w="12700">
            <a:solidFill>
              <a:srgbClr val="9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سٍ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29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حَسٍّ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D864"/>
          </a:solidFill>
          <a:ln w="12700">
            <a:solidFill>
              <a:srgbClr val="A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D147"/>
          </a:solidFill>
          <a:ln w="12700">
            <a:solidFill>
              <a:srgbClr val="B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سٍ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29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خَسٍّ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سٍ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29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دَسٍّ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سٍ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ذَسٍّ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سٍ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29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رَسٍّ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FED"/>
          </a:solidFill>
          <a:ln w="12700">
            <a:solidFill>
              <a:srgbClr val="5E7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197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سٍ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29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زَسٍّ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152"/>
          </a:solidFill>
          <a:ln w="12700">
            <a:solidFill>
              <a:srgbClr val="E0D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1DB"/>
          </a:solidFill>
          <a:ln w="12700">
            <a:solidFill>
              <a:srgbClr val="70B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858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858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شٍ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أَشٍّ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CD8"/>
          </a:solidFill>
          <a:ln w="12700">
            <a:solidFill>
              <a:srgbClr val="64C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8"/>
          </a:solidFill>
          <a:ln w="12700">
            <a:solidFill>
              <a:srgbClr val="47D1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1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81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شٍ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بَشٍّ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5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5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شٍ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تَشٍّ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7"/>
          </a:solidFill>
          <a:ln w="12700">
            <a:solidFill>
              <a:srgbClr val="3479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2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شٍ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ثَشٍّ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شٍ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جَشٍّ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3"/>
          </a:solidFill>
          <a:ln w="12700">
            <a:solidFill>
              <a:srgbClr val="ED5E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شٍ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حَشٍّ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E"/>
          </a:solidFill>
          <a:ln w="12700">
            <a:solidFill>
              <a:srgbClr val="52E0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C"/>
          </a:solidFill>
          <a:ln w="12700">
            <a:solidFill>
              <a:srgbClr val="DB70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547"/>
          </a:solidFill>
          <a:ln w="12700">
            <a:solidFill>
              <a:srgbClr val="856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6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شٍ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خَشٍّ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64D8"/>
          </a:solidFill>
          <a:ln w="12700">
            <a:solidFill>
              <a:srgbClr val="C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47D1"/>
          </a:solidFill>
          <a:ln w="12700">
            <a:solidFill>
              <a:srgbClr val="A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شٍ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دَشٍّ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8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شٍ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ذَشٍّ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3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3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شٍ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رَشٍّ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2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2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شٍ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زَشٍّ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ED5E"/>
          </a:solidFill>
          <a:ln w="12700">
            <a:solidFill>
              <a:srgbClr val="C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9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9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2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شٍ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سَشٍّ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52E0"/>
          </a:solidFill>
          <a:ln w="12700">
            <a:solidFill>
              <a:srgbClr val="8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070"/>
          </a:solidFill>
          <a:ln w="12700">
            <a:solidFill>
              <a:srgbClr val="DBD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صٍ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أَصٍّ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A64"/>
          </a:solidFill>
          <a:ln w="12700">
            <a:solidFill>
              <a:srgbClr val="D8A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447"/>
          </a:solidFill>
          <a:ln w="12700">
            <a:solidFill>
              <a:srgbClr val="D18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صٍ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3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بَصٍّ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صٍ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3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تَصٍّ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صٍ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ثَصٍّ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صٍ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3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جَصٍّ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صٍ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3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حَصٍّ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752"/>
          </a:solidFill>
          <a:ln w="12700">
            <a:solidFill>
              <a:srgbClr val="E06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6"/>
          </a:solidFill>
          <a:ln w="12700">
            <a:solidFill>
              <a:srgbClr val="70DB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صٍ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3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خَصٍّ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D"/>
          </a:solidFill>
          <a:ln w="12700">
            <a:solidFill>
              <a:srgbClr val="64D8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1"/>
          </a:solidFill>
          <a:ln w="12700">
            <a:solidFill>
              <a:srgbClr val="47D1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صٍ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3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دَصٍّ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صٍ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3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ذَصٍّ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صٍ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3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رَصٍّ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صٍ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3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زَصٍّ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5EED"/>
          </a:solidFill>
          <a:ln w="12700">
            <a:solidFill>
              <a:srgbClr val="C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صٍ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36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سَصٍّ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132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صٍ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36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شَصٍّ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64D8"/>
          </a:solidFill>
          <a:ln w="12700">
            <a:solidFill>
              <a:srgbClr val="7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0D1"/>
          </a:solidFill>
          <a:ln w="12700">
            <a:solidFill>
              <a:srgbClr val="475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8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88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ضٍ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1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أَضٍّ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6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6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ضٍ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41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بَضٍّ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59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59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ضٍ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41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تَضٍّ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8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8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ضٍ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1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ثَضٍّ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95E"/>
          </a:solidFill>
          <a:ln w="12700">
            <a:solidFill>
              <a:srgbClr val="EDA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ضٍ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1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جَضٍّ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4E0"/>
          </a:solidFill>
          <a:ln w="12700">
            <a:solidFill>
              <a:srgbClr val="528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ضٍ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41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حَضٍّ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4"/>
          </a:solidFill>
          <a:ln w="12700">
            <a:solidFill>
              <a:srgbClr val="D864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4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4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ضٍ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1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خَضٍّ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ضٍ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41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دَضٍّ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ضٍ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41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ذَضٍّ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09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09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ضٍ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1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رَضٍّ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6"/>
          </a:solidFill>
          <a:ln w="12700">
            <a:solidFill>
              <a:srgbClr val="5EED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1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1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ضٍ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1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زَضٍّ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7"/>
          </a:solidFill>
          <a:ln w="12700">
            <a:solidFill>
              <a:srgbClr val="E052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7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7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ضٍ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41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سَضٍّ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D864"/>
          </a:solidFill>
          <a:ln w="12700">
            <a:solidFill>
              <a:srgbClr val="9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D147"/>
          </a:solidFill>
          <a:ln w="12700">
            <a:solidFill>
              <a:srgbClr val="9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4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4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ضٍ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1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شَضٍّ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5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5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4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ضٍ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41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صَضٍّ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أَطٍّ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274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بَطٍّ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تَطٍّ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E052"/>
          </a:solidFill>
          <a:ln w="12700">
            <a:solidFill>
              <a:srgbClr val="C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6DB"/>
          </a:solidFill>
          <a:ln w="12700">
            <a:solidFill>
              <a:srgbClr val="709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ثَطٍّ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ED8"/>
          </a:solidFill>
          <a:ln w="12700">
            <a:solidFill>
              <a:srgbClr val="64A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7D1"/>
          </a:solidFill>
          <a:ln w="12700">
            <a:solidFill>
              <a:srgbClr val="47B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23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جَطٍّ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حَطٍّ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خَطٍّ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دَطٍّ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E"/>
          </a:solidFill>
          <a:ln w="12700">
            <a:solidFill>
              <a:srgbClr val="ED5E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ذَطٍّ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2"/>
          </a:solidFill>
          <a:ln w="12700">
            <a:solidFill>
              <a:srgbClr val="52E0D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0"/>
          </a:solidFill>
          <a:ln w="12700">
            <a:solidFill>
              <a:srgbClr val="DB70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99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رَطٍّ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B"/>
          </a:solidFill>
          <a:ln w="12700">
            <a:solidFill>
              <a:srgbClr val="D864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947D1"/>
          </a:solidFill>
          <a:ln w="12700">
            <a:solidFill>
              <a:srgbClr val="C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9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زَطٍّ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سَطٍّ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شَطٍّ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صَطٍّ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2ED5E"/>
          </a:solidFill>
          <a:ln w="12700">
            <a:solidFill>
              <a:srgbClr val="A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طٍ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ضَطٍّ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52E0"/>
          </a:solidFill>
          <a:ln w="12700">
            <a:solidFill>
              <a:srgbClr val="A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DB70"/>
          </a:solidFill>
          <a:ln w="12700">
            <a:solidFill>
              <a:srgbClr val="C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أَظٍّ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864"/>
          </a:solidFill>
          <a:ln w="12700">
            <a:solidFill>
              <a:srgbClr val="D8C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747"/>
          </a:solidFill>
          <a:ln w="12700">
            <a:solidFill>
              <a:srgbClr val="D1A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274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بَظٍّ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تَظٍّ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634"/>
          </a:solidFill>
          <a:ln w="12700">
            <a:solidFill>
              <a:srgbClr val="793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ثَظٍّ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23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جَظٍّ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5ED"/>
          </a:solidFill>
          <a:ln w="12700">
            <a:solidFill>
              <a:srgbClr val="5EC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حَظٍّ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B52"/>
          </a:solidFill>
          <a:ln w="12700">
            <a:solidFill>
              <a:srgbClr val="E08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1"/>
          </a:solidFill>
          <a:ln w="12700">
            <a:solidFill>
              <a:srgbClr val="70DB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4785"/>
          </a:solidFill>
          <a:ln w="12700">
            <a:solidFill>
              <a:srgbClr val="5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خَظٍّ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B"/>
          </a:solidFill>
          <a:ln w="12700">
            <a:solidFill>
              <a:srgbClr val="64D8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5"/>
          </a:solidFill>
          <a:ln w="12700">
            <a:solidFill>
              <a:srgbClr val="47D1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دَظٍّ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ذَظٍّ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7934"/>
          </a:solidFill>
          <a:ln w="12700">
            <a:solidFill>
              <a:srgbClr val="4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9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رَظٍّ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9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زَظٍّ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9"/>
          </a:solidFill>
          <a:ln w="12700">
            <a:solidFill>
              <a:srgbClr val="ED5E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سَظٍّ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8"/>
          </a:solidFill>
          <a:ln w="12700">
            <a:solidFill>
              <a:srgbClr val="52E0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70DB"/>
          </a:solidFill>
          <a:ln w="12700">
            <a:solidFill>
              <a:srgbClr val="B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شَظٍّ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64D8"/>
          </a:solidFill>
          <a:ln w="12700">
            <a:solidFill>
              <a:srgbClr val="8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247D1"/>
          </a:solidFill>
          <a:ln w="12700">
            <a:solidFill>
              <a:srgbClr val="6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صَظٍّ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ضَظٍّ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579"/>
          </a:solidFill>
          <a:ln w="12700">
            <a:solidFill>
              <a:srgbClr val="345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94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ظٍ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292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طَظٍّ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أَعٍّ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E5E"/>
          </a:solidFill>
          <a:ln w="12700">
            <a:solidFill>
              <a:srgbClr val="EDC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بَعٍّ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FE0"/>
          </a:solidFill>
          <a:ln w="12700">
            <a:solidFill>
              <a:srgbClr val="525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C70"/>
          </a:solidFill>
          <a:ln w="12700">
            <a:solidFill>
              <a:srgbClr val="DB9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تَعٍّ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164"/>
          </a:solidFill>
          <a:ln w="12700">
            <a:solidFill>
              <a:srgbClr val="D87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F"/>
          </a:solidFill>
          <a:ln w="12700">
            <a:solidFill>
              <a:srgbClr val="D147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ثَعٍّ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جَعٍّ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2B64"/>
          </a:solidFill>
          <a:ln w="12700">
            <a:solidFill>
              <a:srgbClr val="5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حَعٍّ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خَعٍّ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A"/>
          </a:solidFill>
          <a:ln w="12700">
            <a:solidFill>
              <a:srgbClr val="5EED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4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دَعٍّ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3"/>
          </a:solidFill>
          <a:ln w="12700">
            <a:solidFill>
              <a:srgbClr val="E052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1"/>
          </a:solidFill>
          <a:ln w="12700">
            <a:solidFill>
              <a:srgbClr val="70DB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4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ذَعٍّ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D864"/>
          </a:solidFill>
          <a:ln w="12700">
            <a:solidFill>
              <a:srgbClr val="7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D147"/>
          </a:solidFill>
          <a:ln w="12700">
            <a:solidFill>
              <a:srgbClr val="7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4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رَعٍّ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4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زَعٍّ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7934"/>
          </a:solidFill>
          <a:ln w="12700">
            <a:solidFill>
              <a:srgbClr val="7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سَعٍّ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شَعٍّ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5EED"/>
          </a:solidFill>
          <a:ln w="12700">
            <a:solidFill>
              <a:srgbClr val="8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صَعٍّ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E052"/>
          </a:solidFill>
          <a:ln w="12700">
            <a:solidFill>
              <a:srgbClr val="A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ADB"/>
          </a:solidFill>
          <a:ln w="12700">
            <a:solidFill>
              <a:srgbClr val="707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ضَعٍّ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1D8"/>
          </a:solidFill>
          <a:ln w="12700">
            <a:solidFill>
              <a:srgbClr val="649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3D1"/>
          </a:solidFill>
          <a:ln w="12700">
            <a:solidFill>
              <a:srgbClr val="479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طَعٍّ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عٍ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118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ظَعٍّ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18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أَغٍّ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72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بَغٍّ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35E"/>
          </a:solidFill>
          <a:ln w="12700">
            <a:solidFill>
              <a:srgbClr val="ED6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72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تَغٍّ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AE0"/>
          </a:solidFill>
          <a:ln w="12700">
            <a:solidFill>
              <a:srgbClr val="52C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5"/>
          </a:solidFill>
          <a:ln w="12700">
            <a:solidFill>
              <a:srgbClr val="DB70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72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ثَغٍّ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E"/>
          </a:solidFill>
          <a:ln w="12700">
            <a:solidFill>
              <a:srgbClr val="D864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6"/>
          </a:solidFill>
          <a:ln w="12700">
            <a:solidFill>
              <a:srgbClr val="D147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72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جَغٍّ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72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حَغٍّ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72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خَغٍّ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8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دَغٍّ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ED5E"/>
          </a:solidFill>
          <a:ln w="12700">
            <a:solidFill>
              <a:srgbClr val="7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18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ذَغٍّ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52E0"/>
          </a:solidFill>
          <a:ln w="12700">
            <a:solidFill>
              <a:srgbClr val="D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DB70"/>
          </a:solidFill>
          <a:ln w="12700">
            <a:solidFill>
              <a:srgbClr val="B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18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رَغٍّ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D864"/>
          </a:solidFill>
          <a:ln w="12700">
            <a:solidFill>
              <a:srgbClr val="C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A47"/>
          </a:solidFill>
          <a:ln w="12700">
            <a:solidFill>
              <a:srgbClr val="D1C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8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زَغٍّ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72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سَغٍّ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72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شَغٍّ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72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صَغٍّ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1ED"/>
          </a:solidFill>
          <a:ln w="12700">
            <a:solidFill>
              <a:srgbClr val="5EA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72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ضَغٍّ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052"/>
          </a:solidFill>
          <a:ln w="12700">
            <a:solidFill>
              <a:srgbClr val="E0B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72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طَغٍّ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8"/>
          </a:solidFill>
          <a:ln w="12700">
            <a:solidFill>
              <a:srgbClr val="47D1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72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ظَغٍّ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8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غٍ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72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عَغٍّ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43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15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915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50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أَفٍّ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4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4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63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بَفٍّ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5"/>
          </a:solidFill>
          <a:ln w="12700">
            <a:solidFill>
              <a:srgbClr val="ED5E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61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61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7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تَفٍّ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C"/>
          </a:solidFill>
          <a:ln w="12700">
            <a:solidFill>
              <a:srgbClr val="52E0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70DB"/>
          </a:solidFill>
          <a:ln w="12700">
            <a:solidFill>
              <a:srgbClr val="D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9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9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7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ثَفٍّ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47D1"/>
          </a:solidFill>
          <a:ln w="12700">
            <a:solidFill>
              <a:srgbClr val="8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86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جَفٍّ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7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حَفٍّ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3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3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7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خَفٍّ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0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دَفٍّ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ED5E"/>
          </a:solidFill>
          <a:ln w="12700">
            <a:solidFill>
              <a:srgbClr val="E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15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15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50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ذَفٍّ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88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88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861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رَفٍّ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F64"/>
          </a:solidFill>
          <a:ln w="12700">
            <a:solidFill>
              <a:srgbClr val="D88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347"/>
          </a:solidFill>
          <a:ln w="12700">
            <a:solidFill>
              <a:srgbClr val="D16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61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زَفٍّ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7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سَفٍّ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7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شَفٍّ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36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36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7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صَفٍّ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F"/>
          </a:solidFill>
          <a:ln w="12700">
            <a:solidFill>
              <a:srgbClr val="5EED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6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6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7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ضَفٍّ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45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E"/>
          </a:solidFill>
          <a:ln w="12700">
            <a:solidFill>
              <a:srgbClr val="E052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C"/>
          </a:solidFill>
          <a:ln w="12700">
            <a:solidFill>
              <a:srgbClr val="70DB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7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طَفٍّ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2"/>
          </a:solidFill>
          <a:ln w="12700">
            <a:solidFill>
              <a:srgbClr val="64D8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D147"/>
          </a:solidFill>
          <a:ln w="12700">
            <a:solidFill>
              <a:srgbClr val="4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7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ظَفٍّ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8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8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7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عَفٍّ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7934"/>
          </a:solidFill>
          <a:ln w="12700">
            <a:solidFill>
              <a:srgbClr val="6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0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8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فٍ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7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غَفٍّ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11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أَقٍّ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B5EED"/>
          </a:solidFill>
          <a:ln w="12700">
            <a:solidFill>
              <a:srgbClr val="A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بَقٍّ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E052"/>
          </a:solidFill>
          <a:ln w="12700">
            <a:solidFill>
              <a:srgbClr val="8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70DB"/>
          </a:solidFill>
          <a:ln w="12700">
            <a:solidFill>
              <a:srgbClr val="8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تَقٍّ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3D8"/>
          </a:solidFill>
          <a:ln w="12700">
            <a:solidFill>
              <a:srgbClr val="647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0D1"/>
          </a:solidFill>
          <a:ln w="12700">
            <a:solidFill>
              <a:srgbClr val="477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ثَقٍّ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جَقٍّ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779"/>
          </a:solidFill>
          <a:ln w="12700">
            <a:solidFill>
              <a:srgbClr val="347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حَقٍّ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خَقٍّ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75E"/>
          </a:solidFill>
          <a:ln w="12700">
            <a:solidFill>
              <a:srgbClr val="ED8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711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دَقٍّ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5E0"/>
          </a:solidFill>
          <a:ln w="12700">
            <a:solidFill>
              <a:srgbClr val="52A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A"/>
          </a:solidFill>
          <a:ln w="12700">
            <a:solidFill>
              <a:srgbClr val="DB70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8547"/>
          </a:solidFill>
          <a:ln w="12700">
            <a:solidFill>
              <a:srgbClr val="7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711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ذَقٍّ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6C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0"/>
          </a:solidFill>
          <a:ln w="12700">
            <a:solidFill>
              <a:srgbClr val="D864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2"/>
          </a:solidFill>
          <a:ln w="12700">
            <a:solidFill>
              <a:srgbClr val="D1479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65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رَقٍّ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565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زَقٍّ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سَقٍّ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شَقٍّ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C3F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4"/>
          </a:solidFill>
          <a:ln w="12700">
            <a:solidFill>
              <a:srgbClr val="5EED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صَقٍّ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9"/>
          </a:solidFill>
          <a:ln w="12700">
            <a:solidFill>
              <a:srgbClr val="E052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ضَقٍّ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D864"/>
          </a:solidFill>
          <a:ln w="12700">
            <a:solidFill>
              <a:srgbClr val="A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D147"/>
          </a:solidFill>
          <a:ln w="12700">
            <a:solidFill>
              <a:srgbClr val="B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طَقٍّ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ظَقٍّ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عَقٍّ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غَقٍّ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CED"/>
          </a:solidFill>
          <a:ln w="12700">
            <a:solidFill>
              <a:srgbClr val="5E7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637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قٍ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9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فَقٍّ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452"/>
          </a:solidFill>
          <a:ln w="12700">
            <a:solidFill>
              <a:srgbClr val="E0D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أَكٍّ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AD8"/>
          </a:solidFill>
          <a:ln w="12700">
            <a:solidFill>
              <a:srgbClr val="64C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B"/>
          </a:solidFill>
          <a:ln w="12700">
            <a:solidFill>
              <a:srgbClr val="47D1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0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بَكٍّ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تَكٍّ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ثَكٍّ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06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جَكٍّ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0"/>
          </a:solidFill>
          <a:ln w="12700">
            <a:solidFill>
              <a:srgbClr val="ED5E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حَكٍّ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خَكٍّ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DB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47D1"/>
          </a:solidFill>
          <a:ln w="12700">
            <a:solidFill>
              <a:srgbClr val="A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دَكٍّ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ذَكٍّ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765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رَكٍّ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6C3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65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زَكٍّ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سَكٍّ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1418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52E0"/>
          </a:solidFill>
          <a:ln w="12700">
            <a:solidFill>
              <a:srgbClr val="8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شَكٍّ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صَكٍّ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ضَكٍّ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طَكٍّ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ظَكٍّ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عَكٍّ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785"/>
          </a:solidFill>
          <a:ln w="12700">
            <a:solidFill>
              <a:srgbClr val="4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غَكٍّ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C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4"/>
          </a:solidFill>
          <a:ln w="12700">
            <a:solidFill>
              <a:srgbClr val="47D1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فَكٍّ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0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كٍ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01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قَكٍّ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4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أَلٍّ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C3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بَلٍّ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تَلٍّ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E052"/>
          </a:solidFill>
          <a:ln w="12700">
            <a:solidFill>
              <a:srgbClr val="5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ثَلٍّ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C3D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DD1"/>
          </a:solidFill>
          <a:ln w="12700">
            <a:solidFill>
              <a:srgbClr val="474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جَلٍّ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حَلٍّ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144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خَلٍّ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4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دَلٍّ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94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ذَلٍّ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88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رَلٍّ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8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زَلٍّ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سَلٍّ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شَلٍّ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6D4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صَلٍّ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ضَلٍّ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طَلٍّ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EC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ظَلٍّ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عَلٍّ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غَلٍّ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فَلٍّ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قَلٍّ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45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40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930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كَلٍّ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C3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أَمٍّ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79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بَمٍّ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9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تَمٍّ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C3C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ثَمٍّ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79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جَمٍّ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9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حَمٍّ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9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خَمٍّ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05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دَمٍّ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005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ذَمٍّ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6C3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05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رَمٍّ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ED5E"/>
          </a:solidFill>
          <a:ln w="12700">
            <a:solidFill>
              <a:srgbClr val="9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005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زَمٍّ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52E0"/>
          </a:solidFill>
          <a:ln w="12700">
            <a:solidFill>
              <a:srgbClr val="B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9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سَمٍّ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A47"/>
          </a:solidFill>
          <a:ln w="12700">
            <a:solidFill>
              <a:srgbClr val="D1A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9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شَمٍّ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79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صَمٍّ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9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ضَمٍّ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9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طَمٍّ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79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ظَمٍّ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9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عَمٍّ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C3F6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9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غَمٍّ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فَمٍّ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قَمٍّ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C3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9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كَمٍّ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6"/>
          </a:solidFill>
          <a:ln w="12700">
            <a:solidFill>
              <a:srgbClr val="ED5E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83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لَمٍّ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448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أَنٍّ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47D1"/>
          </a:solidFill>
          <a:ln w="12700">
            <a:solidFill>
              <a:srgbClr val="6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بَنٍّ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تَنٍّ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ثَنٍّ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EE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جَنٍّ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حَنٍّ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CE0"/>
          </a:solidFill>
          <a:ln w="12700">
            <a:solidFill>
              <a:srgbClr val="525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E70"/>
          </a:solidFill>
          <a:ln w="12700">
            <a:solidFill>
              <a:srgbClr val="DB9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خَنٍّ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6C3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96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دَنٍّ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196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ذَنٍّ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رَنٍّ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زَنٍّ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D"/>
          </a:solidFill>
          <a:ln w="12700">
            <a:solidFill>
              <a:srgbClr val="5EED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سَنٍّ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شَنٍّ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DF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D147"/>
          </a:solidFill>
          <a:ln w="12700">
            <a:solidFill>
              <a:srgbClr val="6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صَنٍّ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ضَنٍّ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طَنٍّ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ظَنٍّ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عَنٍّ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8DB"/>
          </a:solidFill>
          <a:ln w="12700">
            <a:solidFill>
              <a:srgbClr val="707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غَنٍّ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فَنٍّ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قَنٍّ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كَنٍّ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C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لَنٍّ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65E"/>
          </a:solidFill>
          <a:ln w="12700">
            <a:solidFill>
              <a:srgbClr val="ED6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17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نٍ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9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مَنٍّ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7E0"/>
          </a:solidFill>
          <a:ln w="12700">
            <a:solidFill>
              <a:srgbClr val="52C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أَهٍّ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25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بَهٍّ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46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تَهٍّ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46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ثَهٍّ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4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جَهٍّ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46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حَهٍّ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53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53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46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خَهٍّ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6E8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8D864"/>
          </a:solidFill>
          <a:ln w="12700">
            <a:solidFill>
              <a:srgbClr val="C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D47"/>
          </a:solidFill>
          <a:ln w="12700">
            <a:solidFill>
              <a:srgbClr val="D1C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221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دَهٍّ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221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ذَهٍّ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924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رَهٍّ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D8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24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زَهٍّ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EED"/>
          </a:solidFill>
          <a:ln w="12700">
            <a:solidFill>
              <a:srgbClr val="5E9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5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سَهٍّ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8DB"/>
          </a:solidFill>
          <a:ln w="12700">
            <a:solidFill>
              <a:srgbClr val="70C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67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67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5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شَهٍّ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B"/>
          </a:solidFill>
          <a:ln w="12700">
            <a:solidFill>
              <a:srgbClr val="47D1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7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7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صَهٍّ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67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67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5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ضَهٍّ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46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طَهٍّ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C3E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46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ظَهٍّ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2"/>
          </a:solidFill>
          <a:ln w="12700">
            <a:solidFill>
              <a:srgbClr val="ED5E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46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عَهٍّ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F"/>
          </a:solidFill>
          <a:ln w="12700">
            <a:solidFill>
              <a:srgbClr val="52E0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70DB"/>
          </a:solidFill>
          <a:ln w="12700">
            <a:solidFill>
              <a:srgbClr val="D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60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60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46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غَهٍّ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CF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64D8"/>
          </a:solidFill>
          <a:ln w="12700">
            <a:solidFill>
              <a:srgbClr val="A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46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فَهٍّ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6DD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46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قَهٍّ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46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كَهٍّ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46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لَهٍّ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ED5E"/>
          </a:solidFill>
          <a:ln w="12700">
            <a:solidFill>
              <a:srgbClr val="E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514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مَهٍّ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B52E0"/>
          </a:solidFill>
          <a:ln w="12700">
            <a:solidFill>
              <a:srgbClr val="6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50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هٍ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46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نَهٍّ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F6C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164"/>
          </a:solidFill>
          <a:ln w="12700">
            <a:solidFill>
              <a:srgbClr val="D89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647"/>
          </a:solidFill>
          <a:ln w="12700">
            <a:solidFill>
              <a:srgbClr val="D16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أَوٍّ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بَوٍّ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تَوٍّ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ثَوٍّ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1"/>
          </a:solidFill>
          <a:ln w="12700">
            <a:solidFill>
              <a:srgbClr val="5EED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جَوٍّ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C"/>
          </a:solidFill>
          <a:ln w="12700">
            <a:solidFill>
              <a:srgbClr val="E0525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E"/>
          </a:solidFill>
          <a:ln w="12700">
            <a:solidFill>
              <a:srgbClr val="70DB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حَوٍّ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4"/>
          </a:solidFill>
          <a:ln w="12700">
            <a:solidFill>
              <a:srgbClr val="64D8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D147"/>
          </a:solidFill>
          <a:ln w="12700">
            <a:solidFill>
              <a:srgbClr val="4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515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515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خَوٍّ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51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دَوٍّ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ذَوٍّ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C3F6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51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رَوٍّ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5EED"/>
          </a:solidFill>
          <a:ln w="12700">
            <a:solidFill>
              <a:srgbClr val="A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51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زَوٍّ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3C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E052"/>
          </a:solidFill>
          <a:ln w="12700">
            <a:solidFill>
              <a:srgbClr val="7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70DB"/>
          </a:solidFill>
          <a:ln w="12700">
            <a:solidFill>
              <a:srgbClr val="8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سَوٍّ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C3DE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ED1"/>
          </a:solidFill>
          <a:ln w="12700">
            <a:solidFill>
              <a:srgbClr val="476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738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738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شَوٍّ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1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1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57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57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صَوٍّ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738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738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ضَوٍّ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طَوٍّ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A5E"/>
          </a:solidFill>
          <a:ln w="12700">
            <a:solidFill>
              <a:srgbClr val="ED8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ظَوٍّ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3E0"/>
          </a:solidFill>
          <a:ln w="12700">
            <a:solidFill>
              <a:srgbClr val="52A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7"/>
          </a:solidFill>
          <a:ln w="12700">
            <a:solidFill>
              <a:srgbClr val="DB70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عَوٍّ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E"/>
          </a:solidFill>
          <a:ln w="12700">
            <a:solidFill>
              <a:srgbClr val="D864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3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3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26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26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غَوٍّ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فَوٍّ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قَوٍّ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F6C8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كَوٍّ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7"/>
          </a:solidFill>
          <a:ln w="12700">
            <a:solidFill>
              <a:srgbClr val="5EED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لَوٍّ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6"/>
          </a:solidFill>
          <a:ln w="12700">
            <a:solidFill>
              <a:srgbClr val="E052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مَوٍّ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F6F5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D864"/>
          </a:solidFill>
          <a:ln w="12700">
            <a:solidFill>
              <a:srgbClr val="A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نَوٍّ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40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وٍ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هَوٍّ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45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أَيٍّ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CB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بَيٍّ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AED"/>
          </a:solidFill>
          <a:ln w="12700">
            <a:solidFill>
              <a:srgbClr val="5E7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تَيٍّ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752"/>
          </a:solidFill>
          <a:ln w="12700">
            <a:solidFill>
              <a:srgbClr val="E0D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ثَيٍّ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C3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8D8"/>
          </a:solidFill>
          <a:ln w="12700">
            <a:solidFill>
              <a:srgbClr val="64C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E"/>
          </a:solidFill>
          <a:ln w="12700">
            <a:solidFill>
              <a:srgbClr val="47D1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جَيٍّ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حَيٍّ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خَيٍّ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C3D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دَيٍّ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ذَيٍّ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رَيٍّ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DC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زَيٍّ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سَيٍّ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شَيٍّ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F6C3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صَيٍّ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ضَيٍّ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طَيٍّ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F6CF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ظَيٍّ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عَيٍّ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غَيٍّ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F1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فَيٍّ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4ED"/>
          </a:solidFill>
          <a:ln w="12700">
            <a:solidFill>
              <a:srgbClr val="5EE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قَيٍّ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كَيٍّ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C4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لَيٍّ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مَيٍّ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نَيٍّ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C3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هَيٍّ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5EED"/>
          </a:solidFill>
          <a:ln w="12700">
            <a:solidFill>
              <a:srgbClr val="D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61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يٍ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431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وَيٍّ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629799" y="896112"/>
            <a:ext cx="1347742" cy="1371600"/>
          </a:xfrm>
          <a:prstGeom prst="roundRect">
            <a:avLst>
              <a:gd name="adj" fmla="val 27139"/>
            </a:avLst>
          </a:prstGeom>
          <a:solidFill>
            <a:srgbClr val="FFFFFF"/>
          </a:solidFill>
          <a:ln w="76200">
            <a:solidFill>
              <a:srgbClr val="36E248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629799" y="896112"/>
            <a:ext cx="13477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3900" dirty="0"/>
          </a:p>
        </p:txBody>
      </p:sp>
      <p:sp>
        <p:nvSpPr>
          <p:cNvPr id="17" name="C2 W2 pill"/>
          <p:cNvSpPr/>
          <p:nvPr/>
        </p:nvSpPr>
        <p:spPr>
          <a:xfrm>
            <a:off x="4958534" y="896112"/>
            <a:ext cx="1351225" cy="1371600"/>
          </a:xfrm>
          <a:prstGeom prst="roundRect">
            <a:avLst>
              <a:gd name="adj" fmla="val 27069"/>
            </a:avLst>
          </a:prstGeom>
          <a:solidFill>
            <a:srgbClr val="FFFFFF"/>
          </a:solidFill>
          <a:ln w="76200">
            <a:solidFill>
              <a:srgbClr val="48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4958534" y="896112"/>
            <a:ext cx="13512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كُلِّ</a:t>
            </a:r>
            <a:endParaRPr lang="ar-SA" sz="3900" dirty="0"/>
          </a:p>
        </p:txBody>
      </p:sp>
      <p:sp>
        <p:nvSpPr>
          <p:cNvPr id="19" name="C3 W3 pill"/>
          <p:cNvSpPr/>
          <p:nvPr/>
        </p:nvSpPr>
        <p:spPr>
          <a:xfrm>
            <a:off x="3350829" y="896112"/>
            <a:ext cx="1287665" cy="1371600"/>
          </a:xfrm>
          <a:prstGeom prst="roundRect">
            <a:avLst>
              <a:gd name="adj" fmla="val 28405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3350829" y="896112"/>
            <a:ext cx="12876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فَجٍّ</a:t>
            </a:r>
            <a:endParaRPr lang="ar-SA" sz="3900" dirty="0"/>
          </a:p>
        </p:txBody>
      </p:sp>
      <p:sp>
        <p:nvSpPr>
          <p:cNvPr id="21" name="C4 W4 pill"/>
          <p:cNvSpPr/>
          <p:nvPr/>
        </p:nvSpPr>
        <p:spPr>
          <a:xfrm>
            <a:off x="1166459" y="896112"/>
            <a:ext cx="18643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8"/>
            </a:solidFill>
            <a:prstDash val="solid"/>
          </a:ln>
        </p:spPr>
      </p:sp>
      <p:sp>
        <p:nvSpPr>
          <p:cNvPr id="22" name="C4 W4 word"/>
          <p:cNvSpPr txBox="1"/>
          <p:nvPr/>
        </p:nvSpPr>
        <p:spPr>
          <a:xfrm>
            <a:off x="1166459" y="896112"/>
            <a:ext cx="18643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عَمِيقٍ</a:t>
            </a:r>
            <a:endParaRPr lang="ar-SA" sz="3900" dirty="0"/>
          </a:p>
        </p:txBody>
      </p:sp>
      <p:sp>
        <p:nvSpPr>
          <p:cNvPr id="23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S panel"/>
          <p:cNvSpPr/>
          <p:nvPr/>
        </p:nvSpPr>
        <p:spPr>
          <a:xfrm>
            <a:off x="2432681" y="2834640"/>
            <a:ext cx="427863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C5 S sentence"/>
          <p:cNvSpPr txBox="1"/>
          <p:nvPr/>
        </p:nvSpPr>
        <p:spPr>
          <a:xfrm>
            <a:off x="2432681" y="2834640"/>
            <a:ext cx="427863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كُلِّ فَجٍّ عَمِيقٍ</a:t>
            </a:r>
            <a:endParaRPr lang="ar-SA" sz="3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C3D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56959" y="896112"/>
            <a:ext cx="20349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56959" y="896112"/>
            <a:ext cx="20349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مِنۡ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452064" y="896112"/>
            <a:ext cx="18848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52064" y="896112"/>
            <a:ext cx="18848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عَدُوٍّ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41673" y="2834640"/>
            <a:ext cx="36606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41673" y="2834640"/>
            <a:ext cx="36606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مِنۡ عَدُوٍّ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404</Slides>
  <Notes>404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404</vt:i4>
      </vt:variant>
    </vt:vector>
  </HeadingPairs>
  <TitlesOfParts>
    <vt:vector size="40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tanween Shaddah-Tanween-2-kasratan</dc:title>
  <dc:subject>PptxGenJS Presentation</dc:subject>
  <dc:creator>PptxGenJS</dc:creator>
  <cp:lastModifiedBy>PptxGenJS</cp:lastModifiedBy>
  <cp:revision>1</cp:revision>
  <dcterms:created xsi:type="dcterms:W3CDTF">2026-10-21T19:04:28Z</dcterms:created>
  <dcterms:modified xsi:type="dcterms:W3CDTF">2026-10-21T19:04:28Z</dcterms:modified>
</cp:coreProperties>
</file>