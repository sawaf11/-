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8"/>
          </a:solidFill>
          <a:ln w="12700">
            <a:solidFill>
              <a:srgbClr val="64D8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D147"/>
          </a:solidFill>
          <a:ln w="12700">
            <a:solidFill>
              <a:srgbClr val="5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3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وَأَّ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F5EED"/>
          </a:solidFill>
          <a:ln w="12700">
            <a:solidFill>
              <a:srgbClr val="9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26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وَبَّ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E052"/>
          </a:solidFill>
          <a:ln w="12700">
            <a:solidFill>
              <a:srgbClr val="8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68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وَتَّ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DD8"/>
          </a:solidFill>
          <a:ln w="12700">
            <a:solidFill>
              <a:srgbClr val="647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CD1"/>
          </a:solidFill>
          <a:ln w="12700">
            <a:solidFill>
              <a:srgbClr val="477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71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وَثَّ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B5E"/>
          </a:solidFill>
          <a:ln w="12700">
            <a:solidFill>
              <a:srgbClr val="ED7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وَدَّ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2E0"/>
          </a:solidFill>
          <a:ln w="12700">
            <a:solidFill>
              <a:srgbClr val="52B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75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وَذَّ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A"/>
          </a:solidFill>
          <a:ln w="12700">
            <a:solidFill>
              <a:srgbClr val="D864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E"/>
          </a:solidFill>
          <a:ln w="12700">
            <a:solidFill>
              <a:srgbClr val="D147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وَسَّ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ED5E"/>
          </a:solidFill>
          <a:ln w="12700">
            <a:solidFill>
              <a:srgbClr val="6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وَصَّ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5"/>
          </a:solidFill>
          <a:ln w="12700">
            <a:solidFill>
              <a:srgbClr val="E052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DB70"/>
          </a:solidFill>
          <a:ln w="12700">
            <a:solidFill>
              <a:srgbClr val="9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8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8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7D864"/>
          </a:solidFill>
          <a:ln w="12700">
            <a:solidFill>
              <a:srgbClr val="B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3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وَطَّ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3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وَظَّ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50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وَعَّ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51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وَغَّ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9ED"/>
          </a:solidFill>
          <a:ln w="12700">
            <a:solidFill>
              <a:srgbClr val="5E8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5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5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45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وَفَّ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852"/>
          </a:solidFill>
          <a:ln w="12700">
            <a:solidFill>
              <a:srgbClr val="E0C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8DB"/>
          </a:solidFill>
          <a:ln w="12700">
            <a:solidFill>
              <a:srgbClr val="70B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99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وَقَّ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4D8"/>
          </a:solidFill>
          <a:ln w="12700">
            <a:solidFill>
              <a:srgbClr val="64D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F"/>
          </a:solidFill>
          <a:ln w="12700">
            <a:solidFill>
              <a:srgbClr val="47D1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63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وَكَّ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7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وَلَّ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49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وَمَّ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وَنَّ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C"/>
          </a:solidFill>
          <a:ln w="12700">
            <a:solidFill>
              <a:srgbClr val="ED5E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وَهَّ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4"/>
          </a:solidFill>
          <a:ln w="12700">
            <a:solidFill>
              <a:srgbClr val="52E0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أَوَّبَ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64D8"/>
          </a:solidFill>
          <a:ln w="12700">
            <a:solidFill>
              <a:srgbClr val="C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47D1"/>
          </a:solidFill>
          <a:ln w="12700">
            <a:solidFill>
              <a:srgbClr val="9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89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بَوَّتَ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058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تَوَّثَ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ثَوَّجَ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102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جَوَّحَ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ED5E"/>
          </a:solidFill>
          <a:ln w="12700">
            <a:solidFill>
              <a:srgbClr val="D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45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45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حَوَّخَ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52E0"/>
          </a:solidFill>
          <a:ln w="12700">
            <a:solidFill>
              <a:srgbClr val="8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970"/>
          </a:solidFill>
          <a:ln w="12700">
            <a:solidFill>
              <a:srgbClr val="DBC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45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45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خَوَّدَ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364"/>
          </a:solidFill>
          <a:ln w="12700">
            <a:solidFill>
              <a:srgbClr val="D8A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B47"/>
          </a:solidFill>
          <a:ln w="12700">
            <a:solidFill>
              <a:srgbClr val="D17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دَوَّذَ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ذَوَّرَ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70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رَوَّزَ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65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زَوَّسَ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7"/>
          </a:solidFill>
          <a:ln w="12700">
            <a:solidFill>
              <a:srgbClr val="5EED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50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سَوَّشَ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D52"/>
          </a:solidFill>
          <a:ln w="12700">
            <a:solidFill>
              <a:srgbClr val="E05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5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شَوَّصَ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6"/>
          </a:solidFill>
          <a:ln w="12700">
            <a:solidFill>
              <a:srgbClr val="64D8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8"/>
          </a:solidFill>
          <a:ln w="12700">
            <a:solidFill>
              <a:srgbClr val="47D1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3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صَوَّضَ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89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ضَوَّطَ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87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طَوَّظَ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ظَوَّعَ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5EED"/>
          </a:solidFill>
          <a:ln w="12700">
            <a:solidFill>
              <a:srgbClr val="C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عَوَّغَ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E052"/>
          </a:solidFill>
          <a:ln w="12700">
            <a:solidFill>
              <a:srgbClr val="6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70DB"/>
          </a:solidFill>
          <a:ln w="12700">
            <a:solidFill>
              <a:srgbClr val="9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غَوَّفَ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64D8"/>
          </a:solidFill>
          <a:ln w="12700">
            <a:solidFill>
              <a:srgbClr val="6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9D1"/>
          </a:solidFill>
          <a:ln w="12700">
            <a:solidFill>
              <a:srgbClr val="475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فَوَّقَ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قَوَّكَ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كَوَّلَ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لَوَّمَ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05E"/>
          </a:solidFill>
          <a:ln w="12700">
            <a:solidFill>
              <a:srgbClr val="EDA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89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مَوَّنَ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DE0"/>
          </a:solidFill>
          <a:ln w="12700">
            <a:solidFill>
              <a:srgbClr val="528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970"/>
          </a:solidFill>
          <a:ln w="12700">
            <a:solidFill>
              <a:srgbClr val="DB7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39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نَوَّهَ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C"/>
          </a:solidFill>
          <a:ln w="12700">
            <a:solidFill>
              <a:srgbClr val="D864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B"/>
          </a:solidFill>
          <a:ln w="12700">
            <a:solidFill>
              <a:srgbClr val="D147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هَوَّأَ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3479"/>
          </a:solidFill>
          <a:ln w="12700">
            <a:solidFill>
              <a:srgbClr val="7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بَوَّ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C"/>
          </a:solidFill>
          <a:ln w="12700">
            <a:solidFill>
              <a:srgbClr val="5EED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1"/>
          </a:solidFill>
          <a:ln w="12700">
            <a:solidFill>
              <a:srgbClr val="E052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DB70"/>
          </a:solidFill>
          <a:ln w="12700">
            <a:solidFill>
              <a:srgbClr val="8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جَوَّ</a:t>
            </a:r>
            <a:endParaRPr lang="ar-SA" sz="8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D864"/>
          </a:solidFill>
          <a:ln w="12700">
            <a:solidFill>
              <a:srgbClr val="9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D147"/>
          </a:solidFill>
          <a:ln w="12700">
            <a:solidFill>
              <a:srgbClr val="9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حَوَّ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62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دَوَّ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4ED"/>
          </a:solidFill>
          <a:ln w="12700">
            <a:solidFill>
              <a:srgbClr val="5E6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62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رَوَّ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E052"/>
          </a:solidFill>
          <a:ln w="12700">
            <a:solidFill>
              <a:srgbClr val="D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زَوَّ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6D8"/>
          </a:solidFill>
          <a:ln w="12700">
            <a:solidFill>
              <a:srgbClr val="64B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0D1"/>
          </a:solidFill>
          <a:ln w="12700">
            <a:solidFill>
              <a:srgbClr val="47C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سَوَّ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صَوَّ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8"/>
          </a:solidFill>
          <a:ln w="12700">
            <a:solidFill>
              <a:srgbClr val="ED5E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9"/>
          </a:solidFill>
          <a:ln w="12700">
            <a:solidFill>
              <a:srgbClr val="52E0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7"/>
          </a:solidFill>
          <a:ln w="12700">
            <a:solidFill>
              <a:srgbClr val="DB70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3"/>
          </a:solidFill>
          <a:ln w="12700">
            <a:solidFill>
              <a:srgbClr val="D864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47D1"/>
          </a:solidFill>
          <a:ln w="12700">
            <a:solidFill>
              <a:srgbClr val="C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عَوَّ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3479"/>
          </a:solidFill>
          <a:ln w="12700">
            <a:solidFill>
              <a:srgbClr val="4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BED5E"/>
          </a:solidFill>
          <a:ln w="12700">
            <a:solidFill>
              <a:srgbClr val="A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552E0"/>
          </a:solidFill>
          <a:ln w="12700">
            <a:solidFill>
              <a:srgbClr val="A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DB70"/>
          </a:solidFill>
          <a:ln w="12700">
            <a:solidFill>
              <a:srgbClr val="D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لَوَّ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064"/>
          </a:solidFill>
          <a:ln w="12700">
            <a:solidFill>
              <a:srgbClr val="D8C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E47"/>
          </a:solidFill>
          <a:ln w="12700">
            <a:solidFill>
              <a:srgbClr val="D19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مَوَّ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7"/>
          </a:solidFill>
          <a:ln w="12700">
            <a:solidFill>
              <a:srgbClr val="7934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هَوَّ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4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4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4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4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FED"/>
          </a:solidFill>
          <a:ln w="12700">
            <a:solidFill>
              <a:srgbClr val="5EC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5A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24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36E2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252"/>
          </a:solidFill>
          <a:ln w="12700">
            <a:solidFill>
              <a:srgbClr val="E08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A"/>
          </a:solidFill>
          <a:ln w="12700">
            <a:solidFill>
              <a:srgbClr val="70DB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8D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3"/>
          </a:solidFill>
          <a:ln w="12700">
            <a:solidFill>
              <a:srgbClr val="64D8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B"/>
          </a:solidFill>
          <a:ln w="12700">
            <a:solidFill>
              <a:srgbClr val="47D1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36E2BF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BF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16-waw</dc:title>
  <dc:subject>PptxGenJS Presentation</dc:subject>
  <dc:creator>PptxGenJS</dc:creator>
  <cp:lastModifiedBy>PptxGenJS</cp:lastModifiedBy>
  <cp:revision>1</cp:revision>
  <dcterms:created xsi:type="dcterms:W3CDTF">2026-10-21T19:04:08Z</dcterms:created>
  <dcterms:modified xsi:type="dcterms:W3CDTF">2026-10-21T19:04:08Z</dcterms:modified>
</cp:coreProperties>
</file>