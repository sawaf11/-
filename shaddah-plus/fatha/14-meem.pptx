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26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D"/>
          </a:solidFill>
          <a:ln w="12700">
            <a:solidFill>
              <a:srgbClr val="52E0A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C"/>
          </a:solidFill>
          <a:ln w="12700">
            <a:solidFill>
              <a:srgbClr val="DB70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64D8"/>
          </a:solidFill>
          <a:ln w="12700">
            <a:solidFill>
              <a:srgbClr val="C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581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مَأَّ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مَبَّ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مَتَّ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ED5E"/>
          </a:solidFill>
          <a:ln w="12700">
            <a:solidFill>
              <a:srgbClr val="C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52E0"/>
          </a:solidFill>
          <a:ln w="12700">
            <a:solidFill>
              <a:srgbClr val="8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A64"/>
          </a:solidFill>
          <a:ln w="12700">
            <a:solidFill>
              <a:srgbClr val="D8A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347"/>
          </a:solidFill>
          <a:ln w="12700">
            <a:solidFill>
              <a:srgbClr val="D18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672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مَدَّ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47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مَذَّ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مَرَّ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652"/>
          </a:solidFill>
          <a:ln w="12700">
            <a:solidFill>
              <a:srgbClr val="E06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D"/>
          </a:solidFill>
          <a:ln w="12700">
            <a:solidFill>
              <a:srgbClr val="64D8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1"/>
          </a:solidFill>
          <a:ln w="12700">
            <a:solidFill>
              <a:srgbClr val="47D1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مَسَّ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5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95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89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مَصَّ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6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6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5EED"/>
          </a:solidFill>
          <a:ln w="12700">
            <a:solidFill>
              <a:srgbClr val="C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870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مَطَّ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870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مَظَّ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64D8"/>
          </a:solidFill>
          <a:ln w="12700">
            <a:solidFill>
              <a:srgbClr val="7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0D1"/>
          </a:solidFill>
          <a:ln w="12700">
            <a:solidFill>
              <a:srgbClr val="475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مَغَّ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3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مَفَّ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مَقَّ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مَكَّ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4E0"/>
          </a:solidFill>
          <a:ln w="12700">
            <a:solidFill>
              <a:srgbClr val="528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مَلَّ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أَمَّبَ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11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بَمَّتَ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7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تَمَّثَ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ثَمَّجَ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24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جَمَّحَ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حَمَّخَ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69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خَمَّدَ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45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دَمَّذَ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ذَمَّرَ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845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رَمَّزَ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44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زَمَّسَ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سَمَّشَ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7D1"/>
          </a:solidFill>
          <a:ln w="12700">
            <a:solidFill>
              <a:srgbClr val="47B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59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شَمَّصَ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صَمَّضَ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5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ضَمَّطَ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8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طَمَّظَ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ظَمَّعَ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2"/>
          </a:solidFill>
          <a:ln w="12700">
            <a:solidFill>
              <a:srgbClr val="52E0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عَمَّغَ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47D1"/>
          </a:solidFill>
          <a:ln w="12700">
            <a:solidFill>
              <a:srgbClr val="C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56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غَمَّفَ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فَمَّقَ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قَمَّكَ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كَمَّلَ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ED5E"/>
          </a:solidFill>
          <a:ln w="12700">
            <a:solidFill>
              <a:srgbClr val="A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لَمَّأَ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1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1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1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B52"/>
          </a:solidFill>
          <a:ln w="12700">
            <a:solidFill>
              <a:srgbClr val="E08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1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4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44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4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1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70DB"/>
          </a:solidFill>
          <a:ln w="12700">
            <a:solidFill>
              <a:srgbClr val="B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47D1"/>
          </a:solidFill>
          <a:ln w="12700">
            <a:solidFill>
              <a:srgbClr val="6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1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1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0E0"/>
          </a:solidFill>
          <a:ln w="12700">
            <a:solidFill>
              <a:srgbClr val="526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F"/>
          </a:solidFill>
          <a:ln w="12700">
            <a:solidFill>
              <a:srgbClr val="D147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8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22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3"/>
          </a:solidFill>
          <a:ln w="12700">
            <a:solidFill>
              <a:srgbClr val="E052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0"/>
          </a:solidFill>
          <a:ln w="12700">
            <a:solidFill>
              <a:srgbClr val="70DB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E2365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9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21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6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D864"/>
          </a:solidFill>
          <a:ln w="12700">
            <a:solidFill>
              <a:srgbClr val="7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D147"/>
          </a:solidFill>
          <a:ln w="12700">
            <a:solidFill>
              <a:srgbClr val="7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36E24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7B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E27B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14-meem</dc:title>
  <dc:subject>PptxGenJS Presentation</dc:subject>
  <dc:creator>PptxGenJS</dc:creator>
  <cp:lastModifiedBy>PptxGenJS</cp:lastModifiedBy>
  <cp:revision>1</cp:revision>
  <dcterms:created xsi:type="dcterms:W3CDTF">2026-10-21T19:04:08Z</dcterms:created>
  <dcterms:modified xsi:type="dcterms:W3CDTF">2026-10-21T19:04:08Z</dcterms:modified>
</cp:coreProperties>
</file>