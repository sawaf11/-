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15E"/>
          </a:solidFill>
          <a:ln w="12700">
            <a:solidFill>
              <a:srgbClr val="EDE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A70"/>
          </a:solidFill>
          <a:ln w="12700">
            <a:solidFill>
              <a:srgbClr val="DBA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6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بَأَّ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71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أَبَّتَ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65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تَبَّثَ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ثَبَّجَ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E052"/>
          </a:solidFill>
          <a:ln w="12700">
            <a:solidFill>
              <a:srgbClr val="9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جَبَّحَ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1D8"/>
          </a:solidFill>
          <a:ln w="12700">
            <a:solidFill>
              <a:srgbClr val="648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1D1"/>
          </a:solidFill>
          <a:ln w="12700">
            <a:solidFill>
              <a:srgbClr val="478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حَبَّخَ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65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خَبَّدَ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56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دَبَّأَ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65E"/>
          </a:solidFill>
          <a:ln w="12700">
            <a:solidFill>
              <a:srgbClr val="ED7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4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E"/>
          </a:solidFill>
          <a:ln w="12700">
            <a:solidFill>
              <a:srgbClr val="D864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3"/>
          </a:solidFill>
          <a:ln w="12700">
            <a:solidFill>
              <a:srgbClr val="D147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جَبَّ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حَبَّ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ED5E"/>
          </a:solidFill>
          <a:ln w="12700">
            <a:solidFill>
              <a:srgbClr val="6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تَأَّ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D864"/>
          </a:solidFill>
          <a:ln w="12700">
            <a:solidFill>
              <a:srgbClr val="B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352"/>
          </a:solidFill>
          <a:ln w="12700">
            <a:solidFill>
              <a:srgbClr val="E0C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CDB"/>
          </a:solidFill>
          <a:ln w="12700">
            <a:solidFill>
              <a:srgbClr val="70B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أَتَّبَ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66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بَتَّثَ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ثَتَّجَ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جَتَّحَ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حَتَّخَ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2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خَتَّدَ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دَتَّأَ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47D1"/>
          </a:solidFill>
          <a:ln w="12700">
            <a:solidFill>
              <a:srgbClr val="9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66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ثَتَّ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96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5ED5E"/>
          </a:solidFill>
          <a:ln w="12700">
            <a:solidFill>
              <a:srgbClr val="D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52E0"/>
          </a:solidFill>
          <a:ln w="12700">
            <a:solidFill>
              <a:srgbClr val="7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670"/>
          </a:solidFill>
          <a:ln w="12700">
            <a:solidFill>
              <a:srgbClr val="DBC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F64"/>
          </a:solidFill>
          <a:ln w="12700">
            <a:solidFill>
              <a:srgbClr val="D89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647"/>
          </a:solidFill>
          <a:ln w="12700">
            <a:solidFill>
              <a:srgbClr val="D17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ثَأَّ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A"/>
          </a:solidFill>
          <a:ln w="12700">
            <a:solidFill>
              <a:srgbClr val="642B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4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66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ثَتَّ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2"/>
          </a:solidFill>
          <a:ln w="12700">
            <a:solidFill>
              <a:srgbClr val="5EED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852"/>
          </a:solidFill>
          <a:ln w="12700">
            <a:solidFill>
              <a:srgbClr val="E05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B"/>
          </a:solidFill>
          <a:ln w="12700">
            <a:solidFill>
              <a:srgbClr val="70DB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2"/>
          </a:solidFill>
          <a:ln w="12700">
            <a:solidFill>
              <a:srgbClr val="64D8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4"/>
          </a:solidFill>
          <a:ln w="12700">
            <a:solidFill>
              <a:srgbClr val="47D1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024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ثَدَّ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7934"/>
          </a:solidFill>
          <a:ln w="12700">
            <a:solidFill>
              <a:srgbClr val="5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38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أَثَّبَ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13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بَثَّتَ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5EED"/>
          </a:solidFill>
          <a:ln w="12700">
            <a:solidFill>
              <a:srgbClr val="B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52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تَثَّجَ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E052"/>
          </a:solidFill>
          <a:ln w="12700">
            <a:solidFill>
              <a:srgbClr val="6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70DB"/>
          </a:solidFill>
          <a:ln w="12700">
            <a:solidFill>
              <a:srgbClr val="9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E"/>
          </a:solidFill>
          <a:ln w="12700">
            <a:solidFill>
              <a:srgbClr val="8547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52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جَثَّحَ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64D8"/>
          </a:solidFill>
          <a:ln w="12700">
            <a:solidFill>
              <a:srgbClr val="6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DD1"/>
          </a:solidFill>
          <a:ln w="12700">
            <a:solidFill>
              <a:srgbClr val="475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2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حَثَّخَ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48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خَثَّدَ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1"/>
          </a:solidFill>
          <a:ln w="12700">
            <a:solidFill>
              <a:srgbClr val="2B64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D79"/>
          </a:solidFill>
          <a:ln w="12700">
            <a:solidFill>
              <a:srgbClr val="346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دَثَّأَ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B5E"/>
          </a:solidFill>
          <a:ln w="12700">
            <a:solidFill>
              <a:srgbClr val="ED9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71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2E0"/>
          </a:solidFill>
          <a:ln w="12700">
            <a:solidFill>
              <a:srgbClr val="529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670"/>
          </a:solidFill>
          <a:ln w="12700">
            <a:solidFill>
              <a:srgbClr val="DB7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8547"/>
          </a:solidFill>
          <a:ln w="12700">
            <a:solidFill>
              <a:srgbClr val="6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0"/>
          </a:solidFill>
          <a:ln w="12700">
            <a:solidFill>
              <a:srgbClr val="D8648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0"/>
          </a:solidFill>
          <a:ln w="12700">
            <a:solidFill>
              <a:srgbClr val="D147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9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حَثَّ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3479"/>
          </a:solidFill>
          <a:ln w="12700">
            <a:solidFill>
              <a:srgbClr val="7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دَثَّ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7"/>
          </a:solidFill>
          <a:ln w="12700">
            <a:solidFill>
              <a:srgbClr val="5EED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4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4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22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4E2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5"/>
          </a:solidFill>
          <a:ln w="12700">
            <a:solidFill>
              <a:srgbClr val="E052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DB70"/>
          </a:solidFill>
          <a:ln w="12700">
            <a:solidFill>
              <a:srgbClr val="8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C85"/>
          </a:solidFill>
          <a:ln w="12700">
            <a:solidFill>
              <a:srgbClr val="477C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E2369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2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3692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21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2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D864"/>
          </a:solidFill>
          <a:ln w="12700">
            <a:solidFill>
              <a:srgbClr val="9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2D147"/>
          </a:solidFill>
          <a:ln w="12700">
            <a:solidFill>
              <a:srgbClr val="A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60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0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3F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3F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02-ba-ta-tha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