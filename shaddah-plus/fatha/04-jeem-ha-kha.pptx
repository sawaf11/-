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6D8"/>
          </a:solidFill>
          <a:ln w="12700">
            <a:solidFill>
              <a:srgbClr val="64A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CD1"/>
          </a:solidFill>
          <a:ln w="12700">
            <a:solidFill>
              <a:srgbClr val="47A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45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جَأَّ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4"/>
          </a:solidFill>
          <a:ln w="12700">
            <a:solidFill>
              <a:srgbClr val="ED5E7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D"/>
          </a:solidFill>
          <a:ln w="12700">
            <a:solidFill>
              <a:srgbClr val="52E0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8"/>
          </a:solidFill>
          <a:ln w="12700">
            <a:solidFill>
              <a:srgbClr val="DB70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96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3"/>
          </a:solidFill>
          <a:ln w="12700">
            <a:solidFill>
              <a:srgbClr val="D864C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F"/>
          </a:solidFill>
          <a:ln w="12700">
            <a:solidFill>
              <a:srgbClr val="D147C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9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8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جَدَّ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ED5E"/>
          </a:solidFill>
          <a:ln w="12700">
            <a:solidFill>
              <a:srgbClr val="9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أَجَّبَ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52E0"/>
          </a:solidFill>
          <a:ln w="12700">
            <a:solidFill>
              <a:srgbClr val="B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DB70"/>
          </a:solidFill>
          <a:ln w="12700">
            <a:solidFill>
              <a:srgbClr val="C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62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بَجَّتَ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164"/>
          </a:solidFill>
          <a:ln w="12700">
            <a:solidFill>
              <a:srgbClr val="D8D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147"/>
          </a:solidFill>
          <a:ln w="12700">
            <a:solidFill>
              <a:srgbClr val="D1B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3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تَجَّثَ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ثَجَّحَ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B34"/>
          </a:solidFill>
          <a:ln w="12700">
            <a:solidFill>
              <a:srgbClr val="793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حَجَّخَ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خَجَّدَ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BED"/>
          </a:solidFill>
          <a:ln w="12700">
            <a:solidFill>
              <a:srgbClr val="5EB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75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دَجَّأَ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652"/>
          </a:solidFill>
          <a:ln w="12700">
            <a:solidFill>
              <a:srgbClr val="E09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9"/>
          </a:solidFill>
          <a:ln w="12700">
            <a:solidFill>
              <a:srgbClr val="70DB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4"/>
          </a:solidFill>
          <a:ln w="12700">
            <a:solidFill>
              <a:srgbClr val="64D8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F"/>
          </a:solidFill>
          <a:ln w="12700">
            <a:solidFill>
              <a:srgbClr val="47D18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E"/>
          </a:solidFill>
          <a:ln w="12700">
            <a:solidFill>
              <a:srgbClr val="ED5E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2"/>
          </a:solidFill>
          <a:ln w="12700">
            <a:solidFill>
              <a:srgbClr val="52E07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70DB"/>
          </a:solidFill>
          <a:ln w="12700">
            <a:solidFill>
              <a:srgbClr val="B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47D1"/>
          </a:solidFill>
          <a:ln w="12700">
            <a:solidFill>
              <a:srgbClr val="6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حَأَّ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حَثَّ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85E"/>
          </a:solidFill>
          <a:ln w="12700">
            <a:solidFill>
              <a:srgbClr val="EDD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5E0"/>
          </a:solidFill>
          <a:ln w="12700">
            <a:solidFill>
              <a:srgbClr val="525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370"/>
          </a:solidFill>
          <a:ln w="12700">
            <a:solidFill>
              <a:srgbClr val="DBA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A47"/>
          </a:solidFill>
          <a:ln w="12700">
            <a:solidFill>
              <a:srgbClr val="D14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أَحَّبَ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62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بَحَّتَ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9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تَحَّثَ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5"/>
          </a:solidFill>
          <a:ln w="12700">
            <a:solidFill>
              <a:srgbClr val="5EED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ثَحَّجَ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8"/>
          </a:solidFill>
          <a:ln w="12700">
            <a:solidFill>
              <a:srgbClr val="E052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10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جَحَّخَ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D864"/>
          </a:solidFill>
          <a:ln w="12700">
            <a:solidFill>
              <a:srgbClr val="6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7D147"/>
          </a:solidFill>
          <a:ln w="12700">
            <a:solidFill>
              <a:srgbClr val="6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87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خَحَّدَ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دَحَّأَ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5EED"/>
          </a:solidFill>
          <a:ln w="12700">
            <a:solidFill>
              <a:srgbClr val="9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CE052"/>
          </a:solidFill>
          <a:ln w="12700">
            <a:solidFill>
              <a:srgbClr val="9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2DB"/>
          </a:solidFill>
          <a:ln w="12700">
            <a:solidFill>
              <a:srgbClr val="707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8D8"/>
          </a:solidFill>
          <a:ln w="12700">
            <a:solidFill>
              <a:srgbClr val="648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9D1"/>
          </a:solidFill>
          <a:ln w="12700">
            <a:solidFill>
              <a:srgbClr val="478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F"/>
          </a:solidFill>
          <a:ln w="12700">
            <a:solidFill>
              <a:srgbClr val="3479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خَأَّ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E5E"/>
          </a:solidFill>
          <a:ln w="12700">
            <a:solidFill>
              <a:srgbClr val="ED6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FE0"/>
          </a:solidFill>
          <a:ln w="12700">
            <a:solidFill>
              <a:srgbClr val="52B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D"/>
          </a:solidFill>
          <a:ln w="12700">
            <a:solidFill>
              <a:srgbClr val="DB70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5"/>
          </a:solidFill>
          <a:ln w="12700">
            <a:solidFill>
              <a:srgbClr val="D864A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B"/>
          </a:solidFill>
          <a:ln w="12700">
            <a:solidFill>
              <a:srgbClr val="D147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خَثَّ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خَدَّ</a:t>
            </a:r>
            <a:endParaRPr lang="ar-SA" sz="9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ED5E"/>
          </a:solidFill>
          <a:ln w="12700">
            <a:solidFill>
              <a:srgbClr val="7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52E0"/>
          </a:solidFill>
          <a:ln w="12700">
            <a:solidFill>
              <a:srgbClr val="D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DB70"/>
          </a:solidFill>
          <a:ln w="12700">
            <a:solidFill>
              <a:srgbClr val="A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56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بَخَّتَ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D864"/>
          </a:solidFill>
          <a:ln w="12700">
            <a:solidFill>
              <a:srgbClr val="C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ED147"/>
          </a:solidFill>
          <a:ln w="12700">
            <a:solidFill>
              <a:srgbClr val="C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08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تَخَّثَ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091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ثَخَّجَ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91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جَخَّحَ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89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حَخَّدَ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6ED"/>
          </a:solidFill>
          <a:ln w="12700">
            <a:solidFill>
              <a:srgbClr val="5E9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دَخَّأَ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A52"/>
          </a:solidFill>
          <a:ln w="12700">
            <a:solidFill>
              <a:srgbClr val="E0B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2DB"/>
          </a:solidFill>
          <a:ln w="12700">
            <a:solidFill>
              <a:srgbClr val="70C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1"/>
          </a:solidFill>
          <a:ln w="12700">
            <a:solidFill>
              <a:srgbClr val="64D8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2"/>
          </a:solidFill>
          <a:ln w="12700">
            <a:solidFill>
              <a:srgbClr val="47D1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A"/>
          </a:solidFill>
          <a:ln w="12700">
            <a:solidFill>
              <a:srgbClr val="ED5E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7"/>
          </a:solidFill>
          <a:ln w="12700">
            <a:solidFill>
              <a:srgbClr val="52E0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70DB"/>
          </a:solidFill>
          <a:ln w="12700">
            <a:solidFill>
              <a:srgbClr val="D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B47"/>
          </a:solidFill>
          <a:ln w="12700">
            <a:solidFill>
              <a:srgbClr val="855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464D8"/>
          </a:solidFill>
          <a:ln w="12700">
            <a:solidFill>
              <a:srgbClr val="B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047D1"/>
          </a:solidFill>
          <a:ln w="12700">
            <a:solidFill>
              <a:srgbClr val="9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8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4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8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BA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A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E236BA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7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AE236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88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8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E2365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56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04-jeem-ha-kha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