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notesMasterIdLst>
    <p:notesMasterId r:id="rId1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عَأَّ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عَبَّ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عَتَّ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347D1"/>
          </a:solidFill>
          <a:ln w="12700">
            <a:solidFill>
              <a:srgbClr val="7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عَثَّ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عَجَّ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عَحَّ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F5E"/>
          </a:solidFill>
          <a:ln w="12700">
            <a:solidFill>
              <a:srgbClr val="EDD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عَدَّ</a:t>
            </a:r>
            <a:endParaRPr lang="ar-SA" sz="9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عَذَّ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4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عَرَّ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عَسَّ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عَشَّ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89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عَصَّ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0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0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عَضَّ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عَطَّ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عَظَّ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أَعَّبَ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65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بَعَّتَ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242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تَعَّثَ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ثَعَّجَ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10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جَعَّحَ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610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حَعَّخَ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23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خَعَّدَ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3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دَعَّذَ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27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ذَعَّرَ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27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رَعَّزَ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06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زَعَّسَ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5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سَعَّشَ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شَعَّصَ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51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صَعَّضَ</a:t>
            </a:r>
            <a:endParaRPr lang="ar-SA" sz="5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21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ضَعَّطَ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طَعَّظَ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ظَعَّأَ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أَعَّ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تَعَّ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ثَعَّ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جَعَّ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حَعَّ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خَعَّ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950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دَعَّ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50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ذَعَّ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50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رَعَّ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950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زَعَّ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شَعَّ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صَعَّ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ضَعَّ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ED5E"/>
          </a:solidFill>
          <a:ln w="12700">
            <a:solidFill>
              <a:srgbClr val="D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طَعَّ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52E0"/>
          </a:solidFill>
          <a:ln w="12700">
            <a:solidFill>
              <a:srgbClr val="7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ظَعَّ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غَأَّ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غَبَّ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غَتَّ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غَثَّ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0"/>
          </a:solidFill>
          <a:ln w="12700">
            <a:solidFill>
              <a:srgbClr val="5EED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غَجَّ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غَحَّ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0"/>
          </a:solidFill>
          <a:ln w="12700">
            <a:solidFill>
              <a:srgbClr val="64D8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غَخَّ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غَدَّ</a:t>
            </a:r>
            <a:endParaRPr lang="ar-SA" sz="9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غَذَّ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4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4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غَرَّ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غَزَّ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E052"/>
          </a:solidFill>
          <a:ln w="12700">
            <a:solidFill>
              <a:srgbClr val="7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غَسَّ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5D8"/>
          </a:solidFill>
          <a:ln w="12700">
            <a:solidFill>
              <a:srgbClr val="646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FD1"/>
          </a:solidFill>
          <a:ln w="12700">
            <a:solidFill>
              <a:srgbClr val="475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غَشَّ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غَصَّ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غَضَّ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غَطَّ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95E"/>
          </a:solidFill>
          <a:ln w="12700">
            <a:solidFill>
              <a:srgbClr val="ED9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غَظَّ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4E0"/>
          </a:solidFill>
          <a:ln w="12700">
            <a:solidFill>
              <a:srgbClr val="529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غَعَّ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2"/>
          </a:solidFill>
          <a:ln w="12700">
            <a:solidFill>
              <a:srgbClr val="D147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أَغَّبَ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78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بَغَّتَ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04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تَغَّثَ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18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ثَغَّجَ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5"/>
          </a:solidFill>
          <a:ln w="12700">
            <a:solidFill>
              <a:srgbClr val="5EED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18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جَغَّحَ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8"/>
          </a:solidFill>
          <a:ln w="12700">
            <a:solidFill>
              <a:srgbClr val="E052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DB70"/>
          </a:solidFill>
          <a:ln w="12700">
            <a:solidFill>
              <a:srgbClr val="8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18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حَغَّخَ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D864"/>
          </a:solidFill>
          <a:ln w="12700">
            <a:solidFill>
              <a:srgbClr val="9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D147"/>
          </a:solidFill>
          <a:ln w="12700">
            <a:solidFill>
              <a:srgbClr val="A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111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خَغَّدَ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195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دَغَّذَ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15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ذَغَّرَ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15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رَغَّزَ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BED"/>
          </a:solidFill>
          <a:ln w="12700">
            <a:solidFill>
              <a:srgbClr val="5E6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004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زَغَّسَ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E052"/>
          </a:solidFill>
          <a:ln w="12700">
            <a:solidFill>
              <a:srgbClr val="D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2DB"/>
          </a:solidFill>
          <a:ln w="12700">
            <a:solidFill>
              <a:srgbClr val="70A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53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سَغَّشَ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CD8"/>
          </a:solidFill>
          <a:ln w="12700">
            <a:solidFill>
              <a:srgbClr val="64B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6D1"/>
          </a:solidFill>
          <a:ln w="12700">
            <a:solidFill>
              <a:srgbClr val="47C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83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شَغَّصَ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810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صَغَّضَ</a:t>
            </a:r>
            <a:endParaRPr lang="ar-SA" sz="5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833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ضَغَّطَ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926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طَغَّظَ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F"/>
          </a:solidFill>
          <a:ln w="12700">
            <a:solidFill>
              <a:srgbClr val="ED5E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18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ظَغَّعَ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2"/>
          </a:solidFill>
          <a:ln w="12700">
            <a:solidFill>
              <a:srgbClr val="52E0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عَغَّأَ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47D1"/>
          </a:solidFill>
          <a:ln w="12700">
            <a:solidFill>
              <a:srgbClr val="B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51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أَغَّ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بَغَّ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تَغَّ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ثَغَّ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ED5E"/>
          </a:solidFill>
          <a:ln w="12700">
            <a:solidFill>
              <a:srgbClr val="B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جَغَّ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52E0"/>
          </a:solidFill>
          <a:ln w="12700">
            <a:solidFill>
              <a:srgbClr val="9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حَغَّ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747"/>
          </a:solidFill>
          <a:ln w="12700">
            <a:solidFill>
              <a:srgbClr val="D19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خَغَّ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751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دَغَّ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751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ذَغَّ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51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رَغَّ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6ED"/>
          </a:solidFill>
          <a:ln w="12700">
            <a:solidFill>
              <a:srgbClr val="5ED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751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زَغَّ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B52"/>
          </a:solidFill>
          <a:ln w="12700">
            <a:solidFill>
              <a:srgbClr val="E07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سَغَّ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E"/>
          </a:solidFill>
          <a:ln w="12700">
            <a:solidFill>
              <a:srgbClr val="64D8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5"/>
          </a:solidFill>
          <a:ln w="12700">
            <a:solidFill>
              <a:srgbClr val="47D1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شَغَّ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صَغَّ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ضَغَّ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طَغَّ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5EED"/>
          </a:solidFill>
          <a:ln w="12700">
            <a:solidFill>
              <a:srgbClr val="E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ظَغَّ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7"/>
          </a:solidFill>
          <a:ln w="12700">
            <a:solidFill>
              <a:srgbClr val="52E0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70DB"/>
          </a:solidFill>
          <a:ln w="12700">
            <a:solidFill>
              <a:srgbClr val="A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عَغَّ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164D8"/>
          </a:solidFill>
          <a:ln w="12700">
            <a:solidFill>
              <a:srgbClr val="8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347D1"/>
          </a:solidFill>
          <a:ln w="12700">
            <a:solidFill>
              <a:srgbClr val="5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C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4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5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17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8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19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36D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E236A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10-ain-ghain</dc:title>
  <dc:subject>PptxGenJS Presentation</dc:subject>
  <dc:creator>PptxGenJS</dc:creator>
  <cp:lastModifiedBy>PptxGenJS</cp:lastModifiedBy>
  <cp:revision>1</cp:revision>
  <dcterms:created xsi:type="dcterms:W3CDTF">2026-10-21T19:04:07Z</dcterms:created>
  <dcterms:modified xsi:type="dcterms:W3CDTF">2026-10-21T19:04:07Z</dcterms:modified>
</cp:coreProperties>
</file>