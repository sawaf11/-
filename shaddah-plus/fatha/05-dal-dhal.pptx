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84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84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600" dirty="0"/>
          </a:p>
        </p:txBody>
      </p:sp>
      <p:sp>
        <p:nvSpPr>
          <p:cNvPr id="19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8 R result"/>
          <p:cNvSpPr txBox="1"/>
          <p:nvPr/>
        </p:nvSpPr>
        <p:spPr>
          <a:xfrm>
            <a:off x="685800" y="15540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9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3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22B"/>
          </a:solidFill>
          <a:ln w="12700">
            <a:solidFill>
              <a:srgbClr val="645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C7934"/>
          </a:solidFill>
          <a:ln w="12700">
            <a:solidFill>
              <a:srgbClr val="6C7934"/>
            </a:solidFill>
            <a:prstDash val="solid"/>
          </a:ln>
        </p:spPr>
      </p:sp>
      <p:sp>
        <p:nvSpPr>
          <p:cNvPr id="12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120640" y="114259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9700" dirty="0"/>
          </a:p>
        </p:txBody>
      </p:sp>
      <p:sp>
        <p:nvSpPr>
          <p:cNvPr id="14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6" name="C3 W2 word"/>
          <p:cNvSpPr txBox="1"/>
          <p:nvPr/>
        </p:nvSpPr>
        <p:spPr>
          <a:xfrm>
            <a:off x="914400" y="114259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700" dirty="0"/>
          </a:p>
        </p:txBody>
      </p:sp>
      <p:sp>
        <p:nvSpPr>
          <p:cNvPr id="17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8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5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D5EED"/>
          </a:solidFill>
          <a:ln w="12700">
            <a:solidFill>
              <a:srgbClr val="9D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9562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دَأَّ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FE052"/>
          </a:solidFill>
          <a:ln w="12700">
            <a:solidFill>
              <a:srgbClr val="8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770DB"/>
          </a:solidFill>
          <a:ln w="12700">
            <a:solidFill>
              <a:srgbClr val="77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C"/>
          </a:solidFill>
          <a:ln w="12700">
            <a:solidFill>
              <a:srgbClr val="85476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45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دَبَّ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ED8"/>
          </a:solidFill>
          <a:ln w="12700">
            <a:solidFill>
              <a:srgbClr val="647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DD1"/>
          </a:solidFill>
          <a:ln w="12700">
            <a:solidFill>
              <a:srgbClr val="477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888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دَتَّ</a:t>
            </a:r>
            <a:endParaRPr lang="ar-SA" sz="9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359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دَثَّ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4"/>
          </a:solidFill>
          <a:ln w="12700">
            <a:solidFill>
              <a:srgbClr val="2B644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5"/>
          </a:solidFill>
          <a:ln w="12700">
            <a:solidFill>
              <a:srgbClr val="34797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دَجَّ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دَحَّ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A5E"/>
          </a:solidFill>
          <a:ln w="12700">
            <a:solidFill>
              <a:srgbClr val="ED7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9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9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41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دَخَّ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4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3E0"/>
          </a:solidFill>
          <a:ln w="12700">
            <a:solidFill>
              <a:srgbClr val="52B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4"/>
          </a:solidFill>
          <a:ln w="12700">
            <a:solidFill>
              <a:srgbClr val="DB708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B8547"/>
          </a:solidFill>
          <a:ln w="12700">
            <a:solidFill>
              <a:srgbClr val="7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أَدَّبَ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B"/>
          </a:solidFill>
          <a:ln w="12700">
            <a:solidFill>
              <a:srgbClr val="D8649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0"/>
          </a:solidFill>
          <a:ln w="12700">
            <a:solidFill>
              <a:srgbClr val="D147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427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بَدَّتَ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3718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تَدَّثَ</a:t>
            </a:r>
            <a:endParaRPr lang="ar-SA" sz="7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62B64"/>
          </a:solidFill>
          <a:ln w="12700">
            <a:solidFill>
              <a:srgbClr val="36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43479"/>
          </a:solidFill>
          <a:ln w="12700">
            <a:solidFill>
              <a:srgbClr val="6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ثَدَّجَ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678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جَدَّحَ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6ED5E"/>
          </a:solidFill>
          <a:ln w="12700">
            <a:solidFill>
              <a:srgbClr val="6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2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2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38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589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589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6678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حَدَّخَ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7"/>
          </a:solidFill>
          <a:ln w="12700">
            <a:solidFill>
              <a:srgbClr val="E052D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EDB70"/>
          </a:solidFill>
          <a:ln w="12700">
            <a:solidFill>
              <a:srgbClr val="9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F"/>
          </a:solidFill>
          <a:ln w="12700">
            <a:solidFill>
              <a:srgbClr val="47857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2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2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38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589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589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652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652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309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خَدَّأَ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8D864"/>
          </a:solidFill>
          <a:ln w="12700">
            <a:solidFill>
              <a:srgbClr val="B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2D147"/>
          </a:solidFill>
          <a:ln w="12700">
            <a:solidFill>
              <a:srgbClr val="C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95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أَدَّ</a:t>
            </a:r>
            <a:endParaRPr lang="ar-SA" sz="8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6512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بَدَّ</a:t>
            </a:r>
            <a:endParaRPr lang="ar-SA" sz="8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3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E"/>
          </a:solidFill>
          <a:ln w="12700">
            <a:solidFill>
              <a:srgbClr val="642B2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334"/>
          </a:solidFill>
          <a:ln w="12700">
            <a:solidFill>
              <a:srgbClr val="7953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74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تَدَّ</a:t>
            </a:r>
            <a:endParaRPr lang="ar-SA" sz="9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024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ثَدَّ</a:t>
            </a:r>
            <a:endParaRPr lang="ar-SA" sz="9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AED"/>
          </a:solidFill>
          <a:ln w="12700">
            <a:solidFill>
              <a:srgbClr val="5E8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680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جَدَّ</a:t>
            </a:r>
            <a:endParaRPr lang="ar-SA" sz="8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3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752"/>
          </a:solidFill>
          <a:ln w="12700">
            <a:solidFill>
              <a:srgbClr val="E0C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9DB"/>
          </a:solidFill>
          <a:ln w="12700">
            <a:solidFill>
              <a:srgbClr val="70B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F4785"/>
          </a:solidFill>
          <a:ln w="12700">
            <a:solidFill>
              <a:srgbClr val="6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74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حَدَّ</a:t>
            </a:r>
            <a:endParaRPr lang="ar-SA" sz="9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5D8"/>
          </a:solidFill>
          <a:ln w="12700">
            <a:solidFill>
              <a:srgbClr val="64D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E"/>
          </a:solidFill>
          <a:ln w="12700">
            <a:solidFill>
              <a:srgbClr val="47D1B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98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98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74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خَدَّ</a:t>
            </a:r>
            <a:endParaRPr lang="ar-SA" sz="9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9562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ذَأَّ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3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C642B"/>
          </a:solidFill>
          <a:ln w="12700">
            <a:solidFill>
              <a:srgbClr val="3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2"/>
          </a:solidFill>
          <a:ln w="12700">
            <a:solidFill>
              <a:srgbClr val="34794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9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9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54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ذَبَّ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6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6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888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ذَتَّ</a:t>
            </a:r>
            <a:endParaRPr lang="ar-SA" sz="9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E"/>
          </a:solidFill>
          <a:ln w="12700">
            <a:solidFill>
              <a:srgbClr val="ED5EA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5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5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359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ذَثَّ</a:t>
            </a:r>
            <a:endParaRPr lang="ar-SA" sz="8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4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3"/>
          </a:solidFill>
          <a:ln w="12700">
            <a:solidFill>
              <a:srgbClr val="52E0A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4"/>
          </a:solidFill>
          <a:ln w="12700">
            <a:solidFill>
              <a:srgbClr val="DB70D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047"/>
          </a:solidFill>
          <a:ln w="12700">
            <a:solidFill>
              <a:srgbClr val="856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675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ذَجَّ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F64D8"/>
          </a:solidFill>
          <a:ln w="12700">
            <a:solidFill>
              <a:srgbClr val="B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C47D1"/>
          </a:solidFill>
          <a:ln w="12700">
            <a:solidFill>
              <a:srgbClr val="9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675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ذَحَّ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42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42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41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ذَخَّ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4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A64"/>
          </a:solidFill>
          <a:ln w="12700">
            <a:solidFill>
              <a:srgbClr val="2B4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879"/>
          </a:solidFill>
          <a:ln w="12700">
            <a:solidFill>
              <a:srgbClr val="343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7588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ذَدَّ</a:t>
            </a:r>
            <a:endParaRPr lang="ar-SA" sz="9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أَذَّبَ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1ED5E"/>
          </a:solidFill>
          <a:ln w="12700">
            <a:solidFill>
              <a:srgbClr val="D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340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بَذَّتَ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F52E0"/>
          </a:solidFill>
          <a:ln w="12700">
            <a:solidFill>
              <a:srgbClr val="7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870"/>
          </a:solidFill>
          <a:ln w="12700">
            <a:solidFill>
              <a:srgbClr val="DBC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1"/>
          </a:solidFill>
          <a:ln w="12700">
            <a:solidFill>
              <a:srgbClr val="47855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181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تَذَّثَ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264"/>
          </a:solidFill>
          <a:ln w="12700">
            <a:solidFill>
              <a:srgbClr val="D8A2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947"/>
          </a:solidFill>
          <a:ln w="12700">
            <a:solidFill>
              <a:srgbClr val="D17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4838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ثَذَّجَ</a:t>
            </a:r>
            <a:endParaRPr lang="ar-SA" sz="5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4838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جَذَّحَ</a:t>
            </a:r>
            <a:endParaRPr lang="ar-SA" sz="5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3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9"/>
          </a:solidFill>
          <a:ln w="12700">
            <a:solidFill>
              <a:srgbClr val="642B5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9"/>
          </a:solidFill>
          <a:ln w="12700">
            <a:solidFill>
              <a:srgbClr val="79344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4838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حَذَّخَ</a:t>
            </a:r>
            <a:endParaRPr lang="ar-SA" sz="5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2526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خَذَّدَ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6"/>
          </a:solidFill>
          <a:ln w="12700">
            <a:solidFill>
              <a:srgbClr val="5EEDE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309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دَذَّأَ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43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C52"/>
          </a:solidFill>
          <a:ln w="12700">
            <a:solidFill>
              <a:srgbClr val="E05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7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D"/>
          </a:solidFill>
          <a:ln w="12700">
            <a:solidFill>
              <a:srgbClr val="70DBA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D85"/>
          </a:solidFill>
          <a:ln w="12700">
            <a:solidFill>
              <a:srgbClr val="474D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695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أَذَّ</a:t>
            </a:r>
            <a:endParaRPr lang="ar-SA" sz="8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5"/>
          </a:solidFill>
          <a:ln w="12700">
            <a:solidFill>
              <a:srgbClr val="64D88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7"/>
          </a:solidFill>
          <a:ln w="12700">
            <a:solidFill>
              <a:srgbClr val="47D15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7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7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5624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بَذَّ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8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8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625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تَذَّ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432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12B"/>
          </a:solidFill>
          <a:ln w="12700">
            <a:solidFill>
              <a:srgbClr val="646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A7934"/>
          </a:solidFill>
          <a:ln w="12700">
            <a:solidFill>
              <a:srgbClr val="5A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625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ثَذَّ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5856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جَذَّ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25EED"/>
          </a:solidFill>
          <a:ln w="12700">
            <a:solidFill>
              <a:srgbClr val="C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625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حَذَّ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3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BE052"/>
          </a:solidFill>
          <a:ln w="12700">
            <a:solidFill>
              <a:srgbClr val="6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370DB"/>
          </a:solidFill>
          <a:ln w="12700">
            <a:solidFill>
              <a:srgbClr val="9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C"/>
          </a:solidFill>
          <a:ln w="12700">
            <a:solidFill>
              <a:srgbClr val="85475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625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خَذَّ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864D8"/>
          </a:solidFill>
          <a:ln w="12700">
            <a:solidFill>
              <a:srgbClr val="6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AD1"/>
          </a:solidFill>
          <a:ln w="12700">
            <a:solidFill>
              <a:srgbClr val="475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25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دَذَّ</a:t>
            </a:r>
            <a:endParaRPr lang="ar-SA" sz="8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5937038" y="896112"/>
            <a:ext cx="155238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9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937038" y="896112"/>
            <a:ext cx="15523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رَبَّنَا</a:t>
            </a:r>
            <a:endParaRPr lang="ar-SA" sz="4800" dirty="0"/>
          </a:p>
        </p:txBody>
      </p:sp>
      <p:sp>
        <p:nvSpPr>
          <p:cNvPr id="13" name="C2 W2 pill"/>
          <p:cNvSpPr/>
          <p:nvPr/>
        </p:nvSpPr>
        <p:spPr>
          <a:xfrm>
            <a:off x="3373039" y="896112"/>
            <a:ext cx="224395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99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3373039" y="896112"/>
            <a:ext cx="224395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تَقَبَّلۡ</a:t>
            </a:r>
            <a:endParaRPr lang="ar-SA" sz="4800" dirty="0"/>
          </a:p>
        </p:txBody>
      </p:sp>
      <p:sp>
        <p:nvSpPr>
          <p:cNvPr id="15" name="C3 W3 pill"/>
          <p:cNvSpPr/>
          <p:nvPr/>
        </p:nvSpPr>
        <p:spPr>
          <a:xfrm>
            <a:off x="1654577" y="896112"/>
            <a:ext cx="13984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936E2"/>
            </a:solidFill>
            <a:prstDash val="solid"/>
          </a:ln>
        </p:spPr>
      </p:sp>
      <p:sp>
        <p:nvSpPr>
          <p:cNvPr id="16" name="C3 W3 word"/>
          <p:cNvSpPr txBox="1"/>
          <p:nvPr/>
        </p:nvSpPr>
        <p:spPr>
          <a:xfrm>
            <a:off x="1654577" y="896112"/>
            <a:ext cx="13984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مِنَّا</a:t>
            </a:r>
            <a:endParaRPr lang="ar-SA" sz="4800" dirty="0"/>
          </a:p>
        </p:txBody>
      </p:sp>
      <p:sp>
        <p:nvSpPr>
          <p:cNvPr id="17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6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S panel"/>
          <p:cNvSpPr/>
          <p:nvPr/>
        </p:nvSpPr>
        <p:spPr>
          <a:xfrm>
            <a:off x="2436037" y="2834640"/>
            <a:ext cx="427192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4 S sentence"/>
          <p:cNvSpPr txBox="1"/>
          <p:nvPr/>
        </p:nvSpPr>
        <p:spPr>
          <a:xfrm>
            <a:off x="2436037" y="2834640"/>
            <a:ext cx="427192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رَبَّنَا تَقَبَّلۡ مِنَّا</a:t>
            </a:r>
            <a:endParaRPr lang="ar-SA" sz="4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44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3"/>
          </a:solidFill>
          <a:ln w="12700">
            <a:solidFill>
              <a:srgbClr val="2B645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C79"/>
          </a:solidFill>
          <a:ln w="12700">
            <a:solidFill>
              <a:srgbClr val="346C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7012503" y="896112"/>
            <a:ext cx="1252492" cy="1371600"/>
          </a:xfrm>
          <a:prstGeom prst="roundRect">
            <a:avLst>
              <a:gd name="adj" fmla="val 29203"/>
            </a:avLst>
          </a:prstGeom>
          <a:solidFill>
            <a:srgbClr val="FFFFFF"/>
          </a:solidFill>
          <a:ln w="76200">
            <a:solidFill>
              <a:srgbClr val="36E2CB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7012503" y="896112"/>
            <a:ext cx="125249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</a:t>
            </a:r>
            <a:endParaRPr lang="ar-SA" sz="4000" dirty="0"/>
          </a:p>
        </p:txBody>
      </p:sp>
      <p:sp>
        <p:nvSpPr>
          <p:cNvPr id="14" name="C2 W2 pill"/>
          <p:cNvSpPr/>
          <p:nvPr/>
        </p:nvSpPr>
        <p:spPr>
          <a:xfrm>
            <a:off x="5222375" y="896112"/>
            <a:ext cx="14700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B36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5222375" y="896112"/>
            <a:ext cx="14700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ٱللَّهَ</a:t>
            </a:r>
            <a:endParaRPr lang="ar-SA" sz="4000" dirty="0"/>
          </a:p>
        </p:txBody>
      </p:sp>
      <p:sp>
        <p:nvSpPr>
          <p:cNvPr id="16" name="C3 W3 pill"/>
          <p:cNvSpPr/>
          <p:nvPr/>
        </p:nvSpPr>
        <p:spPr>
          <a:xfrm>
            <a:off x="3630811" y="896112"/>
            <a:ext cx="1271524" cy="1371600"/>
          </a:xfrm>
          <a:prstGeom prst="roundRect">
            <a:avLst>
              <a:gd name="adj" fmla="val 28765"/>
            </a:avLst>
          </a:prstGeom>
          <a:solidFill>
            <a:srgbClr val="FFFFFF"/>
          </a:solidFill>
          <a:ln w="76200">
            <a:solidFill>
              <a:srgbClr val="E2CB36"/>
            </a:solidFill>
            <a:prstDash val="solid"/>
          </a:ln>
        </p:spPr>
      </p:sp>
      <p:sp>
        <p:nvSpPr>
          <p:cNvPr id="17" name="C3 W3 word"/>
          <p:cNvSpPr txBox="1"/>
          <p:nvPr/>
        </p:nvSpPr>
        <p:spPr>
          <a:xfrm>
            <a:off x="3630811" y="896112"/>
            <a:ext cx="12715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مَعَ</a:t>
            </a:r>
            <a:endParaRPr lang="ar-SA" sz="4000" dirty="0"/>
          </a:p>
        </p:txBody>
      </p:sp>
      <p:sp>
        <p:nvSpPr>
          <p:cNvPr id="18" name="C4 W4 pill"/>
          <p:cNvSpPr/>
          <p:nvPr/>
        </p:nvSpPr>
        <p:spPr>
          <a:xfrm>
            <a:off x="879005" y="896112"/>
            <a:ext cx="24317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CB"/>
            </a:solidFill>
            <a:prstDash val="solid"/>
          </a:ln>
        </p:spPr>
      </p:sp>
      <p:sp>
        <p:nvSpPr>
          <p:cNvPr id="19" name="C4 W4 word"/>
          <p:cNvSpPr txBox="1"/>
          <p:nvPr/>
        </p:nvSpPr>
        <p:spPr>
          <a:xfrm>
            <a:off x="879005" y="896112"/>
            <a:ext cx="24317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ٱلصَّٰبِرِينَ</a:t>
            </a:r>
            <a:endParaRPr lang="ar-SA" sz="4000" dirty="0"/>
          </a:p>
        </p:txBody>
      </p:sp>
      <p:sp>
        <p:nvSpPr>
          <p:cNvPr id="20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S panel"/>
          <p:cNvSpPr/>
          <p:nvPr/>
        </p:nvSpPr>
        <p:spPr>
          <a:xfrm>
            <a:off x="2166662" y="2834640"/>
            <a:ext cx="481067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5 S sentence"/>
          <p:cNvSpPr txBox="1"/>
          <p:nvPr/>
        </p:nvSpPr>
        <p:spPr>
          <a:xfrm>
            <a:off x="2166662" y="2834640"/>
            <a:ext cx="481067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 ٱللَّهَ مَعَ ٱلصَّٰبِرِينَ</a:t>
            </a:r>
            <a:endParaRPr lang="ar-SA" sz="4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544249" y="896112"/>
            <a:ext cx="1294729" cy="1371600"/>
          </a:xfrm>
          <a:prstGeom prst="roundRect">
            <a:avLst>
              <a:gd name="adj" fmla="val 28250"/>
            </a:avLst>
          </a:prstGeom>
          <a:solidFill>
            <a:srgbClr val="FFFFFF"/>
          </a:solidFill>
          <a:ln w="76200">
            <a:solidFill>
              <a:srgbClr val="E236C7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544249" y="896112"/>
            <a:ext cx="1294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2305021" y="896112"/>
            <a:ext cx="291918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7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05021" y="896112"/>
            <a:ext cx="291918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سَيَعۡلَمُونَ</a:t>
            </a:r>
            <a:endParaRPr lang="ar-SA" sz="40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665254" y="2834640"/>
            <a:ext cx="381349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665254" y="2834640"/>
            <a:ext cx="381349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 سَيَعۡلَمُونَ</a:t>
            </a:r>
            <a:endParaRPr lang="ar-SA" sz="4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E5E"/>
          </a:solidFill>
          <a:ln w="12700">
            <a:solidFill>
              <a:srgbClr val="ED9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764171" y="896112"/>
            <a:ext cx="1230426" cy="1371600"/>
          </a:xfrm>
          <a:prstGeom prst="roundRect">
            <a:avLst>
              <a:gd name="adj" fmla="val 29726"/>
            </a:avLst>
          </a:prstGeom>
          <a:solidFill>
            <a:srgbClr val="FFFFFF"/>
          </a:solidFill>
          <a:ln w="76200">
            <a:solidFill>
              <a:srgbClr val="95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764171" y="896112"/>
            <a:ext cx="123042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ثُمَّ</a:t>
            </a:r>
            <a:endParaRPr lang="ar-SA" sz="4000" dirty="0"/>
          </a:p>
        </p:txBody>
      </p:sp>
      <p:sp>
        <p:nvSpPr>
          <p:cNvPr id="20" name="C2 W2 pill"/>
          <p:cNvSpPr/>
          <p:nvPr/>
        </p:nvSpPr>
        <p:spPr>
          <a:xfrm>
            <a:off x="3149402" y="896112"/>
            <a:ext cx="1294729" cy="1371600"/>
          </a:xfrm>
          <a:prstGeom prst="roundRect">
            <a:avLst>
              <a:gd name="adj" fmla="val 28250"/>
            </a:avLst>
          </a:prstGeom>
          <a:solidFill>
            <a:srgbClr val="FFFFFF"/>
          </a:solidFill>
          <a:ln w="76200">
            <a:solidFill>
              <a:srgbClr val="3695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3149402" y="896112"/>
            <a:ext cx="1294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</a:t>
            </a:r>
            <a:endParaRPr lang="ar-SA" sz="40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3527514" y="2834640"/>
            <a:ext cx="20889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3527514" y="2834640"/>
            <a:ext cx="20889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ثُمَّ كَلَّا</a:t>
            </a:r>
            <a:endParaRPr lang="ar-SA" sz="4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fatha 05-dal-dhal</dc:title>
  <dc:subject>PptxGenJS Presentation</dc:subject>
  <dc:creator>PptxGenJS</dc:creator>
  <cp:lastModifiedBy>PptxGenJS</cp:lastModifiedBy>
  <cp:revision>1</cp:revision>
  <dcterms:created xsi:type="dcterms:W3CDTF">2026-10-21T19:04:07Z</dcterms:created>
  <dcterms:modified xsi:type="dcterms:W3CDTF">2026-10-21T19:04:07Z</dcterms:modified>
</cp:coreProperties>
</file>