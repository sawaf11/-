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600" dirty="0"/>
          </a:p>
        </p:txBody>
      </p:sp>
      <p:sp>
        <p:nvSpPr>
          <p:cNvPr id="19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8 R result"/>
          <p:cNvSpPr txBox="1"/>
          <p:nvPr/>
        </p:nvSpPr>
        <p:spPr>
          <a:xfrm>
            <a:off x="685800" y="15540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2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2064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700" dirty="0"/>
          </a:p>
        </p:txBody>
      </p:sp>
      <p:sp>
        <p:nvSpPr>
          <p:cNvPr id="14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C3 W2 word"/>
          <p:cNvSpPr txBox="1"/>
          <p:nvPr/>
        </p:nvSpPr>
        <p:spPr>
          <a:xfrm>
            <a:off x="91440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700" dirty="0"/>
          </a:p>
        </p:txBody>
      </p:sp>
      <p:sp>
        <p:nvSpPr>
          <p:cNvPr id="17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8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D5EED"/>
          </a:solidFill>
          <a:ln w="12700">
            <a:solidFill>
              <a:srgbClr val="9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562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دَأَّ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E052"/>
          </a:solidFill>
          <a:ln w="12700">
            <a:solidFill>
              <a:srgbClr val="8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770DB"/>
          </a:solidFill>
          <a:ln w="12700">
            <a:solidFill>
              <a:srgbClr val="7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دَبَّ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ED8"/>
          </a:solidFill>
          <a:ln w="12700">
            <a:solidFill>
              <a:srgbClr val="647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DD1"/>
          </a:solidFill>
          <a:ln w="12700">
            <a:solidFill>
              <a:srgbClr val="477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8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دَتَّ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دَثَّ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5"/>
          </a:solidFill>
          <a:ln w="12700">
            <a:solidFill>
              <a:srgbClr val="3479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A5E"/>
          </a:solidFill>
          <a:ln w="12700">
            <a:solidFill>
              <a:srgbClr val="ED7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دَخَّ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3E0"/>
          </a:solidFill>
          <a:ln w="12700">
            <a:solidFill>
              <a:srgbClr val="52B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4"/>
          </a:solidFill>
          <a:ln w="12700">
            <a:solidFill>
              <a:srgbClr val="DB70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أَدَّبَ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B"/>
          </a:solidFill>
          <a:ln w="12700">
            <a:solidFill>
              <a:srgbClr val="D8649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0"/>
          </a:solidFill>
          <a:ln w="12700">
            <a:solidFill>
              <a:srgbClr val="D147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42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بَدَّتَ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71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تَدَّثَ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ثَدَّجَ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78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جَدَّحَ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ED5E"/>
          </a:solidFill>
          <a:ln w="12700">
            <a:solidFill>
              <a:srgbClr val="6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678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حَدَّخَ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7"/>
          </a:solidFill>
          <a:ln w="12700">
            <a:solidFill>
              <a:srgbClr val="E052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خَدَّأَ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D864"/>
          </a:solidFill>
          <a:ln w="12700">
            <a:solidFill>
              <a:srgbClr val="B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2D147"/>
          </a:solidFill>
          <a:ln w="12700">
            <a:solidFill>
              <a:srgbClr val="C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أَدَّ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بَدَّ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74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تَدَّ</a:t>
            </a:r>
            <a:endParaRPr lang="ar-SA" sz="9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024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ثَدَّ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AED"/>
          </a:solidFill>
          <a:ln w="12700">
            <a:solidFill>
              <a:srgbClr val="5E8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80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جَدَّ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752"/>
          </a:solidFill>
          <a:ln w="12700">
            <a:solidFill>
              <a:srgbClr val="E0C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9DB"/>
          </a:solidFill>
          <a:ln w="12700">
            <a:solidFill>
              <a:srgbClr val="70B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4785"/>
          </a:solidFill>
          <a:ln w="12700">
            <a:solidFill>
              <a:srgbClr val="6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74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حَدَّ</a:t>
            </a:r>
            <a:endParaRPr lang="ar-SA" sz="9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5D8"/>
          </a:solidFill>
          <a:ln w="12700">
            <a:solidFill>
              <a:srgbClr val="64D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E"/>
          </a:solidFill>
          <a:ln w="12700">
            <a:solidFill>
              <a:srgbClr val="47D1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4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خَدَّ</a:t>
            </a:r>
            <a:endParaRPr lang="ar-SA" sz="9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562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ذَأَّ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54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ذَبَّ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8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ذَتَّ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E"/>
          </a:solidFill>
          <a:ln w="12700">
            <a:solidFill>
              <a:srgbClr val="ED5E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ذَثَّ</a:t>
            </a:r>
            <a:endParaRPr lang="ar-SA" sz="8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3"/>
          </a:solidFill>
          <a:ln w="12700">
            <a:solidFill>
              <a:srgbClr val="52E0A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4"/>
          </a:solidFill>
          <a:ln w="12700">
            <a:solidFill>
              <a:srgbClr val="DB70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ذَجَّ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47D1"/>
          </a:solidFill>
          <a:ln w="12700">
            <a:solidFill>
              <a:srgbClr val="9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ذَحَّ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ذَخَّ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758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ذَدَّ</a:t>
            </a:r>
            <a:endParaRPr lang="ar-SA" sz="9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أَذَّبَ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ED5E"/>
          </a:solidFill>
          <a:ln w="12700">
            <a:solidFill>
              <a:srgbClr val="D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340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بَذَّتَ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F52E0"/>
          </a:solidFill>
          <a:ln w="12700">
            <a:solidFill>
              <a:srgbClr val="7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870"/>
          </a:solidFill>
          <a:ln w="12700">
            <a:solidFill>
              <a:srgbClr val="DBC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181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تَذَّثَ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947"/>
          </a:solidFill>
          <a:ln w="12700">
            <a:solidFill>
              <a:srgbClr val="D17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83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ثَذَّجَ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483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جَذَّحَ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483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حَذَّخَ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252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خَذَّدَ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دَذَّأَ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C52"/>
          </a:solidFill>
          <a:ln w="12700">
            <a:solidFill>
              <a:srgbClr val="E05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D"/>
          </a:solidFill>
          <a:ln w="12700">
            <a:solidFill>
              <a:srgbClr val="70DB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أَذَّ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7"/>
          </a:solidFill>
          <a:ln w="12700">
            <a:solidFill>
              <a:srgbClr val="47D1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62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بَذَّ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تَذَّ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ثَذَّ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85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جَذَّ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5EED"/>
          </a:solidFill>
          <a:ln w="12700">
            <a:solidFill>
              <a:srgbClr val="C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حَذَّ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BE052"/>
          </a:solidFill>
          <a:ln w="12700">
            <a:solidFill>
              <a:srgbClr val="6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خَذَّ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AD1"/>
          </a:solidFill>
          <a:ln w="12700">
            <a:solidFill>
              <a:srgbClr val="475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دَذَّ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937038" y="896112"/>
            <a:ext cx="1552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937038" y="896112"/>
            <a:ext cx="1552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</a:t>
            </a:r>
            <a:endParaRPr lang="ar-SA" sz="4800" dirty="0"/>
          </a:p>
        </p:txBody>
      </p:sp>
      <p:sp>
        <p:nvSpPr>
          <p:cNvPr id="13" name="C2 W2 pill"/>
          <p:cNvSpPr/>
          <p:nvPr/>
        </p:nvSpPr>
        <p:spPr>
          <a:xfrm>
            <a:off x="3373039" y="896112"/>
            <a:ext cx="22439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9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373039" y="896112"/>
            <a:ext cx="22439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تَقَبَّلۡ</a:t>
            </a:r>
            <a:endParaRPr lang="ar-SA" sz="4800" dirty="0"/>
          </a:p>
        </p:txBody>
      </p:sp>
      <p:sp>
        <p:nvSpPr>
          <p:cNvPr id="15" name="C3 W3 pill"/>
          <p:cNvSpPr/>
          <p:nvPr/>
        </p:nvSpPr>
        <p:spPr>
          <a:xfrm>
            <a:off x="1654577" y="896112"/>
            <a:ext cx="13984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654577" y="896112"/>
            <a:ext cx="13984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مِنَّا</a:t>
            </a:r>
            <a:endParaRPr lang="ar-SA" sz="48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436037" y="2834640"/>
            <a:ext cx="42719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436037" y="2834640"/>
            <a:ext cx="42719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 تَقَبَّلۡ مِنَّا</a:t>
            </a:r>
            <a:endParaRPr lang="ar-SA" sz="4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C79"/>
          </a:solidFill>
          <a:ln w="12700">
            <a:solidFill>
              <a:srgbClr val="346C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7012503" y="896112"/>
            <a:ext cx="1252492" cy="1371600"/>
          </a:xfrm>
          <a:prstGeom prst="roundRect">
            <a:avLst>
              <a:gd name="adj" fmla="val 29203"/>
            </a:avLst>
          </a:prstGeom>
          <a:solidFill>
            <a:srgbClr val="FFFFFF"/>
          </a:solidFill>
          <a:ln w="76200">
            <a:solidFill>
              <a:srgbClr val="36E2CB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7012503" y="896112"/>
            <a:ext cx="12524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5222375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B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5222375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ٱللَّهَ</a:t>
            </a:r>
            <a:endParaRPr lang="ar-SA" sz="4000" dirty="0"/>
          </a:p>
        </p:txBody>
      </p:sp>
      <p:sp>
        <p:nvSpPr>
          <p:cNvPr id="16" name="C3 W3 pill"/>
          <p:cNvSpPr/>
          <p:nvPr/>
        </p:nvSpPr>
        <p:spPr>
          <a:xfrm>
            <a:off x="3630811" y="896112"/>
            <a:ext cx="1271524" cy="1371600"/>
          </a:xfrm>
          <a:prstGeom prst="roundRect">
            <a:avLst>
              <a:gd name="adj" fmla="val 28765"/>
            </a:avLst>
          </a:prstGeom>
          <a:solidFill>
            <a:srgbClr val="FFFFFF"/>
          </a:solidFill>
          <a:ln w="76200">
            <a:solidFill>
              <a:srgbClr val="E2CB36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3630811" y="896112"/>
            <a:ext cx="12715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مَعَ</a:t>
            </a:r>
            <a:endParaRPr lang="ar-SA" sz="4000" dirty="0"/>
          </a:p>
        </p:txBody>
      </p:sp>
      <p:sp>
        <p:nvSpPr>
          <p:cNvPr id="18" name="C4 W4 pill"/>
          <p:cNvSpPr/>
          <p:nvPr/>
        </p:nvSpPr>
        <p:spPr>
          <a:xfrm>
            <a:off x="879005" y="896112"/>
            <a:ext cx="2431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B"/>
            </a:solidFill>
            <a:prstDash val="solid"/>
          </a:ln>
        </p:spPr>
      </p:sp>
      <p:sp>
        <p:nvSpPr>
          <p:cNvPr id="19" name="C4 W4 word"/>
          <p:cNvSpPr txBox="1"/>
          <p:nvPr/>
        </p:nvSpPr>
        <p:spPr>
          <a:xfrm>
            <a:off x="879005" y="896112"/>
            <a:ext cx="2431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ٱلصَّٰبِرِينَ</a:t>
            </a:r>
            <a:endParaRPr lang="ar-SA" sz="4000" dirty="0"/>
          </a:p>
        </p:txBody>
      </p:sp>
      <p:sp>
        <p:nvSpPr>
          <p:cNvPr id="20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S panel"/>
          <p:cNvSpPr/>
          <p:nvPr/>
        </p:nvSpPr>
        <p:spPr>
          <a:xfrm>
            <a:off x="2166662" y="2834640"/>
            <a:ext cx="4810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5 S sentence"/>
          <p:cNvSpPr txBox="1"/>
          <p:nvPr/>
        </p:nvSpPr>
        <p:spPr>
          <a:xfrm>
            <a:off x="2166662" y="2834640"/>
            <a:ext cx="4810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ٱللَّهَ مَعَ ٱلصَّٰبِرِينَ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544249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E236C7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544249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305021" y="896112"/>
            <a:ext cx="29191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7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05021" y="896112"/>
            <a:ext cx="29191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سَيَعۡلَمُونَ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65254" y="2834640"/>
            <a:ext cx="3813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65254" y="2834640"/>
            <a:ext cx="3813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 سَيَعۡلَمُونَ</a:t>
            </a:r>
            <a:endParaRPr lang="ar-SA" sz="4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E5E"/>
          </a:solidFill>
          <a:ln w="12700">
            <a:solidFill>
              <a:srgbClr val="ED9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64171" y="896112"/>
            <a:ext cx="1230426" cy="1371600"/>
          </a:xfrm>
          <a:prstGeom prst="roundRect">
            <a:avLst>
              <a:gd name="adj" fmla="val 29726"/>
            </a:avLst>
          </a:prstGeom>
          <a:solidFill>
            <a:srgbClr val="FFFFFF"/>
          </a:solidFill>
          <a:ln w="76200">
            <a:solidFill>
              <a:srgbClr val="95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64171" y="896112"/>
            <a:ext cx="12304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3149402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3695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149402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527514" y="2834640"/>
            <a:ext cx="20889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527514" y="2834640"/>
            <a:ext cx="20889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 كَلَّا</a:t>
            </a:r>
            <a:endParaRPr lang="ar-SA" sz="4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fatha 05-dal-dhal</dc:title>
  <dc:subject>PptxGenJS Presentation</dc:subject>
  <dc:creator>PptxGenJS</dc:creator>
  <cp:lastModifiedBy>PptxGenJS</cp:lastModifiedBy>
  <cp:revision>1</cp:revision>
  <dcterms:created xsi:type="dcterms:W3CDTF">2026-10-21T19:04:07Z</dcterms:created>
  <dcterms:modified xsi:type="dcterms:W3CDTF">2026-10-21T19:04:07Z</dcterms:modified>
</cp:coreProperties>
</file>