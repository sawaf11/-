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</p:sldIdLst>
  <p:notesMasterIdLst>
    <p:notesMasterId r:id="rId1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notesMaster" Target="notesMasters/notesMaster1.xml"/><Relationship Id="rId127" Type="http://schemas.openxmlformats.org/officeDocument/2006/relationships/presProps" Target="presProps.xml"/><Relationship Id="rId128" Type="http://schemas.openxmlformats.org/officeDocument/2006/relationships/viewProps" Target="viewProps.xml"/><Relationship Id="rId129" Type="http://schemas.openxmlformats.org/officeDocument/2006/relationships/theme" Target="theme/theme1.xml"/><Relationship Id="rId1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الفتحة: الحرف المشدد = حرف ساكن + نفس الحرف بـالفتحة.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8472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5600" dirty="0"/>
          </a:p>
        </p:txBody>
      </p:sp>
      <p:sp>
        <p:nvSpPr>
          <p:cNvPr id="19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8 R result"/>
          <p:cNvSpPr txBox="1"/>
          <p:nvPr/>
        </p:nvSpPr>
        <p:spPr>
          <a:xfrm>
            <a:off x="685800" y="15540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B"/>
          </a:solidFill>
          <a:ln w="12700">
            <a:solidFill>
              <a:srgbClr val="642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634"/>
          </a:solidFill>
          <a:ln w="12700">
            <a:solidFill>
              <a:srgbClr val="795634"/>
            </a:solidFill>
            <a:prstDash val="solid"/>
          </a:ln>
        </p:spPr>
      </p:sp>
      <p:sp>
        <p:nvSpPr>
          <p:cNvPr id="12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12064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بَّ</a:t>
            </a:r>
            <a:endParaRPr lang="ar-SA" sz="9700" dirty="0"/>
          </a:p>
        </p:txBody>
      </p:sp>
      <p:sp>
        <p:nvSpPr>
          <p:cNvPr id="14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6" name="C3 W2 word"/>
          <p:cNvSpPr txBox="1"/>
          <p:nvPr/>
        </p:nvSpPr>
        <p:spPr>
          <a:xfrm>
            <a:off x="914400" y="114259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9700" dirty="0"/>
          </a:p>
        </p:txBody>
      </p:sp>
      <p:sp>
        <p:nvSpPr>
          <p:cNvPr id="17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8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6" grpId="0" animBg="1"/>
      <p:bldP spid="17" grpId="0" animBg="1"/>
      <p:bldP spid="1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55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تَبَّ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3ED"/>
          </a:solidFill>
          <a:ln w="12700">
            <a:solidFill>
              <a:srgbClr val="5E8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712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فَأَّ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D52"/>
          </a:solidFill>
          <a:ln w="12700">
            <a:solidFill>
              <a:srgbClr val="E0C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4DB"/>
          </a:solidFill>
          <a:ln w="12700">
            <a:solidFill>
              <a:srgbClr val="70B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53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53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774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فَبَّ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FD8"/>
          </a:solidFill>
          <a:ln w="12700">
            <a:solidFill>
              <a:srgbClr val="64CF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5"/>
          </a:solidFill>
          <a:ln w="12700">
            <a:solidFill>
              <a:srgbClr val="47D1C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06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فَتَّ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فَثَّ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642B"/>
          </a:solidFill>
          <a:ln w="12700">
            <a:solidFill>
              <a:srgbClr val="3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5"/>
          </a:solidFill>
          <a:ln w="12700">
            <a:solidFill>
              <a:srgbClr val="34794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فَجَّ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فَحَّ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7"/>
          </a:solidFill>
          <a:ln w="12700">
            <a:solidFill>
              <a:srgbClr val="ED5EA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73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73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فَخَّ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A"/>
          </a:solidFill>
          <a:ln w="12700">
            <a:solidFill>
              <a:srgbClr val="52E0A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F"/>
          </a:solidFill>
          <a:ln w="12700">
            <a:solidFill>
              <a:srgbClr val="DB70C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347"/>
          </a:solidFill>
          <a:ln w="12700">
            <a:solidFill>
              <a:srgbClr val="856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965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فَدَّ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464D8"/>
          </a:solidFill>
          <a:ln w="12700">
            <a:solidFill>
              <a:srgbClr val="C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247D1"/>
          </a:solidFill>
          <a:ln w="12700">
            <a:solidFill>
              <a:srgbClr val="A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7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7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فَذَّ</a:t>
            </a:r>
            <a:endParaRPr lang="ar-SA" sz="8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فَرَّ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479"/>
          </a:solidFill>
          <a:ln w="12700">
            <a:solidFill>
              <a:srgbClr val="3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7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73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فَزَّ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5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فَسَّ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AED5E"/>
          </a:solidFill>
          <a:ln w="12700">
            <a:solidFill>
              <a:srgbClr val="CA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16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16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فَشَّ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652E0"/>
          </a:solidFill>
          <a:ln w="12700">
            <a:solidFill>
              <a:srgbClr val="8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5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D70"/>
          </a:solidFill>
          <a:ln w="12700">
            <a:solidFill>
              <a:srgbClr val="DBC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4"/>
          </a:solidFill>
          <a:ln w="12700">
            <a:solidFill>
              <a:srgbClr val="47855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59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فَصَّ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764"/>
          </a:solidFill>
          <a:ln w="12700">
            <a:solidFill>
              <a:srgbClr val="D8A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047"/>
          </a:solidFill>
          <a:ln w="12700">
            <a:solidFill>
              <a:srgbClr val="D180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31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31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فَضَّ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3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31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فَطَّ</a:t>
            </a:r>
            <a:endParaRPr lang="ar-SA" sz="77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6"/>
          </a:solidFill>
          <a:ln w="12700">
            <a:solidFill>
              <a:srgbClr val="642B5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6"/>
          </a:solidFill>
          <a:ln w="12700">
            <a:solidFill>
              <a:srgbClr val="79344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فَظَّ</a:t>
            </a:r>
            <a:endParaRPr lang="ar-SA" sz="7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فَعَّ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C"/>
          </a:solidFill>
          <a:ln w="12700">
            <a:solidFill>
              <a:srgbClr val="5EEDE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73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73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فَغَّ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352"/>
          </a:solidFill>
          <a:ln w="12700">
            <a:solidFill>
              <a:srgbClr val="E063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B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3"/>
          </a:solidFill>
          <a:ln w="12700">
            <a:solidFill>
              <a:srgbClr val="70DBB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A85"/>
          </a:solidFill>
          <a:ln w="12700">
            <a:solidFill>
              <a:srgbClr val="474A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388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أَفَّبَ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A"/>
          </a:solidFill>
          <a:ln w="12700">
            <a:solidFill>
              <a:srgbClr val="64D88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E"/>
          </a:solidFill>
          <a:ln w="12700">
            <a:solidFill>
              <a:srgbClr val="47D15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14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95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بَفَّتَ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45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9060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تَفَّثَ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42B"/>
          </a:solidFill>
          <a:ln w="12700">
            <a:solidFill>
              <a:srgbClr val="6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7934"/>
          </a:solidFill>
          <a:ln w="12700">
            <a:solidFill>
              <a:srgbClr val="5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848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3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ثَفَّجَ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3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جَفَّحَ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95EED"/>
          </a:solidFill>
          <a:ln w="12700">
            <a:solidFill>
              <a:srgbClr val="C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094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3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حَفَّخَ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4E052"/>
          </a:solidFill>
          <a:ln w="12700">
            <a:solidFill>
              <a:srgbClr val="6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870DB"/>
          </a:solidFill>
          <a:ln w="12700">
            <a:solidFill>
              <a:srgbClr val="9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A"/>
          </a:solidFill>
          <a:ln w="12700">
            <a:solidFill>
              <a:srgbClr val="85475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18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107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خَفَّدَ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D64D8"/>
          </a:solidFill>
          <a:ln w="12700">
            <a:solidFill>
              <a:srgbClr val="6D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3D1"/>
          </a:solidFill>
          <a:ln w="12700">
            <a:solidFill>
              <a:srgbClr val="475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5847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396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دَفَّذَ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567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230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ذَفَّرَ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5"/>
          </a:solidFill>
          <a:ln w="12700">
            <a:solidFill>
              <a:srgbClr val="2B645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879"/>
          </a:solidFill>
          <a:ln w="12700">
            <a:solidFill>
              <a:srgbClr val="346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9659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230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رَفَّزَ</a:t>
            </a:r>
            <a:endParaRPr lang="ar-SA" sz="6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379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30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زَفَّسَ</a:t>
            </a:r>
            <a:endParaRPr lang="ar-SA" sz="6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55E"/>
          </a:solidFill>
          <a:ln w="12700">
            <a:solidFill>
              <a:srgbClr val="EDA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31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867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سَفَّشَ</a:t>
            </a:r>
            <a:endParaRPr lang="ar-SA" sz="5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8E0"/>
          </a:solidFill>
          <a:ln w="12700">
            <a:solidFill>
              <a:srgbClr val="528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D70"/>
          </a:solidFill>
          <a:ln w="12700">
            <a:solidFill>
              <a:srgbClr val="DB7D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98547"/>
          </a:solidFill>
          <a:ln w="12700">
            <a:solidFill>
              <a:srgbClr val="6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5055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850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شَفَّصَ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8"/>
          </a:solidFill>
          <a:ln w="12700">
            <a:solidFill>
              <a:srgbClr val="D8647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6"/>
          </a:solidFill>
          <a:ln w="12700">
            <a:solidFill>
              <a:srgbClr val="D1477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083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80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80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3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صَفَّضَ</a:t>
            </a:r>
            <a:endParaRPr lang="ar-SA" sz="5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80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29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803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29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29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29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873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ضَفَّطَ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2B64"/>
          </a:solidFill>
          <a:ln w="12700">
            <a:solidFill>
              <a:srgbClr val="4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9"/>
          </a:solidFill>
          <a:ln w="12700">
            <a:solidFill>
              <a:srgbClr val="7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29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29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29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29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8920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طَفَّظَ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29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543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2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6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29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6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29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3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ظَفَّعَ</a:t>
            </a:r>
            <a:endParaRPr lang="ar-SA" sz="5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2"/>
          </a:solidFill>
          <a:ln w="12700">
            <a:solidFill>
              <a:srgbClr val="5EED8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6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29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623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29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334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29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334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29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3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عَفَّغَ</a:t>
            </a:r>
            <a:endParaRPr lang="ar-SA" sz="5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B"/>
          </a:solidFill>
          <a:ln w="12700">
            <a:solidFill>
              <a:srgbClr val="E052AB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EDB70"/>
          </a:solidFill>
          <a:ln w="12700">
            <a:solidFill>
              <a:srgbClr val="7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885"/>
          </a:solidFill>
          <a:ln w="12700">
            <a:solidFill>
              <a:srgbClr val="477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34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29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342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2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908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2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29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98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29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29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3958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29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غَفَّأَ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5D864"/>
          </a:solidFill>
          <a:ln w="12700">
            <a:solidFill>
              <a:srgbClr val="9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8D147"/>
          </a:solidFill>
          <a:ln w="12700">
            <a:solidFill>
              <a:srgbClr val="98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15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915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564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أَفَّ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4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4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92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بَفَّ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92B"/>
          </a:solidFill>
          <a:ln w="12700">
            <a:solidFill>
              <a:srgbClr val="643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834"/>
          </a:solidFill>
          <a:ln w="12700">
            <a:solidFill>
              <a:srgbClr val="796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61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61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24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تَفَّ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9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9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24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ثَفَّ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5FED"/>
          </a:solidFill>
          <a:ln w="12700">
            <a:solidFill>
              <a:srgbClr val="5E5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429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جَفَّ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FE052"/>
          </a:solidFill>
          <a:ln w="12700">
            <a:solidFill>
              <a:srgbClr val="C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3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9DB"/>
          </a:solidFill>
          <a:ln w="12700">
            <a:solidFill>
              <a:srgbClr val="7099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24785"/>
          </a:solidFill>
          <a:ln w="12700">
            <a:solidFill>
              <a:srgbClr val="8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24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حَفَّ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B2D8"/>
          </a:solidFill>
          <a:ln w="12700">
            <a:solidFill>
              <a:srgbClr val="64B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AD1"/>
          </a:solidFill>
          <a:ln w="12700">
            <a:solidFill>
              <a:srgbClr val="47B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3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3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24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خَفَّ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564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دَفَّ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B"/>
          </a:solidFill>
          <a:ln w="12700">
            <a:solidFill>
              <a:srgbClr val="2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7"/>
          </a:solidFill>
          <a:ln w="12700">
            <a:solidFill>
              <a:srgbClr val="34795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15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15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5642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ذَفَّ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88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88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45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رَفَّ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82"/>
          </a:solidFill>
          <a:ln w="12700">
            <a:solidFill>
              <a:srgbClr val="ED5E8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1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1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445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زَفَّ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E"/>
          </a:solidFill>
          <a:ln w="12700">
            <a:solidFill>
              <a:srgbClr val="52E0C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3"/>
          </a:solidFill>
          <a:ln w="12700">
            <a:solidFill>
              <a:srgbClr val="DB70B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347"/>
          </a:solidFill>
          <a:ln w="12700">
            <a:solidFill>
              <a:srgbClr val="857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4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4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24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سَفَّ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F"/>
          </a:solidFill>
          <a:ln w="12700">
            <a:solidFill>
              <a:srgbClr val="D864CF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547D1"/>
          </a:solidFill>
          <a:ln w="12700">
            <a:solidFill>
              <a:srgbClr val="C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24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شَفَّ</a:t>
            </a:r>
            <a:endParaRPr lang="ar-SA" sz="83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36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36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202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صَفَّ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964"/>
          </a:solidFill>
          <a:ln w="12700">
            <a:solidFill>
              <a:srgbClr val="2B3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53479"/>
          </a:solidFill>
          <a:ln w="12700">
            <a:solidFill>
              <a:srgbClr val="4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6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6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2028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ضَفَّ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24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طَفَّ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6ED5E"/>
          </a:solidFill>
          <a:ln w="12700">
            <a:solidFill>
              <a:srgbClr val="A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24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ظَفَّ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B52E0"/>
          </a:solidFill>
          <a:ln w="12700">
            <a:solidFill>
              <a:srgbClr val="A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EDB70"/>
          </a:solidFill>
          <a:ln w="12700">
            <a:solidFill>
              <a:srgbClr val="C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3"/>
          </a:solidFill>
          <a:ln w="12700">
            <a:solidFill>
              <a:srgbClr val="47856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8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8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24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عَفَّ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564"/>
          </a:solidFill>
          <a:ln w="12700">
            <a:solidFill>
              <a:srgbClr val="D8C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347"/>
          </a:solidFill>
          <a:ln w="12700">
            <a:solidFill>
              <a:srgbClr val="D1A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0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24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غَفَّ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712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قَأَّ</a:t>
            </a:r>
            <a:endParaRPr lang="ar-SA" sz="6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7"/>
          </a:solidFill>
          <a:ln w="12700">
            <a:solidFill>
              <a:srgbClr val="642B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4"/>
          </a:solidFill>
          <a:ln w="12700">
            <a:solidFill>
              <a:srgbClr val="793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99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99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7741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قَبَّ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060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قَتَّ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9ED"/>
          </a:solidFill>
          <a:ln w="12700">
            <a:solidFill>
              <a:srgbClr val="5EC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359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قَثَّ</a:t>
            </a:r>
            <a:endParaRPr lang="ar-SA" sz="8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752"/>
          </a:solidFill>
          <a:ln w="12700">
            <a:solidFill>
              <a:srgbClr val="E08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E"/>
          </a:solidFill>
          <a:ln w="12700">
            <a:solidFill>
              <a:srgbClr val="70DBC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44785"/>
          </a:solidFill>
          <a:ln w="12700">
            <a:solidFill>
              <a:srgbClr val="5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قَجَّ</a:t>
            </a:r>
            <a:endParaRPr lang="ar-SA" sz="7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8"/>
          </a:solidFill>
          <a:ln w="12700">
            <a:solidFill>
              <a:srgbClr val="64D8A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1"/>
          </a:solidFill>
          <a:ln w="12700">
            <a:solidFill>
              <a:srgbClr val="47D18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قَحَّ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17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قَخَّ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6642B"/>
          </a:solidFill>
          <a:ln w="12700">
            <a:solidFill>
              <a:srgbClr val="5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57934"/>
          </a:solidFill>
          <a:ln w="12700">
            <a:solidFill>
              <a:srgbClr val="4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65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قَدَّ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25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قَذَّ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D"/>
          </a:solidFill>
          <a:ln w="12700">
            <a:solidFill>
              <a:srgbClr val="E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قَرَّ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4"/>
          </a:solidFill>
          <a:ln w="12700">
            <a:solidFill>
              <a:srgbClr val="52E06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370DB"/>
          </a:solidFill>
          <a:ln w="12700">
            <a:solidFill>
              <a:srgbClr val="B3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A"/>
          </a:solidFill>
          <a:ln w="12700">
            <a:solidFill>
              <a:srgbClr val="85474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9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40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211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قَزَّ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B64D8"/>
          </a:solidFill>
          <a:ln w="12700">
            <a:solidFill>
              <a:srgbClr val="8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F47D1"/>
          </a:solidFill>
          <a:ln w="12700">
            <a:solidFill>
              <a:srgbClr val="5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قَسَّ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14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14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0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076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قَشَّ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4"/>
          </a:solidFill>
          <a:ln w="12700">
            <a:solidFill>
              <a:srgbClr val="2B6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779"/>
          </a:solidFill>
          <a:ln w="12700">
            <a:solidFill>
              <a:srgbClr val="345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0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09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17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قَصَّ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1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1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6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919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قَضَّ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A5E"/>
          </a:solidFill>
          <a:ln w="12700">
            <a:solidFill>
              <a:srgbClr val="EDC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899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899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93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قَطَّ</a:t>
            </a:r>
            <a:endParaRPr lang="ar-SA" sz="7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3E0"/>
          </a:solidFill>
          <a:ln w="12700">
            <a:solidFill>
              <a:srgbClr val="526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970"/>
          </a:solidFill>
          <a:ln w="12700">
            <a:solidFill>
              <a:srgbClr val="DB9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8547"/>
          </a:solidFill>
          <a:ln w="12700">
            <a:solidFill>
              <a:srgbClr val="5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951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قَظَّ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E64"/>
          </a:solidFill>
          <a:ln w="12700">
            <a:solidFill>
              <a:srgbClr val="D86E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3"/>
          </a:solidFill>
          <a:ln w="12700">
            <a:solidFill>
              <a:srgbClr val="D1475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قَعَّ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91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9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قَغَّ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62B64"/>
          </a:solidFill>
          <a:ln w="12700">
            <a:solidFill>
              <a:srgbClr val="5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8"/>
          </a:solidFill>
          <a:ln w="12700">
            <a:solidFill>
              <a:srgbClr val="79346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10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10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445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245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قَفَّ</a:t>
            </a:r>
            <a:endParaRPr lang="ar-SA" sz="8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3884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أَقَّبَ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6"/>
          </a:solidFill>
          <a:ln w="12700">
            <a:solidFill>
              <a:srgbClr val="5EEDA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5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950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بَقَّتَ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7"/>
          </a:solidFill>
          <a:ln w="12700">
            <a:solidFill>
              <a:srgbClr val="E0528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E"/>
          </a:solidFill>
          <a:ln w="12700">
            <a:solidFill>
              <a:srgbClr val="70DB7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885"/>
          </a:solidFill>
          <a:ln w="12700">
            <a:solidFill>
              <a:srgbClr val="476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53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906054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تَقَّثَ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7D864"/>
          </a:solidFill>
          <a:ln w="12700">
            <a:solidFill>
              <a:srgbClr val="77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5D147"/>
          </a:solidFill>
          <a:ln w="12700">
            <a:solidFill>
              <a:srgbClr val="7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77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3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ثَقَّجَ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3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جَقَّحَ</a:t>
            </a:r>
            <a:endParaRPr lang="ar-SA" sz="5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82B"/>
          </a:solidFill>
          <a:ln w="12700">
            <a:solidFill>
              <a:srgbClr val="644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934"/>
          </a:solidFill>
          <a:ln w="12700">
            <a:solidFill>
              <a:srgbClr val="7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309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3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حَقَّخَ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414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91075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خَقَّدَ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35EED"/>
          </a:solidFill>
          <a:ln w="12700">
            <a:solidFill>
              <a:srgbClr val="8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86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396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دَقَّذَ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AE052"/>
          </a:solidFill>
          <a:ln w="12700">
            <a:solidFill>
              <a:srgbClr val="A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DDB"/>
          </a:solidFill>
          <a:ln w="12700">
            <a:solidFill>
              <a:srgbClr val="707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8"/>
          </a:solidFill>
          <a:ln w="12700">
            <a:solidFill>
              <a:srgbClr val="85477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996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230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ذَقَّرَ</a:t>
            </a:r>
            <a:endParaRPr lang="ar-SA" sz="60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4D8"/>
          </a:solidFill>
          <a:ln w="12700">
            <a:solidFill>
              <a:srgbClr val="649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7D1"/>
          </a:solidFill>
          <a:ln w="12700">
            <a:solidFill>
              <a:srgbClr val="479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9037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4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230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رَقَّزَ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3141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82308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زَقَّسَ</a:t>
            </a:r>
            <a:endParaRPr lang="ar-SA" sz="6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9"/>
          </a:solidFill>
          <a:ln w="12700">
            <a:solidFill>
              <a:srgbClr val="2B643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8"/>
          </a:solidFill>
          <a:ln w="12700">
            <a:solidFill>
              <a:srgbClr val="34796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650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8678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سَقَّشَ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499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8502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شَقَّصَ</a:t>
            </a:r>
            <a:endParaRPr lang="ar-SA" sz="5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F5E"/>
          </a:solidFill>
          <a:ln w="12700">
            <a:solidFill>
              <a:srgbClr val="ED5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50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8325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صَقَّضَ</a:t>
            </a:r>
            <a:endParaRPr lang="ar-SA" sz="5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EE0"/>
          </a:solidFill>
          <a:ln w="12700">
            <a:solidFill>
              <a:srgbClr val="52C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2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8"/>
          </a:solidFill>
          <a:ln w="12700">
            <a:solidFill>
              <a:srgbClr val="DB709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247"/>
          </a:solidFill>
          <a:ln w="12700">
            <a:solidFill>
              <a:srgbClr val="858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609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2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88732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ضَقَّطَ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1"/>
          </a:solidFill>
          <a:ln w="12700">
            <a:solidFill>
              <a:srgbClr val="D864B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A"/>
          </a:solidFill>
          <a:ln w="12700">
            <a:solidFill>
              <a:srgbClr val="D147B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9200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طَقَّظَ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994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89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2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89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2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3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ظَقَّعَ</a:t>
            </a:r>
            <a:endParaRPr lang="ar-SA" sz="5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B64"/>
          </a:solidFill>
          <a:ln w="12700">
            <a:solidFill>
              <a:srgbClr val="2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73479"/>
          </a:solidFill>
          <a:ln w="12700">
            <a:solidFill>
              <a:srgbClr val="5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9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2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99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2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310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2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310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2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337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عَقَّغَ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310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310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2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2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8374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غَقَّفَ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1ED5E"/>
          </a:solidFill>
          <a:ln w="12700">
            <a:solidFill>
              <a:srgbClr val="8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2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0253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2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690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2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2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5072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2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481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95130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فَقَّأَ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F52E0"/>
          </a:solidFill>
          <a:ln w="12700">
            <a:solidFill>
              <a:srgbClr val="C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3DB70"/>
          </a:solidFill>
          <a:ln w="12700">
            <a:solidFill>
              <a:srgbClr val="B3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3"/>
          </a:solidFill>
          <a:ln w="12700">
            <a:solidFill>
              <a:srgbClr val="47857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493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أَقَّ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E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ED864"/>
          </a:solidFill>
          <a:ln w="12700">
            <a:solidFill>
              <a:srgbClr val="CE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647"/>
          </a:solidFill>
          <a:ln w="12700">
            <a:solidFill>
              <a:srgbClr val="D1C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بَقَّ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تَقَّ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9"/>
          </a:solidFill>
          <a:ln w="12700">
            <a:solidFill>
              <a:srgbClr val="642B39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634"/>
          </a:solidFill>
          <a:ln w="12700">
            <a:solidFill>
              <a:srgbClr val="794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ثَقَّ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D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جَقَّ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5ED"/>
          </a:solidFill>
          <a:ln w="12700">
            <a:solidFill>
              <a:srgbClr val="5EA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حَقَّ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C52"/>
          </a:solidFill>
          <a:ln w="12700">
            <a:solidFill>
              <a:srgbClr val="E0A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5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DDB"/>
          </a:solidFill>
          <a:ln w="12700">
            <a:solidFill>
              <a:srgbClr val="70C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4785"/>
          </a:solidFill>
          <a:ln w="12700">
            <a:solidFill>
              <a:srgbClr val="6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خَقَّ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6"/>
          </a:solidFill>
          <a:ln w="12700">
            <a:solidFill>
              <a:srgbClr val="64D8C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4"/>
          </a:solidFill>
          <a:ln w="12700">
            <a:solidFill>
              <a:srgbClr val="47D1A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58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دَقَّ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258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ذَقَّ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4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642B"/>
          </a:solidFill>
          <a:ln w="12700">
            <a:solidFill>
              <a:srgbClr val="4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4"/>
          </a:solidFill>
          <a:ln w="12700">
            <a:solidFill>
              <a:srgbClr val="3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99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رَقَّ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E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99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زَقَّ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9"/>
          </a:solidFill>
          <a:ln w="12700">
            <a:solidFill>
              <a:srgbClr val="ED5EC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سَقَّ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8"/>
          </a:solidFill>
          <a:ln w="12700">
            <a:solidFill>
              <a:srgbClr val="52E08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F70DB"/>
          </a:solidFill>
          <a:ln w="12700">
            <a:solidFill>
              <a:srgbClr val="C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547"/>
          </a:solidFill>
          <a:ln w="12700">
            <a:solidFill>
              <a:srgbClr val="855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شَقَّ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964D8"/>
          </a:solidFill>
          <a:ln w="12700">
            <a:solidFill>
              <a:srgbClr val="A9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247D1"/>
          </a:solidFill>
          <a:ln w="12700">
            <a:solidFill>
              <a:srgbClr val="8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صَقَّ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ضَقَّ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564"/>
          </a:solidFill>
          <a:ln w="12700">
            <a:solidFill>
              <a:srgbClr val="2B5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579"/>
          </a:solidFill>
          <a:ln w="12700">
            <a:solidFill>
              <a:srgbClr val="344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طَقَّ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ظَقَّ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CED5E"/>
          </a:solidFill>
          <a:ln w="12700">
            <a:solidFill>
              <a:srgbClr val="E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عَقَّ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552E0"/>
          </a:solidFill>
          <a:ln w="12700">
            <a:solidFill>
              <a:srgbClr val="6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470"/>
          </a:solidFill>
          <a:ln w="12700">
            <a:solidFill>
              <a:srgbClr val="DBB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8547"/>
          </a:solidFill>
          <a:ln w="12700">
            <a:solidFill>
              <a:srgbClr val="4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غَقَّ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C5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C64"/>
          </a:solidFill>
          <a:ln w="12700">
            <a:solidFill>
              <a:srgbClr val="D88C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F47"/>
          </a:solidFill>
          <a:ln w="12700">
            <a:solidFill>
              <a:srgbClr val="D15F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3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782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فَقَّ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937038" y="896112"/>
            <a:ext cx="15523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CE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937038" y="896112"/>
            <a:ext cx="15523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</a:t>
            </a:r>
            <a:endParaRPr lang="ar-SA" sz="4800" dirty="0"/>
          </a:p>
        </p:txBody>
      </p:sp>
      <p:sp>
        <p:nvSpPr>
          <p:cNvPr id="13" name="C2 W2 pill"/>
          <p:cNvSpPr/>
          <p:nvPr/>
        </p:nvSpPr>
        <p:spPr>
          <a:xfrm>
            <a:off x="3373039" y="896112"/>
            <a:ext cx="224395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E36E2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373039" y="896112"/>
            <a:ext cx="224395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تَقَبَّلۡ</a:t>
            </a:r>
            <a:endParaRPr lang="ar-SA" sz="4800" dirty="0"/>
          </a:p>
        </p:txBody>
      </p:sp>
      <p:sp>
        <p:nvSpPr>
          <p:cNvPr id="15" name="C3 W3 pill"/>
          <p:cNvSpPr/>
          <p:nvPr/>
        </p:nvSpPr>
        <p:spPr>
          <a:xfrm>
            <a:off x="1654577" y="896112"/>
            <a:ext cx="13984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CE36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654577" y="896112"/>
            <a:ext cx="13984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مِنَّا</a:t>
            </a:r>
            <a:endParaRPr lang="ar-SA" sz="48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436037" y="2834640"/>
            <a:ext cx="427192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436037" y="2834640"/>
            <a:ext cx="427192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رَبَّنَا تَقَبَّلۡ مِنَّا</a:t>
            </a:r>
            <a:endParaRPr lang="ar-SA" sz="48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4"/>
          </a:solidFill>
          <a:ln w="12700">
            <a:solidFill>
              <a:srgbClr val="6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6"/>
          </a:solidFill>
          <a:ln w="12700">
            <a:solidFill>
              <a:srgbClr val="793456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7012503" y="896112"/>
            <a:ext cx="1252492" cy="1371600"/>
          </a:xfrm>
          <a:prstGeom prst="roundRect">
            <a:avLst>
              <a:gd name="adj" fmla="val 29203"/>
            </a:avLst>
          </a:prstGeom>
          <a:solidFill>
            <a:srgbClr val="FFFFFF"/>
          </a:solidFill>
          <a:ln w="76200">
            <a:solidFill>
              <a:srgbClr val="E236C4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7012503" y="896112"/>
            <a:ext cx="125249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</a:t>
            </a:r>
            <a:endParaRPr lang="ar-SA" sz="4000" dirty="0"/>
          </a:p>
        </p:txBody>
      </p:sp>
      <p:sp>
        <p:nvSpPr>
          <p:cNvPr id="14" name="C2 W2 pill"/>
          <p:cNvSpPr/>
          <p:nvPr/>
        </p:nvSpPr>
        <p:spPr>
          <a:xfrm>
            <a:off x="5222375" y="896112"/>
            <a:ext cx="147008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C4E236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5222375" y="896112"/>
            <a:ext cx="147008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ٱللَّهَ</a:t>
            </a:r>
            <a:endParaRPr lang="ar-SA" sz="4000" dirty="0"/>
          </a:p>
        </p:txBody>
      </p:sp>
      <p:sp>
        <p:nvSpPr>
          <p:cNvPr id="16" name="C3 W3 pill"/>
          <p:cNvSpPr/>
          <p:nvPr/>
        </p:nvSpPr>
        <p:spPr>
          <a:xfrm>
            <a:off x="3630811" y="896112"/>
            <a:ext cx="1271524" cy="1371600"/>
          </a:xfrm>
          <a:prstGeom prst="roundRect">
            <a:avLst>
              <a:gd name="adj" fmla="val 28765"/>
            </a:avLst>
          </a:prstGeom>
          <a:solidFill>
            <a:srgbClr val="FFFFFF"/>
          </a:solidFill>
          <a:ln w="76200">
            <a:solidFill>
              <a:srgbClr val="36C4E2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3630811" y="896112"/>
            <a:ext cx="12715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مَعَ</a:t>
            </a:r>
            <a:endParaRPr lang="ar-SA" sz="4000" dirty="0"/>
          </a:p>
        </p:txBody>
      </p:sp>
      <p:sp>
        <p:nvSpPr>
          <p:cNvPr id="18" name="C4 W4 pill"/>
          <p:cNvSpPr/>
          <p:nvPr/>
        </p:nvSpPr>
        <p:spPr>
          <a:xfrm>
            <a:off x="879005" y="896112"/>
            <a:ext cx="24317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C4"/>
            </a:solidFill>
            <a:prstDash val="solid"/>
          </a:ln>
        </p:spPr>
      </p:sp>
      <p:sp>
        <p:nvSpPr>
          <p:cNvPr id="19" name="C4 W4 word"/>
          <p:cNvSpPr txBox="1"/>
          <p:nvPr/>
        </p:nvSpPr>
        <p:spPr>
          <a:xfrm>
            <a:off x="879005" y="896112"/>
            <a:ext cx="24317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ٱلصَّٰبِرِينَ</a:t>
            </a:r>
            <a:endParaRPr lang="ar-SA" sz="4000" dirty="0"/>
          </a:p>
        </p:txBody>
      </p:sp>
      <p:sp>
        <p:nvSpPr>
          <p:cNvPr id="20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S panel"/>
          <p:cNvSpPr/>
          <p:nvPr/>
        </p:nvSpPr>
        <p:spPr>
          <a:xfrm>
            <a:off x="2166662" y="2834640"/>
            <a:ext cx="4810676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5 S sentence"/>
          <p:cNvSpPr txBox="1"/>
          <p:nvPr/>
        </p:nvSpPr>
        <p:spPr>
          <a:xfrm>
            <a:off x="2166662" y="2834640"/>
            <a:ext cx="4810676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إِنَّ ٱللَّهَ مَعَ ٱلصَّٰبِرِينَ</a:t>
            </a:r>
            <a:endParaRPr lang="ar-SA" sz="4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5544249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92E2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544249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12" name="C2 W2 pill"/>
          <p:cNvSpPr/>
          <p:nvPr/>
        </p:nvSpPr>
        <p:spPr>
          <a:xfrm>
            <a:off x="2305021" y="896112"/>
            <a:ext cx="291918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92E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305021" y="896112"/>
            <a:ext cx="291918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سَيَعۡلَمُونَ</a:t>
            </a:r>
            <a:endParaRPr lang="ar-SA" sz="40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665254" y="2834640"/>
            <a:ext cx="381349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665254" y="2834640"/>
            <a:ext cx="381349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 سَيَعۡلَمُونَ</a:t>
            </a:r>
            <a:endParaRPr lang="ar-SA" sz="4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B"/>
          </a:solidFill>
          <a:ln w="12700">
            <a:solidFill>
              <a:srgbClr val="5EEDCB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764171" y="896112"/>
            <a:ext cx="1230426" cy="1371600"/>
          </a:xfrm>
          <a:prstGeom prst="roundRect">
            <a:avLst>
              <a:gd name="adj" fmla="val 29726"/>
            </a:avLst>
          </a:prstGeom>
          <a:solidFill>
            <a:srgbClr val="FFFFFF"/>
          </a:solidFill>
          <a:ln w="76200">
            <a:solidFill>
              <a:srgbClr val="3660E2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764171" y="896112"/>
            <a:ext cx="123042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</a:t>
            </a:r>
            <a:endParaRPr lang="ar-SA" sz="4000" dirty="0"/>
          </a:p>
        </p:txBody>
      </p:sp>
      <p:sp>
        <p:nvSpPr>
          <p:cNvPr id="20" name="C2 W2 pill"/>
          <p:cNvSpPr/>
          <p:nvPr/>
        </p:nvSpPr>
        <p:spPr>
          <a:xfrm>
            <a:off x="3149402" y="896112"/>
            <a:ext cx="1294729" cy="1371600"/>
          </a:xfrm>
          <a:prstGeom prst="roundRect">
            <a:avLst>
              <a:gd name="adj" fmla="val 28250"/>
            </a:avLst>
          </a:prstGeom>
          <a:solidFill>
            <a:srgbClr val="FFFFFF"/>
          </a:solidFill>
          <a:ln w="76200">
            <a:solidFill>
              <a:srgbClr val="E23660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3149402" y="896112"/>
            <a:ext cx="129472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كَلَّا</a:t>
            </a:r>
            <a:endParaRPr lang="ar-SA" sz="40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527514" y="2834640"/>
            <a:ext cx="208897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527514" y="2834640"/>
            <a:ext cx="208897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ثُمَّ كَلَّا</a:t>
            </a:r>
            <a:endParaRPr lang="ar-SA" sz="4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124</Slides>
  <Notes>124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124</vt:i4>
      </vt:variant>
    </vt:vector>
  </HeadingPairs>
  <TitlesOfParts>
    <vt:vector size="1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fatha 11-fa-qaf</dc:title>
  <dc:subject>PptxGenJS Presentation</dc:subject>
  <dc:creator>PptxGenJS</dc:creator>
  <cp:lastModifiedBy>PptxGenJS</cp:lastModifiedBy>
  <cp:revision>1</cp:revision>
  <dcterms:created xsi:type="dcterms:W3CDTF">2026-10-21T19:04:08Z</dcterms:created>
  <dcterms:modified xsi:type="dcterms:W3CDTF">2026-10-21T19:04:08Z</dcterms:modified>
</cp:coreProperties>
</file>