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notesMaster" Target="notesMasters/notesMaster1.xml"/><Relationship Id="rId127" Type="http://schemas.openxmlformats.org/officeDocument/2006/relationships/presProps" Target="presProps.xml"/><Relationship Id="rId128" Type="http://schemas.openxmlformats.org/officeDocument/2006/relationships/viewProps" Target="viewProps.xml"/><Relationship Id="rId129" Type="http://schemas.openxmlformats.org/officeDocument/2006/relationships/theme" Target="theme/theme1.xml"/><Relationship Id="rId1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600" dirty="0"/>
          </a:p>
        </p:txBody>
      </p:sp>
      <p:sp>
        <p:nvSpPr>
          <p:cNvPr id="19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8 R result"/>
          <p:cNvSpPr txBox="1"/>
          <p:nvPr/>
        </p:nvSpPr>
        <p:spPr>
          <a:xfrm>
            <a:off x="685800" y="15540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12064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700" dirty="0"/>
          </a:p>
        </p:txBody>
      </p:sp>
      <p:sp>
        <p:nvSpPr>
          <p:cNvPr id="14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C3 W2 word"/>
          <p:cNvSpPr txBox="1"/>
          <p:nvPr/>
        </p:nvSpPr>
        <p:spPr>
          <a:xfrm>
            <a:off x="91440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700" dirty="0"/>
          </a:p>
        </p:txBody>
      </p:sp>
      <p:sp>
        <p:nvSpPr>
          <p:cNvPr id="17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8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3ED"/>
          </a:solidFill>
          <a:ln w="12700">
            <a:solidFill>
              <a:srgbClr val="5E8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712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فَأَّ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D52"/>
          </a:solidFill>
          <a:ln w="12700">
            <a:solidFill>
              <a:srgbClr val="E0C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4DB"/>
          </a:solidFill>
          <a:ln w="12700">
            <a:solidFill>
              <a:srgbClr val="70B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3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3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فَبَّ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0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0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0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فَتَّ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فَثَّ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فَجَّ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فَحَّ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7"/>
          </a:solidFill>
          <a:ln w="12700">
            <a:solidFill>
              <a:srgbClr val="ED5EA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73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73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فَخَّ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A"/>
          </a:solidFill>
          <a:ln w="12700">
            <a:solidFill>
              <a:srgbClr val="52E0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F"/>
          </a:solidFill>
          <a:ln w="12700">
            <a:solidFill>
              <a:srgbClr val="DB70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965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فَدَّ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64D8"/>
          </a:solidFill>
          <a:ln w="12700">
            <a:solidFill>
              <a:srgbClr val="C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247D1"/>
          </a:solidFill>
          <a:ln w="12700">
            <a:solidFill>
              <a:srgbClr val="A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7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2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فَذَّ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فَرَّ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7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7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فَزَّ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5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فَسَّ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ED5E"/>
          </a:solidFill>
          <a:ln w="12700">
            <a:solidFill>
              <a:srgbClr val="C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16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1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16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فَشَّ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652E0"/>
          </a:solidFill>
          <a:ln w="12700">
            <a:solidFill>
              <a:srgbClr val="8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D70"/>
          </a:solidFill>
          <a:ln w="12700">
            <a:solidFill>
              <a:srgbClr val="DBC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5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فَصَّ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764"/>
          </a:solidFill>
          <a:ln w="12700">
            <a:solidFill>
              <a:srgbClr val="D8A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047"/>
          </a:solidFill>
          <a:ln w="12700">
            <a:solidFill>
              <a:srgbClr val="D18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1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31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فَضَّ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3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3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فَطَّ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فَظَّ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فَعَّ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C"/>
          </a:solidFill>
          <a:ln w="12700">
            <a:solidFill>
              <a:srgbClr val="5EED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73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73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9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فَغَّ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352"/>
          </a:solidFill>
          <a:ln w="12700">
            <a:solidFill>
              <a:srgbClr val="E06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3"/>
          </a:solidFill>
          <a:ln w="12700">
            <a:solidFill>
              <a:srgbClr val="70DB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A85"/>
          </a:solidFill>
          <a:ln w="12700">
            <a:solidFill>
              <a:srgbClr val="474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388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أَفَّبَ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A"/>
          </a:solidFill>
          <a:ln w="12700">
            <a:solidFill>
              <a:srgbClr val="64D88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E"/>
          </a:solidFill>
          <a:ln w="12700">
            <a:solidFill>
              <a:srgbClr val="47D15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95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بَفَّتَ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060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تَفَّثَ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42B"/>
          </a:solidFill>
          <a:ln w="12700">
            <a:solidFill>
              <a:srgbClr val="6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33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ثَفَّجَ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3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جَفَّحَ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5EED"/>
          </a:solidFill>
          <a:ln w="12700">
            <a:solidFill>
              <a:srgbClr val="C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3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حَفَّخَ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4E052"/>
          </a:solidFill>
          <a:ln w="12700">
            <a:solidFill>
              <a:srgbClr val="6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70DB"/>
          </a:solidFill>
          <a:ln w="12700">
            <a:solidFill>
              <a:srgbClr val="9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107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خَفَّدَ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64D8"/>
          </a:solidFill>
          <a:ln w="12700">
            <a:solidFill>
              <a:srgbClr val="6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3D1"/>
          </a:solidFill>
          <a:ln w="12700">
            <a:solidFill>
              <a:srgbClr val="475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96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دَفَّذَ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23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ذَفَّرَ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5"/>
          </a:solidFill>
          <a:ln w="12700">
            <a:solidFill>
              <a:srgbClr val="2B64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879"/>
          </a:solidFill>
          <a:ln w="12700">
            <a:solidFill>
              <a:srgbClr val="346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23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رَفَّزَ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3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زَفَّسَ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55E"/>
          </a:solidFill>
          <a:ln w="12700">
            <a:solidFill>
              <a:srgbClr val="EDA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867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سَفَّشَ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8E0"/>
          </a:solidFill>
          <a:ln w="12700">
            <a:solidFill>
              <a:srgbClr val="528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D70"/>
          </a:solidFill>
          <a:ln w="12700">
            <a:solidFill>
              <a:srgbClr val="DB7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850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شَفَّصَ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8"/>
          </a:solidFill>
          <a:ln w="12700">
            <a:solidFill>
              <a:srgbClr val="D864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6"/>
          </a:solidFill>
          <a:ln w="12700">
            <a:solidFill>
              <a:srgbClr val="D147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80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80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83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صَفَّضَ</a:t>
            </a:r>
            <a:endParaRPr lang="ar-SA" sz="5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80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80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873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ضَفَّطَ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920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طَفَّظَ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6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6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3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ظَفَّعَ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2"/>
          </a:solidFill>
          <a:ln w="12700">
            <a:solidFill>
              <a:srgbClr val="5EED8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6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6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334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334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3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عَفَّغَ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B"/>
          </a:solidFill>
          <a:ln w="12700">
            <a:solidFill>
              <a:srgbClr val="E052A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DB70"/>
          </a:solidFill>
          <a:ln w="12700">
            <a:solidFill>
              <a:srgbClr val="7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34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34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98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غَفَّأَ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D864"/>
          </a:solidFill>
          <a:ln w="12700">
            <a:solidFill>
              <a:srgbClr val="9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8D147"/>
          </a:solidFill>
          <a:ln w="12700">
            <a:solidFill>
              <a:srgbClr val="9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15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915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564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أَفَّ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4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4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392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بَفَّ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61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61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245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تَفَّ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9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9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245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ثَفَّ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5FED"/>
          </a:solidFill>
          <a:ln w="12700">
            <a:solidFill>
              <a:srgbClr val="5E5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42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جَفَّ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FE052"/>
          </a:solidFill>
          <a:ln w="12700">
            <a:solidFill>
              <a:srgbClr val="C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9DB"/>
          </a:solidFill>
          <a:ln w="12700">
            <a:solidFill>
              <a:srgbClr val="709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245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حَفَّ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2D8"/>
          </a:solidFill>
          <a:ln w="12700">
            <a:solidFill>
              <a:srgbClr val="64B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AD1"/>
          </a:solidFill>
          <a:ln w="12700">
            <a:solidFill>
              <a:srgbClr val="47B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3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3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245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خَفَّ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564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دَفَّ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7"/>
          </a:solidFill>
          <a:ln w="12700">
            <a:solidFill>
              <a:srgbClr val="3479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15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15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564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ذَفَّ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88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88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45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رَفَّ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2"/>
          </a:solidFill>
          <a:ln w="12700">
            <a:solidFill>
              <a:srgbClr val="ED5E8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1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1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445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زَفَّ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E"/>
          </a:solidFill>
          <a:ln w="12700">
            <a:solidFill>
              <a:srgbClr val="52E0C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3"/>
          </a:solidFill>
          <a:ln w="12700">
            <a:solidFill>
              <a:srgbClr val="DB70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347"/>
          </a:solidFill>
          <a:ln w="12700">
            <a:solidFill>
              <a:srgbClr val="857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4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4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245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سَفَّ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F"/>
          </a:solidFill>
          <a:ln w="12700">
            <a:solidFill>
              <a:srgbClr val="D864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47D1"/>
          </a:solidFill>
          <a:ln w="12700">
            <a:solidFill>
              <a:srgbClr val="C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245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شَفَّ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36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36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202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صَفَّ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6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6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202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ضَفَّ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245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طَفَّ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6ED5E"/>
          </a:solidFill>
          <a:ln w="12700">
            <a:solidFill>
              <a:srgbClr val="A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245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ظَفَّ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B52E0"/>
          </a:solidFill>
          <a:ln w="12700">
            <a:solidFill>
              <a:srgbClr val="A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EDB70"/>
          </a:solidFill>
          <a:ln w="12700">
            <a:solidFill>
              <a:srgbClr val="C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3"/>
          </a:solidFill>
          <a:ln w="12700">
            <a:solidFill>
              <a:srgbClr val="4785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8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8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245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عَفَّ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564"/>
          </a:solidFill>
          <a:ln w="12700">
            <a:solidFill>
              <a:srgbClr val="D8C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347"/>
          </a:solidFill>
          <a:ln w="12700">
            <a:solidFill>
              <a:srgbClr val="D1A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0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245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غَفَّ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712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قَأَّ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7"/>
          </a:solidFill>
          <a:ln w="12700">
            <a:solidFill>
              <a:srgbClr val="642B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99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99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قَبَّ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0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قَتَّ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9ED"/>
          </a:solidFill>
          <a:ln w="12700">
            <a:solidFill>
              <a:srgbClr val="5EC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قَثَّ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752"/>
          </a:solidFill>
          <a:ln w="12700">
            <a:solidFill>
              <a:srgbClr val="E08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E"/>
          </a:solidFill>
          <a:ln w="12700">
            <a:solidFill>
              <a:srgbClr val="70DB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4785"/>
          </a:solidFill>
          <a:ln w="12700">
            <a:solidFill>
              <a:srgbClr val="5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قَجَّ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8"/>
          </a:solidFill>
          <a:ln w="12700">
            <a:solidFill>
              <a:srgbClr val="64D8A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1"/>
          </a:solidFill>
          <a:ln w="12700">
            <a:solidFill>
              <a:srgbClr val="47D18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قَحَّ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قَخَّ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642B"/>
          </a:solidFill>
          <a:ln w="12700">
            <a:solidFill>
              <a:srgbClr val="5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7934"/>
          </a:solidFill>
          <a:ln w="12700">
            <a:solidFill>
              <a:srgbClr val="4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965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قَدَّ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2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قَذَّ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D"/>
          </a:solidFill>
          <a:ln w="12700">
            <a:solidFill>
              <a:srgbClr val="E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قَرَّ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4"/>
          </a:solidFill>
          <a:ln w="12700">
            <a:solidFill>
              <a:srgbClr val="52E06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70DB"/>
          </a:solidFill>
          <a:ln w="12700">
            <a:solidFill>
              <a:srgbClr val="B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A"/>
          </a:solidFill>
          <a:ln w="12700">
            <a:solidFill>
              <a:srgbClr val="8547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9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قَزَّ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B64D8"/>
          </a:solidFill>
          <a:ln w="12700">
            <a:solidFill>
              <a:srgbClr val="8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F47D1"/>
          </a:solidFill>
          <a:ln w="12700">
            <a:solidFill>
              <a:srgbClr val="5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0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قَسَّ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14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14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قَشَّ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4"/>
          </a:solidFill>
          <a:ln w="12700">
            <a:solidFill>
              <a:srgbClr val="2B6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779"/>
          </a:solidFill>
          <a:ln w="12700">
            <a:solidFill>
              <a:srgbClr val="345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0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قَصَّ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1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1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قَضَّ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A5E"/>
          </a:solidFill>
          <a:ln w="12700">
            <a:solidFill>
              <a:srgbClr val="EDC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99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99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قَطَّ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3E0"/>
          </a:solidFill>
          <a:ln w="12700">
            <a:solidFill>
              <a:srgbClr val="526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970"/>
          </a:solidFill>
          <a:ln w="12700">
            <a:solidFill>
              <a:srgbClr val="DB9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8547"/>
          </a:solidFill>
          <a:ln w="12700">
            <a:solidFill>
              <a:srgbClr val="5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قَظَّ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E64"/>
          </a:solidFill>
          <a:ln w="12700">
            <a:solidFill>
              <a:srgbClr val="D86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3"/>
          </a:solidFill>
          <a:ln w="12700">
            <a:solidFill>
              <a:srgbClr val="D147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قَعَّ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9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قَغَّ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2B64"/>
          </a:solidFill>
          <a:ln w="12700">
            <a:solidFill>
              <a:srgbClr val="5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8"/>
          </a:solidFill>
          <a:ln w="12700">
            <a:solidFill>
              <a:srgbClr val="79346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1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1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245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قَفَّ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88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أَقَّبَ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6"/>
          </a:solidFill>
          <a:ln w="12700">
            <a:solidFill>
              <a:srgbClr val="5EED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95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بَقَّتَ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7"/>
          </a:solidFill>
          <a:ln w="12700">
            <a:solidFill>
              <a:srgbClr val="E0528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E"/>
          </a:solidFill>
          <a:ln w="12700">
            <a:solidFill>
              <a:srgbClr val="70DB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885"/>
          </a:solidFill>
          <a:ln w="12700">
            <a:solidFill>
              <a:srgbClr val="476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060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تَقَّثَ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D864"/>
          </a:solidFill>
          <a:ln w="12700">
            <a:solidFill>
              <a:srgbClr val="7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5D147"/>
          </a:solidFill>
          <a:ln w="12700">
            <a:solidFill>
              <a:srgbClr val="7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3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ثَقَّجَ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33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جَقَّحَ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82B"/>
          </a:solidFill>
          <a:ln w="12700">
            <a:solidFill>
              <a:srgbClr val="644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33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حَقَّخَ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107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خَقَّدَ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35EED"/>
          </a:solidFill>
          <a:ln w="12700">
            <a:solidFill>
              <a:srgbClr val="8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396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دَقَّذَ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AE052"/>
          </a:solidFill>
          <a:ln w="12700">
            <a:solidFill>
              <a:srgbClr val="A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DDB"/>
          </a:solidFill>
          <a:ln w="12700">
            <a:solidFill>
              <a:srgbClr val="707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8"/>
          </a:solidFill>
          <a:ln w="12700">
            <a:solidFill>
              <a:srgbClr val="8547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23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ذَقَّرَ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4D8"/>
          </a:solidFill>
          <a:ln w="12700">
            <a:solidFill>
              <a:srgbClr val="649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7D1"/>
          </a:solidFill>
          <a:ln w="12700">
            <a:solidFill>
              <a:srgbClr val="479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3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رَقَّزَ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23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زَقَّسَ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9"/>
          </a:solidFill>
          <a:ln w="12700">
            <a:solidFill>
              <a:srgbClr val="2B64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8"/>
          </a:solidFill>
          <a:ln w="12700">
            <a:solidFill>
              <a:srgbClr val="34796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867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سَقَّشَ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850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شَقَّصَ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F5E"/>
          </a:solidFill>
          <a:ln w="12700">
            <a:solidFill>
              <a:srgbClr val="ED5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83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صَقَّضَ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EE0"/>
          </a:solidFill>
          <a:ln w="12700">
            <a:solidFill>
              <a:srgbClr val="52C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8"/>
          </a:solidFill>
          <a:ln w="12700">
            <a:solidFill>
              <a:srgbClr val="DB709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247"/>
          </a:solidFill>
          <a:ln w="12700">
            <a:solidFill>
              <a:srgbClr val="858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873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ضَقَّطَ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1"/>
          </a:solidFill>
          <a:ln w="12700">
            <a:solidFill>
              <a:srgbClr val="D864B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A"/>
          </a:solidFill>
          <a:ln w="12700">
            <a:solidFill>
              <a:srgbClr val="D147B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920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طَقَّظَ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99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99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33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ظَقَّعَ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B64"/>
          </a:solidFill>
          <a:ln w="12700">
            <a:solidFill>
              <a:srgbClr val="2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3479"/>
          </a:solidFill>
          <a:ln w="12700">
            <a:solidFill>
              <a:srgbClr val="5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9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99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10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10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33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عَقَّغَ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10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10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837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غَقَّفَ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1ED5E"/>
          </a:solidFill>
          <a:ln w="12700">
            <a:solidFill>
              <a:srgbClr val="8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0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فَقَّأَ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F52E0"/>
          </a:solidFill>
          <a:ln w="12700">
            <a:solidFill>
              <a:srgbClr val="C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DB70"/>
          </a:solidFill>
          <a:ln w="12700">
            <a:solidFill>
              <a:srgbClr val="B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3"/>
          </a:solidFill>
          <a:ln w="12700">
            <a:solidFill>
              <a:srgbClr val="4785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493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أَقَّ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ED864"/>
          </a:solidFill>
          <a:ln w="12700">
            <a:solidFill>
              <a:srgbClr val="C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647"/>
          </a:solidFill>
          <a:ln w="12700">
            <a:solidFill>
              <a:srgbClr val="D1C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78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بَقَّ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78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تَقَّ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9"/>
          </a:solidFill>
          <a:ln w="12700">
            <a:solidFill>
              <a:srgbClr val="642B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634"/>
          </a:solidFill>
          <a:ln w="12700">
            <a:solidFill>
              <a:srgbClr val="794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78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ثَقَّ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78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جَقَّ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5ED"/>
          </a:solidFill>
          <a:ln w="12700">
            <a:solidFill>
              <a:srgbClr val="5EA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78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حَقَّ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C52"/>
          </a:solidFill>
          <a:ln w="12700">
            <a:solidFill>
              <a:srgbClr val="E0A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DDB"/>
          </a:solidFill>
          <a:ln w="12700">
            <a:solidFill>
              <a:srgbClr val="70C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4785"/>
          </a:solidFill>
          <a:ln w="12700">
            <a:solidFill>
              <a:srgbClr val="6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78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خَقَّ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6"/>
          </a:solidFill>
          <a:ln w="12700">
            <a:solidFill>
              <a:srgbClr val="64D8C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4"/>
          </a:solidFill>
          <a:ln w="12700">
            <a:solidFill>
              <a:srgbClr val="47D1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58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دَقَّ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6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6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258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ذَقَّ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4"/>
          </a:solidFill>
          <a:ln w="12700">
            <a:solidFill>
              <a:srgbClr val="3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05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05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99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رَقَّ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80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80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99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زَقَّ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9"/>
          </a:solidFill>
          <a:ln w="12700">
            <a:solidFill>
              <a:srgbClr val="ED5EC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60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60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78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سَقَّ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8"/>
          </a:solidFill>
          <a:ln w="12700">
            <a:solidFill>
              <a:srgbClr val="52E08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F70DB"/>
          </a:solidFill>
          <a:ln w="12700">
            <a:solidFill>
              <a:srgbClr val="C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547"/>
          </a:solidFill>
          <a:ln w="12700">
            <a:solidFill>
              <a:srgbClr val="855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9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78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شَقَّ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964D8"/>
          </a:solidFill>
          <a:ln w="12700">
            <a:solidFill>
              <a:srgbClr val="A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247D1"/>
          </a:solidFill>
          <a:ln w="12700">
            <a:solidFill>
              <a:srgbClr val="8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59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59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78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صَقَّ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34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734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78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ضَقَّ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564"/>
          </a:solidFill>
          <a:ln w="12700">
            <a:solidFill>
              <a:srgbClr val="2B5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579"/>
          </a:solidFill>
          <a:ln w="12700">
            <a:solidFill>
              <a:srgbClr val="344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78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طَقَّ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78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ظَقَّ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CED5E"/>
          </a:solidFill>
          <a:ln w="12700">
            <a:solidFill>
              <a:srgbClr val="E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78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عَقَّ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52E0"/>
          </a:solidFill>
          <a:ln w="12700">
            <a:solidFill>
              <a:srgbClr val="6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470"/>
          </a:solidFill>
          <a:ln w="12700">
            <a:solidFill>
              <a:srgbClr val="DBB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8547"/>
          </a:solidFill>
          <a:ln w="12700">
            <a:solidFill>
              <a:srgbClr val="4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7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7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78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غَقَّ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C64"/>
          </a:solidFill>
          <a:ln w="12700">
            <a:solidFill>
              <a:srgbClr val="D88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F47"/>
          </a:solidFill>
          <a:ln w="12700">
            <a:solidFill>
              <a:srgbClr val="D15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0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0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78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فَقَّ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937038" y="896112"/>
            <a:ext cx="15523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E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937038" y="896112"/>
            <a:ext cx="15523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</a:t>
            </a:r>
            <a:endParaRPr lang="ar-SA" sz="4800" dirty="0"/>
          </a:p>
        </p:txBody>
      </p:sp>
      <p:sp>
        <p:nvSpPr>
          <p:cNvPr id="13" name="C2 W2 pill"/>
          <p:cNvSpPr/>
          <p:nvPr/>
        </p:nvSpPr>
        <p:spPr>
          <a:xfrm>
            <a:off x="3373039" y="896112"/>
            <a:ext cx="22439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E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373039" y="896112"/>
            <a:ext cx="22439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تَقَبَّلۡ</a:t>
            </a:r>
            <a:endParaRPr lang="ar-SA" sz="4800" dirty="0"/>
          </a:p>
        </p:txBody>
      </p:sp>
      <p:sp>
        <p:nvSpPr>
          <p:cNvPr id="15" name="C3 W3 pill"/>
          <p:cNvSpPr/>
          <p:nvPr/>
        </p:nvSpPr>
        <p:spPr>
          <a:xfrm>
            <a:off x="1654577" y="896112"/>
            <a:ext cx="13984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1654577" y="896112"/>
            <a:ext cx="13984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مِنَّا</a:t>
            </a:r>
            <a:endParaRPr lang="ar-SA" sz="48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2436037" y="2834640"/>
            <a:ext cx="42719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2436037" y="2834640"/>
            <a:ext cx="42719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 تَقَبَّلۡ مِنَّا</a:t>
            </a:r>
            <a:endParaRPr lang="ar-SA" sz="4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4"/>
          </a:solidFill>
          <a:ln w="12700">
            <a:solidFill>
              <a:srgbClr val="6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6"/>
          </a:solidFill>
          <a:ln w="12700">
            <a:solidFill>
              <a:srgbClr val="793456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7012503" y="896112"/>
            <a:ext cx="1252492" cy="1371600"/>
          </a:xfrm>
          <a:prstGeom prst="roundRect">
            <a:avLst>
              <a:gd name="adj" fmla="val 29203"/>
            </a:avLst>
          </a:prstGeom>
          <a:solidFill>
            <a:srgbClr val="FFFFFF"/>
          </a:solidFill>
          <a:ln w="76200">
            <a:solidFill>
              <a:srgbClr val="E236C4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7012503" y="896112"/>
            <a:ext cx="125249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</a:t>
            </a:r>
            <a:endParaRPr lang="ar-SA" sz="4000" dirty="0"/>
          </a:p>
        </p:txBody>
      </p:sp>
      <p:sp>
        <p:nvSpPr>
          <p:cNvPr id="14" name="C2 W2 pill"/>
          <p:cNvSpPr/>
          <p:nvPr/>
        </p:nvSpPr>
        <p:spPr>
          <a:xfrm>
            <a:off x="5222375" y="896112"/>
            <a:ext cx="14700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4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5222375" y="896112"/>
            <a:ext cx="14700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ٱللَّهَ</a:t>
            </a:r>
            <a:endParaRPr lang="ar-SA" sz="4000" dirty="0"/>
          </a:p>
        </p:txBody>
      </p:sp>
      <p:sp>
        <p:nvSpPr>
          <p:cNvPr id="16" name="C3 W3 pill"/>
          <p:cNvSpPr/>
          <p:nvPr/>
        </p:nvSpPr>
        <p:spPr>
          <a:xfrm>
            <a:off x="3630811" y="896112"/>
            <a:ext cx="1271524" cy="1371600"/>
          </a:xfrm>
          <a:prstGeom prst="roundRect">
            <a:avLst>
              <a:gd name="adj" fmla="val 28765"/>
            </a:avLst>
          </a:prstGeom>
          <a:solidFill>
            <a:srgbClr val="FFFFFF"/>
          </a:solidFill>
          <a:ln w="76200">
            <a:solidFill>
              <a:srgbClr val="36C4E2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3630811" y="896112"/>
            <a:ext cx="12715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مَعَ</a:t>
            </a:r>
            <a:endParaRPr lang="ar-SA" sz="4000" dirty="0"/>
          </a:p>
        </p:txBody>
      </p:sp>
      <p:sp>
        <p:nvSpPr>
          <p:cNvPr id="18" name="C4 W4 pill"/>
          <p:cNvSpPr/>
          <p:nvPr/>
        </p:nvSpPr>
        <p:spPr>
          <a:xfrm>
            <a:off x="879005" y="896112"/>
            <a:ext cx="24317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4"/>
            </a:solidFill>
            <a:prstDash val="solid"/>
          </a:ln>
        </p:spPr>
      </p:sp>
      <p:sp>
        <p:nvSpPr>
          <p:cNvPr id="19" name="C4 W4 word"/>
          <p:cNvSpPr txBox="1"/>
          <p:nvPr/>
        </p:nvSpPr>
        <p:spPr>
          <a:xfrm>
            <a:off x="879005" y="896112"/>
            <a:ext cx="24317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ٱلصَّٰبِرِينَ</a:t>
            </a:r>
            <a:endParaRPr lang="ar-SA" sz="4000" dirty="0"/>
          </a:p>
        </p:txBody>
      </p:sp>
      <p:sp>
        <p:nvSpPr>
          <p:cNvPr id="20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S panel"/>
          <p:cNvSpPr/>
          <p:nvPr/>
        </p:nvSpPr>
        <p:spPr>
          <a:xfrm>
            <a:off x="2166662" y="2834640"/>
            <a:ext cx="48106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5 S sentence"/>
          <p:cNvSpPr txBox="1"/>
          <p:nvPr/>
        </p:nvSpPr>
        <p:spPr>
          <a:xfrm>
            <a:off x="2166662" y="2834640"/>
            <a:ext cx="48106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 ٱللَّهَ مَعَ ٱلصَّٰبِرِينَ</a:t>
            </a:r>
            <a:endParaRPr lang="ar-SA" sz="4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544249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92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544249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305021" y="896112"/>
            <a:ext cx="29191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2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05021" y="896112"/>
            <a:ext cx="29191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سَيَعۡلَمُونَ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65254" y="2834640"/>
            <a:ext cx="38134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65254" y="2834640"/>
            <a:ext cx="38134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 سَيَعۡلَمُونَ</a:t>
            </a:r>
            <a:endParaRPr lang="ar-SA" sz="4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B"/>
          </a:solidFill>
          <a:ln w="12700">
            <a:solidFill>
              <a:srgbClr val="5EEDC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64171" y="896112"/>
            <a:ext cx="1230426" cy="1371600"/>
          </a:xfrm>
          <a:prstGeom prst="roundRect">
            <a:avLst>
              <a:gd name="adj" fmla="val 29726"/>
            </a:avLst>
          </a:prstGeom>
          <a:solidFill>
            <a:srgbClr val="FFFFFF"/>
          </a:solidFill>
          <a:ln w="76200">
            <a:solidFill>
              <a:srgbClr val="3660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64171" y="896112"/>
            <a:ext cx="12304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3149402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E23660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149402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527514" y="2834640"/>
            <a:ext cx="20889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527514" y="2834640"/>
            <a:ext cx="20889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 كَلَّا</a:t>
            </a:r>
            <a:endParaRPr lang="ar-SA" sz="4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124</Slides>
  <Notes>124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124</vt:i4>
      </vt:variant>
    </vt:vector>
  </HeadingPairs>
  <TitlesOfParts>
    <vt:vector size="1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fatha 11-fa-qaf</dc:title>
  <dc:subject>PptxGenJS Presentation</dc:subject>
  <dc:creator>PptxGenJS</dc:creator>
  <cp:lastModifiedBy>PptxGenJS</cp:lastModifiedBy>
  <cp:revision>1</cp:revision>
  <dcterms:created xsi:type="dcterms:W3CDTF">2026-10-21T19:04:08Z</dcterms:created>
  <dcterms:modified xsi:type="dcterms:W3CDTF">2026-10-21T19:04:08Z</dcterms:modified>
</cp:coreProperties>
</file>