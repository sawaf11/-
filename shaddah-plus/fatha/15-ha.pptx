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E052"/>
          </a:solidFill>
          <a:ln w="12700">
            <a:solidFill>
              <a:srgbClr val="B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DDB"/>
          </a:solidFill>
          <a:ln w="12700">
            <a:solidFill>
              <a:srgbClr val="708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23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5D8"/>
          </a:solidFill>
          <a:ln w="12700">
            <a:solidFill>
              <a:srgbClr val="64A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BD1"/>
          </a:solidFill>
          <a:ln w="12700">
            <a:solidFill>
              <a:srgbClr val="47A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E"/>
          </a:solidFill>
          <a:ln w="12700">
            <a:solidFill>
              <a:srgbClr val="3479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540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هَأَّ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هَبَّ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2"/>
          </a:solidFill>
          <a:ln w="12700">
            <a:solidFill>
              <a:srgbClr val="ED5E7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14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هَتَّ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E"/>
          </a:solidFill>
          <a:ln w="12700">
            <a:solidFill>
              <a:srgbClr val="52E0D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7"/>
          </a:solidFill>
          <a:ln w="12700">
            <a:solidFill>
              <a:srgbClr val="DB70A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283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هَثَّ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2"/>
          </a:solidFill>
          <a:ln w="12700">
            <a:solidFill>
              <a:srgbClr val="D864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E"/>
          </a:solidFill>
          <a:ln w="12700">
            <a:solidFill>
              <a:srgbClr val="D147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هَجَّ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هَحَّ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11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هَدَّ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6ED5E"/>
          </a:solidFill>
          <a:ln w="12700">
            <a:solidFill>
              <a:srgbClr val="9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470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هَذَّ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B52E0"/>
          </a:solidFill>
          <a:ln w="12700">
            <a:solidFill>
              <a:srgbClr val="B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DB70"/>
          </a:solidFill>
          <a:ln w="12700">
            <a:solidFill>
              <a:srgbClr val="C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4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هَرَّ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264"/>
          </a:solidFill>
          <a:ln w="12700">
            <a:solidFill>
              <a:srgbClr val="D8D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247"/>
          </a:solidFill>
          <a:ln w="12700">
            <a:solidFill>
              <a:srgbClr val="D1B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هَسَّ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7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هَصَّ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AED"/>
          </a:solidFill>
          <a:ln w="12700">
            <a:solidFill>
              <a:srgbClr val="5EB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752"/>
          </a:solidFill>
          <a:ln w="12700">
            <a:solidFill>
              <a:srgbClr val="E09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A"/>
          </a:solidFill>
          <a:ln w="12700">
            <a:solidFill>
              <a:srgbClr val="70DB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822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هَطَّ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5"/>
          </a:solidFill>
          <a:ln w="12700">
            <a:solidFill>
              <a:srgbClr val="64D8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0"/>
          </a:solidFill>
          <a:ln w="12700">
            <a:solidFill>
              <a:srgbClr val="47D1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822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هَظَّ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57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هَعَّ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هَغَّ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هَفَّ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D"/>
          </a:solidFill>
          <a:ln w="12700">
            <a:solidFill>
              <a:srgbClr val="ED5ED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هَقَّ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3"/>
          </a:solidFill>
          <a:ln w="12700">
            <a:solidFill>
              <a:srgbClr val="52E0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70DB"/>
          </a:solidFill>
          <a:ln w="12700">
            <a:solidFill>
              <a:srgbClr val="B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7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هَكَّ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864D8"/>
          </a:solidFill>
          <a:ln w="12700">
            <a:solidFill>
              <a:srgbClr val="9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47D1"/>
          </a:solidFill>
          <a:ln w="12700">
            <a:solidFill>
              <a:srgbClr val="6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19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هَلَّ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166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هَمَّ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64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54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هَنَّ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أَهَّبَ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95E"/>
          </a:solidFill>
          <a:ln w="12700">
            <a:solidFill>
              <a:srgbClr val="EDD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086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بَهَّتَ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3E0"/>
          </a:solidFill>
          <a:ln w="12700">
            <a:solidFill>
              <a:srgbClr val="525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470"/>
          </a:solidFill>
          <a:ln w="12700">
            <a:solidFill>
              <a:srgbClr val="DBA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8547"/>
          </a:solidFill>
          <a:ln w="12700">
            <a:solidFill>
              <a:srgbClr val="5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86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تَهَّثَ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B64"/>
          </a:solidFill>
          <a:ln w="12700">
            <a:solidFill>
              <a:srgbClr val="D87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B47"/>
          </a:solidFill>
          <a:ln w="12700">
            <a:solidFill>
              <a:srgbClr val="D14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ثَهَّجَ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498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جَهَّحَ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65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65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حَهَّخَ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086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خَهَّدَ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6"/>
          </a:solidFill>
          <a:ln w="12700">
            <a:solidFill>
              <a:srgbClr val="5EEDB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11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دَهَّذَ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7"/>
          </a:solidFill>
          <a:ln w="12700">
            <a:solidFill>
              <a:srgbClr val="E0527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A"/>
          </a:solidFill>
          <a:ln w="12700">
            <a:solidFill>
              <a:srgbClr val="70DB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22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ذَهَّرَ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AD864"/>
          </a:solidFill>
          <a:ln w="12700">
            <a:solidFill>
              <a:srgbClr val="6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D147"/>
          </a:solidFill>
          <a:ln w="12700">
            <a:solidFill>
              <a:srgbClr val="6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22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رَهَّزَ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168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زَهَّسَ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5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سَهَّشَ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5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شَهَّصَ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5EED"/>
          </a:solidFill>
          <a:ln w="12700">
            <a:solidFill>
              <a:srgbClr val="9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6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6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68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صَهَّضَ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BE052"/>
          </a:solidFill>
          <a:ln w="12700">
            <a:solidFill>
              <a:srgbClr val="9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1DB"/>
          </a:solidFill>
          <a:ln w="12700">
            <a:solidFill>
              <a:srgbClr val="707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6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6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291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ضَهَّطَ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7D8"/>
          </a:solidFill>
          <a:ln w="12700">
            <a:solidFill>
              <a:srgbClr val="648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8D1"/>
          </a:solidFill>
          <a:ln w="12700">
            <a:solidFill>
              <a:srgbClr val="478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6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طَهَّظَ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ظَهَّعَ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498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عَهَّغَ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13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غَهَّفَ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F5E"/>
          </a:solidFill>
          <a:ln w="12700">
            <a:solidFill>
              <a:srgbClr val="ED6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فَهَّقَ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EE0"/>
          </a:solidFill>
          <a:ln w="12700">
            <a:solidFill>
              <a:srgbClr val="52B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C"/>
          </a:solidFill>
          <a:ln w="12700">
            <a:solidFill>
              <a:srgbClr val="DB70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قَهَّكَ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4"/>
          </a:solidFill>
          <a:ln w="12700">
            <a:solidFill>
              <a:srgbClr val="D864A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A"/>
          </a:solidFill>
          <a:ln w="12700">
            <a:solidFill>
              <a:srgbClr val="D147A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11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كَهَّلَ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لَهَّمَ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3479"/>
          </a:solidFill>
          <a:ln w="12700">
            <a:solidFill>
              <a:srgbClr val="5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86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مَهَّنَ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نَهَّأَ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ED5E"/>
          </a:solidFill>
          <a:ln w="12700">
            <a:solidFill>
              <a:srgbClr val="7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F52E0"/>
          </a:solidFill>
          <a:ln w="12700">
            <a:solidFill>
              <a:srgbClr val="D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DB70"/>
          </a:solidFill>
          <a:ln w="12700">
            <a:solidFill>
              <a:srgbClr val="A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A"/>
          </a:solidFill>
          <a:ln w="12700">
            <a:solidFill>
              <a:srgbClr val="4785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02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1D864"/>
          </a:solidFill>
          <a:ln w="12700">
            <a:solidFill>
              <a:srgbClr val="C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D147"/>
          </a:solidFill>
          <a:ln w="12700">
            <a:solidFill>
              <a:srgbClr val="C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تَهَّ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ثَهَّ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2"/>
          </a:solidFill>
          <a:ln w="12700">
            <a:solidFill>
              <a:srgbClr val="642B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D34"/>
          </a:solidFill>
          <a:ln w="12700">
            <a:solidFill>
              <a:srgbClr val="794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28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حَهَّ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5ED"/>
          </a:solidFill>
          <a:ln w="12700">
            <a:solidFill>
              <a:srgbClr val="5E9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خَهَّ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B52"/>
          </a:solidFill>
          <a:ln w="12700">
            <a:solidFill>
              <a:srgbClr val="E0B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1DB"/>
          </a:solidFill>
          <a:ln w="12700">
            <a:solidFill>
              <a:srgbClr val="70C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4785"/>
          </a:solidFill>
          <a:ln w="12700">
            <a:solidFill>
              <a:srgbClr val="6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72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دَهَّ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2"/>
          </a:solidFill>
          <a:ln w="12700">
            <a:solidFill>
              <a:srgbClr val="64D8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3"/>
          </a:solidFill>
          <a:ln w="12700">
            <a:solidFill>
              <a:srgbClr val="47D1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84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ذَهَّ</a:t>
            </a:r>
            <a:endParaRPr lang="ar-SA" sz="9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رَهَّ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642B"/>
          </a:solidFill>
          <a:ln w="12700">
            <a:solidFill>
              <a:srgbClr val="4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C"/>
          </a:solidFill>
          <a:ln w="12700">
            <a:solidFill>
              <a:srgbClr val="3479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9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سَهَّ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9"/>
          </a:solidFill>
          <a:ln w="12700">
            <a:solidFill>
              <a:srgbClr val="ED5E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09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شَهَّ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8"/>
          </a:solidFill>
          <a:ln w="12700">
            <a:solidFill>
              <a:srgbClr val="52E09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70DB"/>
          </a:solidFill>
          <a:ln w="12700">
            <a:solidFill>
              <a:srgbClr val="D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B47"/>
          </a:solidFill>
          <a:ln w="12700">
            <a:solidFill>
              <a:srgbClr val="855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09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صَهَّ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64D8"/>
          </a:solidFill>
          <a:ln w="12700">
            <a:solidFill>
              <a:srgbClr val="B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147D1"/>
          </a:solidFill>
          <a:ln w="12700">
            <a:solidFill>
              <a:srgbClr val="9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9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ضَهَّ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طَهَّ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F64"/>
          </a:solidFill>
          <a:ln w="12700">
            <a:solidFill>
              <a:srgbClr val="2B4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D79"/>
          </a:solidFill>
          <a:ln w="12700">
            <a:solidFill>
              <a:srgbClr val="343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ظَهَّ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عَهَّ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CED5E"/>
          </a:solidFill>
          <a:ln w="12700">
            <a:solidFill>
              <a:srgbClr val="D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غَهَّ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452E0"/>
          </a:solidFill>
          <a:ln w="12700">
            <a:solidFill>
              <a:srgbClr val="7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070"/>
          </a:solidFill>
          <a:ln w="12700">
            <a:solidFill>
              <a:srgbClr val="DBC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C"/>
          </a:solidFill>
          <a:ln w="12700">
            <a:solidFill>
              <a:srgbClr val="4785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فَهَّ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864"/>
          </a:solidFill>
          <a:ln w="12700">
            <a:solidFill>
              <a:srgbClr val="D89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F47"/>
          </a:solidFill>
          <a:ln w="12700">
            <a:solidFill>
              <a:srgbClr val="D16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قَهَّ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كَهَّ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E"/>
          </a:solidFill>
          <a:ln w="12700">
            <a:solidFill>
              <a:srgbClr val="7934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لَهَّ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1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مَهَّ</a:t>
            </a:r>
            <a:endParaRPr lang="ar-SA" sz="9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A"/>
          </a:solidFill>
          <a:ln w="12700">
            <a:solidFill>
              <a:srgbClr val="5EEDD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5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نَهَّ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5"/>
          </a:solidFill>
          <a:ln w="12700">
            <a:solidFill>
              <a:srgbClr val="70DB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285"/>
          </a:solidFill>
          <a:ln w="12700">
            <a:solidFill>
              <a:srgbClr val="4752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7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9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236E2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B"/>
          </a:solidFill>
          <a:ln w="12700">
            <a:solidFill>
              <a:srgbClr val="64D87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C"/>
          </a:solidFill>
          <a:ln w="12700">
            <a:solidFill>
              <a:srgbClr val="47D1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36E28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4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E284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6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4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B6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6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C2B"/>
          </a:solidFill>
          <a:ln w="12700">
            <a:solidFill>
              <a:srgbClr val="645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7934"/>
          </a:solidFill>
          <a:ln w="12700">
            <a:solidFill>
              <a:srgbClr val="60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DC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36DC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15-ha</dc:title>
  <dc:subject>PptxGenJS Presentation</dc:subject>
  <dc:creator>PptxGenJS</dc:creator>
  <cp:lastModifiedBy>PptxGenJS</cp:lastModifiedBy>
  <cp:revision>1</cp:revision>
  <dcterms:created xsi:type="dcterms:W3CDTF">2026-10-21T19:04:08Z</dcterms:created>
  <dcterms:modified xsi:type="dcterms:W3CDTF">2026-10-21T19:04:08Z</dcterms:modified>
</cp:coreProperties>
</file>