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</p:sldIdLst>
  <p:notesMasterIdLst>
    <p:notesMasterId r:id="rId8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notesMaster" Target="notesMasters/notesMaster1.xml"/><Relationship Id="rId85" Type="http://schemas.openxmlformats.org/officeDocument/2006/relationships/presProps" Target="presProps.xml"/><Relationship Id="rId86" Type="http://schemas.openxmlformats.org/officeDocument/2006/relationships/viewProps" Target="viewProps.xml"/><Relationship Id="rId87" Type="http://schemas.openxmlformats.org/officeDocument/2006/relationships/theme" Target="theme/theme1.xml"/><Relationship Id="rId8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FE052"/>
          </a:solidFill>
          <a:ln w="12700">
            <a:solidFill>
              <a:srgbClr val="B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DDB"/>
          </a:solidFill>
          <a:ln w="12700">
            <a:solidFill>
              <a:srgbClr val="708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1"/>
          </a:solidFill>
          <a:ln w="12700">
            <a:solidFill>
              <a:srgbClr val="8547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600" dirty="0"/>
          </a:p>
        </p:txBody>
      </p:sp>
      <p:sp>
        <p:nvSpPr>
          <p:cNvPr id="23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R result"/>
          <p:cNvSpPr txBox="1"/>
          <p:nvPr/>
        </p:nvSpPr>
        <p:spPr>
          <a:xfrm>
            <a:off x="685800" y="15540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5D8"/>
          </a:solidFill>
          <a:ln w="12700">
            <a:solidFill>
              <a:srgbClr val="64A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BD1"/>
          </a:solidFill>
          <a:ln w="12700">
            <a:solidFill>
              <a:srgbClr val="47A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64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700" dirty="0"/>
          </a:p>
        </p:txBody>
      </p:sp>
      <p:sp>
        <p:nvSpPr>
          <p:cNvPr id="12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4" name="C3 W2 word"/>
          <p:cNvSpPr txBox="1"/>
          <p:nvPr/>
        </p:nvSpPr>
        <p:spPr>
          <a:xfrm>
            <a:off x="91440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700" dirty="0"/>
          </a:p>
        </p:txBody>
      </p:sp>
      <p:sp>
        <p:nvSpPr>
          <p:cNvPr id="15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1"/>
          </a:solidFill>
          <a:ln w="12700">
            <a:solidFill>
              <a:srgbClr val="2B64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E"/>
          </a:solidFill>
          <a:ln w="12700">
            <a:solidFill>
              <a:srgbClr val="3479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540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هَأَّ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1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هَبَّ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2"/>
          </a:solidFill>
          <a:ln w="12700">
            <a:solidFill>
              <a:srgbClr val="ED5E7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7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814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هَتَّ</a:t>
            </a:r>
            <a:endParaRPr lang="ar-SA" sz="9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E"/>
          </a:solidFill>
          <a:ln w="12700">
            <a:solidFill>
              <a:srgbClr val="52E0D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7"/>
          </a:solidFill>
          <a:ln w="12700">
            <a:solidFill>
              <a:srgbClr val="DB70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947"/>
          </a:solidFill>
          <a:ln w="12700">
            <a:solidFill>
              <a:srgbClr val="857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7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283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هَثَّ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2"/>
          </a:solidFill>
          <a:ln w="12700">
            <a:solidFill>
              <a:srgbClr val="D864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E"/>
          </a:solidFill>
          <a:ln w="12700">
            <a:solidFill>
              <a:srgbClr val="D147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هَجَّ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هَحَّ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364"/>
          </a:solidFill>
          <a:ln w="12700">
            <a:solidFill>
              <a:srgbClr val="2B3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3479"/>
          </a:solidFill>
          <a:ln w="12700">
            <a:solidFill>
              <a:srgbClr val="4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1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1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هَخَّ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611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هَدَّ</a:t>
            </a:r>
            <a:endParaRPr lang="ar-SA" sz="9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6ED5E"/>
          </a:solidFill>
          <a:ln w="12700">
            <a:solidFill>
              <a:srgbClr val="9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7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470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هَذَّ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B52E0"/>
          </a:solidFill>
          <a:ln w="12700">
            <a:solidFill>
              <a:srgbClr val="B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DB70"/>
          </a:solidFill>
          <a:ln w="12700">
            <a:solidFill>
              <a:srgbClr val="C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A"/>
          </a:solidFill>
          <a:ln w="12700">
            <a:solidFill>
              <a:srgbClr val="4785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7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74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هَرَّ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264"/>
          </a:solidFill>
          <a:ln w="12700">
            <a:solidFill>
              <a:srgbClr val="D8D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247"/>
          </a:solidFill>
          <a:ln w="12700">
            <a:solidFill>
              <a:srgbClr val="D1B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2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هَزَّ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703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هَسَّ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C34"/>
          </a:solidFill>
          <a:ln w="12700">
            <a:solidFill>
              <a:srgbClr val="793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1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1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هَشَّ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897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هَصَّ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AED"/>
          </a:solidFill>
          <a:ln w="12700">
            <a:solidFill>
              <a:srgbClr val="5EB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7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919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هَضَّ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752"/>
          </a:solidFill>
          <a:ln w="12700">
            <a:solidFill>
              <a:srgbClr val="E09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A"/>
          </a:solidFill>
          <a:ln w="12700">
            <a:solidFill>
              <a:srgbClr val="70DB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1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71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822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هَطَّ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5"/>
          </a:solidFill>
          <a:ln w="12700">
            <a:solidFill>
              <a:srgbClr val="64D8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0"/>
          </a:solidFill>
          <a:ln w="12700">
            <a:solidFill>
              <a:srgbClr val="47D19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822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هَظَّ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هَعَّ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642B"/>
          </a:solidFill>
          <a:ln w="12700">
            <a:solidFill>
              <a:srgbClr val="4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7934"/>
          </a:solidFill>
          <a:ln w="12700">
            <a:solidFill>
              <a:srgbClr val="3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1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1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9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هَغَّ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1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245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هَفَّ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D"/>
          </a:solidFill>
          <a:ln w="12700">
            <a:solidFill>
              <a:srgbClr val="ED5ED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7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78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هَقَّ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3"/>
          </a:solidFill>
          <a:ln w="12700">
            <a:solidFill>
              <a:srgbClr val="52E0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70DB"/>
          </a:solidFill>
          <a:ln w="12700">
            <a:solidFill>
              <a:srgbClr val="B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C47"/>
          </a:solidFill>
          <a:ln w="12700">
            <a:solidFill>
              <a:srgbClr val="854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57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هَكَّ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64D8"/>
          </a:solidFill>
          <a:ln w="12700">
            <a:solidFill>
              <a:srgbClr val="9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E47D1"/>
          </a:solidFill>
          <a:ln w="12700">
            <a:solidFill>
              <a:srgbClr val="6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هَلَّ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166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هَمَّ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E64"/>
          </a:solidFill>
          <a:ln w="12700">
            <a:solidFill>
              <a:srgbClr val="2B5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54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هَنَّ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أَهَّبَ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95E"/>
          </a:solidFill>
          <a:ln w="12700">
            <a:solidFill>
              <a:srgbClr val="EDD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086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بَهَّتَ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3E0"/>
          </a:solidFill>
          <a:ln w="12700">
            <a:solidFill>
              <a:srgbClr val="525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470"/>
          </a:solidFill>
          <a:ln w="12700">
            <a:solidFill>
              <a:srgbClr val="DBA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8547"/>
          </a:solidFill>
          <a:ln w="12700">
            <a:solidFill>
              <a:srgbClr val="5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086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تَهَّثَ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B64"/>
          </a:solidFill>
          <a:ln w="12700">
            <a:solidFill>
              <a:srgbClr val="D87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B47"/>
          </a:solidFill>
          <a:ln w="12700">
            <a:solidFill>
              <a:srgbClr val="D14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ثَهَّجَ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498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جَهَّحَ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0"/>
          </a:solidFill>
          <a:ln w="12700">
            <a:solidFill>
              <a:srgbClr val="7934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65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65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8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حَهَّخَ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65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65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086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خَهَّدَ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6"/>
          </a:solidFill>
          <a:ln w="12700">
            <a:solidFill>
              <a:srgbClr val="5EEDB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511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دَهَّذَ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7"/>
          </a:solidFill>
          <a:ln w="12700">
            <a:solidFill>
              <a:srgbClr val="E0527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A"/>
          </a:solidFill>
          <a:ln w="12700">
            <a:solidFill>
              <a:srgbClr val="70DB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285"/>
          </a:solidFill>
          <a:ln w="12700">
            <a:solidFill>
              <a:srgbClr val="476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422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ذَهَّرَ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AD864"/>
          </a:solidFill>
          <a:ln w="12700">
            <a:solidFill>
              <a:srgbClr val="6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D147"/>
          </a:solidFill>
          <a:ln w="12700">
            <a:solidFill>
              <a:srgbClr val="6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422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رَهَّزَ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4168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زَهَّسَ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7934"/>
          </a:solidFill>
          <a:ln w="12700">
            <a:solidFill>
              <a:srgbClr val="7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5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5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5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5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252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سَهَّشَ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5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شَهَّصَ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5EED"/>
          </a:solidFill>
          <a:ln w="12700">
            <a:solidFill>
              <a:srgbClr val="9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66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66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168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صَهَّضَ</a:t>
            </a:r>
            <a:endParaRPr lang="ar-SA" sz="5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BE052"/>
          </a:solidFill>
          <a:ln w="12700">
            <a:solidFill>
              <a:srgbClr val="9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1DB"/>
          </a:solidFill>
          <a:ln w="12700">
            <a:solidFill>
              <a:srgbClr val="707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66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66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291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ضَهَّطَ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7D8"/>
          </a:solidFill>
          <a:ln w="12700">
            <a:solidFill>
              <a:srgbClr val="648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8D1"/>
          </a:solidFill>
          <a:ln w="12700">
            <a:solidFill>
              <a:srgbClr val="478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86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طَهَّظَ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ظَهَّعَ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0"/>
          </a:solidFill>
          <a:ln w="12700">
            <a:solidFill>
              <a:srgbClr val="2B64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6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6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6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6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498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عَهَّغَ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13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غَهَّفَ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F5E"/>
          </a:solidFill>
          <a:ln w="12700">
            <a:solidFill>
              <a:srgbClr val="ED6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352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فَهَّقَ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EE0"/>
          </a:solidFill>
          <a:ln w="12700">
            <a:solidFill>
              <a:srgbClr val="52B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C"/>
          </a:solidFill>
          <a:ln w="12700">
            <a:solidFill>
              <a:srgbClr val="DB70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قَهَّكَ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4"/>
          </a:solidFill>
          <a:ln w="12700">
            <a:solidFill>
              <a:srgbClr val="D864A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A"/>
          </a:solidFill>
          <a:ln w="12700">
            <a:solidFill>
              <a:srgbClr val="D147A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11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كَهَّلَ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لَهَّمَ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2B64"/>
          </a:solidFill>
          <a:ln w="12700">
            <a:solidFill>
              <a:srgbClr val="3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3479"/>
          </a:solidFill>
          <a:ln w="12700">
            <a:solidFill>
              <a:srgbClr val="5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086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مَهَّنَ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0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نَهَّأَ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ED5E"/>
          </a:solidFill>
          <a:ln w="12700">
            <a:solidFill>
              <a:srgbClr val="7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أَهَّ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F52E0"/>
          </a:solidFill>
          <a:ln w="12700">
            <a:solidFill>
              <a:srgbClr val="D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DB70"/>
          </a:solidFill>
          <a:ln w="12700">
            <a:solidFill>
              <a:srgbClr val="A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A"/>
          </a:solidFill>
          <a:ln w="12700">
            <a:solidFill>
              <a:srgbClr val="4785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02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بَهَّ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1D864"/>
          </a:solidFill>
          <a:ln w="12700">
            <a:solidFill>
              <a:srgbClr val="C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D147"/>
          </a:solidFill>
          <a:ln w="12700">
            <a:solidFill>
              <a:srgbClr val="C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15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تَهَّ</a:t>
            </a:r>
            <a:endParaRPr lang="ar-SA" sz="9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15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ثَهَّ</a:t>
            </a:r>
            <a:endParaRPr lang="ar-SA" sz="9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2"/>
          </a:solidFill>
          <a:ln w="12700">
            <a:solidFill>
              <a:srgbClr val="642B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D34"/>
          </a:solidFill>
          <a:ln w="12700">
            <a:solidFill>
              <a:srgbClr val="794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28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جَهَّ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15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حَهَّ</a:t>
            </a:r>
            <a:endParaRPr lang="ar-SA" sz="9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5ED"/>
          </a:solidFill>
          <a:ln w="12700">
            <a:solidFill>
              <a:srgbClr val="5E9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15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خَهَّ</a:t>
            </a:r>
            <a:endParaRPr lang="ar-SA" sz="9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B52"/>
          </a:solidFill>
          <a:ln w="12700">
            <a:solidFill>
              <a:srgbClr val="E0B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1DB"/>
          </a:solidFill>
          <a:ln w="12700">
            <a:solidFill>
              <a:srgbClr val="70C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4785"/>
          </a:solidFill>
          <a:ln w="12700">
            <a:solidFill>
              <a:srgbClr val="6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672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دَهَّ</a:t>
            </a:r>
            <a:endParaRPr lang="ar-SA" sz="9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2"/>
          </a:solidFill>
          <a:ln w="12700">
            <a:solidFill>
              <a:srgbClr val="64D8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3"/>
          </a:solidFill>
          <a:ln w="12700">
            <a:solidFill>
              <a:srgbClr val="47D1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684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ذَهَّ</a:t>
            </a:r>
            <a:endParaRPr lang="ar-SA" sz="9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51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رَهَّ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642B"/>
          </a:solidFill>
          <a:ln w="12700">
            <a:solidFill>
              <a:srgbClr val="4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C"/>
          </a:solidFill>
          <a:ln w="12700">
            <a:solidFill>
              <a:srgbClr val="3479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51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زَهَّ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09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سَهَّ</a:t>
            </a:r>
            <a:endParaRPr lang="ar-SA" sz="9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9"/>
          </a:solidFill>
          <a:ln w="12700">
            <a:solidFill>
              <a:srgbClr val="ED5E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7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09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شَهَّ</a:t>
            </a:r>
            <a:endParaRPr lang="ar-SA" sz="9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8"/>
          </a:solidFill>
          <a:ln w="12700">
            <a:solidFill>
              <a:srgbClr val="52E09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A70DB"/>
          </a:solidFill>
          <a:ln w="12700">
            <a:solidFill>
              <a:srgbClr val="D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B47"/>
          </a:solidFill>
          <a:ln w="12700">
            <a:solidFill>
              <a:srgbClr val="855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3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3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3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3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09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صَهَّ</a:t>
            </a:r>
            <a:endParaRPr lang="ar-SA" sz="9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64D8"/>
          </a:solidFill>
          <a:ln w="12700">
            <a:solidFill>
              <a:srgbClr val="B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147D1"/>
          </a:solidFill>
          <a:ln w="12700">
            <a:solidFill>
              <a:srgbClr val="9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7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09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ضَهَّ</a:t>
            </a:r>
            <a:endParaRPr lang="ar-SA" sz="9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15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طَهَّ</a:t>
            </a:r>
            <a:endParaRPr lang="ar-SA" sz="9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F64"/>
          </a:solidFill>
          <a:ln w="12700">
            <a:solidFill>
              <a:srgbClr val="2B4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D79"/>
          </a:solidFill>
          <a:ln w="12700">
            <a:solidFill>
              <a:srgbClr val="343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15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ظَهَّ</a:t>
            </a:r>
            <a:endParaRPr lang="ar-SA" sz="9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15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عَهَّ</a:t>
            </a:r>
            <a:endParaRPr lang="ar-SA" sz="9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CED5E"/>
          </a:solidFill>
          <a:ln w="12700">
            <a:solidFill>
              <a:srgbClr val="D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1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1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7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15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غَهَّ</a:t>
            </a:r>
            <a:endParaRPr lang="ar-SA" sz="9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452E0"/>
          </a:solidFill>
          <a:ln w="12700">
            <a:solidFill>
              <a:srgbClr val="7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070"/>
          </a:solidFill>
          <a:ln w="12700">
            <a:solidFill>
              <a:srgbClr val="DBC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C"/>
          </a:solidFill>
          <a:ln w="12700">
            <a:solidFill>
              <a:srgbClr val="4785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15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فَهَّ</a:t>
            </a:r>
            <a:endParaRPr lang="ar-SA" sz="9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864"/>
          </a:solidFill>
          <a:ln w="12700">
            <a:solidFill>
              <a:srgbClr val="D89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F47"/>
          </a:solidFill>
          <a:ln w="12700">
            <a:solidFill>
              <a:srgbClr val="D16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15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قَهَّ</a:t>
            </a:r>
            <a:endParaRPr lang="ar-SA" sz="9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15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كَهَّ</a:t>
            </a:r>
            <a:endParaRPr lang="ar-SA" sz="9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E"/>
          </a:solidFill>
          <a:ln w="12700">
            <a:solidFill>
              <a:srgbClr val="7934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15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لَهَّ</a:t>
            </a:r>
            <a:endParaRPr lang="ar-SA" sz="9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01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مَهَّ</a:t>
            </a:r>
            <a:endParaRPr lang="ar-SA" sz="9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A"/>
          </a:solidFill>
          <a:ln w="12700">
            <a:solidFill>
              <a:srgbClr val="5EEDD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15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نَهَّ</a:t>
            </a:r>
            <a:endParaRPr lang="ar-SA" sz="9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5"/>
          </a:solidFill>
          <a:ln w="12700">
            <a:solidFill>
              <a:srgbClr val="70DBA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285"/>
          </a:solidFill>
          <a:ln w="12700">
            <a:solidFill>
              <a:srgbClr val="4752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937038" y="896112"/>
            <a:ext cx="15523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937038" y="896112"/>
            <a:ext cx="15523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</a:t>
            </a:r>
            <a:endParaRPr lang="ar-SA" sz="4800" dirty="0"/>
          </a:p>
        </p:txBody>
      </p:sp>
      <p:sp>
        <p:nvSpPr>
          <p:cNvPr id="17" name="C2 W2 pill"/>
          <p:cNvSpPr/>
          <p:nvPr/>
        </p:nvSpPr>
        <p:spPr>
          <a:xfrm>
            <a:off x="3373039" y="896112"/>
            <a:ext cx="22439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373039" y="896112"/>
            <a:ext cx="22439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تَقَبَّلۡ</a:t>
            </a:r>
            <a:endParaRPr lang="ar-SA" sz="4800" dirty="0"/>
          </a:p>
        </p:txBody>
      </p:sp>
      <p:sp>
        <p:nvSpPr>
          <p:cNvPr id="19" name="C3 W3 pill"/>
          <p:cNvSpPr/>
          <p:nvPr/>
        </p:nvSpPr>
        <p:spPr>
          <a:xfrm>
            <a:off x="1654577" y="896112"/>
            <a:ext cx="13984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236E2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654577" y="896112"/>
            <a:ext cx="13984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مِنَّا</a:t>
            </a:r>
            <a:endParaRPr lang="ar-SA" sz="48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2436037" y="2834640"/>
            <a:ext cx="42719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2436037" y="2834640"/>
            <a:ext cx="42719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 تَقَبَّلۡ مِنَّا</a:t>
            </a:r>
            <a:endParaRPr lang="ar-SA" sz="4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B"/>
          </a:solidFill>
          <a:ln w="12700">
            <a:solidFill>
              <a:srgbClr val="64D87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C"/>
          </a:solidFill>
          <a:ln w="12700">
            <a:solidFill>
              <a:srgbClr val="47D1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7012503" y="896112"/>
            <a:ext cx="1252492" cy="1371600"/>
          </a:xfrm>
          <a:prstGeom prst="roundRect">
            <a:avLst>
              <a:gd name="adj" fmla="val 29203"/>
            </a:avLst>
          </a:prstGeom>
          <a:solidFill>
            <a:srgbClr val="FFFFFF"/>
          </a:solidFill>
          <a:ln w="76200">
            <a:solidFill>
              <a:srgbClr val="36E284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7012503" y="896112"/>
            <a:ext cx="125249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5222375" y="896112"/>
            <a:ext cx="14700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4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5222375" y="896112"/>
            <a:ext cx="14700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ٱللَّهَ</a:t>
            </a:r>
            <a:endParaRPr lang="ar-SA" sz="4000" dirty="0"/>
          </a:p>
        </p:txBody>
      </p:sp>
      <p:sp>
        <p:nvSpPr>
          <p:cNvPr id="14" name="C3 W3 pill"/>
          <p:cNvSpPr/>
          <p:nvPr/>
        </p:nvSpPr>
        <p:spPr>
          <a:xfrm>
            <a:off x="3630811" y="896112"/>
            <a:ext cx="1271524" cy="1371600"/>
          </a:xfrm>
          <a:prstGeom prst="roundRect">
            <a:avLst>
              <a:gd name="adj" fmla="val 28765"/>
            </a:avLst>
          </a:prstGeom>
          <a:solidFill>
            <a:srgbClr val="FFFFFF"/>
          </a:solidFill>
          <a:ln w="76200">
            <a:solidFill>
              <a:srgbClr val="E284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3630811" y="896112"/>
            <a:ext cx="12715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مَعَ</a:t>
            </a:r>
            <a:endParaRPr lang="ar-SA" sz="4000" dirty="0"/>
          </a:p>
        </p:txBody>
      </p:sp>
      <p:sp>
        <p:nvSpPr>
          <p:cNvPr id="16" name="C4 W4 pill"/>
          <p:cNvSpPr/>
          <p:nvPr/>
        </p:nvSpPr>
        <p:spPr>
          <a:xfrm>
            <a:off x="879005" y="896112"/>
            <a:ext cx="24317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4"/>
            </a:solidFill>
            <a:prstDash val="solid"/>
          </a:ln>
        </p:spPr>
      </p:sp>
      <p:sp>
        <p:nvSpPr>
          <p:cNvPr id="17" name="C4 W4 word"/>
          <p:cNvSpPr txBox="1"/>
          <p:nvPr/>
        </p:nvSpPr>
        <p:spPr>
          <a:xfrm>
            <a:off x="879005" y="896112"/>
            <a:ext cx="24317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ٱلصَّٰبِرِينَ</a:t>
            </a:r>
            <a:endParaRPr lang="ar-SA" sz="4000" dirty="0"/>
          </a:p>
        </p:txBody>
      </p:sp>
      <p:sp>
        <p:nvSpPr>
          <p:cNvPr id="18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S panel"/>
          <p:cNvSpPr/>
          <p:nvPr/>
        </p:nvSpPr>
        <p:spPr>
          <a:xfrm>
            <a:off x="2166662" y="2834640"/>
            <a:ext cx="48106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5 S sentence"/>
          <p:cNvSpPr txBox="1"/>
          <p:nvPr/>
        </p:nvSpPr>
        <p:spPr>
          <a:xfrm>
            <a:off x="2166662" y="2834640"/>
            <a:ext cx="48106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 ٱللَّهَ مَعَ ٱلصَّٰبِرِينَ</a:t>
            </a:r>
            <a:endParaRPr lang="ar-SA" sz="4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544249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B6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544249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13" name="C2 W2 pill"/>
          <p:cNvSpPr/>
          <p:nvPr/>
        </p:nvSpPr>
        <p:spPr>
          <a:xfrm>
            <a:off x="2305021" y="896112"/>
            <a:ext cx="29191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6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05021" y="896112"/>
            <a:ext cx="29191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سَيَعۡلَمُونَ</a:t>
            </a:r>
            <a:endParaRPr lang="ar-SA" sz="40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65254" y="2834640"/>
            <a:ext cx="38134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65254" y="2834640"/>
            <a:ext cx="38134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 سَيَعۡلَمُونَ</a:t>
            </a:r>
            <a:endParaRPr lang="ar-SA" sz="4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C2B"/>
          </a:solidFill>
          <a:ln w="12700">
            <a:solidFill>
              <a:srgbClr val="645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7934"/>
          </a:solidFill>
          <a:ln w="12700">
            <a:solidFill>
              <a:srgbClr val="60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64171" y="896112"/>
            <a:ext cx="1230426" cy="1371600"/>
          </a:xfrm>
          <a:prstGeom prst="roundRect">
            <a:avLst>
              <a:gd name="adj" fmla="val 29726"/>
            </a:avLst>
          </a:prstGeom>
          <a:solidFill>
            <a:srgbClr val="FFFFFF"/>
          </a:solidFill>
          <a:ln w="76200">
            <a:solidFill>
              <a:srgbClr val="DC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64171" y="896112"/>
            <a:ext cx="12304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</a:t>
            </a:r>
            <a:endParaRPr lang="ar-SA" sz="4000" dirty="0"/>
          </a:p>
        </p:txBody>
      </p:sp>
      <p:sp>
        <p:nvSpPr>
          <p:cNvPr id="14" name="C2 W2 pill"/>
          <p:cNvSpPr/>
          <p:nvPr/>
        </p:nvSpPr>
        <p:spPr>
          <a:xfrm>
            <a:off x="3149402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36DC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3149402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527514" y="2834640"/>
            <a:ext cx="20889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527514" y="2834640"/>
            <a:ext cx="20889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 كَلَّا</a:t>
            </a:r>
            <a:endParaRPr lang="ar-SA" sz="4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82</Slides>
  <Notes>82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fatha 15-ha</dc:title>
  <dc:subject>PptxGenJS Presentation</dc:subject>
  <dc:creator>PptxGenJS</dc:creator>
  <cp:lastModifiedBy>PptxGenJS</cp:lastModifiedBy>
  <cp:revision>1</cp:revision>
  <dcterms:created xsi:type="dcterms:W3CDTF">2026-10-21T19:04:08Z</dcterms:created>
  <dcterms:modified xsi:type="dcterms:W3CDTF">2026-10-21T19:04:08Z</dcterms:modified>
</cp:coreProperties>
</file>