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slideMasters/slideMaster149.xml" ContentType="application/vnd.openxmlformats-officedocument.presentationml.slideMaster+xml"/>
  <Override PartName="/ppt/slides/slide149.xml" ContentType="application/vnd.openxmlformats-officedocument.presentationml.slide+xml"/>
  <Override PartName="/ppt/slideMasters/slideMaster150.xml" ContentType="application/vnd.openxmlformats-officedocument.presentationml.slideMaster+xml"/>
  <Override PartName="/ppt/slides/slide150.xml" ContentType="application/vnd.openxmlformats-officedocument.presentationml.slide+xml"/>
  <Override PartName="/ppt/slideMasters/slideMaster151.xml" ContentType="application/vnd.openxmlformats-officedocument.presentationml.slideMaster+xml"/>
  <Override PartName="/ppt/slides/slide151.xml" ContentType="application/vnd.openxmlformats-officedocument.presentationml.slide+xml"/>
  <Override PartName="/ppt/slideMasters/slideMaster152.xml" ContentType="application/vnd.openxmlformats-officedocument.presentationml.slideMaster+xml"/>
  <Override PartName="/ppt/slides/slide152.xml" ContentType="application/vnd.openxmlformats-officedocument.presentationml.slide+xml"/>
  <Override PartName="/ppt/slideMasters/slideMaster153.xml" ContentType="application/vnd.openxmlformats-officedocument.presentationml.slideMaster+xml"/>
  <Override PartName="/ppt/slides/slide153.xml" ContentType="application/vnd.openxmlformats-officedocument.presentationml.slide+xml"/>
  <Override PartName="/ppt/slideMasters/slideMaster154.xml" ContentType="application/vnd.openxmlformats-officedocument.presentationml.slideMaster+xml"/>
  <Override PartName="/ppt/slides/slide154.xml" ContentType="application/vnd.openxmlformats-officedocument.presentationml.slide+xml"/>
  <Override PartName="/ppt/slideMasters/slideMaster155.xml" ContentType="application/vnd.openxmlformats-officedocument.presentationml.slideMaster+xml"/>
  <Override PartName="/ppt/slides/slide155.xml" ContentType="application/vnd.openxmlformats-officedocument.presentationml.slide+xml"/>
  <Override PartName="/ppt/slideMasters/slideMaster156.xml" ContentType="application/vnd.openxmlformats-officedocument.presentationml.slideMaster+xml"/>
  <Override PartName="/ppt/slides/slide156.xml" ContentType="application/vnd.openxmlformats-officedocument.presentationml.slide+xml"/>
  <Override PartName="/ppt/slideMasters/slideMaster157.xml" ContentType="application/vnd.openxmlformats-officedocument.presentationml.slideMaster+xml"/>
  <Override PartName="/ppt/slides/slide157.xml" ContentType="application/vnd.openxmlformats-officedocument.presentationml.slide+xml"/>
  <Override PartName="/ppt/slideMasters/slideMaster158.xml" ContentType="application/vnd.openxmlformats-officedocument.presentationml.slideMaster+xml"/>
  <Override PartName="/ppt/slides/slide158.xml" ContentType="application/vnd.openxmlformats-officedocument.presentationml.slide+xml"/>
  <Override PartName="/ppt/slideMasters/slideMaster159.xml" ContentType="application/vnd.openxmlformats-officedocument.presentationml.slideMaster+xml"/>
  <Override PartName="/ppt/slides/slide159.xml" ContentType="application/vnd.openxmlformats-officedocument.presentationml.slide+xml"/>
  <Override PartName="/ppt/slideMasters/slideMaster160.xml" ContentType="application/vnd.openxmlformats-officedocument.presentationml.slideMaster+xml"/>
  <Override PartName="/ppt/slides/slide1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slide" Target="slides/slide153.xml"/><Relationship Id="rId155" Type="http://schemas.openxmlformats.org/officeDocument/2006/relationships/slide" Target="slides/slide154.xml"/><Relationship Id="rId156" Type="http://schemas.openxmlformats.org/officeDocument/2006/relationships/slide" Target="slides/slide155.xml"/><Relationship Id="rId157" Type="http://schemas.openxmlformats.org/officeDocument/2006/relationships/slide" Target="slides/slide156.xml"/><Relationship Id="rId158" Type="http://schemas.openxmlformats.org/officeDocument/2006/relationships/slide" Target="slides/slide157.xml"/><Relationship Id="rId159" Type="http://schemas.openxmlformats.org/officeDocument/2006/relationships/slide" Target="slides/slide158.xml"/><Relationship Id="rId160" Type="http://schemas.openxmlformats.org/officeDocument/2006/relationships/slide" Target="slides/slide159.xml"/><Relationship Id="rId161" Type="http://schemas.openxmlformats.org/officeDocument/2006/relationships/slide" Target="slides/slide160.xml"/><Relationship Id="rId162" Type="http://schemas.openxmlformats.org/officeDocument/2006/relationships/notesMaster" Target="notesMasters/notesMaster1.xml"/><Relationship Id="rId163" Type="http://schemas.openxmlformats.org/officeDocument/2006/relationships/presProps" Target="presProps.xml"/><Relationship Id="rId164" Type="http://schemas.openxmlformats.org/officeDocument/2006/relationships/viewProps" Target="viewProps.xml"/><Relationship Id="rId165" Type="http://schemas.openxmlformats.org/officeDocument/2006/relationships/theme" Target="theme/theme1.xml"/><Relationship Id="rId16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_rels/notesSlide1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9.xml"/>
		</Relationships>
</file>

<file path=ppt/notesSlides/_rels/notesSlide1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0.xml"/>
		</Relationships>
</file>

<file path=ppt/notesSlides/_rels/notesSlide1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1.xml"/>
		</Relationships>
</file>

<file path=ppt/notesSlides/_rels/notesSlide1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2.xml"/>
		</Relationships>
</file>

<file path=ppt/notesSlides/_rels/notesSlide1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3.xml"/>
		</Relationships>
</file>

<file path=ppt/notesSlides/_rels/notesSlide1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4.xml"/>
		</Relationships>
</file>

<file path=ppt/notesSlides/_rels/notesSlide1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5.xml"/>
		</Relationships>
</file>

<file path=ppt/notesSlides/_rels/notesSlide1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6.xml"/>
		</Relationships>
</file>

<file path=ppt/notesSlides/_rels/notesSlide1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7.xml"/>
		</Relationships>
</file>

<file path=ppt/notesSlides/_rels/notesSlide1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8.xml"/>
		</Relationships>
</file>

<file path=ppt/notesSlides/_rels/notesSlide1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9.xml"/>
		</Relationships>
</file>

<file path=ppt/notesSlides/_rels/notesSlide1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الشدة حرفان مكتوبان حرفاً واحداً: الأول ساكن (بسكون المصحف «ۡ»)، والثاني متحرك. نضغطهما معاً فنكتب الحرف مرة واحدة وفوقه شدة «ّ»، ونقرؤه حرفين: نقف عليه أولاً ثم ننطلق بالحركة.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تكون الشدة في أول الكلمة، لأن أول الحرفين ساكن، ولا نبدأ بساكن أبداً. لا بد من حرف متحرك قبل الشدة.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الطريقة الصحيحة: حرف متحرك أولاً، ثم الحرفان اللذان يصنعان الشدة.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TrSnd" Type="http://schemas.openxmlformats.org/officeDocument/2006/relationships/audio" Target="../media/marimba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TrSnd" Type="http://schemas.openxmlformats.org/officeDocument/2006/relationships/audio" Target="../media/harp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TrSnd" Type="http://schemas.openxmlformats.org/officeDocument/2006/relationships/audio" Target="../media/chime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TrSnd" Type="http://schemas.openxmlformats.org/officeDocument/2006/relationships/audio" Target="../media/whoosh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TrSnd" Type="http://schemas.openxmlformats.org/officeDocument/2006/relationships/audio" Target="../media/bubbles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TrSnd" Type="http://schemas.openxmlformats.org/officeDocument/2006/relationships/audio" Target="../media/sparkle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TrSnd" Type="http://schemas.openxmlformats.org/officeDocument/2006/relationships/audio" Target="../media/marimba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TrSnd" Type="http://schemas.openxmlformats.org/officeDocument/2006/relationships/audio" Target="../media/harp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TrSnd" Type="http://schemas.openxmlformats.org/officeDocument/2006/relationships/audio" Target="../media/chime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TrSnd" Type="http://schemas.openxmlformats.org/officeDocument/2006/relationships/audio" Target="../media/whoosh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TrSnd" Type="http://schemas.openxmlformats.org/officeDocument/2006/relationships/audio" Target="../media/bubbles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TrSnd" Type="http://schemas.openxmlformats.org/officeDocument/2006/relationships/audio" Target="../media/sparkle.wav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TrSnd" Type="http://schemas.openxmlformats.org/officeDocument/2006/relationships/audio" Target="../media/marimba.wav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TrSnd" Type="http://schemas.openxmlformats.org/officeDocument/2006/relationships/audio" Target="../media/harp.wav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TrSnd" Type="http://schemas.openxmlformats.org/officeDocument/2006/relationships/audio" Target="../media/chime.wav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TrSnd" Type="http://schemas.openxmlformats.org/officeDocument/2006/relationships/audio" Target="../media/whoosh.wav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TrSnd" Type="http://schemas.openxmlformats.org/officeDocument/2006/relationships/audio" Target="../media/bubbles.wav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TrSnd" Type="http://schemas.openxmlformats.org/officeDocument/2006/relationships/audio" Target="../media/sparkle.wav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TrSnd" Type="http://schemas.openxmlformats.org/officeDocument/2006/relationships/audio" Target="../media/marimba.wav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TrSnd" Type="http://schemas.openxmlformats.org/officeDocument/2006/relationships/audio" Target="../media/harp.wav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TrSnd" Type="http://schemas.openxmlformats.org/officeDocument/2006/relationships/audio" Target="../media/chime.wav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TrSnd" Type="http://schemas.openxmlformats.org/officeDocument/2006/relationships/audio" Target="../media/whoosh.wav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Relationship Id="rIdTrSnd" Type="http://schemas.openxmlformats.org/officeDocument/2006/relationships/audio" Target="../media/bubbles.wav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TrSnd" Type="http://schemas.openxmlformats.org/officeDocument/2006/relationships/audio" Target="../media/sparkle.wav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TrSnd" Type="http://schemas.openxmlformats.org/officeDocument/2006/relationships/audio" Target="../media/marimba.wav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TrSnd" Type="http://schemas.openxmlformats.org/officeDocument/2006/relationships/audio" Target="../media/harp.wav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TrSnd" Type="http://schemas.openxmlformats.org/officeDocument/2006/relationships/audio" Target="../media/chime.wav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TrSnd" Type="http://schemas.openxmlformats.org/officeDocument/2006/relationships/audio" Target="../media/whoosh.wav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TrSnd" Type="http://schemas.openxmlformats.org/officeDocument/2006/relationships/audio" Target="../media/bubbles.wav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Relationship Id="rIdTrSnd" Type="http://schemas.openxmlformats.org/officeDocument/2006/relationships/audio" Target="../media/sparkle.wav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Relationship Id="rIdTrSnd" Type="http://schemas.openxmlformats.org/officeDocument/2006/relationships/audio" Target="../media/marimba.wav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Relationship Id="rIdTrSnd" Type="http://schemas.openxmlformats.org/officeDocument/2006/relationships/audio" Target="../media/harp.wav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Relationship Id="rIdTrSnd" Type="http://schemas.openxmlformats.org/officeDocument/2006/relationships/audio" Target="../media/chime.wav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Relationship Id="rIdTrSnd" Type="http://schemas.openxmlformats.org/officeDocument/2006/relationships/audio" Target="../media/whoosh.wav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Relationship Id="rIdTrSnd" Type="http://schemas.openxmlformats.org/officeDocument/2006/relationships/audio" Target="../media/bubbles.wav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Relationship Id="rIdTrSnd" Type="http://schemas.openxmlformats.org/officeDocument/2006/relationships/audio" Target="../media/sparkle.wav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Relationship Id="rIdTrSnd" Type="http://schemas.openxmlformats.org/officeDocument/2006/relationships/audio" Target="../media/marimba.wav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Relationship Id="rIdTrSnd" Type="http://schemas.openxmlformats.org/officeDocument/2006/relationships/audio" Target="../media/harp.wav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Relationship Id="rIdTrSnd" Type="http://schemas.openxmlformats.org/officeDocument/2006/relationships/audio" Target="../media/chime.wav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Relationship Id="rIdTrSnd" Type="http://schemas.openxmlformats.org/officeDocument/2006/relationships/audio" Target="../media/whoosh.wav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Relationship Id="rIdTrSnd" Type="http://schemas.openxmlformats.org/officeDocument/2006/relationships/audio" Target="../media/bubbles.wav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Relationship Id="rIdTrSnd" Type="http://schemas.openxmlformats.org/officeDocument/2006/relationships/audio" Target="../media/sparkle.wav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Relationship Id="rIdTrSnd" Type="http://schemas.openxmlformats.org/officeDocument/2006/relationships/audio" Target="../media/marimba.wav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Relationship Id="rIdTrSnd" Type="http://schemas.openxmlformats.org/officeDocument/2006/relationships/audio" Target="../media/harp.wav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Relationship Id="rIdTrSnd" Type="http://schemas.openxmlformats.org/officeDocument/2006/relationships/audio" Target="../media/chime.wav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Relationship Id="rIdTrSnd" Type="http://schemas.openxmlformats.org/officeDocument/2006/relationships/audio" Target="../media/whoosh.wav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Relationship Id="rIdTrSnd" Type="http://schemas.openxmlformats.org/officeDocument/2006/relationships/audio" Target="../media/bubbles.wav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Relationship Id="rIdTrSnd" Type="http://schemas.openxmlformats.org/officeDocument/2006/relationships/audio" Target="../media/sparkle.wav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Relationship Id="rIdTrSnd" Type="http://schemas.openxmlformats.org/officeDocument/2006/relationships/audio" Target="../media/marimba.wav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Relationship Id="rIdTrSnd" Type="http://schemas.openxmlformats.org/officeDocument/2006/relationships/audio" Target="../media/harp.wav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Relationship Id="rIdTrSnd" Type="http://schemas.openxmlformats.org/officeDocument/2006/relationships/audio" Target="../media/chime.wav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Relationship Id="rIdTrSnd" Type="http://schemas.openxmlformats.org/officeDocument/2006/relationships/audio" Target="../media/whoosh.wav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Relationship Id="rIdTrSnd" Type="http://schemas.openxmlformats.org/officeDocument/2006/relationships/audio" Target="../media/bubbles.wav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Relationship Id="rIdTrSnd" Type="http://schemas.openxmlformats.org/officeDocument/2006/relationships/audio" Target="../media/sparkle.wav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Relationship Id="rIdTrSnd" Type="http://schemas.openxmlformats.org/officeDocument/2006/relationships/audio" Target="../media/marimba.wav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Relationship Id="rIdTrSnd" Type="http://schemas.openxmlformats.org/officeDocument/2006/relationships/audio" Target="../media/harp.wav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Relationship Id="rIdTrSnd" Type="http://schemas.openxmlformats.org/officeDocument/2006/relationships/audio" Target="../media/chime.wav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Relationship Id="rIdTrSnd" Type="http://schemas.openxmlformats.org/officeDocument/2006/relationships/audio" Target="../media/whoosh.wav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Relationship Id="rIdTrSnd" Type="http://schemas.openxmlformats.org/officeDocument/2006/relationships/audio" Target="../media/bubbles.wav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Relationship Id="rIdTrSnd" Type="http://schemas.openxmlformats.org/officeDocument/2006/relationships/audio" Target="../media/sparkle.wav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Relationship Id="rIdTrSnd" Type="http://schemas.openxmlformats.org/officeDocument/2006/relationships/audio" Target="../media/marimba.wav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Relationship Id="rIdTrSnd" Type="http://schemas.openxmlformats.org/officeDocument/2006/relationships/audio" Target="../media/harp.wav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Relationship Id="rIdTrSnd" Type="http://schemas.openxmlformats.org/officeDocument/2006/relationships/audio" Target="../media/chime.wav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Relationship Id="rIdTrSnd" Type="http://schemas.openxmlformats.org/officeDocument/2006/relationships/audio" Target="../media/whoosh.wav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Relationship Id="rIdTrSnd" Type="http://schemas.openxmlformats.org/officeDocument/2006/relationships/audio" Target="../media/bubbles.wav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Relationship Id="rIdTrSnd" Type="http://schemas.openxmlformats.org/officeDocument/2006/relationships/audio" Target="../media/sparkle.wav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Relationship Id="rIdTrSnd" Type="http://schemas.openxmlformats.org/officeDocument/2006/relationships/audio" Target="../media/marimba.wav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Relationship Id="rIdTrSnd" Type="http://schemas.openxmlformats.org/officeDocument/2006/relationships/audio" Target="../media/harp.wav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Relationship Id="rIdTrSnd" Type="http://schemas.openxmlformats.org/officeDocument/2006/relationships/audio" Target="../media/chime.wav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Relationship Id="rIdTrSnd" Type="http://schemas.openxmlformats.org/officeDocument/2006/relationships/audio" Target="../media/whoosh.wav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Relationship Id="rIdTrSnd" Type="http://schemas.openxmlformats.org/officeDocument/2006/relationships/audio" Target="../media/bubbles.wav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<Relationship Id="rIdTrSnd" Type="http://schemas.openxmlformats.org/officeDocument/2006/relationships/audio" Target="../media/sparkle.wav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Relationship Id="rIdTrSnd" Type="http://schemas.openxmlformats.org/officeDocument/2006/relationships/audio" Target="../media/marimba.wav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<Relationship Id="rIdTrSnd" Type="http://schemas.openxmlformats.org/officeDocument/2006/relationships/audio" Target="../media/harp.wav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Relationship Id="rIdTrSnd" Type="http://schemas.openxmlformats.org/officeDocument/2006/relationships/audio" Target="../media/chime.wav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2.xml"/><Relationship Id="rIdTrSnd" Type="http://schemas.openxmlformats.org/officeDocument/2006/relationships/audio" Target="../media/whoosh.wav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3.xml"/><Relationship Id="rIdTrSnd" Type="http://schemas.openxmlformats.org/officeDocument/2006/relationships/audio" Target="../media/bubbles.wav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4.xml"/><Relationship Id="rIdTrSnd" Type="http://schemas.openxmlformats.org/officeDocument/2006/relationships/audio" Target="../media/sparkle.wav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5.xml"/><Relationship Id="rIdTrSnd" Type="http://schemas.openxmlformats.org/officeDocument/2006/relationships/audio" Target="../media/marimba.wav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6.xml"/><Relationship Id="rIdTrSnd" Type="http://schemas.openxmlformats.org/officeDocument/2006/relationships/audio" Target="../media/harp.wav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7.xml"/><Relationship Id="rIdTrSnd" Type="http://schemas.openxmlformats.org/officeDocument/2006/relationships/audio" Target="../media/chime.wav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8.xml"/><Relationship Id="rIdTrSnd" Type="http://schemas.openxmlformats.org/officeDocument/2006/relationships/audio" Target="../media/whoosh.wav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9.xml"/><Relationship Id="rIdTrSnd" Type="http://schemas.openxmlformats.org/officeDocument/2006/relationships/audio" Target="../media/bubbles.wav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0.xml"/><Relationship Id="rIdTrSnd" Type="http://schemas.openxmlformats.org/officeDocument/2006/relationships/audio" Target="../media/sparkle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4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AC"/>
          </a:solidFill>
          <a:ln w="12700">
            <a:solidFill>
              <a:srgbClr val="52E0AC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5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CD"/>
          </a:solidFill>
          <a:ln w="12700">
            <a:solidFill>
              <a:srgbClr val="DB70CD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447"/>
          </a:solidFill>
          <a:ln w="12700">
            <a:solidFill>
              <a:srgbClr val="8564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58472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58472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5600" dirty="0"/>
          </a:p>
        </p:txBody>
      </p:sp>
      <p:sp>
        <p:nvSpPr>
          <p:cNvPr id="23" name="C6 H shaddah bar"/>
          <p:cNvSpPr/>
          <p:nvPr/>
        </p:nvSpPr>
        <p:spPr>
          <a:xfrm>
            <a:off x="4480560" y="1472184"/>
            <a:ext cx="384048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R result"/>
          <p:cNvSpPr txBox="1"/>
          <p:nvPr/>
        </p:nvSpPr>
        <p:spPr>
          <a:xfrm>
            <a:off x="685800" y="155408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بَّ</a:t>
            </a:r>
            <a:endParaRPr lang="ar-SA" sz="95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664D8"/>
          </a:solidFill>
          <a:ln w="12700">
            <a:solidFill>
              <a:srgbClr val="C6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447D1"/>
          </a:solidFill>
          <a:ln w="12700">
            <a:solidFill>
              <a:srgbClr val="A4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Panel 1"/>
          <p:cNvSpPr/>
          <p:nvPr/>
        </p:nvSpPr>
        <p:spPr>
          <a:xfrm>
            <a:off x="512064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E03131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5120640" y="1142596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بَّ</a:t>
            </a:r>
            <a:endParaRPr lang="ar-SA" sz="9700" dirty="0"/>
          </a:p>
        </p:txBody>
      </p:sp>
      <p:sp>
        <p:nvSpPr>
          <p:cNvPr id="12" name="C2 X wrong"/>
          <p:cNvSpPr/>
          <p:nvPr/>
        </p:nvSpPr>
        <p:spPr>
          <a:xfrm>
            <a:off x="6355080" y="3429000"/>
            <a:ext cx="640080" cy="640080"/>
          </a:xfrm>
          <a:prstGeom prst="mathMultiply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Panel 2"/>
          <p:cNvSpPr/>
          <p:nvPr/>
        </p:nvSpPr>
        <p:spPr>
          <a:xfrm>
            <a:off x="91440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14" name="C3 W2 word"/>
          <p:cNvSpPr txBox="1"/>
          <p:nvPr/>
        </p:nvSpPr>
        <p:spPr>
          <a:xfrm>
            <a:off x="914400" y="1142596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تَبَّ</a:t>
            </a:r>
            <a:endParaRPr lang="ar-SA" sz="9700" dirty="0"/>
          </a:p>
        </p:txBody>
      </p:sp>
      <p:sp>
        <p:nvSpPr>
          <p:cNvPr id="15" name="C4 V tick a"/>
          <p:cNvSpPr/>
          <p:nvPr/>
        </p:nvSpPr>
        <p:spPr>
          <a:xfrm>
            <a:off x="2194560" y="3703320"/>
            <a:ext cx="201168" cy="274320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  <p:sp>
        <p:nvSpPr>
          <p:cNvPr id="16" name="C4 V tick b"/>
          <p:cNvSpPr/>
          <p:nvPr/>
        </p:nvSpPr>
        <p:spPr>
          <a:xfrm flipV="1">
            <a:off x="2395728" y="3447288"/>
            <a:ext cx="384048" cy="530352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4" grpId="0" animBg="1"/>
      <p:bldP spid="15" grpId="0" animBg="1"/>
      <p:bldP spid="1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E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9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455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تَبَّ</a:t>
            </a:r>
            <a:endParaRPr lang="ar-SA" sz="84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4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764"/>
          </a:solidFill>
          <a:ln w="12700">
            <a:solidFill>
              <a:srgbClr val="2B47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53479"/>
          </a:solidFill>
          <a:ln w="12700">
            <a:solidFill>
              <a:srgbClr val="35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564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564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20115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20115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40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97128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نَأَّ</a:t>
            </a:r>
            <a:endParaRPr lang="ar-SA" sz="65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C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5750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9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5750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9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455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نَبَّ</a:t>
            </a:r>
            <a:endParaRPr lang="ar-SA" sz="84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D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8ED5E"/>
          </a:solidFill>
          <a:ln w="12700">
            <a:solidFill>
              <a:srgbClr val="C8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595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7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595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7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07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07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7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8883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نَتَّ</a:t>
            </a:r>
            <a:endParaRPr lang="ar-SA" sz="9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9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852E0"/>
          </a:solidFill>
          <a:ln w="12700">
            <a:solidFill>
              <a:srgbClr val="88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6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CF70"/>
          </a:solidFill>
          <a:ln w="12700">
            <a:solidFill>
              <a:srgbClr val="DBCF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5"/>
          </a:solidFill>
          <a:ln w="12700">
            <a:solidFill>
              <a:srgbClr val="47855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605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605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321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321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6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83591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نَثَّ</a:t>
            </a:r>
            <a:endParaRPr lang="ar-SA" sz="85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C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A964"/>
          </a:solidFill>
          <a:ln w="12700">
            <a:solidFill>
              <a:srgbClr val="D8A9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8247"/>
          </a:solidFill>
          <a:ln w="12700">
            <a:solidFill>
              <a:srgbClr val="D182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585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585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577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نَجَّ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C5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585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585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8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5577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نَحَّ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8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5"/>
          </a:solidFill>
          <a:ln w="12700">
            <a:solidFill>
              <a:srgbClr val="642B55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5"/>
          </a:solidFill>
          <a:ln w="12700">
            <a:solidFill>
              <a:srgbClr val="79344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615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5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615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50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50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5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4172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نَخَّ</a:t>
            </a:r>
            <a:endParaRPr lang="ar-SA" sz="66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503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503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000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000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4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746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نَدَّ</a:t>
            </a:r>
            <a:endParaRPr lang="ar-SA" sz="97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C5E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CED"/>
          </a:solidFill>
          <a:ln w="12700">
            <a:solidFill>
              <a:srgbClr val="5EEC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544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2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544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42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42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53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53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42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6253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نَذَّ</a:t>
            </a:r>
            <a:endParaRPr lang="ar-SA" sz="83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4314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6552"/>
          </a:solidFill>
          <a:ln w="12700">
            <a:solidFill>
              <a:srgbClr val="E065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CD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B4"/>
          </a:solidFill>
          <a:ln w="12700">
            <a:solidFill>
              <a:srgbClr val="70DBB4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4985"/>
          </a:solidFill>
          <a:ln w="12700">
            <a:solidFill>
              <a:srgbClr val="4749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503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503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4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018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018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46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075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نَرَّ</a:t>
            </a:r>
            <a:endParaRPr lang="ar-SA" sz="84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C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8C"/>
          </a:solidFill>
          <a:ln w="12700">
            <a:solidFill>
              <a:srgbClr val="64D88C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60"/>
          </a:solidFill>
          <a:ln w="12700">
            <a:solidFill>
              <a:srgbClr val="47D16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544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544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640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640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42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821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نَزَّ</a:t>
            </a:r>
            <a:endParaRPr lang="ar-SA" sz="76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D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626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626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226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226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4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075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نَسَّ</a:t>
            </a:r>
            <a:endParaRPr lang="ar-SA" sz="84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432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3642B"/>
          </a:solidFill>
          <a:ln w="12700">
            <a:solidFill>
              <a:srgbClr val="63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67934"/>
          </a:solidFill>
          <a:ln w="12700">
            <a:solidFill>
              <a:srgbClr val="56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656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1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656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06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906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1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207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نَشَّ</a:t>
            </a:r>
            <a:endParaRPr lang="ar-SA" sz="7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C5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626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626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317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317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4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075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نَصَّ</a:t>
            </a:r>
            <a:endParaRPr lang="ar-SA" sz="84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C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B5EED"/>
          </a:solidFill>
          <a:ln w="12700">
            <a:solidFill>
              <a:srgbClr val="CB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646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2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646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2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76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76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2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919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نَضَّ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2E052"/>
          </a:solidFill>
          <a:ln w="12700">
            <a:solidFill>
              <a:srgbClr val="62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4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A70DB"/>
          </a:solidFill>
          <a:ln w="12700">
            <a:solidFill>
              <a:srgbClr val="9A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9"/>
          </a:solidFill>
          <a:ln w="12700">
            <a:solidFill>
              <a:srgbClr val="854759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5750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9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5750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493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493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9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8951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نَطَّ</a:t>
            </a:r>
            <a:endParaRPr lang="ar-SA" sz="77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C5D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F64D8"/>
          </a:solidFill>
          <a:ln w="12700">
            <a:solidFill>
              <a:srgbClr val="6F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51D1"/>
          </a:solidFill>
          <a:ln w="12700">
            <a:solidFill>
              <a:srgbClr val="4751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605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605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45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45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951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نَظَّ</a:t>
            </a:r>
            <a:endParaRPr lang="ar-SA" sz="77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C5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585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585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17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17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8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5577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نَعَّ</a:t>
            </a:r>
            <a:endParaRPr lang="ar-SA" sz="74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4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6"/>
          </a:solidFill>
          <a:ln w="12700">
            <a:solidFill>
              <a:srgbClr val="2B6456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779"/>
          </a:solidFill>
          <a:ln w="12700">
            <a:solidFill>
              <a:srgbClr val="3467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615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5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615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691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691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5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3963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نَغَّ</a:t>
            </a:r>
            <a:endParaRPr lang="ar-SA" sz="66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636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3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636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445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445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3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2459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نَفَّ</a:t>
            </a:r>
            <a:endParaRPr lang="ar-SA" sz="83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E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A75E"/>
          </a:solidFill>
          <a:ln w="12700">
            <a:solidFill>
              <a:srgbClr val="EDA7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595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7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595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7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03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903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7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5782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نَقَّ</a:t>
            </a:r>
            <a:endParaRPr lang="ar-SA" sz="75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3D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86E0"/>
          </a:solidFill>
          <a:ln w="12700">
            <a:solidFill>
              <a:srgbClr val="5286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A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F70"/>
          </a:solidFill>
          <a:ln w="12700">
            <a:solidFill>
              <a:srgbClr val="DB7F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88547"/>
          </a:solidFill>
          <a:ln w="12700">
            <a:solidFill>
              <a:srgbClr val="68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585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585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279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279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8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8652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نَكَّ</a:t>
            </a:r>
            <a:endParaRPr lang="ar-SA" sz="81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C5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76"/>
          </a:solidFill>
          <a:ln w="12700">
            <a:solidFill>
              <a:srgbClr val="D86476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74"/>
          </a:solidFill>
          <a:ln w="12700">
            <a:solidFill>
              <a:srgbClr val="D1477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605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605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078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078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5195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نَلَّ</a:t>
            </a:r>
            <a:endParaRPr lang="ar-SA" sz="6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D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564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564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84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84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40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54019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نَمَّ</a:t>
            </a:r>
            <a:endParaRPr lang="ar-SA" sz="75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4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82B64"/>
          </a:solidFill>
          <a:ln w="12700">
            <a:solidFill>
              <a:srgbClr val="48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79"/>
          </a:solidFill>
          <a:ln w="12700">
            <a:solidFill>
              <a:srgbClr val="79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20538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4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20538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4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2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2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4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8919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4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8919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4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8304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أَنَّبَ</a:t>
            </a:r>
            <a:endParaRPr lang="ar-SA" sz="6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D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919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919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A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A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2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2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4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A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5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4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65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4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3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6662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بَنَّتَ</a:t>
            </a:r>
            <a:endParaRPr lang="ar-SA" sz="72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C5F7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84"/>
          </a:solidFill>
          <a:ln w="12700">
            <a:solidFill>
              <a:srgbClr val="5EED84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65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4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65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4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2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2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4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89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4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89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4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5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5555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تَنَّثَ</a:t>
            </a:r>
            <a:endParaRPr lang="ar-SA" sz="82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3E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A9"/>
          </a:solidFill>
          <a:ln w="12700">
            <a:solidFill>
              <a:srgbClr val="E052A9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98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CDB70"/>
          </a:solidFill>
          <a:ln w="12700">
            <a:solidFill>
              <a:srgbClr val="7C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785"/>
          </a:solidFill>
          <a:ln w="12700">
            <a:solidFill>
              <a:srgbClr val="477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89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4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89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4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2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2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4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8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4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8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4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ثَنَّجَ</a:t>
            </a:r>
            <a:endParaRPr lang="ar-SA" sz="61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E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3D864"/>
          </a:solidFill>
          <a:ln w="12700">
            <a:solidFill>
              <a:srgbClr val="93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6D147"/>
          </a:solidFill>
          <a:ln w="12700">
            <a:solidFill>
              <a:srgbClr val="96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2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2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4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4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4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68106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جَنَّحَ</a:t>
            </a:r>
            <a:endParaRPr lang="ar-SA" sz="62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C5D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4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8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7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7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2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2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4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7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11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4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11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4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68106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حَنَّخَ</a:t>
            </a:r>
            <a:endParaRPr lang="ar-SA" sz="62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43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A2B"/>
          </a:solidFill>
          <a:ln w="12700">
            <a:solidFill>
              <a:srgbClr val="643A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934"/>
          </a:solidFill>
          <a:ln w="12700">
            <a:solidFill>
              <a:srgbClr val="796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11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4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11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4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2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2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4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587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4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587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4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7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86227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خَنَّدَ</a:t>
            </a:r>
            <a:endParaRPr lang="ar-SA" sz="83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C5F7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587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587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2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2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4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20023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4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20023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4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0785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دَنَّذَ</a:t>
            </a:r>
            <a:endParaRPr lang="ar-SA" sz="75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D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05EED"/>
          </a:solidFill>
          <a:ln w="12700">
            <a:solidFill>
              <a:srgbClr val="60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20023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4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20023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4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9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9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2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2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4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9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8862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4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8862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4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78937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ذَنَّرَ</a:t>
            </a:r>
            <a:endParaRPr lang="ar-SA" sz="6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433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DE052"/>
          </a:solidFill>
          <a:ln w="12700">
            <a:solidFill>
              <a:srgbClr val="CD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1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97DB"/>
          </a:solidFill>
          <a:ln w="12700">
            <a:solidFill>
              <a:srgbClr val="7097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34785"/>
          </a:solidFill>
          <a:ln w="12700">
            <a:solidFill>
              <a:srgbClr val="83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862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4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862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4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6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6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2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2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4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6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298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4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298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4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8937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رَنَّزَ</a:t>
            </a:r>
            <a:endParaRPr lang="ar-SA" sz="6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C5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B0D8"/>
          </a:solidFill>
          <a:ln w="12700">
            <a:solidFill>
              <a:srgbClr val="64B0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B8D1"/>
          </a:solidFill>
          <a:ln w="12700">
            <a:solidFill>
              <a:srgbClr val="47B8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298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298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2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2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4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821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821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4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8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8937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زَنَّسَ</a:t>
            </a:r>
            <a:endParaRPr lang="ar-SA" sz="6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C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821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8821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2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2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4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4947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4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4947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4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4002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سَنَّشَ</a:t>
            </a:r>
            <a:endParaRPr lang="ar-SA" sz="6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2B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2C"/>
          </a:solidFill>
          <a:ln w="12700">
            <a:solidFill>
              <a:srgbClr val="2B642C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8"/>
          </a:solidFill>
          <a:ln w="12700">
            <a:solidFill>
              <a:srgbClr val="347958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4947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4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4947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4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8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8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2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2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4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8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8911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8911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4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3993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شَنَّصَ</a:t>
            </a:r>
            <a:endParaRPr lang="ar-SA" sz="58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C5C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911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911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B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B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2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2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4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B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347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4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347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4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3980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صَنَّضَ</a:t>
            </a:r>
            <a:endParaRPr lang="ar-SA" sz="55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C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80"/>
          </a:solidFill>
          <a:ln w="12700">
            <a:solidFill>
              <a:srgbClr val="ED5E80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347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4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347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4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C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C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2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2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4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C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20020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20020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4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4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4120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ضَنَّطَ</a:t>
            </a:r>
            <a:endParaRPr lang="ar-SA" sz="69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44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D1"/>
          </a:solidFill>
          <a:ln w="12700">
            <a:solidFill>
              <a:srgbClr val="52E0D1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CB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B2"/>
          </a:solidFill>
          <a:ln w="12700">
            <a:solidFill>
              <a:srgbClr val="DB70B2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447"/>
          </a:solidFill>
          <a:ln w="12700">
            <a:solidFill>
              <a:srgbClr val="8574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20020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20020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4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2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2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4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20020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4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20020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4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3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4722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طَنَّظَ</a:t>
            </a:r>
            <a:endParaRPr lang="ar-SA" sz="73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E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CD"/>
          </a:solidFill>
          <a:ln w="12700">
            <a:solidFill>
              <a:srgbClr val="D864CD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847D1"/>
          </a:solidFill>
          <a:ln w="12700">
            <a:solidFill>
              <a:srgbClr val="C8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020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20020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5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5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2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2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4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5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857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4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857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4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68106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ظَنَّعَ</a:t>
            </a:r>
            <a:endParaRPr lang="ar-SA" sz="62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F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857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4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8857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2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2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2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2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4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2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293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4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293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4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68106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عَنَّغَ</a:t>
            </a:r>
            <a:endParaRPr lang="ar-SA" sz="62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437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864"/>
          </a:solidFill>
          <a:ln w="12700">
            <a:solidFill>
              <a:srgbClr val="2B38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63479"/>
          </a:solidFill>
          <a:ln w="12700">
            <a:solidFill>
              <a:srgbClr val="46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293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4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293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4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5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5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2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2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4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5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20053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4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20053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4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A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83462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غَنَّفَ</a:t>
            </a:r>
            <a:endParaRPr lang="ar-SA" sz="7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C5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053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20053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2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2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4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503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4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503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4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9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3523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فَنَّقَ</a:t>
            </a:r>
            <a:endParaRPr lang="ar-SA" sz="67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C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4ED5E"/>
          </a:solidFill>
          <a:ln w="12700">
            <a:solidFill>
              <a:srgbClr val="A4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503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4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503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4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B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B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2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2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4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B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841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4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841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4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6337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قَنَّكَ</a:t>
            </a:r>
            <a:endParaRPr lang="ar-SA" sz="8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A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AD52E0"/>
          </a:solidFill>
          <a:ln w="12700">
            <a:solidFill>
              <a:srgbClr val="AD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E4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CDB70"/>
          </a:solidFill>
          <a:ln w="12700">
            <a:solidFill>
              <a:srgbClr val="CC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4"/>
          </a:solidFill>
          <a:ln w="12700">
            <a:solidFill>
              <a:srgbClr val="478564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841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4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841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4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C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C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2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2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4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C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667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4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667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4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5549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كَنَّلَ</a:t>
            </a:r>
            <a:endParaRPr lang="ar-SA" sz="68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7D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C764"/>
          </a:solidFill>
          <a:ln w="12700">
            <a:solidFill>
              <a:srgbClr val="D8C7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A547"/>
          </a:solidFill>
          <a:ln w="12700">
            <a:solidFill>
              <a:srgbClr val="D1A5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67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667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8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8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2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2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4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8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60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4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60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4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69320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لَنَّمَ</a:t>
            </a:r>
            <a:endParaRPr lang="ar-SA" sz="61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C5F7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60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4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860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2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2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4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20538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4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20538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4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6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93956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مَنَّأَ</a:t>
            </a:r>
            <a:endParaRPr lang="ar-SA" sz="68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431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7"/>
          </a:solidFill>
          <a:ln w="12700">
            <a:solidFill>
              <a:srgbClr val="642B47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534"/>
          </a:solidFill>
          <a:ln w="12700">
            <a:solidFill>
              <a:srgbClr val="7935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20115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20115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2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2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564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564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40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4486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أَنَّ</a:t>
            </a:r>
            <a:endParaRPr lang="ar-SA" sz="71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E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10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210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564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564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554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بَنَّ</a:t>
            </a:r>
            <a:endParaRPr lang="ar-SA" sz="79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C5D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C7ED"/>
          </a:solidFill>
          <a:ln w="12700">
            <a:solidFill>
              <a:srgbClr val="5EC7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080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40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080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564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564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40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554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تَنَّ</a:t>
            </a:r>
            <a:endParaRPr lang="ar-SA" sz="79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43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8952"/>
          </a:solidFill>
          <a:ln w="12700">
            <a:solidFill>
              <a:srgbClr val="E089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E7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D0"/>
          </a:solidFill>
          <a:ln w="12700">
            <a:solidFill>
              <a:srgbClr val="70DBD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54785"/>
          </a:solidFill>
          <a:ln w="12700">
            <a:solidFill>
              <a:srgbClr val="55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3598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40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3598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564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564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40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6474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ثَنَّ</a:t>
            </a:r>
            <a:endParaRPr lang="ar-SA" sz="78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C5F7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AA"/>
          </a:solidFill>
          <a:ln w="12700">
            <a:solidFill>
              <a:srgbClr val="64D8AA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83"/>
          </a:solidFill>
          <a:ln w="12700">
            <a:solidFill>
              <a:srgbClr val="47D18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27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927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564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564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554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جَنَّ</a:t>
            </a:r>
            <a:endParaRPr lang="ar-SA" sz="7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D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927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7927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564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564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40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554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حَنَّ</a:t>
            </a:r>
            <a:endParaRPr lang="ar-SA" sz="79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433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5642B"/>
          </a:solidFill>
          <a:ln w="12700">
            <a:solidFill>
              <a:srgbClr val="55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47934"/>
          </a:solidFill>
          <a:ln w="12700">
            <a:solidFill>
              <a:srgbClr val="44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44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44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564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564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40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554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خَنَّ</a:t>
            </a:r>
            <a:endParaRPr lang="ar-SA" sz="7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C5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96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96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564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564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657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دَنَّ</a:t>
            </a:r>
            <a:endParaRPr lang="ar-SA" sz="80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7C5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EB"/>
          </a:solidFill>
          <a:ln w="12700">
            <a:solidFill>
              <a:srgbClr val="ED5EEB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50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0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50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564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564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40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657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ذَنَّ</a:t>
            </a:r>
            <a:endParaRPr lang="ar-SA" sz="80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25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66"/>
          </a:solidFill>
          <a:ln w="12700">
            <a:solidFill>
              <a:srgbClr val="52E066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CE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570DB"/>
          </a:solidFill>
          <a:ln w="12700">
            <a:solidFill>
              <a:srgbClr val="B5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49"/>
          </a:solidFill>
          <a:ln w="12700">
            <a:solidFill>
              <a:srgbClr val="854749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143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143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564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564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40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554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رَنَّ</a:t>
            </a:r>
            <a:endParaRPr lang="ar-SA" sz="79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C5C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D64D8"/>
          </a:solidFill>
          <a:ln w="12700">
            <a:solidFill>
              <a:srgbClr val="8D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147D1"/>
          </a:solidFill>
          <a:ln w="12700">
            <a:solidFill>
              <a:srgbClr val="61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656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656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564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564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554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زَنَّ</a:t>
            </a:r>
            <a:endParaRPr lang="ar-SA" sz="79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7D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094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094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564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564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40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554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سَنَّ</a:t>
            </a:r>
            <a:endParaRPr lang="ar-SA" sz="79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1443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364"/>
          </a:solidFill>
          <a:ln w="12700">
            <a:solidFill>
              <a:srgbClr val="2B63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679"/>
          </a:solidFill>
          <a:ln w="12700">
            <a:solidFill>
              <a:srgbClr val="3456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88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88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564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564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40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554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شَنَّ</a:t>
            </a:r>
            <a:endParaRPr lang="ar-SA" sz="79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E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01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201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564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564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554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صَنَّ</a:t>
            </a:r>
            <a:endParaRPr lang="ar-SA" sz="79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CC5E"/>
          </a:solidFill>
          <a:ln w="12700">
            <a:solidFill>
              <a:srgbClr val="EDCC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714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40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714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564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564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40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554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ضَنَّ</a:t>
            </a:r>
            <a:endParaRPr lang="ar-SA" sz="7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1430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61E0"/>
          </a:solidFill>
          <a:ln w="12700">
            <a:solidFill>
              <a:srgbClr val="5261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4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9A70"/>
          </a:solidFill>
          <a:ln w="12700">
            <a:solidFill>
              <a:srgbClr val="DB9A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88547"/>
          </a:solidFill>
          <a:ln w="12700">
            <a:solidFill>
              <a:srgbClr val="58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50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40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50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564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564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40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554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طَنَّ</a:t>
            </a:r>
            <a:endParaRPr lang="ar-SA" sz="79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7C5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7064"/>
          </a:solidFill>
          <a:ln w="12700">
            <a:solidFill>
              <a:srgbClr val="D870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50"/>
          </a:solidFill>
          <a:ln w="12700">
            <a:solidFill>
              <a:srgbClr val="D1475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50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50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564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564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554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ظَنَّ</a:t>
            </a:r>
            <a:endParaRPr lang="ar-SA" sz="7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C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13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13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564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564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40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554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عَنَّ</a:t>
            </a:r>
            <a:endParaRPr lang="ar-SA" sz="79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20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72B64"/>
          </a:solidFill>
          <a:ln w="12700">
            <a:solidFill>
              <a:srgbClr val="57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7"/>
          </a:solidFill>
          <a:ln w="12700">
            <a:solidFill>
              <a:srgbClr val="793467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65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65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564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564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40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554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غَنَّ</a:t>
            </a:r>
            <a:endParaRPr lang="ar-SA" sz="79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7E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545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545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564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564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583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فَنَّ</a:t>
            </a:r>
            <a:endParaRPr lang="ar-SA" sz="78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C5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A8"/>
          </a:solidFill>
          <a:ln w="12700">
            <a:solidFill>
              <a:srgbClr val="5EEDA8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897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40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897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564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564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40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583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قَنَّ</a:t>
            </a:r>
            <a:endParaRPr lang="ar-SA" sz="78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4314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85"/>
          </a:solidFill>
          <a:ln w="12700">
            <a:solidFill>
              <a:srgbClr val="E05285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9B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80"/>
          </a:solidFill>
          <a:ln w="12700">
            <a:solidFill>
              <a:srgbClr val="70DB8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785"/>
          </a:solidFill>
          <a:ln w="12700">
            <a:solidFill>
              <a:srgbClr val="476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295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40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295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564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564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40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554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كَنَّ</a:t>
            </a:r>
            <a:endParaRPr lang="ar-SA" sz="79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E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5D864"/>
          </a:solidFill>
          <a:ln w="12700">
            <a:solidFill>
              <a:srgbClr val="75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3D147"/>
          </a:solidFill>
          <a:ln w="12700">
            <a:solidFill>
              <a:srgbClr val="73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90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090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564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564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637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لَنَّ</a:t>
            </a:r>
            <a:endParaRPr lang="ar-SA" sz="78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C5D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84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784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564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564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40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554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مَنَّ</a:t>
            </a:r>
            <a:endParaRPr lang="ar-SA" sz="79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43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82B"/>
          </a:solidFill>
          <a:ln w="12700">
            <a:solidFill>
              <a:srgbClr val="6448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87934"/>
          </a:solidFill>
          <a:ln w="12700">
            <a:solidFill>
              <a:srgbClr val="78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369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7369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20115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20115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40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87193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يَأَّ</a:t>
            </a:r>
            <a:endParaRPr lang="ar-SA" sz="5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C5F7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409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9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409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9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455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يَبَّ</a:t>
            </a:r>
            <a:endParaRPr lang="ar-SA" sz="84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E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55EED"/>
          </a:solidFill>
          <a:ln w="12700">
            <a:solidFill>
              <a:srgbClr val="85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48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7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748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7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07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07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7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8601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يَتَّ</a:t>
            </a:r>
            <a:endParaRPr lang="ar-SA" sz="8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433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A8E052"/>
          </a:solidFill>
          <a:ln w="12700">
            <a:solidFill>
              <a:srgbClr val="A8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7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7CDB"/>
          </a:solidFill>
          <a:ln w="12700">
            <a:solidFill>
              <a:srgbClr val="707C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7"/>
          </a:solidFill>
          <a:ln w="12700">
            <a:solidFill>
              <a:srgbClr val="85477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529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7529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321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321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6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3616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يَثَّ</a:t>
            </a:r>
            <a:endParaRPr lang="ar-SA" sz="76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C5E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92D8"/>
          </a:solidFill>
          <a:ln w="12700">
            <a:solidFill>
              <a:srgbClr val="6492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95D1"/>
          </a:solidFill>
          <a:ln w="12700">
            <a:solidFill>
              <a:srgbClr val="4795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449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449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577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يَجَّ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7C5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449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7449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8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5577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يَحَّ</a:t>
            </a:r>
            <a:endParaRPr lang="ar-SA" sz="74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1F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A"/>
          </a:solidFill>
          <a:ln w="12700">
            <a:solidFill>
              <a:srgbClr val="2B643A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9"/>
          </a:solidFill>
          <a:ln w="12700">
            <a:solidFill>
              <a:srgbClr val="34796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569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5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7569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50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50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5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4172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يَخَّ</a:t>
            </a:r>
            <a:endParaRPr lang="ar-SA" sz="66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C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128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128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000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000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4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6405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يَدَّ</a:t>
            </a:r>
            <a:endParaRPr lang="ar-SA" sz="84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7D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615E"/>
          </a:solidFill>
          <a:ln w="12700">
            <a:solidFill>
              <a:srgbClr val="ED61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288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42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7288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42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42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53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53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42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5531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يَذَّ</a:t>
            </a:r>
            <a:endParaRPr lang="ar-SA" sz="73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14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CCE0"/>
          </a:solidFill>
          <a:ln w="12700">
            <a:solidFill>
              <a:srgbClr val="52CC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B1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96"/>
          </a:solidFill>
          <a:ln w="12700">
            <a:solidFill>
              <a:srgbClr val="DB7096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8347"/>
          </a:solidFill>
          <a:ln w="12700">
            <a:solidFill>
              <a:srgbClr val="8583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128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4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7128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4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018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018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46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57495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يَرَّ</a:t>
            </a:r>
            <a:endParaRPr lang="ar-SA" sz="88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AF"/>
          </a:solidFill>
          <a:ln w="12700">
            <a:solidFill>
              <a:srgbClr val="D864AF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B7"/>
          </a:solidFill>
          <a:ln w="12700">
            <a:solidFill>
              <a:srgbClr val="D147B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288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4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288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640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640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42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821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يَزَّ</a:t>
            </a:r>
            <a:endParaRPr lang="ar-SA" sz="7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E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609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7609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226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226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4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5703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يَسَّ</a:t>
            </a:r>
            <a:endParaRPr lang="ar-SA" sz="88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14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C2B64"/>
          </a:solidFill>
          <a:ln w="12700">
            <a:solidFill>
              <a:srgbClr val="2C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83479"/>
          </a:solidFill>
          <a:ln w="12700">
            <a:solidFill>
              <a:srgbClr val="58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730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1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7730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06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906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1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207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يَشَّ</a:t>
            </a:r>
            <a:endParaRPr lang="ar-SA" sz="7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7C5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609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4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609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317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317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4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8912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يَصَّ</a:t>
            </a:r>
            <a:endParaRPr lang="ar-SA" sz="86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C5F7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FED5E"/>
          </a:solidFill>
          <a:ln w="12700">
            <a:solidFill>
              <a:srgbClr val="7F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690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2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7690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2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76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76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2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919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يَضَّ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26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152E0"/>
          </a:solidFill>
          <a:ln w="12700">
            <a:solidFill>
              <a:srgbClr val="D1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CA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1DB70"/>
          </a:solidFill>
          <a:ln w="12700">
            <a:solidFill>
              <a:srgbClr val="B1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4"/>
          </a:solidFill>
          <a:ln w="12700">
            <a:solidFill>
              <a:srgbClr val="478574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409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9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7409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493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493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9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9258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يَطَّ</a:t>
            </a:r>
            <a:endParaRPr lang="ar-SA" sz="69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7E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CD864"/>
          </a:solidFill>
          <a:ln w="12700">
            <a:solidFill>
              <a:srgbClr val="CC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C847"/>
          </a:solidFill>
          <a:ln w="12700">
            <a:solidFill>
              <a:srgbClr val="D1C8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529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529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45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45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9258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يَظَّ</a:t>
            </a:r>
            <a:endParaRPr lang="ar-SA" sz="69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C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449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7449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17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17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8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5577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يَعَّ</a:t>
            </a:r>
            <a:endParaRPr lang="ar-SA" sz="74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431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8"/>
          </a:solidFill>
          <a:ln w="12700">
            <a:solidFill>
              <a:srgbClr val="642B38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734"/>
          </a:solidFill>
          <a:ln w="12700">
            <a:solidFill>
              <a:srgbClr val="7947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569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5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7569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691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691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5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3963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يَغَّ</a:t>
            </a:r>
            <a:endParaRPr lang="ar-SA" sz="66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D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650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650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445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445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3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3831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يَفَّ</a:t>
            </a:r>
            <a:endParaRPr lang="ar-SA" sz="75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C5C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A3ED"/>
          </a:solidFill>
          <a:ln w="12700">
            <a:solidFill>
              <a:srgbClr val="5EA3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48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7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748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7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03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903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7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5782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يَقَّ</a:t>
            </a:r>
            <a:endParaRPr lang="ar-SA" sz="7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431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AE52"/>
          </a:solidFill>
          <a:ln w="12700">
            <a:solidFill>
              <a:srgbClr val="E0AE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3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CCDB"/>
          </a:solidFill>
          <a:ln w="12700">
            <a:solidFill>
              <a:srgbClr val="70CC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54785"/>
          </a:solidFill>
          <a:ln w="12700">
            <a:solidFill>
              <a:srgbClr val="65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449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7449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279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279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8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6547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يَكَّ</a:t>
            </a:r>
            <a:endParaRPr lang="ar-SA" sz="72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C5F7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C7"/>
          </a:solidFill>
          <a:ln w="12700">
            <a:solidFill>
              <a:srgbClr val="64D8C7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A6"/>
          </a:solidFill>
          <a:ln w="12700">
            <a:solidFill>
              <a:srgbClr val="47D1A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529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529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078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078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5195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يَلَّ</a:t>
            </a:r>
            <a:endParaRPr lang="ar-SA" sz="6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E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369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7369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84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84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40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5166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يَمَّ</a:t>
            </a:r>
            <a:endParaRPr lang="ar-SA" sz="78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42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6642B"/>
          </a:solidFill>
          <a:ln w="12700">
            <a:solidFill>
              <a:srgbClr val="46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36"/>
          </a:solidFill>
          <a:ln w="12700">
            <a:solidFill>
              <a:srgbClr val="347936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369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7369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564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564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40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554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يَنَّ</a:t>
            </a:r>
            <a:endParaRPr lang="ar-SA" sz="79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C5E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168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4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168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97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4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B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9926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يَهَّ</a:t>
            </a:r>
            <a:endParaRPr lang="ar-SA" sz="8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7C5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C6"/>
          </a:solidFill>
          <a:ln w="12700">
            <a:solidFill>
              <a:srgbClr val="ED5EC6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128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4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7128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4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977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977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46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56679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يَوَّ</a:t>
            </a:r>
            <a:endParaRPr lang="ar-SA" sz="89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18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8A"/>
          </a:solidFill>
          <a:ln w="12700">
            <a:solidFill>
              <a:srgbClr val="52E08A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E8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070DB"/>
          </a:solidFill>
          <a:ln w="12700">
            <a:solidFill>
              <a:srgbClr val="D0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547"/>
          </a:solidFill>
          <a:ln w="12700">
            <a:solidFill>
              <a:srgbClr val="855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20509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3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20509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3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C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C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8244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8244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3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C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893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893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3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304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أَيَّبَ</a:t>
            </a:r>
            <a:endParaRPr lang="ar-SA" sz="62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C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A64D8"/>
          </a:solidFill>
          <a:ln w="12700">
            <a:solidFill>
              <a:srgbClr val="AA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447D1"/>
          </a:solidFill>
          <a:ln w="12700">
            <a:solidFill>
              <a:srgbClr val="84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93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93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B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B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244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244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B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56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656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4551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بَيَّتَ</a:t>
            </a:r>
            <a:endParaRPr lang="ar-SA" sz="74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7D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656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3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656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8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8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8244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8244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3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8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886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3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886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3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4551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تَيَّثَ</a:t>
            </a:r>
            <a:endParaRPr lang="ar-SA" sz="74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144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464"/>
          </a:solidFill>
          <a:ln w="12700">
            <a:solidFill>
              <a:srgbClr val="2B54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479"/>
          </a:solidFill>
          <a:ln w="12700">
            <a:solidFill>
              <a:srgbClr val="344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886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3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886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3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8244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8244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3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3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6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ثَيَّجَ</a:t>
            </a:r>
            <a:endParaRPr lang="ar-SA" sz="6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7C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244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244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66109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جَيَّحَ</a:t>
            </a:r>
            <a:endParaRPr lang="ar-SA" sz="64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E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AED5E"/>
          </a:solidFill>
          <a:ln w="12700">
            <a:solidFill>
              <a:srgbClr val="EA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3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6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6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8244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8244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3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6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12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3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12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3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66109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حَيَّخَ</a:t>
            </a:r>
            <a:endParaRPr lang="ar-SA" sz="6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142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752E0"/>
          </a:solidFill>
          <a:ln w="12700">
            <a:solidFill>
              <a:srgbClr val="67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E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B670"/>
          </a:solidFill>
          <a:ln w="12700">
            <a:solidFill>
              <a:srgbClr val="DBB6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98547"/>
          </a:solidFill>
          <a:ln w="12700">
            <a:solidFill>
              <a:srgbClr val="49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12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3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12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3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9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9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8244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8244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3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9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58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3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58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3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4551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خَيَّدَ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7C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8D64"/>
          </a:solidFill>
          <a:ln w="12700">
            <a:solidFill>
              <a:srgbClr val="D88D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6147"/>
          </a:solidFill>
          <a:ln w="12700">
            <a:solidFill>
              <a:srgbClr val="D16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58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58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244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244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20010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20010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6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5404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دَيَّذَ</a:t>
            </a:r>
            <a:endParaRPr lang="ar-SA" sz="73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C5F7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20010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3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20010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8244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8244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3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8882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3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8882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3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289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ذَيَّرَ</a:t>
            </a:r>
            <a:endParaRPr lang="ar-SA" sz="70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2C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63"/>
          </a:solidFill>
          <a:ln w="12700">
            <a:solidFill>
              <a:srgbClr val="642B63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5"/>
          </a:solidFill>
          <a:ln w="12700">
            <a:solidFill>
              <a:srgbClr val="79345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882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3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882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3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8244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8244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3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306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3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306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3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2038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رَيَّزَ</a:t>
            </a:r>
            <a:endParaRPr lang="ar-SA" sz="71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F7E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306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306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4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4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244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244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4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843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843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2110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زَيَّسَ</a:t>
            </a:r>
            <a:endParaRPr lang="ar-SA" sz="68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C5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CD"/>
          </a:solidFill>
          <a:ln w="12700">
            <a:solidFill>
              <a:srgbClr val="5EEDC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843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3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8843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3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3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3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8244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8244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3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3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49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3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49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3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9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72462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سَيَّشَ</a:t>
            </a:r>
            <a:endParaRPr lang="ar-SA" sz="59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431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60"/>
          </a:solidFill>
          <a:ln w="12700">
            <a:solidFill>
              <a:srgbClr val="E0526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B5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9B"/>
          </a:solidFill>
          <a:ln w="12700">
            <a:solidFill>
              <a:srgbClr val="70DB9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885"/>
          </a:solidFill>
          <a:ln w="12700">
            <a:solidFill>
              <a:srgbClr val="4758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49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3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49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3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8244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8244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3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8931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3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8931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3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A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2505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شَيَّصَ</a:t>
            </a:r>
            <a:endParaRPr lang="ar-SA" sz="57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D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70"/>
          </a:solidFill>
          <a:ln w="12700">
            <a:solidFill>
              <a:srgbClr val="64D870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0D147"/>
          </a:solidFill>
          <a:ln w="12700">
            <a:solidFill>
              <a:srgbClr val="50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931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931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A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A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244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244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A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354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354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2444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صَيَّضَ</a:t>
            </a:r>
            <a:endParaRPr lang="ar-SA" sz="5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C5C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354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3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354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D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D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8244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8244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3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D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20007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3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20007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3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5235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ضَيَّطَ</a:t>
            </a:r>
            <a:endParaRPr lang="ar-SA" sz="68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432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72B"/>
          </a:solidFill>
          <a:ln w="12700">
            <a:solidFill>
              <a:srgbClr val="6457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67934"/>
          </a:solidFill>
          <a:ln w="12700">
            <a:solidFill>
              <a:srgbClr val="66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20007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3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20007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3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A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A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8244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8244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3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A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20007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3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20007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3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3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5345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طَيَّظَ</a:t>
            </a:r>
            <a:endParaRPr lang="ar-SA" sz="7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C5F7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007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20007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244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244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878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878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4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66816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ظَيَّعَ</a:t>
            </a:r>
            <a:endParaRPr lang="ar-SA" sz="64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F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95EED"/>
          </a:solidFill>
          <a:ln w="12700">
            <a:solidFill>
              <a:srgbClr val="A9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878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8878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3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8244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8244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3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302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3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302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3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66109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عَيَّغَ</a:t>
            </a:r>
            <a:endParaRPr lang="ar-SA" sz="64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3C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4E052"/>
          </a:solidFill>
          <a:ln w="12700">
            <a:solidFill>
              <a:srgbClr val="84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9B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070DB"/>
          </a:solidFill>
          <a:ln w="12700">
            <a:solidFill>
              <a:srgbClr val="80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7"/>
          </a:solidFill>
          <a:ln w="12700">
            <a:solidFill>
              <a:srgbClr val="85476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302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3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302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3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8244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8244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3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20039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20039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3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4570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غَيَّفَ</a:t>
            </a:r>
            <a:endParaRPr lang="ar-SA" sz="73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C5E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74D8"/>
          </a:solidFill>
          <a:ln w="12700">
            <a:solidFill>
              <a:srgbClr val="647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72D1"/>
          </a:solidFill>
          <a:ln w="12700">
            <a:solidFill>
              <a:srgbClr val="4772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039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20039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7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7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244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244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7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505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505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3523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فَيَّقَ</a:t>
            </a:r>
            <a:endParaRPr lang="ar-SA" sz="67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F7C5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505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3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505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8244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8244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3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8332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8332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3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8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7342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قَيَّكَ</a:t>
            </a:r>
            <a:endParaRPr lang="ar-SA" sz="71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1443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9"/>
          </a:solidFill>
          <a:ln w="12700">
            <a:solidFill>
              <a:srgbClr val="2B6449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879"/>
          </a:solidFill>
          <a:ln w="12700">
            <a:solidFill>
              <a:srgbClr val="3478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8332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8332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3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8244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8244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3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664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3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664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3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5549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كَيَّلَ</a:t>
            </a:r>
            <a:endParaRPr lang="ar-SA" sz="68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D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64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664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A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A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244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244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A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6335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6335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69320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لَيَّمَ</a:t>
            </a:r>
            <a:endParaRPr lang="ar-SA" sz="61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F7E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865E"/>
          </a:solidFill>
          <a:ln w="12700">
            <a:solidFill>
              <a:srgbClr val="ED86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6335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3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86335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3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6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6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8244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8244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3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6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2307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3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2307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3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72038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مَيَّنَ</a:t>
            </a:r>
            <a:endParaRPr lang="ar-SA" sz="7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1443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A7E0"/>
          </a:solidFill>
          <a:ln w="12700">
            <a:solidFill>
              <a:srgbClr val="52A7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96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7B"/>
          </a:solidFill>
          <a:ln w="12700">
            <a:solidFill>
              <a:srgbClr val="DB707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68547"/>
          </a:solidFill>
          <a:ln w="12700">
            <a:solidFill>
              <a:srgbClr val="76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2307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3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2307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3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8244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8244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3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566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3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566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33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7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4551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نَيَّهَ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F7C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91"/>
          </a:solidFill>
          <a:ln w="12700">
            <a:solidFill>
              <a:srgbClr val="D86491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94"/>
          </a:solidFill>
          <a:ln w="12700">
            <a:solidFill>
              <a:srgbClr val="D1479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566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566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244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244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853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853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2038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هَيَّوَ</a:t>
            </a:r>
            <a:endParaRPr lang="ar-SA" sz="7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D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853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3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8853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8244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8244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3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20509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3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20509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3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83037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وَيَّأَ</a:t>
            </a:r>
            <a:endParaRPr lang="ar-SA" sz="59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141E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B2B64"/>
          </a:solidFill>
          <a:ln w="12700">
            <a:solidFill>
              <a:srgbClr val="3B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A3479"/>
          </a:solidFill>
          <a:ln w="12700">
            <a:solidFill>
              <a:srgbClr val="6A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20058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20058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449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449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8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569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أَيَّ</a:t>
            </a:r>
            <a:endParaRPr lang="ar-SA" sz="63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F7C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48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248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449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449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47950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بَيَّ</a:t>
            </a:r>
            <a:endParaRPr lang="ar-SA" sz="79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C5F7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62"/>
          </a:solidFill>
          <a:ln w="12700">
            <a:solidFill>
              <a:srgbClr val="5EED62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07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07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449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449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8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5312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تَيَّ</a:t>
            </a:r>
            <a:endParaRPr lang="ar-SA" sz="74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solidFill>
          <a:srgbClr val="33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CB"/>
          </a:solidFill>
          <a:ln w="12700">
            <a:solidFill>
              <a:srgbClr val="E052CB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B0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6DB70"/>
          </a:solidFill>
          <a:ln w="12700">
            <a:solidFill>
              <a:srgbClr val="96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84"/>
          </a:solidFill>
          <a:ln w="12700">
            <a:solidFill>
              <a:srgbClr val="478584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340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340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449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449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8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58720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ثَيَّ</a:t>
            </a:r>
            <a:endParaRPr lang="ar-SA" sz="69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solidFill>
          <a:srgbClr val="F7F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ED864"/>
          </a:solidFill>
          <a:ln w="12700">
            <a:solidFill>
              <a:srgbClr val="AE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7D147"/>
          </a:solidFill>
          <a:ln w="12700">
            <a:solidFill>
              <a:srgbClr val="B7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449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449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47950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جَيَّ</a:t>
            </a:r>
            <a:endParaRPr lang="ar-SA" sz="79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solidFill>
          <a:srgbClr val="C5E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449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449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8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47950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حَيَّ</a:t>
            </a:r>
            <a:endParaRPr lang="ar-SA" sz="79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solidFill>
          <a:srgbClr val="431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C2B"/>
          </a:solidFill>
          <a:ln w="12700">
            <a:solidFill>
              <a:srgbClr val="642C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934"/>
          </a:solidFill>
          <a:ln w="12700">
            <a:solidFill>
              <a:srgbClr val="795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46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46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449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449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8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50119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خَيَّ</a:t>
            </a:r>
            <a:endParaRPr lang="ar-SA" sz="7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solidFill>
          <a:srgbClr val="C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95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95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449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449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47950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دَيَّ</a:t>
            </a:r>
            <a:endParaRPr lang="ar-SA" sz="79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solidFill>
          <a:srgbClr val="C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7EED"/>
          </a:solidFill>
          <a:ln w="12700">
            <a:solidFill>
              <a:srgbClr val="5E7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482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482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449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449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8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55859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ذَيَّ</a:t>
            </a:r>
            <a:endParaRPr lang="ar-SA" sz="7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solidFill>
          <a:srgbClr val="432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D252"/>
          </a:solidFill>
          <a:ln w="12700">
            <a:solidFill>
              <a:srgbClr val="E0D2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9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B0DB"/>
          </a:solidFill>
          <a:ln w="12700">
            <a:solidFill>
              <a:srgbClr val="70B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44785"/>
          </a:solidFill>
          <a:ln w="12700">
            <a:solidFill>
              <a:srgbClr val="74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184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184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449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449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8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47950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رَيَّ</a:t>
            </a:r>
            <a:endParaRPr lang="ar-SA" sz="79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solidFill>
          <a:srgbClr val="C5F7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CBD8"/>
          </a:solidFill>
          <a:ln w="12700">
            <a:solidFill>
              <a:srgbClr val="64CB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C9"/>
          </a:solidFill>
          <a:ln w="12700">
            <a:solidFill>
              <a:srgbClr val="47D1C9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672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672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449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449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0070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زَيَّ</a:t>
            </a:r>
            <a:endParaRPr lang="ar-SA" sz="77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solidFill>
          <a:srgbClr val="F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138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138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449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449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8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47950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سَيَّ</a:t>
            </a:r>
            <a:endParaRPr lang="ar-SA" sz="79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solidFill>
          <a:srgbClr val="36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8642B"/>
          </a:solidFill>
          <a:ln w="12700">
            <a:solidFill>
              <a:srgbClr val="38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7"/>
          </a:solidFill>
          <a:ln w="12700">
            <a:solidFill>
              <a:srgbClr val="347947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891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891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449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449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8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55042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شَيَّ</a:t>
            </a:r>
            <a:endParaRPr lang="ar-SA" sz="73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solidFill>
          <a:srgbClr val="C5D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40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240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449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449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47950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صَيَّ</a:t>
            </a:r>
            <a:endParaRPr lang="ar-SA" sz="79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solidFill>
          <a:srgbClr val="F7C5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A2"/>
          </a:solidFill>
          <a:ln w="12700">
            <a:solidFill>
              <a:srgbClr val="ED5EA2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727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727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449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449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8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5112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ضَيَّ</a:t>
            </a:r>
            <a:endParaRPr lang="ar-SA" sz="76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solidFill>
          <a:srgbClr val="144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AF"/>
          </a:solidFill>
          <a:ln w="12700">
            <a:solidFill>
              <a:srgbClr val="52E0AF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3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CB"/>
          </a:solidFill>
          <a:ln w="12700">
            <a:solidFill>
              <a:srgbClr val="DB70C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547"/>
          </a:solidFill>
          <a:ln w="12700">
            <a:solidFill>
              <a:srgbClr val="856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449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449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8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55801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طَيَّ</a:t>
            </a:r>
            <a:endParaRPr lang="ar-SA" sz="72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bg>
      <p:bgPr>
        <a:solidFill>
          <a:srgbClr val="D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864D8"/>
          </a:solidFill>
          <a:ln w="12700">
            <a:solidFill>
              <a:srgbClr val="C8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747D1"/>
          </a:solidFill>
          <a:ln w="12700">
            <a:solidFill>
              <a:srgbClr val="A7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449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449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5801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ظَيَّ</a:t>
            </a:r>
            <a:endParaRPr lang="ar-SA" sz="7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bg>
      <p:bgPr>
        <a:solidFill>
          <a:srgbClr val="F7E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17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17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449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449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8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47950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عَيَّ</a:t>
            </a:r>
            <a:endParaRPr lang="ar-SA" sz="79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bg>
      <p:bgPr>
        <a:solidFill>
          <a:srgbClr val="1442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664"/>
          </a:solidFill>
          <a:ln w="12700">
            <a:solidFill>
              <a:srgbClr val="2B46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63479"/>
          </a:solidFill>
          <a:ln w="12700">
            <a:solidFill>
              <a:srgbClr val="36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667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667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449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449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8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54903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غَيَّ</a:t>
            </a:r>
            <a:endParaRPr lang="ar-SA" sz="7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bg>
      <p:bgPr>
        <a:solidFill>
          <a:srgbClr val="F7C5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516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516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449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449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8057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فَيَّ</a:t>
            </a:r>
            <a:endParaRPr lang="ar-SA" sz="70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bg>
      <p:bgPr>
        <a:solidFill>
          <a:srgbClr val="D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5ED5E"/>
          </a:solidFill>
          <a:ln w="12700">
            <a:solidFill>
              <a:srgbClr val="C5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01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901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449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449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8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58057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قَيَّ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bg>
      <p:bgPr>
        <a:solidFill>
          <a:srgbClr val="1418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B52E0"/>
          </a:solidFill>
          <a:ln w="12700">
            <a:solidFill>
              <a:srgbClr val="8B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8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D170"/>
          </a:solidFill>
          <a:ln w="12700">
            <a:solidFill>
              <a:srgbClr val="DBD1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6"/>
          </a:solidFill>
          <a:ln w="12700">
            <a:solidFill>
              <a:srgbClr val="478556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279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279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449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449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8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53596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كَيَّ</a:t>
            </a:r>
            <a:endParaRPr lang="ar-SA" sz="74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bg>
      <p:bgPr>
        <a:solidFill>
          <a:srgbClr val="F7C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AB64"/>
          </a:solidFill>
          <a:ln w="12700">
            <a:solidFill>
              <a:srgbClr val="D8AB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8547"/>
          </a:solidFill>
          <a:ln w="12700">
            <a:solidFill>
              <a:srgbClr val="D185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84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084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449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449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863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لَيَّ</a:t>
            </a:r>
            <a:endParaRPr lang="ar-SA" sz="69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3">
    <p:bg>
      <p:bgPr>
        <a:solidFill>
          <a:srgbClr val="C5F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897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7897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449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449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8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47950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مَيَّ</a:t>
            </a:r>
            <a:endParaRPr lang="ar-SA" sz="79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4">
    <p:bg>
      <p:bgPr>
        <a:solidFill>
          <a:srgbClr val="39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4"/>
          </a:solidFill>
          <a:ln w="12700">
            <a:solidFill>
              <a:srgbClr val="642B5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3"/>
          </a:solidFill>
          <a:ln w="12700">
            <a:solidFill>
              <a:srgbClr val="79344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585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585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449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449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8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5312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نَيَّ</a:t>
            </a:r>
            <a:endParaRPr lang="ar-SA" sz="74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5">
    <p:bg>
      <p:bgPr>
        <a:solidFill>
          <a:srgbClr val="F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1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71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449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449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47950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هَيَّ</a:t>
            </a:r>
            <a:endParaRPr lang="ar-SA" sz="79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6">
    <p:bg>
      <p:bgPr>
        <a:solidFill>
          <a:srgbClr val="C5E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9ED"/>
          </a:solidFill>
          <a:ln w="12700">
            <a:solidFill>
              <a:srgbClr val="5EE9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150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150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449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449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8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47950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وَيَّ</a:t>
            </a:r>
            <a:endParaRPr lang="ar-SA" sz="7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7">
    <p:bg>
      <p:bgPr>
        <a:solidFill>
          <a:srgbClr val="43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6852"/>
          </a:solidFill>
          <a:ln w="12700">
            <a:solidFill>
              <a:srgbClr val="E068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CF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B6"/>
          </a:solidFill>
          <a:ln w="12700">
            <a:solidFill>
              <a:srgbClr val="70DBB6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4885"/>
          </a:solidFill>
          <a:ln w="12700">
            <a:solidFill>
              <a:srgbClr val="474885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5937038" y="896112"/>
            <a:ext cx="155238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6D36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5937038" y="896112"/>
            <a:ext cx="155238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رَبَّنَا</a:t>
            </a:r>
            <a:endParaRPr lang="ar-SA" sz="4800" dirty="0"/>
          </a:p>
        </p:txBody>
      </p:sp>
      <p:sp>
        <p:nvSpPr>
          <p:cNvPr id="17" name="C2 W2 pill"/>
          <p:cNvSpPr/>
          <p:nvPr/>
        </p:nvSpPr>
        <p:spPr>
          <a:xfrm>
            <a:off x="3373039" y="896112"/>
            <a:ext cx="224395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6D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3373039" y="896112"/>
            <a:ext cx="224395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تَقَبَّلۡ</a:t>
            </a:r>
            <a:endParaRPr lang="ar-SA" sz="4800" dirty="0"/>
          </a:p>
        </p:txBody>
      </p:sp>
      <p:sp>
        <p:nvSpPr>
          <p:cNvPr id="19" name="C3 W3 pill"/>
          <p:cNvSpPr/>
          <p:nvPr/>
        </p:nvSpPr>
        <p:spPr>
          <a:xfrm>
            <a:off x="1654577" y="896112"/>
            <a:ext cx="139842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6D36E2"/>
            </a:solidFill>
            <a:prstDash val="solid"/>
          </a:ln>
        </p:spPr>
      </p:sp>
      <p:sp>
        <p:nvSpPr>
          <p:cNvPr id="20" name="C3 W3 word"/>
          <p:cNvSpPr txBox="1"/>
          <p:nvPr/>
        </p:nvSpPr>
        <p:spPr>
          <a:xfrm>
            <a:off x="1654577" y="896112"/>
            <a:ext cx="139842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مِنَّا</a:t>
            </a:r>
            <a:endParaRPr lang="ar-SA" sz="4800" dirty="0"/>
          </a:p>
        </p:txBody>
      </p:sp>
      <p:sp>
        <p:nvSpPr>
          <p:cNvPr id="21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8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S panel"/>
          <p:cNvSpPr/>
          <p:nvPr/>
        </p:nvSpPr>
        <p:spPr>
          <a:xfrm>
            <a:off x="2436037" y="2834640"/>
            <a:ext cx="4271927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4 S sentence"/>
          <p:cNvSpPr txBox="1"/>
          <p:nvPr/>
        </p:nvSpPr>
        <p:spPr>
          <a:xfrm>
            <a:off x="2436037" y="2834640"/>
            <a:ext cx="4271927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رَبَّنَا تَقَبَّلۡ مِنَّا</a:t>
            </a:r>
            <a:endParaRPr lang="ar-SA" sz="48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8">
    <p:bg>
      <p:bgPr>
        <a:solidFill>
          <a:srgbClr val="C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8E"/>
          </a:solidFill>
          <a:ln w="12700">
            <a:solidFill>
              <a:srgbClr val="64D88E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62"/>
          </a:solidFill>
          <a:ln w="12700">
            <a:solidFill>
              <a:srgbClr val="47D162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7012503" y="896112"/>
            <a:ext cx="1252492" cy="1371600"/>
          </a:xfrm>
          <a:prstGeom prst="roundRect">
            <a:avLst>
              <a:gd name="adj" fmla="val 29203"/>
            </a:avLst>
          </a:prstGeom>
          <a:solidFill>
            <a:srgbClr val="FFFFFF"/>
          </a:solidFill>
          <a:ln w="76200">
            <a:solidFill>
              <a:srgbClr val="36E2A0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7012503" y="896112"/>
            <a:ext cx="125249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إِنَّ</a:t>
            </a:r>
            <a:endParaRPr lang="ar-SA" sz="4000" dirty="0"/>
          </a:p>
        </p:txBody>
      </p:sp>
      <p:sp>
        <p:nvSpPr>
          <p:cNvPr id="12" name="C2 W2 pill"/>
          <p:cNvSpPr/>
          <p:nvPr/>
        </p:nvSpPr>
        <p:spPr>
          <a:xfrm>
            <a:off x="5222375" y="896112"/>
            <a:ext cx="147008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A036E2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5222375" y="896112"/>
            <a:ext cx="147008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ٱللَّهَ</a:t>
            </a:r>
            <a:endParaRPr lang="ar-SA" sz="4000" dirty="0"/>
          </a:p>
        </p:txBody>
      </p:sp>
      <p:sp>
        <p:nvSpPr>
          <p:cNvPr id="14" name="C3 W3 pill"/>
          <p:cNvSpPr/>
          <p:nvPr/>
        </p:nvSpPr>
        <p:spPr>
          <a:xfrm>
            <a:off x="3630811" y="896112"/>
            <a:ext cx="1271524" cy="1371600"/>
          </a:xfrm>
          <a:prstGeom prst="roundRect">
            <a:avLst>
              <a:gd name="adj" fmla="val 28765"/>
            </a:avLst>
          </a:prstGeom>
          <a:solidFill>
            <a:srgbClr val="FFFFFF"/>
          </a:solidFill>
          <a:ln w="76200">
            <a:solidFill>
              <a:srgbClr val="E2A036"/>
            </a:solidFill>
            <a:prstDash val="solid"/>
          </a:ln>
        </p:spPr>
      </p:sp>
      <p:sp>
        <p:nvSpPr>
          <p:cNvPr id="15" name="C3 W3 word"/>
          <p:cNvSpPr txBox="1"/>
          <p:nvPr/>
        </p:nvSpPr>
        <p:spPr>
          <a:xfrm>
            <a:off x="3630811" y="896112"/>
            <a:ext cx="127152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مَعَ</a:t>
            </a:r>
            <a:endParaRPr lang="ar-SA" sz="4000" dirty="0"/>
          </a:p>
        </p:txBody>
      </p:sp>
      <p:sp>
        <p:nvSpPr>
          <p:cNvPr id="16" name="C4 W4 pill"/>
          <p:cNvSpPr/>
          <p:nvPr/>
        </p:nvSpPr>
        <p:spPr>
          <a:xfrm>
            <a:off x="879005" y="896112"/>
            <a:ext cx="243176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A0"/>
            </a:solidFill>
            <a:prstDash val="solid"/>
          </a:ln>
        </p:spPr>
      </p:sp>
      <p:sp>
        <p:nvSpPr>
          <p:cNvPr id="17" name="C4 W4 word"/>
          <p:cNvSpPr txBox="1"/>
          <p:nvPr/>
        </p:nvSpPr>
        <p:spPr>
          <a:xfrm>
            <a:off x="879005" y="896112"/>
            <a:ext cx="243176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ٱلصَّٰبِرِينَ</a:t>
            </a:r>
            <a:endParaRPr lang="ar-SA" sz="4000" dirty="0"/>
          </a:p>
        </p:txBody>
      </p:sp>
      <p:sp>
        <p:nvSpPr>
          <p:cNvPr id="18" name="C5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S panel"/>
          <p:cNvSpPr/>
          <p:nvPr/>
        </p:nvSpPr>
        <p:spPr>
          <a:xfrm>
            <a:off x="2166662" y="2834640"/>
            <a:ext cx="4810676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5 S sentence"/>
          <p:cNvSpPr txBox="1"/>
          <p:nvPr/>
        </p:nvSpPr>
        <p:spPr>
          <a:xfrm>
            <a:off x="2166662" y="2834640"/>
            <a:ext cx="4810676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إِنَّ ٱللَّهَ مَعَ ٱلصَّٰبِرِينَ</a:t>
            </a:r>
            <a:endParaRPr lang="ar-SA" sz="4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9">
    <p:bg>
      <p:bgPr>
        <a:solidFill>
          <a:srgbClr val="D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5544249" y="896112"/>
            <a:ext cx="1294729" cy="1371600"/>
          </a:xfrm>
          <a:prstGeom prst="roundRect">
            <a:avLst>
              <a:gd name="adj" fmla="val 28250"/>
            </a:avLst>
          </a:prstGeom>
          <a:solidFill>
            <a:srgbClr val="FFFFFF"/>
          </a:solidFill>
          <a:ln w="76200">
            <a:solidFill>
              <a:srgbClr val="D236E2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5544249" y="896112"/>
            <a:ext cx="129472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كَلَّا</a:t>
            </a:r>
            <a:endParaRPr lang="ar-SA" sz="4000" dirty="0"/>
          </a:p>
        </p:txBody>
      </p:sp>
      <p:sp>
        <p:nvSpPr>
          <p:cNvPr id="13" name="C2 W2 pill"/>
          <p:cNvSpPr/>
          <p:nvPr/>
        </p:nvSpPr>
        <p:spPr>
          <a:xfrm>
            <a:off x="2305021" y="896112"/>
            <a:ext cx="291918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D236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305021" y="896112"/>
            <a:ext cx="291918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سَيَعۡلَمُونَ</a:t>
            </a:r>
            <a:endParaRPr lang="ar-SA" sz="40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3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2665254" y="2834640"/>
            <a:ext cx="3813493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2665254" y="2834640"/>
            <a:ext cx="3813493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كَلَّا سَيَعۡلَمُونَ</a:t>
            </a:r>
            <a:endParaRPr lang="ar-SA" sz="4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0">
    <p:bg>
      <p:bgPr>
        <a:solidFill>
          <a:srgbClr val="432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2642B"/>
          </a:solidFill>
          <a:ln w="12700">
            <a:solidFill>
              <a:srgbClr val="62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57934"/>
          </a:solidFill>
          <a:ln w="12700">
            <a:solidFill>
              <a:srgbClr val="557934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4764171" y="896112"/>
            <a:ext cx="1230426" cy="1371600"/>
          </a:xfrm>
          <a:prstGeom prst="roundRect">
            <a:avLst>
              <a:gd name="adj" fmla="val 29726"/>
            </a:avLst>
          </a:prstGeom>
          <a:solidFill>
            <a:srgbClr val="FFFFFF"/>
          </a:solidFill>
          <a:ln w="76200">
            <a:solidFill>
              <a:srgbClr val="C1E236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4764171" y="896112"/>
            <a:ext cx="123042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ثُمَّ</a:t>
            </a:r>
            <a:endParaRPr lang="ar-SA" sz="4000" dirty="0"/>
          </a:p>
        </p:txBody>
      </p:sp>
      <p:sp>
        <p:nvSpPr>
          <p:cNvPr id="14" name="C2 W2 pill"/>
          <p:cNvSpPr/>
          <p:nvPr/>
        </p:nvSpPr>
        <p:spPr>
          <a:xfrm>
            <a:off x="3149402" y="896112"/>
            <a:ext cx="1294729" cy="1371600"/>
          </a:xfrm>
          <a:prstGeom prst="roundRect">
            <a:avLst>
              <a:gd name="adj" fmla="val 28250"/>
            </a:avLst>
          </a:prstGeom>
          <a:solidFill>
            <a:srgbClr val="FFFFFF"/>
          </a:solidFill>
          <a:ln w="76200">
            <a:solidFill>
              <a:srgbClr val="36C1E2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3149402" y="896112"/>
            <a:ext cx="129472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كَلَّا</a:t>
            </a:r>
            <a:endParaRPr lang="ar-SA" sz="40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4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3527514" y="2834640"/>
            <a:ext cx="208897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3527514" y="2834640"/>
            <a:ext cx="208897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ثُمَّ كَلَّا</a:t>
            </a:r>
            <a:endParaRPr lang="ar-SA" sz="40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160</Slides>
  <Notes>160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160</vt:i4>
      </vt:variant>
    </vt:vector>
  </HeadingPairs>
  <TitlesOfParts>
    <vt:vector size="16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  <vt:lpstr>Slide 160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Shaddah fatha 03-noon-ya</dc:title>
  <dc:subject>PptxGenJS Presentation</dc:subject>
  <dc:creator>PptxGenJS</dc:creator>
  <cp:lastModifiedBy>PptxGenJS</cp:lastModifiedBy>
  <cp:revision>1</cp:revision>
  <dcterms:created xsi:type="dcterms:W3CDTF">2026-10-21T19:04:07Z</dcterms:created>
  <dcterms:modified xsi:type="dcterms:W3CDTF">2026-10-21T19:04:07Z</dcterms:modified>
</cp:coreProperties>
</file>