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</p:sldIdLst>
  <p:notesMasterIdLst>
    <p:notesMasterId r:id="rId1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notesMaster" Target="notesMasters/notesMaster1.xml"/><Relationship Id="rId163" Type="http://schemas.openxmlformats.org/officeDocument/2006/relationships/presProps" Target="presProps.xml"/><Relationship Id="rId164" Type="http://schemas.openxmlformats.org/officeDocument/2006/relationships/viewProps" Target="viewProps.xml"/><Relationship Id="rId165" Type="http://schemas.openxmlformats.org/officeDocument/2006/relationships/theme" Target="theme/theme1.xml"/><Relationship Id="rId1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23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47D1"/>
          </a:solidFill>
          <a:ln w="12700">
            <a:solidFill>
              <a:srgbClr val="A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نَأَّ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نَبَّ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نَتَّ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52E0"/>
          </a:solidFill>
          <a:ln w="12700">
            <a:solidFill>
              <a:srgbClr val="8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نَدَّ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CED"/>
          </a:solidFill>
          <a:ln w="12700">
            <a:solidFill>
              <a:srgbClr val="5EE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نَذَّ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4"/>
          </a:solidFill>
          <a:ln w="12700">
            <a:solidFill>
              <a:srgbClr val="70DB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نَرَّ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نَسَّ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5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5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نَصَّ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E052"/>
          </a:solidFill>
          <a:ln w="12700">
            <a:solidFill>
              <a:srgbClr val="6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نَطَّ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نَظَّ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نَعَّ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نَغَّ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75E"/>
          </a:solidFill>
          <a:ln w="12700">
            <a:solidFill>
              <a:srgbClr val="EDA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نَقَّ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6E0"/>
          </a:solidFill>
          <a:ln w="12700">
            <a:solidFill>
              <a:srgbClr val="528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نَكَّ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4"/>
          </a:solidFill>
          <a:ln w="12700">
            <a:solidFill>
              <a:srgbClr val="D147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نَلَّ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نَمَّ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أَنَّبَ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66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بَنَّتَ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5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تَنَّثَ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ثَنَّجَ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جَنَّحَ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حَنَّخَ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62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خَنَّدَ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78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دَنَّذَ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5EED"/>
          </a:solidFill>
          <a:ln w="12700">
            <a:solidFill>
              <a:srgbClr val="6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9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ذَنَّرَ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E052"/>
          </a:solidFill>
          <a:ln w="12700">
            <a:solidFill>
              <a:srgbClr val="C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9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رَنَّزَ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9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زَنَّسَ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00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سَنَّشَ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99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شَنَّصَ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98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صَنَّضَ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1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ضَنَّطَ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2"/>
          </a:solidFill>
          <a:ln w="12700">
            <a:solidFill>
              <a:srgbClr val="DB70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72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طَنَّظَ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ظَنَّعَ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عَنَّغَ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46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غَنَّفَ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فَنَّقَ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4ED5E"/>
          </a:solidFill>
          <a:ln w="12700">
            <a:solidFill>
              <a:srgbClr val="A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3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قَنَّكَ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كَنَّلَ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547"/>
          </a:solidFill>
          <a:ln w="12700">
            <a:solidFill>
              <a:srgbClr val="D1A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لَنَّمَ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مَنَّأَ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4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7ED"/>
          </a:solidFill>
          <a:ln w="12700">
            <a:solidFill>
              <a:srgbClr val="5EC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952"/>
          </a:solidFill>
          <a:ln w="12700">
            <a:solidFill>
              <a:srgbClr val="E08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3"/>
          </a:solidFill>
          <a:ln w="12700">
            <a:solidFill>
              <a:srgbClr val="47D1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57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B"/>
          </a:solidFill>
          <a:ln w="12700">
            <a:solidFill>
              <a:srgbClr val="ED5E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57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6"/>
          </a:solidFill>
          <a:ln w="12700">
            <a:solidFill>
              <a:srgbClr val="52E0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C5E"/>
          </a:solidFill>
          <a:ln w="12700">
            <a:solidFill>
              <a:srgbClr val="EDC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1E0"/>
          </a:solidFill>
          <a:ln w="12700">
            <a:solidFill>
              <a:srgbClr val="526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A70"/>
          </a:solidFill>
          <a:ln w="12700">
            <a:solidFill>
              <a:srgbClr val="DB9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064"/>
          </a:solidFill>
          <a:ln w="12700">
            <a:solidFill>
              <a:srgbClr val="D87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0"/>
          </a:solidFill>
          <a:ln w="12700">
            <a:solidFill>
              <a:srgbClr val="D147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غَنَّ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8"/>
          </a:solidFill>
          <a:ln w="12700">
            <a:solidFill>
              <a:srgbClr val="5EED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5"/>
          </a:solidFill>
          <a:ln w="12700">
            <a:solidFill>
              <a:srgbClr val="E0528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D864"/>
          </a:solidFill>
          <a:ln w="12700">
            <a:solidFill>
              <a:srgbClr val="7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3D147"/>
          </a:solidFill>
          <a:ln w="12700">
            <a:solidFill>
              <a:srgbClr val="7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7934"/>
          </a:solidFill>
          <a:ln w="12700">
            <a:solidFill>
              <a:srgbClr val="7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71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يَأَّ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يَبَّ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5EED"/>
          </a:solidFill>
          <a:ln w="12700">
            <a:solidFill>
              <a:srgbClr val="8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60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يَتَّ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E052"/>
          </a:solidFill>
          <a:ln w="12700">
            <a:solidFill>
              <a:srgbClr val="A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61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يَثَّ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2D8"/>
          </a:solidFill>
          <a:ln w="12700">
            <a:solidFill>
              <a:srgbClr val="649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5D1"/>
          </a:solidFill>
          <a:ln w="12700">
            <a:solidFill>
              <a:srgbClr val="479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يَجَّ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يَحَّ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يَخَّ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0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15E"/>
          </a:solidFill>
          <a:ln w="12700">
            <a:solidFill>
              <a:srgbClr val="ED6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53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يَذَّ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CE0"/>
          </a:solidFill>
          <a:ln w="12700">
            <a:solidFill>
              <a:srgbClr val="52C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6"/>
          </a:solidFill>
          <a:ln w="12700">
            <a:solidFill>
              <a:srgbClr val="DB70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يَرَّ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F"/>
          </a:solidFill>
          <a:ln w="12700">
            <a:solidFill>
              <a:srgbClr val="D864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7"/>
          </a:solidFill>
          <a:ln w="12700">
            <a:solidFill>
              <a:srgbClr val="D147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يَزَّ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يَسَّ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3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73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يَشَّ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يَصَّ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ED5E"/>
          </a:solidFill>
          <a:ln w="12700">
            <a:solidFill>
              <a:srgbClr val="7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6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يَضَّ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52E0"/>
          </a:solidFill>
          <a:ln w="12700">
            <a:solidFill>
              <a:srgbClr val="D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DB70"/>
          </a:solidFill>
          <a:ln w="12700">
            <a:solidFill>
              <a:srgbClr val="B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2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يَطَّ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847"/>
          </a:solidFill>
          <a:ln w="12700">
            <a:solidFill>
              <a:srgbClr val="D1C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2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يَظَّ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يَعَّ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يَغَّ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5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8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يَفَّ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3ED"/>
          </a:solidFill>
          <a:ln w="12700">
            <a:solidFill>
              <a:srgbClr val="5EA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يَقَّ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E52"/>
          </a:solidFill>
          <a:ln w="12700">
            <a:solidFill>
              <a:srgbClr val="E0A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CDB"/>
          </a:solidFill>
          <a:ln w="12700">
            <a:solidFill>
              <a:srgbClr val="70C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5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يَكَّ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7"/>
          </a:solidFill>
          <a:ln w="12700">
            <a:solidFill>
              <a:srgbClr val="64D8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6"/>
          </a:solidFill>
          <a:ln w="12700">
            <a:solidFill>
              <a:srgbClr val="47D1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يَلَّ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يَمَّ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يَنَّ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9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يَهَّ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6"/>
          </a:solidFill>
          <a:ln w="12700">
            <a:solidFill>
              <a:srgbClr val="ED5E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يَوَّ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A"/>
          </a:solidFill>
          <a:ln w="12700">
            <a:solidFill>
              <a:srgbClr val="52E08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447D1"/>
          </a:solidFill>
          <a:ln w="12700">
            <a:solidFill>
              <a:srgbClr val="8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55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بَيَّتَ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55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تَيَّثَ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ثَيَّجَ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جَيَّحَ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AED5E"/>
          </a:solidFill>
          <a:ln w="12700">
            <a:solidFill>
              <a:srgbClr val="E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حَيَّخَ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52E0"/>
          </a:solidFill>
          <a:ln w="12700">
            <a:solidFill>
              <a:srgbClr val="6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55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خَيَّدَ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دَيَّذَ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ذَيَّرَ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رَيَّزَ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11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زَيَّسَ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D"/>
          </a:solidFill>
          <a:ln w="12700">
            <a:solidFill>
              <a:srgbClr val="5EED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4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سَيَّشَ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0"/>
          </a:solidFill>
          <a:ln w="12700">
            <a:solidFill>
              <a:srgbClr val="E052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50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شَيَّصَ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4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صَيَّضَ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23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ضَيَّطَ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طَيَّظَ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ظَيَّعَ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5EED"/>
          </a:solidFill>
          <a:ln w="12700">
            <a:solidFill>
              <a:srgbClr val="A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عَيَّغَ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E052"/>
          </a:solidFill>
          <a:ln w="12700">
            <a:solidFill>
              <a:srgbClr val="8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5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غَيَّفَ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2D1"/>
          </a:solidFill>
          <a:ln w="12700">
            <a:solidFill>
              <a:srgbClr val="477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فَيَّقَ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قَيَّكَ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كَيَّلَ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لَيَّمَ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65E"/>
          </a:solidFill>
          <a:ln w="12700">
            <a:solidFill>
              <a:srgbClr val="ED8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مَيَّنَ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7E0"/>
          </a:solidFill>
          <a:ln w="12700">
            <a:solidFill>
              <a:srgbClr val="52A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B"/>
          </a:solidFill>
          <a:ln w="12700">
            <a:solidFill>
              <a:srgbClr val="DB70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55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نَيَّهَ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1"/>
          </a:solidFill>
          <a:ln w="12700">
            <a:solidFill>
              <a:srgbClr val="D864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4"/>
          </a:solidFill>
          <a:ln w="12700">
            <a:solidFill>
              <a:srgbClr val="D147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هَيَّوَ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2"/>
          </a:solidFill>
          <a:ln w="12700">
            <a:solidFill>
              <a:srgbClr val="5EED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B"/>
          </a:solidFill>
          <a:ln w="12700">
            <a:solidFill>
              <a:srgbClr val="E052C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D147"/>
          </a:solidFill>
          <a:ln w="12700">
            <a:solidFill>
              <a:srgbClr val="B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EED"/>
          </a:solidFill>
          <a:ln w="12700">
            <a:solidFill>
              <a:srgbClr val="5E7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252"/>
          </a:solidFill>
          <a:ln w="12700">
            <a:solidFill>
              <a:srgbClr val="E0D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0DB"/>
          </a:solidFill>
          <a:ln w="12700">
            <a:solidFill>
              <a:srgbClr val="70B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9"/>
          </a:solidFill>
          <a:ln w="12700">
            <a:solidFill>
              <a:srgbClr val="47D1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2"/>
          </a:solidFill>
          <a:ln w="12700">
            <a:solidFill>
              <a:srgbClr val="ED5E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F"/>
          </a:solidFill>
          <a:ln w="12700">
            <a:solidFill>
              <a:srgbClr val="52E0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B"/>
          </a:solidFill>
          <a:ln w="12700">
            <a:solidFill>
              <a:srgbClr val="DB70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64D8"/>
          </a:solidFill>
          <a:ln w="12700">
            <a:solidFill>
              <a:srgbClr val="C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47D1"/>
          </a:solidFill>
          <a:ln w="12700">
            <a:solidFill>
              <a:srgbClr val="A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ED5E"/>
          </a:solidFill>
          <a:ln w="12700">
            <a:solidFill>
              <a:srgbClr val="C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52E0"/>
          </a:solidFill>
          <a:ln w="12700">
            <a:solidFill>
              <a:srgbClr val="8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170"/>
          </a:solidFill>
          <a:ln w="12700">
            <a:solidFill>
              <a:srgbClr val="DBD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B64"/>
          </a:solidFill>
          <a:ln w="12700">
            <a:solidFill>
              <a:srgbClr val="D8A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547"/>
          </a:solidFill>
          <a:ln w="12700">
            <a:solidFill>
              <a:srgbClr val="D18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9ED"/>
          </a:solidFill>
          <a:ln w="12700">
            <a:solidFill>
              <a:srgbClr val="5EE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47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852"/>
          </a:solidFill>
          <a:ln w="12700">
            <a:solidFill>
              <a:srgbClr val="E06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D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7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9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D36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36E2A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0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E2A0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6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0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D2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C1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C1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160</Slides>
  <Notes>160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160</vt:i4>
      </vt:variant>
    </vt:vector>
  </HeadingPairs>
  <TitlesOfParts>
    <vt:vector size="1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03-noon-ya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