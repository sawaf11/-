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4ED5E"/>
          </a:solidFill>
          <a:ln w="12700">
            <a:solidFill>
              <a:srgbClr val="9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20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22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23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4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D52E0"/>
          </a:solidFill>
          <a:ln w="12700">
            <a:solidFill>
              <a:srgbClr val="B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DB70"/>
          </a:solidFill>
          <a:ln w="12700">
            <a:solidFill>
              <a:srgbClr val="C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B"/>
          </a:solidFill>
          <a:ln w="12700">
            <a:solidFill>
              <a:srgbClr val="4785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364"/>
          </a:solidFill>
          <a:ln w="12700">
            <a:solidFill>
              <a:srgbClr val="D8D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447"/>
          </a:solidFill>
          <a:ln w="12700">
            <a:solidFill>
              <a:srgbClr val="D1B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671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سَأَّ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سَبَّ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0"/>
          </a:solidFill>
          <a:ln w="12700">
            <a:solidFill>
              <a:srgbClr val="642B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D34"/>
          </a:solidFill>
          <a:ln w="12700">
            <a:solidFill>
              <a:srgbClr val="793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796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سَتَّ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سَثَّ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7ED"/>
          </a:solidFill>
          <a:ln w="12700">
            <a:solidFill>
              <a:srgbClr val="5EB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سَجَّ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952"/>
          </a:solidFill>
          <a:ln w="12700">
            <a:solidFill>
              <a:srgbClr val="E09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B"/>
          </a:solidFill>
          <a:ln w="12700">
            <a:solidFill>
              <a:srgbClr val="70D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4785"/>
          </a:solidFill>
          <a:ln w="12700">
            <a:solidFill>
              <a:srgbClr val="5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سَحَّ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6"/>
          </a:solidFill>
          <a:ln w="12700">
            <a:solidFill>
              <a:srgbClr val="64D8B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2"/>
          </a:solidFill>
          <a:ln w="12700">
            <a:solidFill>
              <a:srgbClr val="47D19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74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سَدَّ</a:t>
            </a:r>
            <a:endParaRPr lang="ar-SA" sz="9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7934"/>
          </a:solidFill>
          <a:ln w="12700">
            <a:solidFill>
              <a:srgbClr val="3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سَذَّ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4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سَرَّ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B"/>
          </a:solidFill>
          <a:ln w="12700">
            <a:solidFill>
              <a:srgbClr val="ED5ED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سَزَّ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6"/>
          </a:solidFill>
          <a:ln w="12700">
            <a:solidFill>
              <a:srgbClr val="52E07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170DB"/>
          </a:solidFill>
          <a:ln w="12700">
            <a:solidFill>
              <a:srgbClr val="C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D47"/>
          </a:solidFill>
          <a:ln w="12700">
            <a:solidFill>
              <a:srgbClr val="854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أَسَّبَ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964D8"/>
          </a:solidFill>
          <a:ln w="12700">
            <a:solidFill>
              <a:srgbClr val="9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047D1"/>
          </a:solidFill>
          <a:ln w="12700">
            <a:solidFill>
              <a:srgbClr val="7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53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بَسَّتَ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991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تَسَّثَ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D64"/>
          </a:solidFill>
          <a:ln w="12700">
            <a:solidFill>
              <a:srgbClr val="2B5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E79"/>
          </a:solidFill>
          <a:ln w="12700">
            <a:solidFill>
              <a:srgbClr val="344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ثَسَّجَ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382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جَسَّحَ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C5E"/>
          </a:solidFill>
          <a:ln w="12700">
            <a:solidFill>
              <a:srgbClr val="EDD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حَسَّخَ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2E0"/>
          </a:solidFill>
          <a:ln w="12700">
            <a:solidFill>
              <a:srgbClr val="5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670"/>
          </a:solidFill>
          <a:ln w="12700">
            <a:solidFill>
              <a:srgbClr val="DBA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8547"/>
          </a:solidFill>
          <a:ln w="12700">
            <a:solidFill>
              <a:srgbClr val="5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29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خَسَّدَ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D64"/>
          </a:solidFill>
          <a:ln w="12700">
            <a:solidFill>
              <a:srgbClr val="D87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E47"/>
          </a:solidFill>
          <a:ln w="12700">
            <a:solidFill>
              <a:srgbClr val="D14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58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دَسَّذَ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ذَسَّرَ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2B64"/>
          </a:solidFill>
          <a:ln w="12700">
            <a:solidFill>
              <a:srgbClr val="5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F"/>
          </a:solidFill>
          <a:ln w="12700">
            <a:solidFill>
              <a:srgbClr val="7934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983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رَسَّزَ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زَسَّأَ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8"/>
          </a:solidFill>
          <a:ln w="12700">
            <a:solidFill>
              <a:srgbClr val="5EEDB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أَسَّ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5"/>
          </a:solidFill>
          <a:ln w="12700">
            <a:solidFill>
              <a:srgbClr val="E0527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B"/>
          </a:solidFill>
          <a:ln w="12700">
            <a:solidFill>
              <a:srgbClr val="70DB8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185"/>
          </a:solidFill>
          <a:ln w="12700">
            <a:solidFill>
              <a:srgbClr val="476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03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بَسَّ</a:t>
            </a:r>
            <a:endParaRPr lang="ar-SA" sz="8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8D864"/>
          </a:solidFill>
          <a:ln w="12700">
            <a:solidFill>
              <a:srgbClr val="6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4D147"/>
          </a:solidFill>
          <a:ln w="12700">
            <a:solidFill>
              <a:srgbClr val="6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تَسَّ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ثَسَّ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F2B"/>
          </a:solidFill>
          <a:ln w="12700">
            <a:solidFill>
              <a:srgbClr val="644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7934"/>
          </a:solidFill>
          <a:ln w="12700">
            <a:solidFill>
              <a:srgbClr val="7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03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جَسَّ</a:t>
            </a:r>
            <a:endParaRPr lang="ar-SA" sz="8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3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حَسَّ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45EED"/>
          </a:solidFill>
          <a:ln w="12700">
            <a:solidFill>
              <a:srgbClr val="9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76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خَسَّ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8E052"/>
          </a:solidFill>
          <a:ln w="12700">
            <a:solidFill>
              <a:srgbClr val="9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170DB"/>
          </a:solidFill>
          <a:ln w="12700">
            <a:solidFill>
              <a:srgbClr val="7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0"/>
          </a:solidFill>
          <a:ln w="12700">
            <a:solidFill>
              <a:srgbClr val="8547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03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دَسَّ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5D8"/>
          </a:solidFill>
          <a:ln w="12700">
            <a:solidFill>
              <a:srgbClr val="648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6D1"/>
          </a:solidFill>
          <a:ln w="12700">
            <a:solidFill>
              <a:srgbClr val="478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ذَسَّ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703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رَسَّ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1"/>
          </a:solidFill>
          <a:ln w="12700">
            <a:solidFill>
              <a:srgbClr val="2B64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1"/>
          </a:solidFill>
          <a:ln w="12700">
            <a:solidFill>
              <a:srgbClr val="34797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زَسَّ</a:t>
            </a:r>
            <a:endParaRPr lang="ar-SA" sz="8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671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شَأَّ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15E"/>
          </a:solidFill>
          <a:ln w="12700">
            <a:solidFill>
              <a:srgbClr val="ED7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75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شَبَّ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CE0"/>
          </a:solidFill>
          <a:ln w="12700">
            <a:solidFill>
              <a:srgbClr val="52B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A"/>
          </a:solidFill>
          <a:ln w="12700">
            <a:solidFill>
              <a:srgbClr val="DB70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8547"/>
          </a:solidFill>
          <a:ln w="12700">
            <a:solidFill>
              <a:srgbClr val="7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796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شَتَّ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2"/>
          </a:solidFill>
          <a:ln w="12700">
            <a:solidFill>
              <a:srgbClr val="D864A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8"/>
          </a:solidFill>
          <a:ln w="12700">
            <a:solidFill>
              <a:srgbClr val="D147A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شَثَّ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94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شَجَّ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2B64"/>
          </a:solidFill>
          <a:ln w="12700">
            <a:solidFill>
              <a:srgbClr val="3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03479"/>
          </a:solidFill>
          <a:ln w="12700">
            <a:solidFill>
              <a:srgbClr val="6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594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شَحَّ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شَخَّ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FED5E"/>
          </a:solidFill>
          <a:ln w="12700">
            <a:solidFill>
              <a:srgbClr val="6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74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شَدَّ</a:t>
            </a:r>
            <a:endParaRPr lang="ar-SA" sz="9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E0"/>
          </a:solidFill>
          <a:ln w="12700">
            <a:solidFill>
              <a:srgbClr val="E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5DB70"/>
          </a:solidFill>
          <a:ln w="12700">
            <a:solidFill>
              <a:srgbClr val="A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B"/>
          </a:solidFill>
          <a:ln w="12700">
            <a:solidFill>
              <a:srgbClr val="4785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3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3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شَذَّ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D864"/>
          </a:solidFill>
          <a:ln w="12700">
            <a:solidFill>
              <a:srgbClr val="B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BD147"/>
          </a:solidFill>
          <a:ln w="12700">
            <a:solidFill>
              <a:srgbClr val="C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7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7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شَرَّ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شَزَّ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2"/>
          </a:solidFill>
          <a:ln w="12700">
            <a:solidFill>
              <a:srgbClr val="642B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E34"/>
          </a:solidFill>
          <a:ln w="12700">
            <a:solidFill>
              <a:srgbClr val="794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28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شَسَّ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338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338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أَشَّبَ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3ED"/>
          </a:solidFill>
          <a:ln w="12700">
            <a:solidFill>
              <a:srgbClr val="5E9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7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7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7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2798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بَشَّتَ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E52"/>
          </a:solidFill>
          <a:ln w="12700">
            <a:solidFill>
              <a:srgbClr val="E0B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0DB"/>
          </a:solidFill>
          <a:ln w="12700">
            <a:solidFill>
              <a:srgbClr val="70C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4785"/>
          </a:solidFill>
          <a:ln w="12700">
            <a:solidFill>
              <a:srgbClr val="6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7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7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7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942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تَشَّثَ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4"/>
          </a:solidFill>
          <a:ln w="12700">
            <a:solidFill>
              <a:srgbClr val="64D8D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5"/>
          </a:solidFill>
          <a:ln w="12700">
            <a:solidFill>
              <a:srgbClr val="47D1B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31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ثَشَّجَ</a:t>
            </a:r>
            <a:endParaRPr lang="ar-SA" sz="5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7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7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7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31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جَشَّحَ</a:t>
            </a:r>
            <a:endParaRPr lang="ar-SA" sz="5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642B"/>
          </a:solidFill>
          <a:ln w="12700">
            <a:solidFill>
              <a:srgbClr val="4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D"/>
          </a:solidFill>
          <a:ln w="12700">
            <a:solidFill>
              <a:srgbClr val="34793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7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7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7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431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حَشَّخَ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184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خَشَّدَ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7"/>
          </a:solidFill>
          <a:ln w="12700">
            <a:solidFill>
              <a:srgbClr val="ED5EB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7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7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7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209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دَشَّذَ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A"/>
          </a:solidFill>
          <a:ln w="12700">
            <a:solidFill>
              <a:srgbClr val="52E09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B"/>
          </a:solidFill>
          <a:ln w="12700">
            <a:solidFill>
              <a:srgbClr val="D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C47"/>
          </a:solidFill>
          <a:ln w="12700">
            <a:solidFill>
              <a:srgbClr val="855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7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7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7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27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ذَشَّرَ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764D8"/>
          </a:solidFill>
          <a:ln w="12700">
            <a:solidFill>
              <a:srgbClr val="B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347D1"/>
          </a:solidFill>
          <a:ln w="12700">
            <a:solidFill>
              <a:srgbClr val="9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027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رَشَّزَ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7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7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7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932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زَشَّسَ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E64"/>
          </a:solidFill>
          <a:ln w="12700">
            <a:solidFill>
              <a:srgbClr val="2B4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C79"/>
          </a:solidFill>
          <a:ln w="12700">
            <a:solidFill>
              <a:srgbClr val="343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7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338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7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338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7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438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سَشَّأَ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858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858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أَشَّ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AED5E"/>
          </a:solidFill>
          <a:ln w="12700">
            <a:solidFill>
              <a:srgbClr val="D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81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81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بَشَّ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652E0"/>
          </a:solidFill>
          <a:ln w="12700">
            <a:solidFill>
              <a:srgbClr val="7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170"/>
          </a:solidFill>
          <a:ln w="12700">
            <a:solidFill>
              <a:srgbClr val="DBC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D"/>
          </a:solidFill>
          <a:ln w="12700">
            <a:solidFill>
              <a:srgbClr val="47854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5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5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تَشَّ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A64"/>
          </a:solidFill>
          <a:ln w="12700">
            <a:solidFill>
              <a:srgbClr val="D89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147"/>
          </a:solidFill>
          <a:ln w="12700">
            <a:solidFill>
              <a:srgbClr val="D17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ثَشَّ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جَشَّ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C"/>
          </a:solidFill>
          <a:ln w="12700">
            <a:solidFill>
              <a:srgbClr val="642B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D"/>
          </a:solidFill>
          <a:ln w="12700">
            <a:solidFill>
              <a:srgbClr val="79344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حَشَّ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6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خَشَّ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D"/>
          </a:solidFill>
          <a:ln w="12700">
            <a:solidFill>
              <a:srgbClr val="5EEDD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دَشَّ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352"/>
          </a:solidFill>
          <a:ln w="12700">
            <a:solidFill>
              <a:srgbClr val="E05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7"/>
          </a:solidFill>
          <a:ln w="12700">
            <a:solidFill>
              <a:srgbClr val="70DBA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185"/>
          </a:solidFill>
          <a:ln w="12700">
            <a:solidFill>
              <a:srgbClr val="475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8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8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ذَشَّ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D"/>
          </a:solidFill>
          <a:ln w="12700">
            <a:solidFill>
              <a:srgbClr val="64D87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E"/>
          </a:solidFill>
          <a:ln w="12700">
            <a:solidFill>
              <a:srgbClr val="47D14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3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3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رَشَّ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2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2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زَشَّ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D2B"/>
          </a:solidFill>
          <a:ln w="12700">
            <a:solidFill>
              <a:srgbClr val="645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7934"/>
          </a:solidFill>
          <a:ln w="12700">
            <a:solidFill>
              <a:srgbClr val="5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9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9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سَشَّ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7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12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7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14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7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95EED"/>
          </a:solidFill>
          <a:ln w="12700">
            <a:solidFill>
              <a:srgbClr val="B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E23675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5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22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3675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24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5"/>
            </a:solidFill>
            <a:prstDash val="solid"/>
          </a:ln>
        </p:spPr>
      </p:sp>
      <p:sp>
        <p:nvSpPr>
          <p:cNvPr id="25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26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4E052"/>
          </a:solidFill>
          <a:ln w="12700">
            <a:solidFill>
              <a:srgbClr val="7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C70DB"/>
          </a:solidFill>
          <a:ln w="12700">
            <a:solidFill>
              <a:srgbClr val="8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0"/>
          </a:solidFill>
          <a:ln w="12700">
            <a:solidFill>
              <a:srgbClr val="854760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43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3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8D8"/>
          </a:solidFill>
          <a:ln w="12700">
            <a:solidFill>
              <a:srgbClr val="646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3D1"/>
          </a:solidFill>
          <a:ln w="12700">
            <a:solidFill>
              <a:srgbClr val="476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5C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E25C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07-seen-sheen</dc:title>
  <dc:subject>PptxGenJS Presentation</dc:subject>
  <dc:creator>PptxGenJS</dc:creator>
  <cp:lastModifiedBy>PptxGenJS</cp:lastModifiedBy>
  <cp:revision>1</cp:revision>
  <dcterms:created xsi:type="dcterms:W3CDTF">2026-10-21T19:04:07Z</dcterms:created>
  <dcterms:modified xsi:type="dcterms:W3CDTF">2026-10-21T19:04:07Z</dcterms:modified>
</cp:coreProperties>
</file>