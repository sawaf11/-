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ED5E"/>
          </a:solidFill>
          <a:ln w="12700">
            <a:solidFill>
              <a:srgbClr val="9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364"/>
          </a:solidFill>
          <a:ln w="12700">
            <a:solidFill>
              <a:srgbClr val="D8D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447"/>
          </a:solidFill>
          <a:ln w="12700">
            <a:solidFill>
              <a:srgbClr val="D1B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671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سَأَّ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16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سَبَّ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96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سَتَّ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سَثَّ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952"/>
          </a:solidFill>
          <a:ln w="12700">
            <a:solidFill>
              <a:srgbClr val="E09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6"/>
          </a:solidFill>
          <a:ln w="12700">
            <a:solidFill>
              <a:srgbClr val="64D8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2"/>
          </a:solidFill>
          <a:ln w="12700">
            <a:solidFill>
              <a:srgbClr val="47D1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4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سَدَّ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سَذَّ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4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سَرَّ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B"/>
          </a:solidFill>
          <a:ln w="12700">
            <a:solidFill>
              <a:srgbClr val="ED5E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6"/>
          </a:solidFill>
          <a:ln w="12700">
            <a:solidFill>
              <a:srgbClr val="52E0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أَسَّبَ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64D8"/>
          </a:solidFill>
          <a:ln w="12700">
            <a:solidFill>
              <a:srgbClr val="9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47D1"/>
          </a:solidFill>
          <a:ln w="12700">
            <a:solidFill>
              <a:srgbClr val="7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53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بَسَّتَ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9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تَسَّثَ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ثَسَّجَ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382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جَسَّحَ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C5E"/>
          </a:solidFill>
          <a:ln w="12700">
            <a:solidFill>
              <a:srgbClr val="EDD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حَسَّخَ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29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خَسَّدَ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58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دَسَّذَ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ذَسَّرَ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983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رَسَّزَ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زَسَّأَ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944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5"/>
          </a:solidFill>
          <a:ln w="12700">
            <a:solidFill>
              <a:srgbClr val="E0527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B"/>
          </a:solidFill>
          <a:ln w="12700">
            <a:solidFill>
              <a:srgbClr val="70DB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2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بَسَّ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D147"/>
          </a:solidFill>
          <a:ln w="12700">
            <a:solidFill>
              <a:srgbClr val="6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6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01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جَسَّ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5EED"/>
          </a:solidFill>
          <a:ln w="12700">
            <a:solidFill>
              <a:srgbClr val="9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2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9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7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6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7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0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زَسَّ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9671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شَأَّ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15E"/>
          </a:solidFill>
          <a:ln w="12700">
            <a:solidFill>
              <a:srgbClr val="ED7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75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شَبَّ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796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شَتَّ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8"/>
          </a:solidFill>
          <a:ln w="12700">
            <a:solidFill>
              <a:srgbClr val="D147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6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شَثَّ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شَجَّ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شَحَّ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شَخَّ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شَدَّ</a:t>
            </a:r>
            <a:endParaRPr lang="ar-SA" sz="9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3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شَذَّ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D147"/>
          </a:solidFill>
          <a:ln w="12700">
            <a:solidFill>
              <a:srgbClr val="C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7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شَرَّ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4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شَزَّ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0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28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شَسَّ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أَشَّبَ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7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7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7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79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بَشَّتَ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0DB"/>
          </a:solidFill>
          <a:ln w="12700">
            <a:solidFill>
              <a:srgbClr val="70C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7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7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942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تَشَّثَ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4"/>
          </a:solidFill>
          <a:ln w="12700">
            <a:solidFill>
              <a:srgbClr val="64D8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5"/>
          </a:solidFill>
          <a:ln w="12700">
            <a:solidFill>
              <a:srgbClr val="47D1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31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ثَشَّجَ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7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7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7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31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جَشَّحَ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7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7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7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31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حَشَّخَ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18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خَشَّدَ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7"/>
          </a:solidFill>
          <a:ln w="12700">
            <a:solidFill>
              <a:srgbClr val="ED5E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7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7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7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209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دَشَّذَ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7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7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27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ذَشَّرَ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64D8"/>
          </a:solidFill>
          <a:ln w="12700">
            <a:solidFill>
              <a:srgbClr val="B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7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27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رَشَّزَ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7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7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7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3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زَشَّسَ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7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0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7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7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7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38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سَشَّأَ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858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AED5E"/>
          </a:solidFill>
          <a:ln w="12700">
            <a:solidFill>
              <a:srgbClr val="D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81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52E0"/>
          </a:solidFill>
          <a:ln w="12700">
            <a:solidFill>
              <a:srgbClr val="7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5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A64"/>
          </a:solidFill>
          <a:ln w="12700">
            <a:solidFill>
              <a:srgbClr val="D89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73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6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6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9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352"/>
          </a:solidFill>
          <a:ln w="12700">
            <a:solidFill>
              <a:srgbClr val="E05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8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D"/>
          </a:solidFill>
          <a:ln w="12700">
            <a:solidFill>
              <a:srgbClr val="64D8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E"/>
          </a:solidFill>
          <a:ln w="12700">
            <a:solidFill>
              <a:srgbClr val="47D1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3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27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9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7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7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4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7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E23675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5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22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3675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24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5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E052"/>
          </a:solidFill>
          <a:ln w="12700">
            <a:solidFill>
              <a:srgbClr val="7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43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3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3D1"/>
          </a:solidFill>
          <a:ln w="12700">
            <a:solidFill>
              <a:srgbClr val="476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5C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E25C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07-seen-sheen</dc:title>
  <dc:subject>PptxGenJS Presentation</dc:subject>
  <dc:creator>PptxGenJS</dc:creator>
  <cp:lastModifiedBy>PptxGenJS</cp:lastModifiedBy>
  <cp:revision>1</cp:revision>
  <dcterms:created xsi:type="dcterms:W3CDTF">2026-10-21T19:04:07Z</dcterms:created>
  <dcterms:modified xsi:type="dcterms:W3CDTF">2026-10-21T19:04:07Z</dcterms:modified>
</cp:coreProperties>
</file>