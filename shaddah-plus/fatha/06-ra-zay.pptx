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852"/>
          </a:solidFill>
          <a:ln w="12700">
            <a:solidFill>
              <a:srgbClr val="E06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3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رَأَّ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6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68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رَتَّ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رَثَّ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5EED"/>
          </a:solidFill>
          <a:ln w="12700">
            <a:solidFill>
              <a:srgbClr val="C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E052"/>
          </a:solidFill>
          <a:ln w="12700">
            <a:solidFill>
              <a:srgbClr val="5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رَدَّ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7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رَذَّ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أَرَّبَ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60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بَرَّتَ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تَرَّثَ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170"/>
          </a:solidFill>
          <a:ln w="12700">
            <a:solidFill>
              <a:srgbClr val="DB8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ثَرَّجَ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17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جَرَّحَ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حَرَّخَ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خَرَّدَ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دَرَّذَ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7"/>
          </a:solidFill>
          <a:ln w="12700">
            <a:solidFill>
              <a:srgbClr val="5EED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ذَرَّأَ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6"/>
          </a:solidFill>
          <a:ln w="12700">
            <a:solidFill>
              <a:srgbClr val="E052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DB70"/>
          </a:solidFill>
          <a:ln w="12700">
            <a:solidFill>
              <a:srgbClr val="7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D147"/>
          </a:solidFill>
          <a:ln w="12700">
            <a:solidFill>
              <a:srgbClr val="9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جَرَّ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3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زَأَّ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6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زَبَّ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D"/>
          </a:solidFill>
          <a:ln w="12700">
            <a:solidFill>
              <a:srgbClr val="ED5E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68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زَتَّ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زَثَّ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زَجَّ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زَحَّ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زَخَّ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زَدَّ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7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زَذَّ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52E0"/>
          </a:solidFill>
          <a:ln w="12700">
            <a:solidFill>
              <a:srgbClr val="B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DB70"/>
          </a:solidFill>
          <a:ln w="12700">
            <a:solidFill>
              <a:srgbClr val="C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زَرَّ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964"/>
          </a:solidFill>
          <a:ln w="12700">
            <a:solidFill>
              <a:srgbClr val="D8C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أَزَّبَ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بَزَّتَ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تَزَّثَ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8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ثَزَّجَ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4ED"/>
          </a:solidFill>
          <a:ln w="12700">
            <a:solidFill>
              <a:srgbClr val="5EC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08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جَزَّحَ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8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حَزَّخَ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C"/>
          </a:solidFill>
          <a:ln w="12700">
            <a:solidFill>
              <a:srgbClr val="64D8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6"/>
          </a:solidFill>
          <a:ln w="12700">
            <a:solidFill>
              <a:srgbClr val="47D1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خَزَّدَ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دَزَّذَ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ذَزَّرَ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رَزَّأَ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9"/>
          </a:solidFill>
          <a:ln w="12700">
            <a:solidFill>
              <a:srgbClr val="52E0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7"/>
          </a:solidFill>
          <a:ln w="12700">
            <a:solidFill>
              <a:srgbClr val="854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64D8"/>
          </a:solidFill>
          <a:ln w="12700">
            <a:solidFill>
              <a:srgbClr val="8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F5E"/>
          </a:solidFill>
          <a:ln w="12700">
            <a:solidFill>
              <a:srgbClr val="EDC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EE0"/>
          </a:solidFill>
          <a:ln w="12700">
            <a:solidFill>
              <a:srgbClr val="525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264"/>
          </a:solidFill>
          <a:ln w="12700">
            <a:solidFill>
              <a:srgbClr val="D87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4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B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6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B7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7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36B7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6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E236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8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E23653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06-ra-zay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