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4"/>
          </a:solidFill>
          <a:ln w="12700">
            <a:solidFill>
              <a:srgbClr val="642B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3"/>
          </a:solidFill>
          <a:ln w="12700">
            <a:solidFill>
              <a:srgbClr val="7934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600" dirty="0"/>
          </a:p>
        </p:txBody>
      </p:sp>
      <p:sp>
        <p:nvSpPr>
          <p:cNvPr id="20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R result"/>
          <p:cNvSpPr txBox="1"/>
          <p:nvPr/>
        </p:nvSpPr>
        <p:spPr>
          <a:xfrm>
            <a:off x="685800" y="15540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7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7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8ED"/>
          </a:solidFill>
          <a:ln w="12700">
            <a:solidFill>
              <a:srgbClr val="5EE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852"/>
          </a:solidFill>
          <a:ln w="12700">
            <a:solidFill>
              <a:srgbClr val="E06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7"/>
          </a:solidFill>
          <a:ln w="12700">
            <a:solidFill>
              <a:srgbClr val="70DBB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885"/>
          </a:solidFill>
          <a:ln w="12700">
            <a:solidFill>
              <a:srgbClr val="474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330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رَأَّ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F"/>
          </a:solidFill>
          <a:ln w="12700">
            <a:solidFill>
              <a:srgbClr val="64D88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3"/>
          </a:solidFill>
          <a:ln w="12700">
            <a:solidFill>
              <a:srgbClr val="47D16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263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رَبَّ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68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رَتَّ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642B"/>
          </a:solidFill>
          <a:ln w="12700">
            <a:solidFill>
              <a:srgbClr val="6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7934"/>
          </a:solidFill>
          <a:ln w="12700">
            <a:solidFill>
              <a:srgbClr val="5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71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رَثَّ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رَجَّ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E5EED"/>
          </a:solidFill>
          <a:ln w="12700">
            <a:solidFill>
              <a:srgbClr val="C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رَحَّ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FE052"/>
          </a:solidFill>
          <a:ln w="12700">
            <a:solidFill>
              <a:srgbClr val="5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C70DB"/>
          </a:solidFill>
          <a:ln w="12700">
            <a:solidFill>
              <a:srgbClr val="9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7"/>
          </a:solidFill>
          <a:ln w="12700">
            <a:solidFill>
              <a:srgbClr val="85475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رَخَّ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264D8"/>
          </a:solidFill>
          <a:ln w="12700">
            <a:solidFill>
              <a:srgbClr val="7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ED1"/>
          </a:solidFill>
          <a:ln w="12700">
            <a:solidFill>
              <a:srgbClr val="474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51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رَدَّ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75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رَذَّ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8"/>
          </a:solidFill>
          <a:ln w="12700">
            <a:solidFill>
              <a:srgbClr val="2B64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679"/>
          </a:solidFill>
          <a:ln w="12700">
            <a:solidFill>
              <a:srgbClr val="346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أَرَّبَ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760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بَرَّتَ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B5E"/>
          </a:solidFill>
          <a:ln w="12700">
            <a:solidFill>
              <a:srgbClr val="EDA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058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تَرَّثَ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2E0"/>
          </a:solidFill>
          <a:ln w="12700">
            <a:solidFill>
              <a:srgbClr val="528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170"/>
          </a:solidFill>
          <a:ln w="12700">
            <a:solidFill>
              <a:srgbClr val="DB8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8547"/>
          </a:solidFill>
          <a:ln w="12700">
            <a:solidFill>
              <a:srgbClr val="6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ثَرَّجَ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3"/>
          </a:solidFill>
          <a:ln w="12700">
            <a:solidFill>
              <a:srgbClr val="D8647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0"/>
          </a:solidFill>
          <a:ln w="12700">
            <a:solidFill>
              <a:srgbClr val="D1477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177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جَرَّحَ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96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996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7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7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حَرَّخَ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2B64"/>
          </a:solidFill>
          <a:ln w="12700">
            <a:solidFill>
              <a:srgbClr val="4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7"/>
          </a:solidFill>
          <a:ln w="12700">
            <a:solidFill>
              <a:srgbClr val="7934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96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96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3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775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خَرَّدَ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دَرَّذَ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7"/>
          </a:solidFill>
          <a:ln w="12700">
            <a:solidFill>
              <a:srgbClr val="5EED8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ذَرَّأَ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6"/>
          </a:solidFill>
          <a:ln w="12700">
            <a:solidFill>
              <a:srgbClr val="E052A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ADB70"/>
          </a:solidFill>
          <a:ln w="12700">
            <a:solidFill>
              <a:srgbClr val="7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685"/>
          </a:solidFill>
          <a:ln w="12700">
            <a:solidFill>
              <a:srgbClr val="4776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أَرَّ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0D864"/>
          </a:solidFill>
          <a:ln w="12700">
            <a:solidFill>
              <a:srgbClr val="9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3D147"/>
          </a:solidFill>
          <a:ln w="12700">
            <a:solidFill>
              <a:srgbClr val="9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4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بَرَّ</a:t>
            </a:r>
            <a:endParaRPr lang="ar-SA" sz="8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تَرَّ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B2B"/>
          </a:solidFill>
          <a:ln w="12700">
            <a:solidFill>
              <a:srgbClr val="643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B34"/>
          </a:solidFill>
          <a:ln w="12700">
            <a:solidFill>
              <a:srgbClr val="796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ثَرَّ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4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جَرَّ</a:t>
            </a:r>
            <a:endParaRPr lang="ar-SA" sz="8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45EED"/>
          </a:solidFill>
          <a:ln w="12700">
            <a:solidFill>
              <a:srgbClr val="6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74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حَرَّ</a:t>
            </a:r>
            <a:endParaRPr lang="ar-SA" sz="8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9E052"/>
          </a:solidFill>
          <a:ln w="12700">
            <a:solidFill>
              <a:srgbClr val="C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4DB"/>
          </a:solidFill>
          <a:ln w="12700">
            <a:solidFill>
              <a:srgbClr val="709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4785"/>
          </a:solidFill>
          <a:ln w="12700">
            <a:solidFill>
              <a:srgbClr val="8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60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60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766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خَرَّ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DD8"/>
          </a:solidFill>
          <a:ln w="12700">
            <a:solidFill>
              <a:srgbClr val="64A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5D1"/>
          </a:solidFill>
          <a:ln w="12700">
            <a:solidFill>
              <a:srgbClr val="47B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4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دَرَّ</a:t>
            </a:r>
            <a:endParaRPr lang="ar-SA" sz="8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ذَرَّ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D"/>
          </a:solidFill>
          <a:ln w="12700">
            <a:solidFill>
              <a:srgbClr val="2B64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9"/>
          </a:solidFill>
          <a:ln w="12700">
            <a:solidFill>
              <a:srgbClr val="34795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330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زَأَّ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263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زَبَّ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D"/>
          </a:solidFill>
          <a:ln w="12700">
            <a:solidFill>
              <a:srgbClr val="ED5E7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80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80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68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زَتَّ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4"/>
          </a:solidFill>
          <a:ln w="12700">
            <a:solidFill>
              <a:srgbClr val="52E0D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F"/>
          </a:solidFill>
          <a:ln w="12700">
            <a:solidFill>
              <a:srgbClr val="DB70A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547"/>
          </a:solidFill>
          <a:ln w="12700">
            <a:solidFill>
              <a:srgbClr val="857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71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زَثَّ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A"/>
          </a:solidFill>
          <a:ln w="12700">
            <a:solidFill>
              <a:srgbClr val="D864C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B47D1"/>
          </a:solidFill>
          <a:ln w="12700">
            <a:solidFill>
              <a:srgbClr val="C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زَجَّ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زَحَّ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764"/>
          </a:solidFill>
          <a:ln w="12700">
            <a:solidFill>
              <a:srgbClr val="2B3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83479"/>
          </a:solidFill>
          <a:ln w="12700">
            <a:solidFill>
              <a:srgbClr val="4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95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95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زَخَّ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51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زَدَّ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0ED5E"/>
          </a:solidFill>
          <a:ln w="12700">
            <a:solidFill>
              <a:srgbClr val="A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75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زَذَّ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052E0"/>
          </a:solidFill>
          <a:ln w="12700">
            <a:solidFill>
              <a:srgbClr val="B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ADB70"/>
          </a:solidFill>
          <a:ln w="12700">
            <a:solidFill>
              <a:srgbClr val="C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6"/>
          </a:solidFill>
          <a:ln w="12700">
            <a:solidFill>
              <a:srgbClr val="47856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زَرَّ</a:t>
            </a:r>
            <a:endParaRPr lang="ar-SA" sz="8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964"/>
          </a:solidFill>
          <a:ln w="12700">
            <a:solidFill>
              <a:srgbClr val="D8C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947"/>
          </a:solidFill>
          <a:ln w="12700">
            <a:solidFill>
              <a:srgbClr val="D1A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أَزَّبَ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6879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بَزَّتَ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5"/>
          </a:solidFill>
          <a:ln w="12700">
            <a:solidFill>
              <a:srgbClr val="642B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734"/>
          </a:solidFill>
          <a:ln w="12700">
            <a:solidFill>
              <a:srgbClr val="793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6879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تَزَّثَ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087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ثَزَّجَ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4ED"/>
          </a:solidFill>
          <a:ln w="12700">
            <a:solidFill>
              <a:srgbClr val="5EC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087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جَزَّحَ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D52"/>
          </a:solidFill>
          <a:ln w="12700">
            <a:solidFill>
              <a:srgbClr val="E08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2"/>
          </a:solidFill>
          <a:ln w="12700">
            <a:solidFill>
              <a:srgbClr val="70DBD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4785"/>
          </a:solidFill>
          <a:ln w="12700">
            <a:solidFill>
              <a:srgbClr val="5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087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حَزَّخَ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C"/>
          </a:solidFill>
          <a:ln w="12700">
            <a:solidFill>
              <a:srgbClr val="64D8A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6"/>
          </a:solidFill>
          <a:ln w="12700">
            <a:solidFill>
              <a:srgbClr val="47D18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879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خَزَّدَ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6879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دَزَّذَ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642B"/>
          </a:solidFill>
          <a:ln w="12700">
            <a:solidFill>
              <a:srgbClr val="5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37934"/>
          </a:solidFill>
          <a:ln w="12700">
            <a:solidFill>
              <a:srgbClr val="4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6879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ذَزَّرَ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رَزَّأَ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7"/>
          </a:solidFill>
          <a:ln w="12700">
            <a:solidFill>
              <a:srgbClr val="ED5EE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أَزَّ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9"/>
          </a:solidFill>
          <a:ln w="12700">
            <a:solidFill>
              <a:srgbClr val="52E06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770DB"/>
          </a:solidFill>
          <a:ln w="12700">
            <a:solidFill>
              <a:srgbClr val="B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7"/>
          </a:solidFill>
          <a:ln w="12700">
            <a:solidFill>
              <a:srgbClr val="854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بَزَّ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F64D8"/>
          </a:solidFill>
          <a:ln w="12700">
            <a:solidFill>
              <a:srgbClr val="8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447D1"/>
          </a:solidFill>
          <a:ln w="12700">
            <a:solidFill>
              <a:srgbClr val="6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تَزَّ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ثَزَّ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264"/>
          </a:solidFill>
          <a:ln w="12700">
            <a:solidFill>
              <a:srgbClr val="2B6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479"/>
          </a:solidFill>
          <a:ln w="12700">
            <a:solidFill>
              <a:srgbClr val="345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جَزَّ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حَزَّ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F5E"/>
          </a:solidFill>
          <a:ln w="12700">
            <a:solidFill>
              <a:srgbClr val="EDC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خَزَّ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EE0"/>
          </a:solidFill>
          <a:ln w="12700">
            <a:solidFill>
              <a:srgbClr val="525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D70"/>
          </a:solidFill>
          <a:ln w="12700">
            <a:solidFill>
              <a:srgbClr val="DB9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8547"/>
          </a:solidFill>
          <a:ln w="12700">
            <a:solidFill>
              <a:srgbClr val="5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دَزَّ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264"/>
          </a:solidFill>
          <a:ln w="12700">
            <a:solidFill>
              <a:srgbClr val="D87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D"/>
          </a:solidFill>
          <a:ln w="12700">
            <a:solidFill>
              <a:srgbClr val="D1474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ذَزَّ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رَزَّ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82B64"/>
          </a:solidFill>
          <a:ln w="12700">
            <a:solidFill>
              <a:srgbClr val="5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5"/>
          </a:solidFill>
          <a:ln w="12700">
            <a:solidFill>
              <a:srgbClr val="793465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937038" y="896112"/>
            <a:ext cx="15523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B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937038" y="896112"/>
            <a:ext cx="15523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</a:t>
            </a:r>
            <a:endParaRPr lang="ar-SA" sz="4800" dirty="0"/>
          </a:p>
        </p:txBody>
      </p:sp>
      <p:sp>
        <p:nvSpPr>
          <p:cNvPr id="14" name="C2 W2 pill"/>
          <p:cNvSpPr/>
          <p:nvPr/>
        </p:nvSpPr>
        <p:spPr>
          <a:xfrm>
            <a:off x="3373039" y="896112"/>
            <a:ext cx="22439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B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373039" y="896112"/>
            <a:ext cx="22439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تَقَبَّلۡ</a:t>
            </a:r>
            <a:endParaRPr lang="ar-SA" sz="4800" dirty="0"/>
          </a:p>
        </p:txBody>
      </p:sp>
      <p:sp>
        <p:nvSpPr>
          <p:cNvPr id="16" name="C3 W3 pill"/>
          <p:cNvSpPr/>
          <p:nvPr/>
        </p:nvSpPr>
        <p:spPr>
          <a:xfrm>
            <a:off x="1654577" y="896112"/>
            <a:ext cx="13984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B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654577" y="896112"/>
            <a:ext cx="13984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مِنَّا</a:t>
            </a:r>
            <a:endParaRPr lang="ar-SA" sz="48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436037" y="2834640"/>
            <a:ext cx="42719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436037" y="2834640"/>
            <a:ext cx="42719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 تَقَبَّلۡ مِنَّا</a:t>
            </a:r>
            <a:endParaRPr lang="ar-SA" sz="4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7012503" y="896112"/>
            <a:ext cx="1252492" cy="1371600"/>
          </a:xfrm>
          <a:prstGeom prst="roundRect">
            <a:avLst>
              <a:gd name="adj" fmla="val 29203"/>
            </a:avLst>
          </a:prstGeom>
          <a:solidFill>
            <a:srgbClr val="FFFFFF"/>
          </a:solidFill>
          <a:ln w="76200">
            <a:solidFill>
              <a:srgbClr val="B7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7012503" y="896112"/>
            <a:ext cx="125249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5222375" y="896112"/>
            <a:ext cx="14700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7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5222375" y="896112"/>
            <a:ext cx="14700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ٱللَّهَ</a:t>
            </a:r>
            <a:endParaRPr lang="ar-SA" sz="4000" dirty="0"/>
          </a:p>
        </p:txBody>
      </p:sp>
      <p:sp>
        <p:nvSpPr>
          <p:cNvPr id="14" name="C3 W3 pill"/>
          <p:cNvSpPr/>
          <p:nvPr/>
        </p:nvSpPr>
        <p:spPr>
          <a:xfrm>
            <a:off x="3630811" y="896112"/>
            <a:ext cx="1271524" cy="1371600"/>
          </a:xfrm>
          <a:prstGeom prst="roundRect">
            <a:avLst>
              <a:gd name="adj" fmla="val 28765"/>
            </a:avLst>
          </a:prstGeom>
          <a:solidFill>
            <a:srgbClr val="FFFFFF"/>
          </a:solidFill>
          <a:ln w="76200">
            <a:solidFill>
              <a:srgbClr val="E236B7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3630811" y="896112"/>
            <a:ext cx="12715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مَعَ</a:t>
            </a:r>
            <a:endParaRPr lang="ar-SA" sz="4000" dirty="0"/>
          </a:p>
        </p:txBody>
      </p:sp>
      <p:sp>
        <p:nvSpPr>
          <p:cNvPr id="16" name="C4 W4 pill"/>
          <p:cNvSpPr/>
          <p:nvPr/>
        </p:nvSpPr>
        <p:spPr>
          <a:xfrm>
            <a:off x="879005" y="896112"/>
            <a:ext cx="24317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7E236"/>
            </a:solidFill>
            <a:prstDash val="solid"/>
          </a:ln>
        </p:spPr>
      </p:sp>
      <p:sp>
        <p:nvSpPr>
          <p:cNvPr id="17" name="C4 W4 word"/>
          <p:cNvSpPr txBox="1"/>
          <p:nvPr/>
        </p:nvSpPr>
        <p:spPr>
          <a:xfrm>
            <a:off x="879005" y="896112"/>
            <a:ext cx="24317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ٱلصَّٰبِرِينَ</a:t>
            </a:r>
            <a:endParaRPr lang="ar-SA" sz="4000" dirty="0"/>
          </a:p>
        </p:txBody>
      </p:sp>
      <p:sp>
        <p:nvSpPr>
          <p:cNvPr id="18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S panel"/>
          <p:cNvSpPr/>
          <p:nvPr/>
        </p:nvSpPr>
        <p:spPr>
          <a:xfrm>
            <a:off x="2166662" y="2834640"/>
            <a:ext cx="48106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5 S sentence"/>
          <p:cNvSpPr txBox="1"/>
          <p:nvPr/>
        </p:nvSpPr>
        <p:spPr>
          <a:xfrm>
            <a:off x="2166662" y="2834640"/>
            <a:ext cx="48106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 ٱللَّهَ مَعَ ٱلصَّٰبِرِينَ</a:t>
            </a:r>
            <a:endParaRPr lang="ar-SA" sz="4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C"/>
          </a:solidFill>
          <a:ln w="12700">
            <a:solidFill>
              <a:srgbClr val="5EEDA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544249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3685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544249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2305021" y="896112"/>
            <a:ext cx="29191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5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05021" y="896112"/>
            <a:ext cx="29191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سَيَعۡلَمُونَ</a:t>
            </a:r>
            <a:endParaRPr lang="ar-SA" sz="40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665254" y="2834640"/>
            <a:ext cx="38134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665254" y="2834640"/>
            <a:ext cx="38134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 سَيَعۡلَمُونَ</a:t>
            </a:r>
            <a:endParaRPr lang="ar-SA" sz="4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1"/>
          </a:solidFill>
          <a:ln w="12700">
            <a:solidFill>
              <a:srgbClr val="E0528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2"/>
          </a:solidFill>
          <a:ln w="12700">
            <a:solidFill>
              <a:srgbClr val="70DB8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685"/>
          </a:solidFill>
          <a:ln w="12700">
            <a:solidFill>
              <a:srgbClr val="4766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64171" y="896112"/>
            <a:ext cx="1230426" cy="1371600"/>
          </a:xfrm>
          <a:prstGeom prst="roundRect">
            <a:avLst>
              <a:gd name="adj" fmla="val 29726"/>
            </a:avLst>
          </a:prstGeom>
          <a:solidFill>
            <a:srgbClr val="FFFFFF"/>
          </a:solidFill>
          <a:ln w="76200">
            <a:solidFill>
              <a:srgbClr val="E23653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64171" y="896112"/>
            <a:ext cx="12304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</a:t>
            </a:r>
            <a:endParaRPr lang="ar-SA" sz="4000" dirty="0"/>
          </a:p>
        </p:txBody>
      </p:sp>
      <p:sp>
        <p:nvSpPr>
          <p:cNvPr id="17" name="C2 W2 pill"/>
          <p:cNvSpPr/>
          <p:nvPr/>
        </p:nvSpPr>
        <p:spPr>
          <a:xfrm>
            <a:off x="3149402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53E2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149402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527514" y="2834640"/>
            <a:ext cx="20889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527514" y="2834640"/>
            <a:ext cx="20889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 كَلَّا</a:t>
            </a:r>
            <a:endParaRPr lang="ar-SA" sz="4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fatha 06-ra-zay</dc:title>
  <dc:subject>PptxGenJS Presentation</dc:subject>
  <dc:creator>PptxGenJS</dc:creator>
  <cp:lastModifiedBy>PptxGenJS</cp:lastModifiedBy>
  <cp:revision>1</cp:revision>
  <dcterms:created xsi:type="dcterms:W3CDTF">2026-10-21T19:04:07Z</dcterms:created>
  <dcterms:modified xsi:type="dcterms:W3CDTF">2026-10-21T19:04:07Z</dcterms:modified>
</cp:coreProperties>
</file>