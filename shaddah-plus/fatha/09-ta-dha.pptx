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notesMaster" Target="notesMasters/notesMaster1.xml"/><Relationship Id="rId103" Type="http://schemas.openxmlformats.org/officeDocument/2006/relationships/presProps" Target="presProps.xml"/><Relationship Id="rId104" Type="http://schemas.openxmlformats.org/officeDocument/2006/relationships/viewProps" Target="viewProps.xml"/><Relationship Id="rId105" Type="http://schemas.openxmlformats.org/officeDocument/2006/relationships/theme" Target="theme/theme1.xml"/><Relationship Id="rId1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23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BD1"/>
          </a:solidFill>
          <a:ln w="12700">
            <a:solidFill>
              <a:srgbClr val="474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طَأَّ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47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طَبَّ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E5E"/>
          </a:solidFill>
          <a:ln w="12700">
            <a:solidFill>
              <a:srgbClr val="EDA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طَتَّ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طَثَّ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طَجَّ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طَحَّ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51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طَدَّ</a:t>
            </a:r>
            <a:endParaRPr lang="ar-SA" sz="9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طَذَّ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2"/>
          </a:solidFill>
          <a:ln w="12700">
            <a:solidFill>
              <a:srgbClr val="E052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طَرَّ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طَسَّ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طَشَّ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6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طَصَّ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5EED"/>
          </a:solidFill>
          <a:ln w="12700">
            <a:solidFill>
              <a:srgbClr val="6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طَضَّ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6E052"/>
          </a:solidFill>
          <a:ln w="12700">
            <a:solidFill>
              <a:srgbClr val="C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6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أَطَّبَ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2D1"/>
          </a:solidFill>
          <a:ln w="12700">
            <a:solidFill>
              <a:srgbClr val="47B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56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بَطَّتَ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67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تَطَّثَ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81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ثَطَّجَ</a:t>
            </a:r>
            <a:endParaRPr lang="ar-SA" sz="5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1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جَطَّحَ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1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حَطَّخَ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خَطَّدَ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E47D1"/>
          </a:solidFill>
          <a:ln w="12700">
            <a:solidFill>
              <a:srgbClr val="C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دَطَّذَ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4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ذَطَّرَ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رَطَّزَ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3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زَطَّسَ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DED5E"/>
          </a:solidFill>
          <a:ln w="12700">
            <a:solidFill>
              <a:srgbClr val="9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261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سَطَّشَ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452E0"/>
          </a:solidFill>
          <a:ln w="12700">
            <a:solidFill>
              <a:srgbClr val="B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261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شَطَّصَ</a:t>
            </a:r>
            <a:endParaRPr lang="ar-SA" sz="5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C47"/>
          </a:solidFill>
          <a:ln w="12700">
            <a:solidFill>
              <a:srgbClr val="D1A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26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صَطَّضَ</a:t>
            </a:r>
            <a:endParaRPr lang="ar-SA" sz="4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ضَطَّأَ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أَطَّ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34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بَطَّ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تَطَّ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052"/>
          </a:solidFill>
          <a:ln w="12700">
            <a:solidFill>
              <a:srgbClr val="E09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ثَطَّ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56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جَطَّ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حَطَّ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خَطَّ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دَطَّ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ذَطَّ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3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رَطَّ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747D1"/>
          </a:solidFill>
          <a:ln w="12700">
            <a:solidFill>
              <a:srgbClr val="6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3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زَطَّ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سَطَّ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شَطَّ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صَطَّ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ضَطَّ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AE0"/>
          </a:solidFill>
          <a:ln w="12700">
            <a:solidFill>
              <a:srgbClr val="525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ظَأَّ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A"/>
          </a:solidFill>
          <a:ln w="12700">
            <a:solidFill>
              <a:srgbClr val="D147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47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ظَبَّ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ظَتَّ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ظَثَّ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ظَجَّ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F"/>
          </a:solidFill>
          <a:ln w="12700">
            <a:solidFill>
              <a:srgbClr val="5EED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ظَحَّ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E"/>
          </a:solidFill>
          <a:ln w="12700">
            <a:solidFill>
              <a:srgbClr val="E0527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ظَخَّ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CD147"/>
          </a:solidFill>
          <a:ln w="12700">
            <a:solidFill>
              <a:srgbClr val="6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51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ظَدَّ</a:t>
            </a:r>
            <a:endParaRPr lang="ar-SA" sz="9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ظَذَّ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ظَرَّ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ظَزَّ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ظَسَّ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ظَشَّ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6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ظَصَّ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ظَضَّ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ظَطَّ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6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أَظَّبَ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85E"/>
          </a:solidFill>
          <a:ln w="12700">
            <a:solidFill>
              <a:srgbClr val="ED6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656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بَظَّتَ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5E0"/>
          </a:solidFill>
          <a:ln w="12700">
            <a:solidFill>
              <a:srgbClr val="52C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467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تَظَّثَ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1"/>
          </a:solidFill>
          <a:ln w="12700">
            <a:solidFill>
              <a:srgbClr val="D147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1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ثَظَّجَ</a:t>
            </a:r>
            <a:endParaRPr lang="ar-SA" sz="5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81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جَظَّحَ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81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حَظَّخَ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خَظَّدَ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دَظَّذَ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52E0"/>
          </a:solidFill>
          <a:ln w="12700">
            <a:solidFill>
              <a:srgbClr val="D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DB70"/>
          </a:solidFill>
          <a:ln w="12700">
            <a:solidFill>
              <a:srgbClr val="A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4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ذَظَّرَ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F47"/>
          </a:solidFill>
          <a:ln w="12700">
            <a:solidFill>
              <a:srgbClr val="D1C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رَظَّزَ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3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زَظَّسَ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261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سَظَّشَ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61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شَظَّصَ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CED"/>
          </a:solidFill>
          <a:ln w="12700">
            <a:solidFill>
              <a:srgbClr val="5E9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226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صَظَّضَ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552"/>
          </a:solidFill>
          <a:ln w="12700">
            <a:solidFill>
              <a:srgbClr val="E0B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1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ضَظَّطَ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D"/>
          </a:solidFill>
          <a:ln w="12700">
            <a:solidFill>
              <a:srgbClr val="64D8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617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طَظَّأَ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أَظَّ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34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بَظَّ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تَظَّ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ثَظَّ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1"/>
          </a:solidFill>
          <a:ln w="12700">
            <a:solidFill>
              <a:srgbClr val="52E09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56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جَظَّ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64D8"/>
          </a:solidFill>
          <a:ln w="12700">
            <a:solidFill>
              <a:srgbClr val="B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حَظَّ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خَظَّ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دَظَّ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ذَظَّ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3ED5E"/>
          </a:solidFill>
          <a:ln w="12700">
            <a:solidFill>
              <a:srgbClr val="E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63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3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زَظَّ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364"/>
          </a:solidFill>
          <a:ln w="12700">
            <a:solidFill>
              <a:srgbClr val="D89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847"/>
          </a:solidFill>
          <a:ln w="12700">
            <a:solidFill>
              <a:srgbClr val="D16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سَظَّ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شَظَّ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صَظَّ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ضَظَّ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طَظَّ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9"/>
          </a:solidFill>
          <a:ln w="12700">
            <a:solidFill>
              <a:srgbClr val="E052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0"/>
          </a:solidFill>
          <a:ln w="12700">
            <a:solidFill>
              <a:srgbClr val="70DB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A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7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9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A36E2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6"/>
          </a:solidFill>
          <a:ln w="12700">
            <a:solidFill>
              <a:srgbClr val="64D8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9D147"/>
          </a:solidFill>
          <a:ln w="12700">
            <a:solidFill>
              <a:srgbClr val="4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36E27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E27C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16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C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AE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E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E2E0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36E2E0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09-ta-dha</dc:title>
  <dc:subject>PptxGenJS Presentation</dc:subject>
  <dc:creator>PptxGenJS</dc:creator>
  <cp:lastModifiedBy>PptxGenJS</cp:lastModifiedBy>
  <cp:revision>1</cp:revision>
  <dcterms:created xsi:type="dcterms:W3CDTF">2026-10-21T19:04:07Z</dcterms:created>
  <dcterms:modified xsi:type="dcterms:W3CDTF">2026-10-21T19:04:07Z</dcterms:modified>
</cp:coreProperties>
</file>