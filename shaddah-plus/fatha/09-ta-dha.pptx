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BE052"/>
          </a:solidFill>
          <a:ln w="12700">
            <a:solidFill>
              <a:srgbClr val="5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F70DB"/>
          </a:solidFill>
          <a:ln w="12700">
            <a:solidFill>
              <a:srgbClr val="9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6"/>
          </a:solidFill>
          <a:ln w="12700">
            <a:solidFill>
              <a:srgbClr val="8547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600" dirty="0"/>
          </a:p>
        </p:txBody>
      </p:sp>
      <p:sp>
        <p:nvSpPr>
          <p:cNvPr id="23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R result"/>
          <p:cNvSpPr txBox="1"/>
          <p:nvPr/>
        </p:nvSpPr>
        <p:spPr>
          <a:xfrm>
            <a:off x="685800" y="15540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464D8"/>
          </a:solidFill>
          <a:ln w="12700">
            <a:solidFill>
              <a:srgbClr val="7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BD1"/>
          </a:solidFill>
          <a:ln w="12700">
            <a:solidFill>
              <a:srgbClr val="474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7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7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9"/>
          </a:solidFill>
          <a:ln w="12700">
            <a:solidFill>
              <a:srgbClr val="2B64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479"/>
          </a:solidFill>
          <a:ln w="12700">
            <a:solidFill>
              <a:srgbClr val="346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712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طَأَّ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47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طَبَّ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E5E"/>
          </a:solidFill>
          <a:ln w="12700">
            <a:solidFill>
              <a:srgbClr val="EDA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888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طَتَّ</a:t>
            </a:r>
            <a:endParaRPr lang="ar-SA" sz="9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FE0"/>
          </a:solidFill>
          <a:ln w="12700">
            <a:solidFill>
              <a:srgbClr val="527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470"/>
          </a:solidFill>
          <a:ln w="12700">
            <a:solidFill>
              <a:srgbClr val="DB8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8547"/>
          </a:solidFill>
          <a:ln w="12700">
            <a:solidFill>
              <a:srgbClr val="6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طَثَّ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0"/>
          </a:solidFill>
          <a:ln w="12700">
            <a:solidFill>
              <a:srgbClr val="D8647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D"/>
          </a:solidFill>
          <a:ln w="12700">
            <a:solidFill>
              <a:srgbClr val="D1476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69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طَجَّ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669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طَحَّ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2B64"/>
          </a:solidFill>
          <a:ln w="12700">
            <a:solidFill>
              <a:srgbClr val="4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5"/>
          </a:solidFill>
          <a:ln w="12700">
            <a:solidFill>
              <a:srgbClr val="79347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طَخَّ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51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طَدَّ</a:t>
            </a:r>
            <a:endParaRPr lang="ar-SA" sz="9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B"/>
          </a:solidFill>
          <a:ln w="12700">
            <a:solidFill>
              <a:srgbClr val="5EED8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2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طَذَّ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2"/>
          </a:solidFill>
          <a:ln w="12700">
            <a:solidFill>
              <a:srgbClr val="E052A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7DB70"/>
          </a:solidFill>
          <a:ln w="12700">
            <a:solidFill>
              <a:srgbClr val="7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485"/>
          </a:solidFill>
          <a:ln w="12700">
            <a:solidFill>
              <a:srgbClr val="477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طَرَّ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DD864"/>
          </a:solidFill>
          <a:ln w="12700">
            <a:solidFill>
              <a:srgbClr val="8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FD147"/>
          </a:solidFill>
          <a:ln w="12700">
            <a:solidFill>
              <a:srgbClr val="8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طَزَّ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طَسَّ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D2B"/>
          </a:solidFill>
          <a:ln w="12700">
            <a:solidFill>
              <a:srgbClr val="643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C34"/>
          </a:solidFill>
          <a:ln w="12700">
            <a:solidFill>
              <a:srgbClr val="796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طَشَّ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56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طَصَّ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75EED"/>
          </a:solidFill>
          <a:ln w="12700">
            <a:solidFill>
              <a:srgbClr val="6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99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99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طَضَّ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6E052"/>
          </a:solidFill>
          <a:ln w="12700">
            <a:solidFill>
              <a:srgbClr val="C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2DB"/>
          </a:solidFill>
          <a:ln w="12700">
            <a:solidFill>
              <a:srgbClr val="709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3"/>
          </a:solidFill>
          <a:ln w="12700">
            <a:solidFill>
              <a:srgbClr val="8547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560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أَطَّبَ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AD8"/>
          </a:solidFill>
          <a:ln w="12700">
            <a:solidFill>
              <a:srgbClr val="64A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2D1"/>
          </a:solidFill>
          <a:ln w="12700">
            <a:solidFill>
              <a:srgbClr val="47B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56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بَطَّتَ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4679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تَطَّثَ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E"/>
          </a:solidFill>
          <a:ln w="12700">
            <a:solidFill>
              <a:srgbClr val="2B64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B"/>
          </a:solidFill>
          <a:ln w="12700">
            <a:solidFill>
              <a:srgbClr val="3479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810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ثَطَّجَ</a:t>
            </a:r>
            <a:endParaRPr lang="ar-SA" sz="5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10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جَطَّحَ</a:t>
            </a:r>
            <a:endParaRPr lang="ar-SA" sz="5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9"/>
          </a:solidFill>
          <a:ln w="12700">
            <a:solidFill>
              <a:srgbClr val="ED5E7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810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حَطَّخَ</a:t>
            </a:r>
            <a:endParaRPr lang="ar-SA" sz="5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7"/>
          </a:solidFill>
          <a:ln w="12700">
            <a:solidFill>
              <a:srgbClr val="52E0D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D"/>
          </a:solidFill>
          <a:ln w="12700">
            <a:solidFill>
              <a:srgbClr val="DB70A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747"/>
          </a:solidFill>
          <a:ln w="12700">
            <a:solidFill>
              <a:srgbClr val="857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54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خَطَّدَ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7"/>
          </a:solidFill>
          <a:ln w="12700">
            <a:solidFill>
              <a:srgbClr val="D864C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E47D1"/>
          </a:solidFill>
          <a:ln w="12700">
            <a:solidFill>
              <a:srgbClr val="C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4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دَطَّذَ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40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ذَطَّرَ</a:t>
            </a:r>
            <a:endParaRPr lang="ar-SA" sz="5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664"/>
          </a:solidFill>
          <a:ln w="12700">
            <a:solidFill>
              <a:srgbClr val="2B3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A3479"/>
          </a:solidFill>
          <a:ln w="12700">
            <a:solidFill>
              <a:srgbClr val="4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40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رَطَّزَ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32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زَطَّسَ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DED5E"/>
          </a:solidFill>
          <a:ln w="12700">
            <a:solidFill>
              <a:srgbClr val="9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261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سَطَّشَ</a:t>
            </a:r>
            <a:endParaRPr lang="ar-SA" sz="5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452E0"/>
          </a:solidFill>
          <a:ln w="12700">
            <a:solidFill>
              <a:srgbClr val="B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7DB70"/>
          </a:solidFill>
          <a:ln w="12700">
            <a:solidFill>
              <a:srgbClr val="C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7"/>
          </a:solidFill>
          <a:ln w="12700">
            <a:solidFill>
              <a:srgbClr val="4785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261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شَطَّصَ</a:t>
            </a:r>
            <a:endParaRPr lang="ar-SA" sz="5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C64"/>
          </a:solidFill>
          <a:ln w="12700">
            <a:solidFill>
              <a:srgbClr val="D8C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C47"/>
          </a:solidFill>
          <a:ln w="12700">
            <a:solidFill>
              <a:srgbClr val="D1A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262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صَطَّضَ</a:t>
            </a:r>
            <a:endParaRPr lang="ar-SA" sz="4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54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ضَطَّأَ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4"/>
          </a:solidFill>
          <a:ln w="12700">
            <a:solidFill>
              <a:srgbClr val="642B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834"/>
          </a:solidFill>
          <a:ln w="12700">
            <a:solidFill>
              <a:srgbClr val="793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أَطَّ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34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بَطَّ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0ED"/>
          </a:solidFill>
          <a:ln w="12700">
            <a:solidFill>
              <a:srgbClr val="5EC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تَطَّ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052"/>
          </a:solidFill>
          <a:ln w="12700">
            <a:solidFill>
              <a:srgbClr val="E09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5"/>
          </a:solidFill>
          <a:ln w="12700">
            <a:solidFill>
              <a:srgbClr val="70DBD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4785"/>
          </a:solidFill>
          <a:ln w="12700">
            <a:solidFill>
              <a:srgbClr val="5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ثَطَّ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F"/>
          </a:solidFill>
          <a:ln w="12700">
            <a:solidFill>
              <a:srgbClr val="64D8A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9"/>
          </a:solidFill>
          <a:ln w="12700">
            <a:solidFill>
              <a:srgbClr val="47D18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56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جَطَّ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حَطَّ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642B"/>
          </a:solidFill>
          <a:ln w="12700">
            <a:solidFill>
              <a:srgbClr val="5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7934"/>
          </a:solidFill>
          <a:ln w="12700">
            <a:solidFill>
              <a:srgbClr val="4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خَطَّ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دَطَّ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4"/>
          </a:solidFill>
          <a:ln w="12700">
            <a:solidFill>
              <a:srgbClr val="ED5EE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ذَطَّ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D"/>
          </a:solidFill>
          <a:ln w="12700">
            <a:solidFill>
              <a:srgbClr val="52E06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A70DB"/>
          </a:solidFill>
          <a:ln w="12700">
            <a:solidFill>
              <a:srgbClr val="B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947"/>
          </a:solidFill>
          <a:ln w="12700">
            <a:solidFill>
              <a:srgbClr val="854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631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رَطَّ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264D8"/>
          </a:solidFill>
          <a:ln w="12700">
            <a:solidFill>
              <a:srgbClr val="9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747D1"/>
          </a:solidFill>
          <a:ln w="12700">
            <a:solidFill>
              <a:srgbClr val="6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31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زَطَّ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سَطَّ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064"/>
          </a:solidFill>
          <a:ln w="12700">
            <a:solidFill>
              <a:srgbClr val="2B6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279"/>
          </a:solidFill>
          <a:ln w="12700">
            <a:solidFill>
              <a:srgbClr val="345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شَطَّ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صَطَّ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35E"/>
          </a:solidFill>
          <a:ln w="12700">
            <a:solidFill>
              <a:srgbClr val="EDD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2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2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ضَطَّ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AE0"/>
          </a:solidFill>
          <a:ln w="12700">
            <a:solidFill>
              <a:srgbClr val="525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F70"/>
          </a:solidFill>
          <a:ln w="12700">
            <a:solidFill>
              <a:srgbClr val="DB9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8547"/>
          </a:solidFill>
          <a:ln w="12700">
            <a:solidFill>
              <a:srgbClr val="5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712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ظَأَّ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564"/>
          </a:solidFill>
          <a:ln w="12700">
            <a:solidFill>
              <a:srgbClr val="D87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A"/>
          </a:solidFill>
          <a:ln w="12700">
            <a:solidFill>
              <a:srgbClr val="D1474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47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ظَبَّ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888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ظَتَّ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2B64"/>
          </a:solidFill>
          <a:ln w="12700">
            <a:solidFill>
              <a:srgbClr val="5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4"/>
          </a:solidFill>
          <a:ln w="12700">
            <a:solidFill>
              <a:srgbClr val="79346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ظَثَّ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69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ظَجَّ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F"/>
          </a:solidFill>
          <a:ln w="12700">
            <a:solidFill>
              <a:srgbClr val="5EEDA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669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ظَحَّ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E"/>
          </a:solidFill>
          <a:ln w="12700">
            <a:solidFill>
              <a:srgbClr val="E0527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5"/>
          </a:solidFill>
          <a:ln w="12700">
            <a:solidFill>
              <a:srgbClr val="70DB8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585"/>
          </a:solidFill>
          <a:ln w="12700">
            <a:solidFill>
              <a:srgbClr val="476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ظَخَّ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0D864"/>
          </a:solidFill>
          <a:ln w="12700">
            <a:solidFill>
              <a:srgbClr val="7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CD147"/>
          </a:solidFill>
          <a:ln w="12700">
            <a:solidFill>
              <a:srgbClr val="6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51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ظَدَّ</a:t>
            </a:r>
            <a:endParaRPr lang="ar-SA" sz="9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2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ظَذَّ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B2B"/>
          </a:solidFill>
          <a:ln w="12700">
            <a:solidFill>
              <a:srgbClr val="644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57934"/>
          </a:solidFill>
          <a:ln w="12700">
            <a:solidFill>
              <a:srgbClr val="7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ظَرَّ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ظَزَّ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C5EED"/>
          </a:solidFill>
          <a:ln w="12700">
            <a:solidFill>
              <a:srgbClr val="8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ظَسَّ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1E052"/>
          </a:solidFill>
          <a:ln w="12700">
            <a:solidFill>
              <a:srgbClr val="A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6DB"/>
          </a:solidFill>
          <a:ln w="12700">
            <a:solidFill>
              <a:srgbClr val="707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4"/>
          </a:solidFill>
          <a:ln w="12700">
            <a:solidFill>
              <a:srgbClr val="85477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ظَشَّ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DD8"/>
          </a:solidFill>
          <a:ln w="12700">
            <a:solidFill>
              <a:srgbClr val="648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FD1"/>
          </a:solidFill>
          <a:ln w="12700">
            <a:solidFill>
              <a:srgbClr val="478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56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ظَصَّ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99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99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ظَضَّ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D"/>
          </a:solidFill>
          <a:ln w="12700">
            <a:solidFill>
              <a:srgbClr val="2B64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D"/>
          </a:solidFill>
          <a:ln w="12700">
            <a:solidFill>
              <a:srgbClr val="34796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ظَطَّ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60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أَظَّبَ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85E"/>
          </a:solidFill>
          <a:ln w="12700">
            <a:solidFill>
              <a:srgbClr val="ED6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656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بَظَّتَ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5E0"/>
          </a:solidFill>
          <a:ln w="12700">
            <a:solidFill>
              <a:srgbClr val="52C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1"/>
          </a:solidFill>
          <a:ln w="12700">
            <a:solidFill>
              <a:srgbClr val="DB709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38547"/>
          </a:solidFill>
          <a:ln w="12700">
            <a:solidFill>
              <a:srgbClr val="8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4679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تَظَّثَ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A"/>
          </a:solidFill>
          <a:ln w="12700">
            <a:solidFill>
              <a:srgbClr val="D864A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1"/>
          </a:solidFill>
          <a:ln w="12700">
            <a:solidFill>
              <a:srgbClr val="D147B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10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ثَظَّجَ</a:t>
            </a:r>
            <a:endParaRPr lang="ar-SA" sz="5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810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جَظَّحَ</a:t>
            </a:r>
            <a:endParaRPr lang="ar-SA" sz="5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F2B64"/>
          </a:solidFill>
          <a:ln w="12700">
            <a:solidFill>
              <a:srgbClr val="2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B3479"/>
          </a:solidFill>
          <a:ln w="12700">
            <a:solidFill>
              <a:srgbClr val="5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810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حَظَّخَ</a:t>
            </a:r>
            <a:endParaRPr lang="ar-SA" sz="5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4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خَظَّدَ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8ED5E"/>
          </a:solidFill>
          <a:ln w="12700">
            <a:solidFill>
              <a:srgbClr val="7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54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دَظَّذَ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852E0"/>
          </a:solidFill>
          <a:ln w="12700">
            <a:solidFill>
              <a:srgbClr val="D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CDB70"/>
          </a:solidFill>
          <a:ln w="12700">
            <a:solidFill>
              <a:srgbClr val="A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7"/>
          </a:solidFill>
          <a:ln w="12700">
            <a:solidFill>
              <a:srgbClr val="47857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40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ذَظَّرَ</a:t>
            </a:r>
            <a:endParaRPr lang="ar-SA" sz="5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7D864"/>
          </a:solidFill>
          <a:ln w="12700">
            <a:solidFill>
              <a:srgbClr val="C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F47"/>
          </a:solidFill>
          <a:ln w="12700">
            <a:solidFill>
              <a:srgbClr val="D1C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0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رَظَّزَ</a:t>
            </a:r>
            <a:endParaRPr lang="ar-SA" sz="5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32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زَظَّسَ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5"/>
          </a:solidFill>
          <a:ln w="12700">
            <a:solidFill>
              <a:srgbClr val="642B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A34"/>
          </a:solidFill>
          <a:ln w="12700">
            <a:solidFill>
              <a:srgbClr val="794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261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سَظَّشَ</a:t>
            </a:r>
            <a:endParaRPr lang="ar-SA" sz="5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61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شَظَّصَ</a:t>
            </a:r>
            <a:endParaRPr lang="ar-SA" sz="5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CED"/>
          </a:solidFill>
          <a:ln w="12700">
            <a:solidFill>
              <a:srgbClr val="5E9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2262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صَظَّضَ</a:t>
            </a:r>
            <a:endParaRPr lang="ar-SA" sz="4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552"/>
          </a:solidFill>
          <a:ln w="12700">
            <a:solidFill>
              <a:srgbClr val="E0B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7DB"/>
          </a:solidFill>
          <a:ln w="12700">
            <a:solidFill>
              <a:srgbClr val="70C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4785"/>
          </a:solidFill>
          <a:ln w="12700">
            <a:solidFill>
              <a:srgbClr val="6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186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ضَظَّطَ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D"/>
          </a:solidFill>
          <a:ln w="12700">
            <a:solidFill>
              <a:srgbClr val="64D8C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D"/>
          </a:solidFill>
          <a:ln w="12700">
            <a:solidFill>
              <a:srgbClr val="47D1A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617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طَظَّأَ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أَظَّ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642B"/>
          </a:solidFill>
          <a:ln w="12700">
            <a:solidFill>
              <a:srgbClr val="4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9"/>
          </a:solidFill>
          <a:ln w="12700">
            <a:solidFill>
              <a:srgbClr val="3479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934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بَظَّ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تَظَّ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0"/>
          </a:solidFill>
          <a:ln w="12700">
            <a:solidFill>
              <a:srgbClr val="ED5EC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ثَظَّ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1"/>
          </a:solidFill>
          <a:ln w="12700">
            <a:solidFill>
              <a:srgbClr val="52E09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570DB"/>
          </a:solidFill>
          <a:ln w="12700">
            <a:solidFill>
              <a:srgbClr val="D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847"/>
          </a:solidFill>
          <a:ln w="12700">
            <a:solidFill>
              <a:srgbClr val="855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956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جَظَّ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064D8"/>
          </a:solidFill>
          <a:ln w="12700">
            <a:solidFill>
              <a:srgbClr val="B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A47D1"/>
          </a:solidFill>
          <a:ln w="12700">
            <a:solidFill>
              <a:srgbClr val="8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حَظَّ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خَظَّ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264"/>
          </a:solidFill>
          <a:ln w="12700">
            <a:solidFill>
              <a:srgbClr val="2B5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179"/>
          </a:solidFill>
          <a:ln w="12700">
            <a:solidFill>
              <a:srgbClr val="344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دَظَّ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ذَظَّ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3ED5E"/>
          </a:solidFill>
          <a:ln w="12700">
            <a:solidFill>
              <a:srgbClr val="E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631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رَظَّ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D52E0"/>
          </a:solidFill>
          <a:ln w="12700">
            <a:solidFill>
              <a:srgbClr val="6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B70"/>
          </a:solidFill>
          <a:ln w="12700">
            <a:solidFill>
              <a:srgbClr val="DBB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9"/>
          </a:solidFill>
          <a:ln w="12700">
            <a:solidFill>
              <a:srgbClr val="47854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631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زَظَّ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364"/>
          </a:solidFill>
          <a:ln w="12700">
            <a:solidFill>
              <a:srgbClr val="D89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847"/>
          </a:solidFill>
          <a:ln w="12700">
            <a:solidFill>
              <a:srgbClr val="D16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سَظَّ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شَظَّ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0"/>
          </a:solidFill>
          <a:ln w="12700">
            <a:solidFill>
              <a:srgbClr val="642B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2"/>
          </a:solidFill>
          <a:ln w="12700">
            <a:solidFill>
              <a:srgbClr val="79345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صَظَّ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ضَظَّ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4"/>
          </a:solidFill>
          <a:ln w="12700">
            <a:solidFill>
              <a:srgbClr val="5EEDD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طَظَّ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9"/>
          </a:solidFill>
          <a:ln w="12700">
            <a:solidFill>
              <a:srgbClr val="E0525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0"/>
          </a:solidFill>
          <a:ln w="12700">
            <a:solidFill>
              <a:srgbClr val="70DBA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585"/>
          </a:solidFill>
          <a:ln w="12700">
            <a:solidFill>
              <a:srgbClr val="4755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937038" y="896112"/>
            <a:ext cx="15523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A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937038" y="896112"/>
            <a:ext cx="15523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</a:t>
            </a:r>
            <a:endParaRPr lang="ar-SA" sz="4800" dirty="0"/>
          </a:p>
        </p:txBody>
      </p:sp>
      <p:sp>
        <p:nvSpPr>
          <p:cNvPr id="17" name="C2 W2 pill"/>
          <p:cNvSpPr/>
          <p:nvPr/>
        </p:nvSpPr>
        <p:spPr>
          <a:xfrm>
            <a:off x="3373039" y="896112"/>
            <a:ext cx="22439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A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373039" y="896112"/>
            <a:ext cx="22439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تَقَبَّلۡ</a:t>
            </a:r>
            <a:endParaRPr lang="ar-SA" sz="4800" dirty="0"/>
          </a:p>
        </p:txBody>
      </p:sp>
      <p:sp>
        <p:nvSpPr>
          <p:cNvPr id="19" name="C3 W3 pill"/>
          <p:cNvSpPr/>
          <p:nvPr/>
        </p:nvSpPr>
        <p:spPr>
          <a:xfrm>
            <a:off x="1654577" y="896112"/>
            <a:ext cx="13984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A36E2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654577" y="896112"/>
            <a:ext cx="13984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مِنَّا</a:t>
            </a:r>
            <a:endParaRPr lang="ar-SA" sz="48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436037" y="2834640"/>
            <a:ext cx="42719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436037" y="2834640"/>
            <a:ext cx="42719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 تَقَبَّلۡ مِنَّا</a:t>
            </a:r>
            <a:endParaRPr lang="ar-SA" sz="4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6"/>
          </a:solidFill>
          <a:ln w="12700">
            <a:solidFill>
              <a:srgbClr val="64D87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9D147"/>
          </a:solidFill>
          <a:ln w="12700">
            <a:solidFill>
              <a:srgbClr val="4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7012503" y="896112"/>
            <a:ext cx="1252492" cy="1371600"/>
          </a:xfrm>
          <a:prstGeom prst="roundRect">
            <a:avLst>
              <a:gd name="adj" fmla="val 29203"/>
            </a:avLst>
          </a:prstGeom>
          <a:solidFill>
            <a:srgbClr val="FFFFFF"/>
          </a:solidFill>
          <a:ln w="76200">
            <a:solidFill>
              <a:srgbClr val="36E27C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7012503" y="896112"/>
            <a:ext cx="125249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5222375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C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5222375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ٱللَّهَ</a:t>
            </a:r>
            <a:endParaRPr lang="ar-SA" sz="4000" dirty="0"/>
          </a:p>
        </p:txBody>
      </p:sp>
      <p:sp>
        <p:nvSpPr>
          <p:cNvPr id="14" name="C3 W3 pill"/>
          <p:cNvSpPr/>
          <p:nvPr/>
        </p:nvSpPr>
        <p:spPr>
          <a:xfrm>
            <a:off x="3630811" y="896112"/>
            <a:ext cx="1271524" cy="1371600"/>
          </a:xfrm>
          <a:prstGeom prst="roundRect">
            <a:avLst>
              <a:gd name="adj" fmla="val 28765"/>
            </a:avLst>
          </a:prstGeom>
          <a:solidFill>
            <a:srgbClr val="FFFFFF"/>
          </a:solidFill>
          <a:ln w="76200">
            <a:solidFill>
              <a:srgbClr val="E27C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3630811" y="896112"/>
            <a:ext cx="12715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مَعَ</a:t>
            </a:r>
            <a:endParaRPr lang="ar-SA" sz="4000" dirty="0"/>
          </a:p>
        </p:txBody>
      </p:sp>
      <p:sp>
        <p:nvSpPr>
          <p:cNvPr id="16" name="C4 W4 pill"/>
          <p:cNvSpPr/>
          <p:nvPr/>
        </p:nvSpPr>
        <p:spPr>
          <a:xfrm>
            <a:off x="879005" y="896112"/>
            <a:ext cx="24317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C"/>
            </a:solidFill>
            <a:prstDash val="solid"/>
          </a:ln>
        </p:spPr>
      </p:sp>
      <p:sp>
        <p:nvSpPr>
          <p:cNvPr id="17" name="C4 W4 word"/>
          <p:cNvSpPr txBox="1"/>
          <p:nvPr/>
        </p:nvSpPr>
        <p:spPr>
          <a:xfrm>
            <a:off x="879005" y="896112"/>
            <a:ext cx="24317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ٱلصَّٰبِرِينَ</a:t>
            </a:r>
            <a:endParaRPr lang="ar-SA" sz="4000" dirty="0"/>
          </a:p>
        </p:txBody>
      </p:sp>
      <p:sp>
        <p:nvSpPr>
          <p:cNvPr id="18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S panel"/>
          <p:cNvSpPr/>
          <p:nvPr/>
        </p:nvSpPr>
        <p:spPr>
          <a:xfrm>
            <a:off x="2166662" y="2834640"/>
            <a:ext cx="48106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5 S sentence"/>
          <p:cNvSpPr txBox="1"/>
          <p:nvPr/>
        </p:nvSpPr>
        <p:spPr>
          <a:xfrm>
            <a:off x="2166662" y="2834640"/>
            <a:ext cx="48106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 ٱللَّهَ مَعَ ٱلصَّٰبِرِينَ</a:t>
            </a:r>
            <a:endParaRPr lang="ar-SA" sz="4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544249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AE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544249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2305021" y="896112"/>
            <a:ext cx="29191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E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05021" y="896112"/>
            <a:ext cx="29191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سَيَعۡلَمُونَ</a:t>
            </a:r>
            <a:endParaRPr lang="ar-SA" sz="40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65254" y="2834640"/>
            <a:ext cx="38134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65254" y="2834640"/>
            <a:ext cx="38134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 سَيَعۡلَمُونَ</a:t>
            </a:r>
            <a:endParaRPr lang="ar-SA" sz="4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A2B"/>
          </a:solidFill>
          <a:ln w="12700">
            <a:solidFill>
              <a:srgbClr val="645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7934"/>
          </a:solidFill>
          <a:ln w="12700">
            <a:solidFill>
              <a:srgbClr val="63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64171" y="896112"/>
            <a:ext cx="1230426" cy="1371600"/>
          </a:xfrm>
          <a:prstGeom prst="roundRect">
            <a:avLst>
              <a:gd name="adj" fmla="val 29726"/>
            </a:avLst>
          </a:prstGeom>
          <a:solidFill>
            <a:srgbClr val="FFFFFF"/>
          </a:solidFill>
          <a:ln w="76200">
            <a:solidFill>
              <a:srgbClr val="E2E0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64171" y="896112"/>
            <a:ext cx="12304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3149402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36E2E0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149402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527514" y="2834640"/>
            <a:ext cx="20889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527514" y="2834640"/>
            <a:ext cx="20889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 كَلَّا</a:t>
            </a:r>
            <a:endParaRPr lang="ar-SA" sz="4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fatha 09-ta-dha</dc:title>
  <dc:subject>PptxGenJS Presentation</dc:subject>
  <dc:creator>PptxGenJS</dc:creator>
  <cp:lastModifiedBy>PptxGenJS</cp:lastModifiedBy>
  <cp:revision>1</cp:revision>
  <dcterms:created xsi:type="dcterms:W3CDTF">2026-10-21T19:04:07Z</dcterms:created>
  <dcterms:modified xsi:type="dcterms:W3CDTF">2026-10-21T19:04:07Z</dcterms:modified>
</cp:coreProperties>
</file>