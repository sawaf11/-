
<file path=[Content_Types].xml><?xml version="1.0" encoding="utf-8"?>
<Types xmlns="http://schemas.openxmlformats.org/package/2006/content-types">
  <Default Extension="wav" ContentType="audio/wav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slideMasters/slideMaster43.xml" ContentType="application/vnd.openxmlformats-officedocument.presentationml.slideMaster+xml"/>
  <Override PartName="/ppt/slides/slide43.xml" ContentType="application/vnd.openxmlformats-officedocument.presentationml.slide+xml"/>
  <Override PartName="/ppt/slideMasters/slideMaster44.xml" ContentType="application/vnd.openxmlformats-officedocument.presentationml.slideMaster+xml"/>
  <Override PartName="/ppt/slides/slide44.xml" ContentType="application/vnd.openxmlformats-officedocument.presentationml.slide+xml"/>
  <Override PartName="/ppt/slideMasters/slideMaster45.xml" ContentType="application/vnd.openxmlformats-officedocument.presentationml.slideMaster+xml"/>
  <Override PartName="/ppt/slides/slide45.xml" ContentType="application/vnd.openxmlformats-officedocument.presentationml.slide+xml"/>
  <Override PartName="/ppt/slideMasters/slideMaster46.xml" ContentType="application/vnd.openxmlformats-officedocument.presentationml.slideMaster+xml"/>
  <Override PartName="/ppt/slides/slide46.xml" ContentType="application/vnd.openxmlformats-officedocument.presentationml.slide+xml"/>
  <Override PartName="/ppt/slideMasters/slideMaster47.xml" ContentType="application/vnd.openxmlformats-officedocument.presentationml.slideMaster+xml"/>
  <Override PartName="/ppt/slides/slide47.xml" ContentType="application/vnd.openxmlformats-officedocument.presentationml.slide+xml"/>
  <Override PartName="/ppt/slideMasters/slideMaster48.xml" ContentType="application/vnd.openxmlformats-officedocument.presentationml.slideMaster+xml"/>
  <Override PartName="/ppt/slides/slide48.xml" ContentType="application/vnd.openxmlformats-officedocument.presentationml.slide+xml"/>
  <Override PartName="/ppt/slideMasters/slideMaster49.xml" ContentType="application/vnd.openxmlformats-officedocument.presentationml.slideMaster+xml"/>
  <Override PartName="/ppt/slides/slide49.xml" ContentType="application/vnd.openxmlformats-officedocument.presentationml.slide+xml"/>
  <Override PartName="/ppt/slideMasters/slideMaster50.xml" ContentType="application/vnd.openxmlformats-officedocument.presentationml.slideMaster+xml"/>
  <Override PartName="/ppt/slides/slide50.xml" ContentType="application/vnd.openxmlformats-officedocument.presentationml.slide+xml"/>
  <Override PartName="/ppt/slideMasters/slideMaster51.xml" ContentType="application/vnd.openxmlformats-officedocument.presentationml.slideMaster+xml"/>
  <Override PartName="/ppt/slides/slide51.xml" ContentType="application/vnd.openxmlformats-officedocument.presentationml.slide+xml"/>
  <Override PartName="/ppt/slideMasters/slideMaster52.xml" ContentType="application/vnd.openxmlformats-officedocument.presentationml.slideMaster+xml"/>
  <Override PartName="/ppt/slides/slide52.xml" ContentType="application/vnd.openxmlformats-officedocument.presentationml.slide+xml"/>
  <Override PartName="/ppt/slideMasters/slideMaster53.xml" ContentType="application/vnd.openxmlformats-officedocument.presentationml.slideMaster+xml"/>
  <Override PartName="/ppt/slides/slide53.xml" ContentType="application/vnd.openxmlformats-officedocument.presentationml.slide+xml"/>
  <Override PartName="/ppt/slideMasters/slideMaster54.xml" ContentType="application/vnd.openxmlformats-officedocument.presentationml.slideMaster+xml"/>
  <Override PartName="/ppt/slides/slide54.xml" ContentType="application/vnd.openxmlformats-officedocument.presentationml.slide+xml"/>
  <Override PartName="/ppt/slideMasters/slideMaster55.xml" ContentType="application/vnd.openxmlformats-officedocument.presentationml.slideMaster+xml"/>
  <Override PartName="/ppt/slides/slide55.xml" ContentType="application/vnd.openxmlformats-officedocument.presentationml.slide+xml"/>
  <Override PartName="/ppt/slideMasters/slideMaster56.xml" ContentType="application/vnd.openxmlformats-officedocument.presentationml.slideMaster+xml"/>
  <Override PartName="/ppt/slides/slide56.xml" ContentType="application/vnd.openxmlformats-officedocument.presentationml.slide+xml"/>
  <Override PartName="/ppt/slideMasters/slideMaster57.xml" ContentType="application/vnd.openxmlformats-officedocument.presentationml.slideMaster+xml"/>
  <Override PartName="/ppt/slides/slide57.xml" ContentType="application/vnd.openxmlformats-officedocument.presentationml.slide+xml"/>
  <Override PartName="/ppt/slideMasters/slideMaster58.xml" ContentType="application/vnd.openxmlformats-officedocument.presentationml.slideMaster+xml"/>
  <Override PartName="/ppt/slides/slide58.xml" ContentType="application/vnd.openxmlformats-officedocument.presentationml.slide+xml"/>
  <Override PartName="/ppt/slideMasters/slideMaster59.xml" ContentType="application/vnd.openxmlformats-officedocument.presentationml.slideMaster+xml"/>
  <Override PartName="/ppt/slides/slide59.xml" ContentType="application/vnd.openxmlformats-officedocument.presentationml.slide+xml"/>
  <Override PartName="/ppt/slideMasters/slideMaster60.xml" ContentType="application/vnd.openxmlformats-officedocument.presentationml.slideMaster+xml"/>
  <Override PartName="/ppt/slides/slide60.xml" ContentType="application/vnd.openxmlformats-officedocument.presentationml.slide+xml"/>
  <Override PartName="/ppt/slideMasters/slideMaster61.xml" ContentType="application/vnd.openxmlformats-officedocument.presentationml.slideMaster+xml"/>
  <Override PartName="/ppt/slides/slide61.xml" ContentType="application/vnd.openxmlformats-officedocument.presentationml.slide+xml"/>
  <Override PartName="/ppt/slideMasters/slideMaster62.xml" ContentType="application/vnd.openxmlformats-officedocument.presentationml.slideMaster+xml"/>
  <Override PartName="/ppt/slides/slide62.xml" ContentType="application/vnd.openxmlformats-officedocument.presentationml.slide+xml"/>
  <Override PartName="/ppt/slideMasters/slideMaster63.xml" ContentType="application/vnd.openxmlformats-officedocument.presentationml.slideMaster+xml"/>
  <Override PartName="/ppt/slides/slide63.xml" ContentType="application/vnd.openxmlformats-officedocument.presentationml.slide+xml"/>
  <Override PartName="/ppt/slideMasters/slideMaster64.xml" ContentType="application/vnd.openxmlformats-officedocument.presentationml.slideMaster+xml"/>
  <Override PartName="/ppt/slides/slide64.xml" ContentType="application/vnd.openxmlformats-officedocument.presentationml.slide+xml"/>
  <Override PartName="/ppt/slideMasters/slideMaster65.xml" ContentType="application/vnd.openxmlformats-officedocument.presentationml.slideMaster+xml"/>
  <Override PartName="/ppt/slides/slide65.xml" ContentType="application/vnd.openxmlformats-officedocument.presentationml.slide+xml"/>
  <Override PartName="/ppt/slideMasters/slideMaster66.xml" ContentType="application/vnd.openxmlformats-officedocument.presentationml.slideMaster+xml"/>
  <Override PartName="/ppt/slides/slide66.xml" ContentType="application/vnd.openxmlformats-officedocument.presentationml.slide+xml"/>
  <Override PartName="/ppt/slideMasters/slideMaster67.xml" ContentType="application/vnd.openxmlformats-officedocument.presentationml.slideMaster+xml"/>
  <Override PartName="/ppt/slides/slide67.xml" ContentType="application/vnd.openxmlformats-officedocument.presentationml.slide+xml"/>
  <Override PartName="/ppt/slideMasters/slideMaster68.xml" ContentType="application/vnd.openxmlformats-officedocument.presentationml.slideMaster+xml"/>
  <Override PartName="/ppt/slides/slide68.xml" ContentType="application/vnd.openxmlformats-officedocument.presentationml.slide+xml"/>
  <Override PartName="/ppt/slideMasters/slideMaster69.xml" ContentType="application/vnd.openxmlformats-officedocument.presentationml.slideMaster+xml"/>
  <Override PartName="/ppt/slides/slide69.xml" ContentType="application/vnd.openxmlformats-officedocument.presentationml.slide+xml"/>
  <Override PartName="/ppt/slideMasters/slideMaster70.xml" ContentType="application/vnd.openxmlformats-officedocument.presentationml.slideMaster+xml"/>
  <Override PartName="/ppt/slides/slide70.xml" ContentType="application/vnd.openxmlformats-officedocument.presentationml.slide+xml"/>
  <Override PartName="/ppt/slideMasters/slideMaster71.xml" ContentType="application/vnd.openxmlformats-officedocument.presentationml.slideMaster+xml"/>
  <Override PartName="/ppt/slides/slide71.xml" ContentType="application/vnd.openxmlformats-officedocument.presentationml.slide+xml"/>
  <Override PartName="/ppt/slideMasters/slideMaster72.xml" ContentType="application/vnd.openxmlformats-officedocument.presentationml.slideMaster+xml"/>
  <Override PartName="/ppt/slides/slide72.xml" ContentType="application/vnd.openxmlformats-officedocument.presentationml.slide+xml"/>
  <Override PartName="/ppt/slideMasters/slideMaster73.xml" ContentType="application/vnd.openxmlformats-officedocument.presentationml.slideMaster+xml"/>
  <Override PartName="/ppt/slides/slide73.xml" ContentType="application/vnd.openxmlformats-officedocument.presentationml.slide+xml"/>
  <Override PartName="/ppt/slideMasters/slideMaster74.xml" ContentType="application/vnd.openxmlformats-officedocument.presentationml.slideMaster+xml"/>
  <Override PartName="/ppt/slides/slide74.xml" ContentType="application/vnd.openxmlformats-officedocument.presentationml.slide+xml"/>
  <Override PartName="/ppt/slideMasters/slideMaster75.xml" ContentType="application/vnd.openxmlformats-officedocument.presentationml.slideMaster+xml"/>
  <Override PartName="/ppt/slides/slide75.xml" ContentType="application/vnd.openxmlformats-officedocument.presentationml.slide+xml"/>
  <Override PartName="/ppt/slideMasters/slideMaster76.xml" ContentType="application/vnd.openxmlformats-officedocument.presentationml.slideMaster+xml"/>
  <Override PartName="/ppt/slides/slide76.xml" ContentType="application/vnd.openxmlformats-officedocument.presentationml.slide+xml"/>
  <Override PartName="/ppt/slideMasters/slideMaster77.xml" ContentType="application/vnd.openxmlformats-officedocument.presentationml.slideMaster+xml"/>
  <Override PartName="/ppt/slides/slide77.xml" ContentType="application/vnd.openxmlformats-officedocument.presentationml.slide+xml"/>
  <Override PartName="/ppt/slideMasters/slideMaster78.xml" ContentType="application/vnd.openxmlformats-officedocument.presentationml.slideMaster+xml"/>
  <Override PartName="/ppt/slides/slide78.xml" ContentType="application/vnd.openxmlformats-officedocument.presentationml.slide+xml"/>
  <Override PartName="/ppt/slideMasters/slideMaster79.xml" ContentType="application/vnd.openxmlformats-officedocument.presentationml.slideMaster+xml"/>
  <Override PartName="/ppt/slides/slide79.xml" ContentType="application/vnd.openxmlformats-officedocument.presentationml.slide+xml"/>
  <Override PartName="/ppt/slideMasters/slideMaster80.xml" ContentType="application/vnd.openxmlformats-officedocument.presentationml.slideMaster+xml"/>
  <Override PartName="/ppt/slides/slide80.xml" ContentType="application/vnd.openxmlformats-officedocument.presentationml.slide+xml"/>
  <Override PartName="/ppt/slideMasters/slideMaster81.xml" ContentType="application/vnd.openxmlformats-officedocument.presentationml.slideMaster+xml"/>
  <Override PartName="/ppt/slides/slide81.xml" ContentType="application/vnd.openxmlformats-officedocument.presentationml.slide+xml"/>
  <Override PartName="/ppt/slideMasters/slideMaster82.xml" ContentType="application/vnd.openxmlformats-officedocument.presentationml.slideMaster+xml"/>
  <Override PartName="/ppt/slides/slide82.xml" ContentType="application/vnd.openxmlformats-officedocument.presentationml.slide+xml"/>
  <Override PartName="/ppt/slideMasters/slideMaster83.xml" ContentType="application/vnd.openxmlformats-officedocument.presentationml.slideMaster+xml"/>
  <Override PartName="/ppt/slides/slide83.xml" ContentType="application/vnd.openxmlformats-officedocument.presentationml.slide+xml"/>
  <Override PartName="/ppt/slideMasters/slideMaster84.xml" ContentType="application/vnd.openxmlformats-officedocument.presentationml.slideMaster+xml"/>
  <Override PartName="/ppt/slides/slide84.xml" ContentType="application/vnd.openxmlformats-officedocument.presentationml.slide+xml"/>
  <Override PartName="/ppt/slideMasters/slideMaster85.xml" ContentType="application/vnd.openxmlformats-officedocument.presentationml.slideMaster+xml"/>
  <Override PartName="/ppt/slides/slide85.xml" ContentType="application/vnd.openxmlformats-officedocument.presentationml.slide+xml"/>
  <Override PartName="/ppt/slideMasters/slideMaster86.xml" ContentType="application/vnd.openxmlformats-officedocument.presentationml.slideMaster+xml"/>
  <Override PartName="/ppt/slides/slide86.xml" ContentType="application/vnd.openxmlformats-officedocument.presentationml.slide+xml"/>
  <Override PartName="/ppt/slideMasters/slideMaster87.xml" ContentType="application/vnd.openxmlformats-officedocument.presentationml.slideMaster+xml"/>
  <Override PartName="/ppt/slides/slide87.xml" ContentType="application/vnd.openxmlformats-officedocument.presentationml.slide+xml"/>
  <Override PartName="/ppt/slideMasters/slideMaster88.xml" ContentType="application/vnd.openxmlformats-officedocument.presentationml.slideMaster+xml"/>
  <Override PartName="/ppt/slides/slide8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ppt/notesSlides/notesSlide73.xml" ContentType="application/vnd.openxmlformats-officedocument.presentationml.notesSlide+xml"/>
  <Override PartName="/ppt/notesSlides/notesSlide74.xml" ContentType="application/vnd.openxmlformats-officedocument.presentationml.notesSlide+xml"/>
  <Override PartName="/ppt/notesSlides/notesSlide75.xml" ContentType="application/vnd.openxmlformats-officedocument.presentationml.notesSlide+xml"/>
  <Override PartName="/ppt/notesSlides/notesSlide76.xml" ContentType="application/vnd.openxmlformats-officedocument.presentationml.notesSlide+xml"/>
  <Override PartName="/ppt/notesSlides/notesSlide77.xml" ContentType="application/vnd.openxmlformats-officedocument.presentationml.notesSlide+xml"/>
  <Override PartName="/ppt/notesSlides/notesSlide78.xml" ContentType="application/vnd.openxmlformats-officedocument.presentationml.notesSlide+xml"/>
  <Override PartName="/ppt/notesSlides/notesSlide79.xml" ContentType="application/vnd.openxmlformats-officedocument.presentationml.notesSlide+xml"/>
  <Override PartName="/ppt/notesSlides/notesSlide80.xml" ContentType="application/vnd.openxmlformats-officedocument.presentationml.notesSlide+xml"/>
  <Override PartName="/ppt/notesSlides/notesSlide81.xml" ContentType="application/vnd.openxmlformats-officedocument.presentationml.notesSlide+xml"/>
  <Override PartName="/ppt/notesSlides/notesSlide82.xml" ContentType="application/vnd.openxmlformats-officedocument.presentationml.notesSlide+xml"/>
  <Override PartName="/ppt/notesSlides/notesSlide83.xml" ContentType="application/vnd.openxmlformats-officedocument.presentationml.notesSlide+xml"/>
  <Override PartName="/ppt/notesSlides/notesSlide84.xml" ContentType="application/vnd.openxmlformats-officedocument.presentationml.notesSlide+xml"/>
  <Override PartName="/ppt/notesSlides/notesSlide85.xml" ContentType="application/vnd.openxmlformats-officedocument.presentationml.notesSlide+xml"/>
  <Override PartName="/ppt/notesSlides/notesSlide86.xml" ContentType="application/vnd.openxmlformats-officedocument.presentationml.notesSlide+xml"/>
  <Override PartName="/ppt/notesSlides/notesSlide87.xml" ContentType="application/vnd.openxmlformats-officedocument.presentationml.notesSlide+xml"/>
  <Override PartName="/ppt/notesSlides/notesSlide8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  <p:sldId id="312" r:id="rId58"/>
    <p:sldId id="313" r:id="rId59"/>
    <p:sldId id="314" r:id="rId60"/>
    <p:sldId id="315" r:id="rId61"/>
    <p:sldId id="316" r:id="rId62"/>
    <p:sldId id="317" r:id="rId63"/>
    <p:sldId id="318" r:id="rId64"/>
    <p:sldId id="319" r:id="rId65"/>
    <p:sldId id="320" r:id="rId66"/>
    <p:sldId id="321" r:id="rId67"/>
    <p:sldId id="322" r:id="rId68"/>
    <p:sldId id="323" r:id="rId69"/>
    <p:sldId id="324" r:id="rId70"/>
    <p:sldId id="325" r:id="rId71"/>
    <p:sldId id="326" r:id="rId72"/>
    <p:sldId id="327" r:id="rId73"/>
    <p:sldId id="328" r:id="rId74"/>
    <p:sldId id="329" r:id="rId75"/>
    <p:sldId id="330" r:id="rId76"/>
    <p:sldId id="331" r:id="rId77"/>
    <p:sldId id="332" r:id="rId78"/>
    <p:sldId id="333" r:id="rId79"/>
    <p:sldId id="334" r:id="rId80"/>
    <p:sldId id="335" r:id="rId81"/>
    <p:sldId id="336" r:id="rId82"/>
    <p:sldId id="337" r:id="rId83"/>
    <p:sldId id="338" r:id="rId84"/>
    <p:sldId id="339" r:id="rId85"/>
    <p:sldId id="340" r:id="rId86"/>
    <p:sldId id="341" r:id="rId87"/>
    <p:sldId id="342" r:id="rId88"/>
    <p:sldId id="343" r:id="rId89"/>
  </p:sldIdLst>
  <p:notesMasterIdLst>
    <p:notesMasterId r:id="rId9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slide" Target="slides/slide47.xml"/><Relationship Id="rId49" Type="http://schemas.openxmlformats.org/officeDocument/2006/relationships/slide" Target="slides/slide48.xml"/><Relationship Id="rId50" Type="http://schemas.openxmlformats.org/officeDocument/2006/relationships/slide" Target="slides/slide49.xml"/><Relationship Id="rId51" Type="http://schemas.openxmlformats.org/officeDocument/2006/relationships/slide" Target="slides/slide50.xml"/><Relationship Id="rId52" Type="http://schemas.openxmlformats.org/officeDocument/2006/relationships/slide" Target="slides/slide51.xml"/><Relationship Id="rId53" Type="http://schemas.openxmlformats.org/officeDocument/2006/relationships/slide" Target="slides/slide52.xml"/><Relationship Id="rId54" Type="http://schemas.openxmlformats.org/officeDocument/2006/relationships/slide" Target="slides/slide53.xml"/><Relationship Id="rId55" Type="http://schemas.openxmlformats.org/officeDocument/2006/relationships/slide" Target="slides/slide54.xml"/><Relationship Id="rId56" Type="http://schemas.openxmlformats.org/officeDocument/2006/relationships/slide" Target="slides/slide55.xml"/><Relationship Id="rId57" Type="http://schemas.openxmlformats.org/officeDocument/2006/relationships/slide" Target="slides/slide56.xml"/><Relationship Id="rId58" Type="http://schemas.openxmlformats.org/officeDocument/2006/relationships/slide" Target="slides/slide57.xml"/><Relationship Id="rId59" Type="http://schemas.openxmlformats.org/officeDocument/2006/relationships/slide" Target="slides/slide58.xml"/><Relationship Id="rId60" Type="http://schemas.openxmlformats.org/officeDocument/2006/relationships/slide" Target="slides/slide59.xml"/><Relationship Id="rId61" Type="http://schemas.openxmlformats.org/officeDocument/2006/relationships/slide" Target="slides/slide60.xml"/><Relationship Id="rId62" Type="http://schemas.openxmlformats.org/officeDocument/2006/relationships/slide" Target="slides/slide61.xml"/><Relationship Id="rId63" Type="http://schemas.openxmlformats.org/officeDocument/2006/relationships/slide" Target="slides/slide62.xml"/><Relationship Id="rId64" Type="http://schemas.openxmlformats.org/officeDocument/2006/relationships/slide" Target="slides/slide63.xml"/><Relationship Id="rId65" Type="http://schemas.openxmlformats.org/officeDocument/2006/relationships/slide" Target="slides/slide64.xml"/><Relationship Id="rId66" Type="http://schemas.openxmlformats.org/officeDocument/2006/relationships/slide" Target="slides/slide65.xml"/><Relationship Id="rId67" Type="http://schemas.openxmlformats.org/officeDocument/2006/relationships/slide" Target="slides/slide66.xml"/><Relationship Id="rId68" Type="http://schemas.openxmlformats.org/officeDocument/2006/relationships/slide" Target="slides/slide67.xml"/><Relationship Id="rId69" Type="http://schemas.openxmlformats.org/officeDocument/2006/relationships/slide" Target="slides/slide68.xml"/><Relationship Id="rId70" Type="http://schemas.openxmlformats.org/officeDocument/2006/relationships/slide" Target="slides/slide69.xml"/><Relationship Id="rId71" Type="http://schemas.openxmlformats.org/officeDocument/2006/relationships/slide" Target="slides/slide70.xml"/><Relationship Id="rId72" Type="http://schemas.openxmlformats.org/officeDocument/2006/relationships/slide" Target="slides/slide71.xml"/><Relationship Id="rId73" Type="http://schemas.openxmlformats.org/officeDocument/2006/relationships/slide" Target="slides/slide72.xml"/><Relationship Id="rId74" Type="http://schemas.openxmlformats.org/officeDocument/2006/relationships/slide" Target="slides/slide73.xml"/><Relationship Id="rId75" Type="http://schemas.openxmlformats.org/officeDocument/2006/relationships/slide" Target="slides/slide74.xml"/><Relationship Id="rId76" Type="http://schemas.openxmlformats.org/officeDocument/2006/relationships/slide" Target="slides/slide75.xml"/><Relationship Id="rId77" Type="http://schemas.openxmlformats.org/officeDocument/2006/relationships/slide" Target="slides/slide76.xml"/><Relationship Id="rId78" Type="http://schemas.openxmlformats.org/officeDocument/2006/relationships/slide" Target="slides/slide77.xml"/><Relationship Id="rId79" Type="http://schemas.openxmlformats.org/officeDocument/2006/relationships/slide" Target="slides/slide78.xml"/><Relationship Id="rId80" Type="http://schemas.openxmlformats.org/officeDocument/2006/relationships/slide" Target="slides/slide79.xml"/><Relationship Id="rId81" Type="http://schemas.openxmlformats.org/officeDocument/2006/relationships/slide" Target="slides/slide80.xml"/><Relationship Id="rId82" Type="http://schemas.openxmlformats.org/officeDocument/2006/relationships/slide" Target="slides/slide81.xml"/><Relationship Id="rId83" Type="http://schemas.openxmlformats.org/officeDocument/2006/relationships/slide" Target="slides/slide82.xml"/><Relationship Id="rId84" Type="http://schemas.openxmlformats.org/officeDocument/2006/relationships/slide" Target="slides/slide83.xml"/><Relationship Id="rId85" Type="http://schemas.openxmlformats.org/officeDocument/2006/relationships/slide" Target="slides/slide84.xml"/><Relationship Id="rId86" Type="http://schemas.openxmlformats.org/officeDocument/2006/relationships/slide" Target="slides/slide85.xml"/><Relationship Id="rId87" Type="http://schemas.openxmlformats.org/officeDocument/2006/relationships/slide" Target="slides/slide86.xml"/><Relationship Id="rId88" Type="http://schemas.openxmlformats.org/officeDocument/2006/relationships/slide" Target="slides/slide87.xml"/><Relationship Id="rId89" Type="http://schemas.openxmlformats.org/officeDocument/2006/relationships/slide" Target="slides/slide88.xml"/><Relationship Id="rId90" Type="http://schemas.openxmlformats.org/officeDocument/2006/relationships/notesMaster" Target="notesMasters/notesMaster1.xml"/><Relationship Id="rId91" Type="http://schemas.openxmlformats.org/officeDocument/2006/relationships/presProps" Target="presProps.xml"/><Relationship Id="rId92" Type="http://schemas.openxmlformats.org/officeDocument/2006/relationships/viewProps" Target="viewProps.xml"/><Relationship Id="rId93" Type="http://schemas.openxmlformats.org/officeDocument/2006/relationships/theme" Target="theme/theme1.xml"/><Relationship Id="rId9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_rels/notesSlide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4.xml"/>
		</Relationships>
</file>

<file path=ppt/notesSlides/_rels/notesSlide4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5.xml"/>
		</Relationships>
</file>

<file path=ppt/notesSlides/_rels/notesSlide4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6.xml"/>
		</Relationships>
</file>

<file path=ppt/notesSlides/_rels/notesSlide4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7.xml"/>
		</Relationships>
</file>

<file path=ppt/notesSlides/_rels/notesSlide4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8.xml"/>
		</Relationships>
</file>

<file path=ppt/notesSlides/_rels/notesSlide4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9.xml"/>
		</Relationships>
</file>

<file path=ppt/notesSlides/_rels/notesSlide5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0.xml"/>
		</Relationships>
</file>

<file path=ppt/notesSlides/_rels/notesSlide5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1.xml"/>
		</Relationships>
</file>

<file path=ppt/notesSlides/_rels/notesSlide5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2.xml"/>
		</Relationships>
</file>

<file path=ppt/notesSlides/_rels/notesSlide5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3.xml"/>
		</Relationships>
</file>

<file path=ppt/notesSlides/_rels/notesSlide5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4.xml"/>
		</Relationships>
</file>

<file path=ppt/notesSlides/_rels/notesSlide5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5.xml"/>
		</Relationships>
</file>

<file path=ppt/notesSlides/_rels/notesSlide5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6.xml"/>
		</Relationships>
</file>

<file path=ppt/notesSlides/_rels/notesSlide5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7.xml"/>
		</Relationships>
</file>

<file path=ppt/notesSlides/_rels/notesSlide5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8.xml"/>
		</Relationships>
</file>

<file path=ppt/notesSlides/_rels/notesSlide5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9.xml"/>
		</Relationships>
</file>

<file path=ppt/notesSlides/_rels/notesSlide6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0.xml"/>
		</Relationships>
</file>

<file path=ppt/notesSlides/_rels/notesSlide6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1.xml"/>
		</Relationships>
</file>

<file path=ppt/notesSlides/_rels/notesSlide6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2.xml"/>
		</Relationships>
</file>

<file path=ppt/notesSlides/_rels/notesSlide6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3.xml"/>
		</Relationships>
</file>

<file path=ppt/notesSlides/_rels/notesSlide6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4.xml"/>
		</Relationships>
</file>

<file path=ppt/notesSlides/_rels/notesSlide6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5.xml"/>
		</Relationships>
</file>

<file path=ppt/notesSlides/_rels/notesSlide6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6.xml"/>
		</Relationships>
</file>

<file path=ppt/notesSlides/_rels/notesSlide6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7.xml"/>
		</Relationships>
</file>

<file path=ppt/notesSlides/_rels/notesSlide6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8.xml"/>
		</Relationships>
</file>

<file path=ppt/notesSlides/_rels/notesSlide6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9.xml"/>
		</Relationships>
</file>

<file path=ppt/notesSlides/_rels/notesSlide7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0.xml"/>
		</Relationships>
</file>

<file path=ppt/notesSlides/_rels/notesSlide7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1.xml"/>
		</Relationships>
</file>

<file path=ppt/notesSlides/_rels/notesSlide7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2.xml"/>
		</Relationships>
</file>

<file path=ppt/notesSlides/_rels/notesSlide7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3.xml"/>
		</Relationships>
</file>

<file path=ppt/notesSlides/_rels/notesSlide7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4.xml"/>
		</Relationships>
</file>

<file path=ppt/notesSlides/_rels/notesSlide7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5.xml"/>
		</Relationships>
</file>

<file path=ppt/notesSlides/_rels/notesSlide7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6.xml"/>
		</Relationships>
</file>

<file path=ppt/notesSlides/_rels/notesSlide7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7.xml"/>
		</Relationships>
</file>

<file path=ppt/notesSlides/_rels/notesSlide7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8.xml"/>
		</Relationships>
</file>

<file path=ppt/notesSlides/_rels/notesSlide7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9.xml"/>
		</Relationships>
</file>

<file path=ppt/notesSlides/_rels/notesSlide8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0.xml"/>
		</Relationships>
</file>

<file path=ppt/notesSlides/_rels/notesSlide8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1.xml"/>
		</Relationships>
</file>

<file path=ppt/notesSlides/_rels/notesSlide8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2.xml"/>
		</Relationships>
</file>

<file path=ppt/notesSlides/_rels/notesSlide8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3.xml"/>
		</Relationships>
</file>

<file path=ppt/notesSlides/_rels/notesSlide8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4.xml"/>
		</Relationships>
</file>

<file path=ppt/notesSlides/_rels/notesSlide8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5.xml"/>
		</Relationships>
</file>

<file path=ppt/notesSlides/_rels/notesSlide8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6.xml"/>
		</Relationships>
</file>

<file path=ppt/notesSlides/_rels/notesSlide8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7.xml"/>
		</Relationships>
</file>

<file path=ppt/notesSlides/_rels/notesSlide8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الشدة حرفان مكتوبان حرفاً واحداً: الأول ساكن (بسكون المصحف «ۡ»)، والثاني متحرك. نضغطهما معاً فنكتب الحرف مرة واحدة وفوقه شدة «ّ»، ونقرؤه حرفين: نقف عليه أولاً ثم ننطلق بالحركة.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لا تكون الشدة في أول الكلمة، لأن أول الحرفين ساكن، ولا نبدأ بساكن أبداً. لا بد من حرف متحرك قبل الشدة.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الطريقة الصحيحة: حرف متحرك أولاً، ثم الحرفان اللذان يصنعان الشدة.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الفتحة: الحرف المشدد = حرف ساكن + نفس الحرف بـالفتحة.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الفتحة: الحرف المشدد = حرف ساكن + نفس الحرف بـالفتحة.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الفتحة: الحرف المشدد = حرف ساكن + نفس الحرف بـالفتحة.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الفتحة: الحرف المشدد = حرف ساكن + نفس الحرف بـالفتحة.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الفتحة: الحرف المشدد = حرف ساكن + نفس الحرف بـالفتحة.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الفتحة: الحرف المشدد = حرف ساكن + نفس الحرف بـالفتحة.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الفتحة: الحرف المشدد = حرف ساكن + نفس الحرف بـالفتحة.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الفتحة: الحرف المشدد = حرف ساكن + نفس الحرف بـالفتحة.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الفتحة: الحرف المشدد = حرف ساكن + نفس الحرف بـالفتحة.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الفتحة: الحرف المشدد = حرف ساكن + نفس الحرف بـالفتحة.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الفتحة: الحرف المشدد = حرف ساكن + نفس الحرف بـالفتحة.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الفتحة: الحرف المشدد = حرف ساكن + نفس الحرف بـالفتحة.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الفتحة: الحرف المشدد = حرف ساكن + نفس الحرف بـالفتحة.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الفتحة: الحرف المشدد = حرف ساكن + نفس الحرف بـالفتحة.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الفتحة: الحرف المشدد = حرف ساكن + نفس الحرف بـالفتحة.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الفتحة: الحرف المشدد = حرف ساكن + نفس الحرف بـالفتحة.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الفتحة: الحرف المشدد = حرف ساكن + نفس الحرف بـالفتحة.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الفتحة: الحرف المشدد = حرف ساكن + نفس الحرف بـالفتحة.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الفتحة: الحرف المشدد = حرف ساكن + نفس الحرف بـالفتحة.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الفتحة: الحرف المشدد = حرف ساكن + نفس الحرف بـالفتحة.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الفتحة: الحرف المشدد = حرف ساكن + نفس الحرف بـالفتحة.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الفتحة: الحرف المشدد = حرف ساكن + نفس الحرف بـالفتحة.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الفتحة: الحرف المشدد = حرف ساكن + نفس الحرف بـالفتحة.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الفتحة: الحرف المشدد = حرف ساكن + نفس الحرف بـالفتحة.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الفتحة: الحرف المشدد = حرف ساكن + نفس الحرف بـالفتحة.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الفتحة: الحرف المشدد = حرف ساكن + نفس الحرف بـالفتحة.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الفتحة: الحرف المشدد = حرف ساكن + نفس الحرف بـالفتحة.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الفتحة: الحرف المشدد = حرف ساكن + نفس الحرف بـالفتحة.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الفتحة: الحرف المشدد = حرف ساكن + نفس الحرف بـالفتحة.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الفتحة: الحرف المشدد = حرف ساكن + نفس الحرف بـالفتحة.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الفتحة: الحرف المشدد = حرف ساكن + نفس الحرف بـالفتحة.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الفتحة: الحرف المشدد = حرف ساكن + نفس الحرف بـالفتحة.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الفتحة: الحرف المشدد = حرف ساكن + نفس الحرف بـالفتحة.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الفتحة: الحرف المشدد = حرف ساكن + نفس الحرف بـالفتحة.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الفتحة: الحرف المشدد = حرف ساكن + نفس الحرف بـالفتحة.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الفتحة: الحرف المشدد = حرف ساكن + نفس الحرف بـالفتحة.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الفتحة: الحرف المشدد = حرف ساكن + نفس الحرف بـالفتحة.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الفتحة: الحرف المشدد = حرف ساكن + نفس الحرف بـالفتحة.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الفتحة: الحرف المشدد = حرف ساكن + نفس الحرف بـالفتحة.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الفتحة: الحرف المشدد = حرف ساكن + نفس الحرف بـالفتحة.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الفتحة: الحرف المشدد = حرف ساكن + نفس الحرف بـالفتحة.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الفتحة: الحرف المشدد = حرف ساكن + نفس الحرف بـالفتحة.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الفتحة: الحرف المشدد = حرف ساكن + نفس الحرف بـالفتحة.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الفتحة: الحرف المشدد = حرف ساكن + نفس الحرف بـالفتحة.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الفتحة: الحرف المشدد = حرف ساكن + نفس الحرف بـالفتحة.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الفتحة: الحرف المشدد = حرف ساكن + نفس الحرف بـالفتحة.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الفتحة: الحرف المشدد = حرف ساكن + نفس الحرف بـالفتحة.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الفتحة: الحرف المشدد = حرف ساكن + نفس الحرف بـالفتحة.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الفتحة: الحرف المشدد = حرف ساكن + نفس الحرف بـالفتحة.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الفتحة: الحرف المشدد = حرف ساكن + نفس الحرف بـالفتحة.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الفتحة: الحرف المشدد = حرف ساكن + نفس الحرف بـالفتحة.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الفتحة: الحرف المشدد = حرف ساكن + نفس الحرف بـالفتحة.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الفتحة: الحرف المشدد = حرف ساكن + نفس الحرف بـالفتحة.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الفتحة: الحرف المشدد = حرف ساكن + نفس الحرف بـالفتحة.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الفتحة: الحرف المشدد = حرف ساكن + نفس الحرف بـالفتحة.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الفتحة: الحرف المشدد = حرف ساكن + نفس الحرف بـالفتحة.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الفتحة: الحرف المشدد = حرف ساكن + نفس الحرف بـالفتحة.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الفتحة: الحرف المشدد = حرف ساكن + نفس الحرف بـالفتحة.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الفتحة: الحرف المشدد = حرف ساكن + نفس الحرف بـالفتحة.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الفتحة: الحرف المشدد = حرف ساكن + نفس الحرف بـالفتحة.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الفتحة: الحرف المشدد = حرف ساكن + نفس الحرف بـالفتحة.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الفتحة: الحرف المشدد = حرف ساكن + نفس الحرف بـالفتحة.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الفتحة: الحرف المشدد = حرف ساكن + نفس الحرف بـالفتحة.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الفتحة: الحرف المشدد = حرف ساكن + نفس الحرف بـالفتحة.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الفتحة: الحرف المشدد = حرف ساكن + نفس الحرف بـالفتحة.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الفتحة: الحرف المشدد = حرف ساكن + نفس الحرف بـالفتحة.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الفتحة: الحرف المشدد = حرف ساكن + نفس الحرف بـالفتحة.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الفتحة: الحرف المشدد = حرف ساكن + نفس الحرف بـالفتحة.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الفتحة: الحرف المشدد = حرف ساكن + نفس الحرف بـالفتحة.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الفتحة: الحرف المشدد = حرف ساكن + نفس الحرف بـالفتحة.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الفتحة: الحرف المشدد = حرف ساكن + نفس الحرف بـالفتحة.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الفتحة: الحرف المشدد = حرف ساكن + نفس الحرف بـالفتحة.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الفتحة: الحرف المشدد = حرف ساكن + نفس الحرف بـالفتحة.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الفتحة: الحرف المشدد = حرف ساكن + نفس الحرف بـالفتحة.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الفتحة: الحرف المشدد = حرف ساكن + نفس الحرف بـالفتحة.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الفتحة: الحرف المشدد = حرف ساكن + نفس الحرف بـالفتحة.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الفتحة: الحرف المشدد = حرف ساكن + نفس الحرف بـالفتحة.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الفتحة: الحرف المشدد = حرف ساكن + نفس الحرف بـالفتحة.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الفتحة: الحرف المشدد = حرف ساكن + نفس الحرف بـالفتحة.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الفتحة: الحرف المشدد = حرف ساكن + نفس الحرف بـالفتحة.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الفتحة: الحرف المشدد = حرف ساكن + نفس الحرف بـالفتحة.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الفتحة: الحرف المشدد = حرف ساكن + نفس الحرف بـالفتحة.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الفتحة: الحرف المشدد = حرف ساكن + نفس الحرف بـالفتحة.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الفتحة: الحرف المشدد = حرف ساكن + نفس الحرف بـالفتحة.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الفتحة: الحرف المشدد = حرف ساكن + نفس الحرف بـالفتحة.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TrSnd" Type="http://schemas.openxmlformats.org/officeDocument/2006/relationships/audio" Target="../media/whoosh.wav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TrSnd" Type="http://schemas.openxmlformats.org/officeDocument/2006/relationships/audio" Target="../media/bubbles.wav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TrSnd" Type="http://schemas.openxmlformats.org/officeDocument/2006/relationships/audio" Target="../media/sparkle.wav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TrSnd" Type="http://schemas.openxmlformats.org/officeDocument/2006/relationships/audio" Target="../media/marimba.wav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TrSnd" Type="http://schemas.openxmlformats.org/officeDocument/2006/relationships/audio" Target="../media/harp.wav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TrSnd" Type="http://schemas.openxmlformats.org/officeDocument/2006/relationships/audio" Target="../media/chime.wav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TrSnd" Type="http://schemas.openxmlformats.org/officeDocument/2006/relationships/audio" Target="../media/whoosh.wav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TrSnd" Type="http://schemas.openxmlformats.org/officeDocument/2006/relationships/audio" Target="../media/bubbles.wav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TrSnd" Type="http://schemas.openxmlformats.org/officeDocument/2006/relationships/audio" Target="../media/sparkle.wav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TrSnd" Type="http://schemas.openxmlformats.org/officeDocument/2006/relationships/audio" Target="../media/marimba.wav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TrSnd" Type="http://schemas.openxmlformats.org/officeDocument/2006/relationships/audio" Target="../media/harp.wav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TrSnd" Type="http://schemas.openxmlformats.org/officeDocument/2006/relationships/audio" Target="../media/chime.wav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TrSnd" Type="http://schemas.openxmlformats.org/officeDocument/2006/relationships/audio" Target="../media/whoosh.wav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TrSnd" Type="http://schemas.openxmlformats.org/officeDocument/2006/relationships/audio" Target="../media/bubbles.wav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TrSnd" Type="http://schemas.openxmlformats.org/officeDocument/2006/relationships/audio" Target="../media/sparkle.wav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TrSnd" Type="http://schemas.openxmlformats.org/officeDocument/2006/relationships/audio" Target="../media/marimba.wav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TrSnd" Type="http://schemas.openxmlformats.org/officeDocument/2006/relationships/audio" Target="../media/harp.wav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Relationship Id="rIdTrSnd" Type="http://schemas.openxmlformats.org/officeDocument/2006/relationships/audio" Target="../media/chime.wav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Relationship Id="rIdTrSnd" Type="http://schemas.openxmlformats.org/officeDocument/2006/relationships/audio" Target="../media/whoosh.wav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Relationship Id="rIdTrSnd" Type="http://schemas.openxmlformats.org/officeDocument/2006/relationships/audio" Target="../media/bubbles.wav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Relationship Id="rIdTrSnd" Type="http://schemas.openxmlformats.org/officeDocument/2006/relationships/audio" Target="../media/sparkle.wav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Relationship Id="rIdTrSnd" Type="http://schemas.openxmlformats.org/officeDocument/2006/relationships/audio" Target="../media/marimba.wav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Relationship Id="rIdTrSnd" Type="http://schemas.openxmlformats.org/officeDocument/2006/relationships/audio" Target="../media/harp.wav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Relationship Id="rIdTrSnd" Type="http://schemas.openxmlformats.org/officeDocument/2006/relationships/audio" Target="../media/chime.wav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Relationship Id="rIdTrSnd" Type="http://schemas.openxmlformats.org/officeDocument/2006/relationships/audio" Target="../media/whoosh.wav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Relationship Id="rIdTrSnd" Type="http://schemas.openxmlformats.org/officeDocument/2006/relationships/audio" Target="../media/bubbles.wav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Relationship Id="rIdTrSnd" Type="http://schemas.openxmlformats.org/officeDocument/2006/relationships/audio" Target="../media/sparkle.wav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Relationship Id="rIdTrSnd" Type="http://schemas.openxmlformats.org/officeDocument/2006/relationships/audio" Target="../media/marimba.wav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Relationship Id="rIdTrSnd" Type="http://schemas.openxmlformats.org/officeDocument/2006/relationships/audio" Target="../media/harp.wav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Relationship Id="rIdTrSnd" Type="http://schemas.openxmlformats.org/officeDocument/2006/relationships/audio" Target="../media/chime.wav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Relationship Id="rIdTrSnd" Type="http://schemas.openxmlformats.org/officeDocument/2006/relationships/audio" Target="../media/whoosh.wav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Relationship Id="rIdTrSnd" Type="http://schemas.openxmlformats.org/officeDocument/2006/relationships/audio" Target="../media/bubbles.wav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Relationship Id="rIdTrSnd" Type="http://schemas.openxmlformats.org/officeDocument/2006/relationships/audio" Target="../media/sparkle.wav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Relationship Id="rIdTrSnd" Type="http://schemas.openxmlformats.org/officeDocument/2006/relationships/audio" Target="../media/marimba.wav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Relationship Id="rIdTrSnd" Type="http://schemas.openxmlformats.org/officeDocument/2006/relationships/audio" Target="../media/harp.wav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Relationship Id="rIdTrSnd" Type="http://schemas.openxmlformats.org/officeDocument/2006/relationships/audio" Target="../media/chime.wav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Relationship Id="rIdTrSnd" Type="http://schemas.openxmlformats.org/officeDocument/2006/relationships/audio" Target="../media/whoosh.wav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Relationship Id="rIdTrSnd" Type="http://schemas.openxmlformats.org/officeDocument/2006/relationships/audio" Target="../media/bubbles.wav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.xml"/><Relationship Id="rIdTrSnd" Type="http://schemas.openxmlformats.org/officeDocument/2006/relationships/audio" Target="../media/sparkle.wav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1.xml"/><Relationship Id="rIdTrSnd" Type="http://schemas.openxmlformats.org/officeDocument/2006/relationships/audio" Target="../media/marimba.wav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2.xml"/><Relationship Id="rIdTrSnd" Type="http://schemas.openxmlformats.org/officeDocument/2006/relationships/audio" Target="../media/harp.wav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3.xml"/><Relationship Id="rIdTrSnd" Type="http://schemas.openxmlformats.org/officeDocument/2006/relationships/audio" Target="../media/chime.wav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4.xml"/><Relationship Id="rIdTrSnd" Type="http://schemas.openxmlformats.org/officeDocument/2006/relationships/audio" Target="../media/whoosh.wav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5.xml"/><Relationship Id="rIdTrSnd" Type="http://schemas.openxmlformats.org/officeDocument/2006/relationships/audio" Target="../media/bubbles.wav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6.xml"/><Relationship Id="rIdTrSnd" Type="http://schemas.openxmlformats.org/officeDocument/2006/relationships/audio" Target="../media/sparkle.wav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7.xml"/><Relationship Id="rIdTrSnd" Type="http://schemas.openxmlformats.org/officeDocument/2006/relationships/audio" Target="../media/marimba.wav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8.xml"/><Relationship Id="rIdTrSnd" Type="http://schemas.openxmlformats.org/officeDocument/2006/relationships/audio" Target="../media/harp.wav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9.xml"/><Relationship Id="rIdTrSnd" Type="http://schemas.openxmlformats.org/officeDocument/2006/relationships/audio" Target="../media/chime.wav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0.xml"/><Relationship Id="rIdTrSnd" Type="http://schemas.openxmlformats.org/officeDocument/2006/relationships/audio" Target="../media/whoosh.wav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1.xml"/><Relationship Id="rIdTrSnd" Type="http://schemas.openxmlformats.org/officeDocument/2006/relationships/audio" Target="../media/bubbles.wav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2.xml"/><Relationship Id="rIdTrSnd" Type="http://schemas.openxmlformats.org/officeDocument/2006/relationships/audio" Target="../media/sparkle.wav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3.xml"/><Relationship Id="rIdTrSnd" Type="http://schemas.openxmlformats.org/officeDocument/2006/relationships/audio" Target="../media/marimba.wav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4.xml"/><Relationship Id="rIdTrSnd" Type="http://schemas.openxmlformats.org/officeDocument/2006/relationships/audio" Target="../media/harp.wav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5.xml"/><Relationship Id="rIdTrSnd" Type="http://schemas.openxmlformats.org/officeDocument/2006/relationships/audio" Target="../media/chime.wav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6.xml"/><Relationship Id="rIdTrSnd" Type="http://schemas.openxmlformats.org/officeDocument/2006/relationships/audio" Target="../media/whoosh.wav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7.xml"/><Relationship Id="rIdTrSnd" Type="http://schemas.openxmlformats.org/officeDocument/2006/relationships/audio" Target="../media/bubbles.wav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8.xml"/><Relationship Id="rIdTrSnd" Type="http://schemas.openxmlformats.org/officeDocument/2006/relationships/audio" Target="../media/sparkle.wav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9.xml"/><Relationship Id="rIdTrSnd" Type="http://schemas.openxmlformats.org/officeDocument/2006/relationships/audio" Target="../media/marimba.wav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0.xml"/><Relationship Id="rIdTrSnd" Type="http://schemas.openxmlformats.org/officeDocument/2006/relationships/audio" Target="../media/harp.wav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1.xml"/><Relationship Id="rIdTrSnd" Type="http://schemas.openxmlformats.org/officeDocument/2006/relationships/audio" Target="../media/chime.wav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2.xml"/><Relationship Id="rIdTrSnd" Type="http://schemas.openxmlformats.org/officeDocument/2006/relationships/audio" Target="../media/whoosh.wav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3.xml"/><Relationship Id="rIdTrSnd" Type="http://schemas.openxmlformats.org/officeDocument/2006/relationships/audio" Target="../media/bubbles.wav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4.xml"/><Relationship Id="rIdTrSnd" Type="http://schemas.openxmlformats.org/officeDocument/2006/relationships/audio" Target="../media/sparkle.wav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5.xml"/><Relationship Id="rIdTrSnd" Type="http://schemas.openxmlformats.org/officeDocument/2006/relationships/audio" Target="../media/marimba.wav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6.xml"/><Relationship Id="rIdTrSnd" Type="http://schemas.openxmlformats.org/officeDocument/2006/relationships/audio" Target="../media/harp.wav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7.xml"/><Relationship Id="rIdTrSnd" Type="http://schemas.openxmlformats.org/officeDocument/2006/relationships/audio" Target="../media/chime.wav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8.xml"/><Relationship Id="rIdTrSnd" Type="http://schemas.openxmlformats.org/officeDocument/2006/relationships/audio" Target="../media/whoosh.wav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9.xml"/><Relationship Id="rIdTrSnd" Type="http://schemas.openxmlformats.org/officeDocument/2006/relationships/audio" Target="../media/bubbles.wav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0.xml"/><Relationship Id="rIdTrSnd" Type="http://schemas.openxmlformats.org/officeDocument/2006/relationships/audio" Target="../media/sparkle.wav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1.xml"/><Relationship Id="rIdTrSnd" Type="http://schemas.openxmlformats.org/officeDocument/2006/relationships/audio" Target="../media/marimba.wav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2.xml"/><Relationship Id="rIdTrSnd" Type="http://schemas.openxmlformats.org/officeDocument/2006/relationships/audio" Target="../media/harp.wav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3.xml"/><Relationship Id="rIdTrSnd" Type="http://schemas.openxmlformats.org/officeDocument/2006/relationships/audio" Target="../media/chime.wav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4.xml"/><Relationship Id="rIdTrSnd" Type="http://schemas.openxmlformats.org/officeDocument/2006/relationships/audio" Target="../media/whoosh.wav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5.xml"/><Relationship Id="rIdTrSnd" Type="http://schemas.openxmlformats.org/officeDocument/2006/relationships/audio" Target="../media/bubbles.wav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6.xml"/><Relationship Id="rIdTrSnd" Type="http://schemas.openxmlformats.org/officeDocument/2006/relationships/audio" Target="../media/sparkle.wav"/></Relationships>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7.xml"/><Relationship Id="rIdTrSnd" Type="http://schemas.openxmlformats.org/officeDocument/2006/relationships/audio" Target="../media/marimba.wav"/></Relationships>
</file>

<file path=ppt/slides/_rels/slide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8.xml"/><Relationship Id="rIdTrSnd" Type="http://schemas.openxmlformats.org/officeDocument/2006/relationships/audio" Target="../media/harp.wav"/></Relationships>
</file>

<file path=ppt/slides/_rels/slide7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9.xml"/><Relationship Id="rIdTrSnd" Type="http://schemas.openxmlformats.org/officeDocument/2006/relationships/audio" Target="../media/chime.wav"/></Relationships>
</file>

<file path=ppt/slides/_rels/slide8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0.xml"/><Relationship Id="rIdTrSnd" Type="http://schemas.openxmlformats.org/officeDocument/2006/relationships/audio" Target="../media/whoosh.wav"/></Relationships>
</file>

<file path=ppt/slides/_rels/slide8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1.xml"/><Relationship Id="rIdTrSnd" Type="http://schemas.openxmlformats.org/officeDocument/2006/relationships/audio" Target="../media/bubbles.wav"/></Relationships>
</file>

<file path=ppt/slides/_rels/slide8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2.xml"/><Relationship Id="rIdTrSnd" Type="http://schemas.openxmlformats.org/officeDocument/2006/relationships/audio" Target="../media/sparkle.wav"/></Relationships>
</file>

<file path=ppt/slides/_rels/slide8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3.xml"/><Relationship Id="rIdTrSnd" Type="http://schemas.openxmlformats.org/officeDocument/2006/relationships/audio" Target="../media/marimba.wav"/></Relationships>
</file>

<file path=ppt/slides/_rels/slide8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4.xml"/><Relationship Id="rIdTrSnd" Type="http://schemas.openxmlformats.org/officeDocument/2006/relationships/audio" Target="../media/harp.wav"/></Relationships>
</file>

<file path=ppt/slides/_rels/slide8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5.xml"/><Relationship Id="rIdTrSnd" Type="http://schemas.openxmlformats.org/officeDocument/2006/relationships/audio" Target="../media/chime.wav"/></Relationships>
</file>

<file path=ppt/slides/_rels/slide8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6.xml"/><Relationship Id="rIdTrSnd" Type="http://schemas.openxmlformats.org/officeDocument/2006/relationships/audio" Target="../media/whoosh.wav"/></Relationships>
</file>

<file path=ppt/slides/_rels/slide8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7.xml"/><Relationship Id="rIdTrSnd" Type="http://schemas.openxmlformats.org/officeDocument/2006/relationships/audio" Target="../media/bubbles.wav"/></Relationships>
</file>

<file path=ppt/slides/_rels/slide8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8.xml"/><Relationship Id="rIdTrSnd" Type="http://schemas.openxmlformats.org/officeDocument/2006/relationships/audio" Target="../media/sparkle.wav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7E0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66C653"/>
          </a:solidFill>
          <a:ln w="12700">
            <a:solidFill>
              <a:srgbClr val="66C653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ED7D5E"/>
          </a:solidFill>
          <a:ln w="12700">
            <a:solidFill>
              <a:srgbClr val="ED7D5E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20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1" name="C1 L1 letter"/>
          <p:cNvSpPr txBox="1"/>
          <p:nvPr/>
        </p:nvSpPr>
        <p:spPr>
          <a:xfrm>
            <a:off x="6720840" y="1619453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</a:t>
            </a:r>
            <a:endParaRPr lang="ar-SA" sz="5600" dirty="0"/>
          </a:p>
        </p:txBody>
      </p:sp>
      <p:sp>
        <p:nvSpPr>
          <p:cNvPr id="22" name="C2 M1 mark"/>
          <p:cNvSpPr txBox="1"/>
          <p:nvPr/>
        </p:nvSpPr>
        <p:spPr>
          <a:xfrm>
            <a:off x="6720840" y="1619453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بۡ</a:t>
            </a:r>
            <a:endParaRPr lang="ar-SA" sz="5600" dirty="0"/>
          </a:p>
        </p:txBody>
      </p:sp>
      <p:sp>
        <p:nvSpPr>
          <p:cNvPr id="23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77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4 L2 letter"/>
          <p:cNvSpPr txBox="1"/>
          <p:nvPr/>
        </p:nvSpPr>
        <p:spPr>
          <a:xfrm>
            <a:off x="4343400" y="1584727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</a:t>
            </a:r>
            <a:endParaRPr lang="ar-SA" sz="5600" dirty="0"/>
          </a:p>
        </p:txBody>
      </p:sp>
      <p:sp>
        <p:nvSpPr>
          <p:cNvPr id="25" name="C5 M2 mark"/>
          <p:cNvSpPr txBox="1"/>
          <p:nvPr/>
        </p:nvSpPr>
        <p:spPr>
          <a:xfrm>
            <a:off x="4343400" y="1584727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بَ</a:t>
            </a:r>
            <a:endParaRPr lang="ar-SA" sz="5600" dirty="0"/>
          </a:p>
        </p:txBody>
      </p:sp>
      <p:sp>
        <p:nvSpPr>
          <p:cNvPr id="26" name="C6 H shaddah bar"/>
          <p:cNvSpPr/>
          <p:nvPr/>
        </p:nvSpPr>
        <p:spPr>
          <a:xfrm>
            <a:off x="4480560" y="1472184"/>
            <a:ext cx="384048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7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4C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8 R result"/>
          <p:cNvSpPr txBox="1"/>
          <p:nvPr/>
        </p:nvSpPr>
        <p:spPr>
          <a:xfrm>
            <a:off x="685800" y="1554084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بَّ</a:t>
            </a:r>
            <a:endParaRPr lang="ar-SA" sz="9500" dirty="0"/>
          </a:p>
        </p:txBody>
      </p:sp>
    </p:spTree>
  </p:cSld>
  <p:clrMapOvr>
    <a:masterClrMapping/>
  </p:clrMapOvr>
  <p:transition spd="med">
    <p:cover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4433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52B0E0"/>
          </a:solidFill>
          <a:ln w="12700">
            <a:solidFill>
              <a:srgbClr val="52B0E0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8C9CF2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DB7081"/>
          </a:solidFill>
          <a:ln w="12700">
            <a:solidFill>
              <a:srgbClr val="DB7081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7A8547"/>
          </a:solidFill>
          <a:ln w="12700">
            <a:solidFill>
              <a:srgbClr val="7A8547"/>
            </a:solidFill>
            <a:prstDash val="solid"/>
          </a:ln>
        </p:spPr>
      </p:sp>
      <p:sp>
        <p:nvSpPr>
          <p:cNvPr id="15" name="Panel 1"/>
          <p:cNvSpPr/>
          <p:nvPr/>
        </p:nvSpPr>
        <p:spPr>
          <a:xfrm>
            <a:off x="5120640" y="1143000"/>
            <a:ext cx="3108960" cy="2103120"/>
          </a:xfrm>
          <a:prstGeom prst="roundRect">
            <a:avLst>
              <a:gd name="adj" fmla="val 13043"/>
            </a:avLst>
          </a:prstGeom>
          <a:solidFill>
            <a:srgbClr val="FFFFFF"/>
          </a:solidFill>
          <a:ln w="101600">
            <a:solidFill>
              <a:srgbClr val="E03131"/>
            </a:solidFill>
            <a:prstDash val="solid"/>
          </a:ln>
        </p:spPr>
      </p:sp>
      <p:sp>
        <p:nvSpPr>
          <p:cNvPr id="16" name="C1 W1 word"/>
          <p:cNvSpPr txBox="1"/>
          <p:nvPr/>
        </p:nvSpPr>
        <p:spPr>
          <a:xfrm>
            <a:off x="5120640" y="1142596"/>
            <a:ext cx="3108960" cy="21031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بَّ</a:t>
            </a:r>
            <a:endParaRPr lang="ar-SA" sz="9700" dirty="0"/>
          </a:p>
        </p:txBody>
      </p:sp>
      <p:sp>
        <p:nvSpPr>
          <p:cNvPr id="17" name="C2 X wrong"/>
          <p:cNvSpPr/>
          <p:nvPr/>
        </p:nvSpPr>
        <p:spPr>
          <a:xfrm>
            <a:off x="6355080" y="3429000"/>
            <a:ext cx="640080" cy="640080"/>
          </a:xfrm>
          <a:prstGeom prst="mathMultiply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Panel 2"/>
          <p:cNvSpPr/>
          <p:nvPr/>
        </p:nvSpPr>
        <p:spPr>
          <a:xfrm>
            <a:off x="914400" y="1143000"/>
            <a:ext cx="3108960" cy="2103120"/>
          </a:xfrm>
          <a:prstGeom prst="roundRect">
            <a:avLst>
              <a:gd name="adj" fmla="val 13043"/>
            </a:avLst>
          </a:prstGeom>
          <a:solidFill>
            <a:srgbClr val="FFFFFF"/>
          </a:solidFill>
          <a:ln w="101600">
            <a:solidFill>
              <a:srgbClr val="2F9E44"/>
            </a:solidFill>
            <a:prstDash val="solid"/>
          </a:ln>
        </p:spPr>
      </p:sp>
      <p:sp>
        <p:nvSpPr>
          <p:cNvPr id="19" name="C3 W2 word"/>
          <p:cNvSpPr txBox="1"/>
          <p:nvPr/>
        </p:nvSpPr>
        <p:spPr>
          <a:xfrm>
            <a:off x="914400" y="1142596"/>
            <a:ext cx="3108960" cy="21031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تَبَّ</a:t>
            </a:r>
            <a:endParaRPr lang="ar-SA" sz="9700" dirty="0"/>
          </a:p>
        </p:txBody>
      </p:sp>
      <p:sp>
        <p:nvSpPr>
          <p:cNvPr id="20" name="C4 V tick a"/>
          <p:cNvSpPr/>
          <p:nvPr/>
        </p:nvSpPr>
        <p:spPr>
          <a:xfrm>
            <a:off x="2194560" y="3703320"/>
            <a:ext cx="201168" cy="274320"/>
          </a:xfrm>
          <a:prstGeom prst="line">
            <a:avLst/>
          </a:prstGeom>
          <a:noFill/>
          <a:ln w="152400">
            <a:solidFill>
              <a:srgbClr val="2F9E44"/>
            </a:solidFill>
            <a:prstDash val="solid"/>
          </a:ln>
        </p:spPr>
      </p:sp>
      <p:sp>
        <p:nvSpPr>
          <p:cNvPr id="21" name="C4 V tick b"/>
          <p:cNvSpPr/>
          <p:nvPr/>
        </p:nvSpPr>
        <p:spPr>
          <a:xfrm flipV="1">
            <a:off x="2395728" y="3447288"/>
            <a:ext cx="384048" cy="530352"/>
          </a:xfrm>
          <a:prstGeom prst="line">
            <a:avLst/>
          </a:prstGeom>
          <a:noFill/>
          <a:ln w="152400">
            <a:solidFill>
              <a:srgbClr val="2F9E44"/>
            </a:solidFill>
            <a:prstDash val="solid"/>
          </a:ln>
        </p:spPr>
      </p:sp>
    </p:spTree>
  </p:cSld>
  <p:clrMapOvr>
    <a:masterClrMapping/>
  </p:clrMapOvr>
  <p:transition spd="med">
    <p:zoom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9" grpId="0" animBg="1"/>
      <p:bldP spid="20" grpId="0" animBg="1"/>
      <p:bldP spid="21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C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D86498"/>
          </a:solidFill>
          <a:ln w="12700">
            <a:solidFill>
              <a:srgbClr val="D86498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D1479C"/>
          </a:solidFill>
          <a:ln w="12700">
            <a:solidFill>
              <a:srgbClr val="D1479C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90778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</a:t>
            </a:r>
            <a:endParaRPr lang="ar-SA" sz="3900" dirty="0"/>
          </a:p>
        </p:txBody>
      </p:sp>
      <p:sp>
        <p:nvSpPr>
          <p:cNvPr id="15" name="C2 M1 mark"/>
          <p:cNvSpPr txBox="1"/>
          <p:nvPr/>
        </p:nvSpPr>
        <p:spPr>
          <a:xfrm>
            <a:off x="7269480" y="190778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تَ</a:t>
            </a:r>
            <a:endParaRPr lang="ar-SA" sz="39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D93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84710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</a:t>
            </a:r>
            <a:endParaRPr lang="ar-SA" sz="3900" dirty="0"/>
          </a:p>
        </p:txBody>
      </p:sp>
      <p:sp>
        <p:nvSpPr>
          <p:cNvPr id="18" name="C5 M2 mark"/>
          <p:cNvSpPr txBox="1"/>
          <p:nvPr/>
        </p:nvSpPr>
        <p:spPr>
          <a:xfrm>
            <a:off x="5486400" y="184710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بۡ</a:t>
            </a:r>
            <a:endParaRPr lang="ar-SA" sz="39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D93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L3 letter"/>
          <p:cNvSpPr txBox="1"/>
          <p:nvPr/>
        </p:nvSpPr>
        <p:spPr>
          <a:xfrm>
            <a:off x="3703320" y="182292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</a:t>
            </a:r>
            <a:endParaRPr lang="ar-SA" sz="3900" dirty="0"/>
          </a:p>
        </p:txBody>
      </p:sp>
      <p:sp>
        <p:nvSpPr>
          <p:cNvPr id="21" name="C8 M3 mark"/>
          <p:cNvSpPr txBox="1"/>
          <p:nvPr/>
        </p:nvSpPr>
        <p:spPr>
          <a:xfrm>
            <a:off x="3703320" y="182292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بَ</a:t>
            </a:r>
            <a:endParaRPr lang="ar-SA" sz="3900" dirty="0"/>
          </a:p>
        </p:txBody>
      </p:sp>
      <p:sp>
        <p:nvSpPr>
          <p:cNvPr id="22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B89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1 R result"/>
          <p:cNvSpPr txBox="1"/>
          <p:nvPr/>
        </p:nvSpPr>
        <p:spPr>
          <a:xfrm>
            <a:off x="502920" y="164557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تَبَّ</a:t>
            </a:r>
            <a:endParaRPr lang="ar-SA" sz="8400" dirty="0"/>
          </a:p>
        </p:txBody>
      </p:sp>
    </p:spTree>
  </p:cSld>
  <p:clrMapOvr>
    <a:masterClrMapping/>
  </p:clrMapOvr>
  <p:transition spd="med">
    <p:wheel spokes="4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E2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66AACC"/>
          </a:solidFill>
          <a:ln w="12700">
            <a:solidFill>
              <a:srgbClr val="66AACC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406ABF"/>
          </a:solidFill>
          <a:ln w="12700">
            <a:solidFill>
              <a:srgbClr val="406ABF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269480" y="182016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</a:t>
            </a:r>
            <a:endParaRPr lang="ar-SA" sz="4000" dirty="0"/>
          </a:p>
        </p:txBody>
      </p:sp>
      <p:sp>
        <p:nvSpPr>
          <p:cNvPr id="16" name="C2 M1 mark"/>
          <p:cNvSpPr txBox="1"/>
          <p:nvPr/>
        </p:nvSpPr>
        <p:spPr>
          <a:xfrm>
            <a:off x="7269480" y="182016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صَ</a:t>
            </a:r>
            <a:endParaRPr lang="ar-SA" sz="4000" dirty="0"/>
          </a:p>
        </p:txBody>
      </p:sp>
      <p:sp>
        <p:nvSpPr>
          <p:cNvPr id="17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72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5486400" y="198424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</a:t>
            </a:r>
            <a:endParaRPr lang="ar-SA" sz="4000" dirty="0"/>
          </a:p>
        </p:txBody>
      </p:sp>
      <p:sp>
        <p:nvSpPr>
          <p:cNvPr id="19" name="C5 M2 mark"/>
          <p:cNvSpPr txBox="1"/>
          <p:nvPr/>
        </p:nvSpPr>
        <p:spPr>
          <a:xfrm>
            <a:off x="5486400" y="198424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أۡ</a:t>
            </a:r>
            <a:endParaRPr lang="ar-SA" sz="4000" dirty="0"/>
          </a:p>
        </p:txBody>
      </p:sp>
      <p:sp>
        <p:nvSpPr>
          <p:cNvPr id="20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72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L3 letter"/>
          <p:cNvSpPr txBox="1"/>
          <p:nvPr/>
        </p:nvSpPr>
        <p:spPr>
          <a:xfrm>
            <a:off x="3703320" y="201154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</a:t>
            </a:r>
            <a:endParaRPr lang="ar-SA" sz="4000" dirty="0"/>
          </a:p>
        </p:txBody>
      </p:sp>
      <p:sp>
        <p:nvSpPr>
          <p:cNvPr id="22" name="C8 M3 mark"/>
          <p:cNvSpPr txBox="1"/>
          <p:nvPr/>
        </p:nvSpPr>
        <p:spPr>
          <a:xfrm>
            <a:off x="3703320" y="201154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أَ</a:t>
            </a:r>
            <a:endParaRPr lang="ar-SA" sz="4000" dirty="0"/>
          </a:p>
        </p:txBody>
      </p:sp>
      <p:sp>
        <p:nvSpPr>
          <p:cNvPr id="23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2EA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11 R result"/>
          <p:cNvSpPr txBox="1"/>
          <p:nvPr/>
        </p:nvSpPr>
        <p:spPr>
          <a:xfrm>
            <a:off x="502920" y="1967156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صَأَّ</a:t>
            </a:r>
            <a:endParaRPr lang="ar-SA" sz="6500" dirty="0"/>
          </a:p>
        </p:txBody>
      </p:sp>
    </p:spTree>
  </p:cSld>
  <p:clrMapOvr>
    <a:masterClrMapping/>
  </p:clrMapOvr>
  <p:transition spd="med">
    <p:wipe dir="l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421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372B64"/>
          </a:solidFill>
          <a:ln w="12700">
            <a:solidFill>
              <a:srgbClr val="372B64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663479"/>
          </a:solidFill>
          <a:ln w="12700">
            <a:solidFill>
              <a:srgbClr val="663479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269480" y="182209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</a:t>
            </a:r>
            <a:endParaRPr lang="ar-SA" sz="3900" dirty="0"/>
          </a:p>
        </p:txBody>
      </p:sp>
      <p:sp>
        <p:nvSpPr>
          <p:cNvPr id="17" name="C2 M1 mark"/>
          <p:cNvSpPr txBox="1"/>
          <p:nvPr/>
        </p:nvSpPr>
        <p:spPr>
          <a:xfrm>
            <a:off x="7269480" y="182209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صَ</a:t>
            </a:r>
            <a:endParaRPr lang="ar-SA" sz="3900" dirty="0"/>
          </a:p>
        </p:txBody>
      </p:sp>
      <p:sp>
        <p:nvSpPr>
          <p:cNvPr id="18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A6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L2 letter"/>
          <p:cNvSpPr txBox="1"/>
          <p:nvPr/>
        </p:nvSpPr>
        <p:spPr>
          <a:xfrm>
            <a:off x="5486400" y="184710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</a:t>
            </a:r>
            <a:endParaRPr lang="ar-SA" sz="3900" dirty="0"/>
          </a:p>
        </p:txBody>
      </p:sp>
      <p:sp>
        <p:nvSpPr>
          <p:cNvPr id="20" name="C5 M2 mark"/>
          <p:cNvSpPr txBox="1"/>
          <p:nvPr/>
        </p:nvSpPr>
        <p:spPr>
          <a:xfrm>
            <a:off x="5486400" y="184710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بۡ</a:t>
            </a:r>
            <a:endParaRPr lang="ar-SA" sz="3900" dirty="0"/>
          </a:p>
        </p:txBody>
      </p:sp>
      <p:sp>
        <p:nvSpPr>
          <p:cNvPr id="21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A6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7 L3 letter"/>
          <p:cNvSpPr txBox="1"/>
          <p:nvPr/>
        </p:nvSpPr>
        <p:spPr>
          <a:xfrm>
            <a:off x="3703320" y="182292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</a:t>
            </a:r>
            <a:endParaRPr lang="ar-SA" sz="3900" dirty="0"/>
          </a:p>
        </p:txBody>
      </p:sp>
      <p:sp>
        <p:nvSpPr>
          <p:cNvPr id="23" name="C8 M3 mark"/>
          <p:cNvSpPr txBox="1"/>
          <p:nvPr/>
        </p:nvSpPr>
        <p:spPr>
          <a:xfrm>
            <a:off x="3703320" y="182292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بَ</a:t>
            </a:r>
            <a:endParaRPr lang="ar-SA" sz="3900" dirty="0"/>
          </a:p>
        </p:txBody>
      </p:sp>
      <p:sp>
        <p:nvSpPr>
          <p:cNvPr id="24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83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11 R result"/>
          <p:cNvSpPr txBox="1"/>
          <p:nvPr/>
        </p:nvSpPr>
        <p:spPr>
          <a:xfrm>
            <a:off x="502920" y="1645578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صَبَّ</a:t>
            </a:r>
            <a:endParaRPr lang="ar-SA" sz="8200" dirty="0"/>
          </a:p>
        </p:txBody>
      </p:sp>
    </p:spTree>
  </p:cSld>
  <p:clrMapOvr>
    <a:masterClrMapping/>
  </p:clrMapOvr>
  <p:transition spd="med">
    <p:circle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C5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5CADD6"/>
          </a:solidFill>
          <a:ln w="12700">
            <a:solidFill>
              <a:srgbClr val="5CADD6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338CCC"/>
          </a:solidFill>
          <a:ln w="12700">
            <a:solidFill>
              <a:srgbClr val="338CCC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82595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</a:t>
            </a:r>
            <a:endParaRPr lang="ar-SA" sz="3700" dirty="0"/>
          </a:p>
        </p:txBody>
      </p:sp>
      <p:sp>
        <p:nvSpPr>
          <p:cNvPr id="15" name="C2 M1 mark"/>
          <p:cNvSpPr txBox="1"/>
          <p:nvPr/>
        </p:nvSpPr>
        <p:spPr>
          <a:xfrm>
            <a:off x="7269480" y="182595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صَ</a:t>
            </a:r>
            <a:endParaRPr lang="ar-SA" sz="37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D7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89315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</a:t>
            </a:r>
            <a:endParaRPr lang="ar-SA" sz="3700" dirty="0"/>
          </a:p>
        </p:txBody>
      </p:sp>
      <p:sp>
        <p:nvSpPr>
          <p:cNvPr id="18" name="C5 M2 mark"/>
          <p:cNvSpPr txBox="1"/>
          <p:nvPr/>
        </p:nvSpPr>
        <p:spPr>
          <a:xfrm>
            <a:off x="5486400" y="189315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تۡ</a:t>
            </a:r>
            <a:endParaRPr lang="ar-SA" sz="37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D7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L3 letter"/>
          <p:cNvSpPr txBox="1"/>
          <p:nvPr/>
        </p:nvSpPr>
        <p:spPr>
          <a:xfrm>
            <a:off x="3703320" y="190724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</a:t>
            </a:r>
            <a:endParaRPr lang="ar-SA" sz="3700" dirty="0"/>
          </a:p>
        </p:txBody>
      </p:sp>
      <p:sp>
        <p:nvSpPr>
          <p:cNvPr id="21" name="C8 M3 mark"/>
          <p:cNvSpPr txBox="1"/>
          <p:nvPr/>
        </p:nvSpPr>
        <p:spPr>
          <a:xfrm>
            <a:off x="3703320" y="190724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تَ</a:t>
            </a:r>
            <a:endParaRPr lang="ar-SA" sz="3700" dirty="0"/>
          </a:p>
        </p:txBody>
      </p:sp>
      <p:sp>
        <p:nvSpPr>
          <p:cNvPr id="22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5B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1 R result"/>
          <p:cNvSpPr txBox="1"/>
          <p:nvPr/>
        </p:nvSpPr>
        <p:spPr>
          <a:xfrm>
            <a:off x="502920" y="1771929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صَتَّ</a:t>
            </a:r>
            <a:endParaRPr lang="ar-SA" sz="8200" dirty="0"/>
          </a:p>
        </p:txBody>
      </p:sp>
    </p:spTree>
  </p:cSld>
  <p:clrMapOvr>
    <a:masterClrMapping/>
  </p:clrMapOvr>
  <p:transition spd="med">
    <p:randomBar dir="vert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C5F7D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5366C6"/>
          </a:solidFill>
          <a:ln w="12700">
            <a:solidFill>
              <a:srgbClr val="5366C6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63ED5E"/>
          </a:solidFill>
          <a:ln w="12700">
            <a:solidFill>
              <a:srgbClr val="63ED5E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1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2" name="C1 L1 letter"/>
          <p:cNvSpPr txBox="1"/>
          <p:nvPr/>
        </p:nvSpPr>
        <p:spPr>
          <a:xfrm>
            <a:off x="7269480" y="182788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</a:t>
            </a:r>
            <a:endParaRPr lang="ar-SA" sz="3600" dirty="0"/>
          </a:p>
        </p:txBody>
      </p:sp>
      <p:sp>
        <p:nvSpPr>
          <p:cNvPr id="23" name="C2 M1 mark"/>
          <p:cNvSpPr txBox="1"/>
          <p:nvPr/>
        </p:nvSpPr>
        <p:spPr>
          <a:xfrm>
            <a:off x="7269480" y="182788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صَ</a:t>
            </a:r>
            <a:endParaRPr lang="ar-SA" sz="3600" dirty="0"/>
          </a:p>
        </p:txBody>
      </p:sp>
      <p:sp>
        <p:nvSpPr>
          <p:cNvPr id="24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26A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4 L2 letter"/>
          <p:cNvSpPr txBox="1"/>
          <p:nvPr/>
        </p:nvSpPr>
        <p:spPr>
          <a:xfrm>
            <a:off x="5486400" y="191841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</a:t>
            </a:r>
            <a:endParaRPr lang="ar-SA" sz="3600" dirty="0"/>
          </a:p>
        </p:txBody>
      </p:sp>
      <p:sp>
        <p:nvSpPr>
          <p:cNvPr id="26" name="C5 M2 mark"/>
          <p:cNvSpPr txBox="1"/>
          <p:nvPr/>
        </p:nvSpPr>
        <p:spPr>
          <a:xfrm>
            <a:off x="5486400" y="191841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ثۡ</a:t>
            </a:r>
            <a:endParaRPr lang="ar-SA" sz="3600" dirty="0"/>
          </a:p>
        </p:txBody>
      </p:sp>
      <p:sp>
        <p:nvSpPr>
          <p:cNvPr id="27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26A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7 L3 letter"/>
          <p:cNvSpPr txBox="1"/>
          <p:nvPr/>
        </p:nvSpPr>
        <p:spPr>
          <a:xfrm>
            <a:off x="3703320" y="193212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</a:t>
            </a:r>
            <a:endParaRPr lang="ar-SA" sz="3600" dirty="0"/>
          </a:p>
        </p:txBody>
      </p:sp>
      <p:sp>
        <p:nvSpPr>
          <p:cNvPr id="29" name="C8 M3 mark"/>
          <p:cNvSpPr txBox="1"/>
          <p:nvPr/>
        </p:nvSpPr>
        <p:spPr>
          <a:xfrm>
            <a:off x="3703320" y="193212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ثَ</a:t>
            </a:r>
            <a:endParaRPr lang="ar-SA" sz="3600" dirty="0"/>
          </a:p>
        </p:txBody>
      </p:sp>
      <p:sp>
        <p:nvSpPr>
          <p:cNvPr id="30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2E3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C11 R result"/>
          <p:cNvSpPr txBox="1"/>
          <p:nvPr/>
        </p:nvSpPr>
        <p:spPr>
          <a:xfrm>
            <a:off x="502920" y="1829206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صَثَّ</a:t>
            </a:r>
            <a:endParaRPr lang="ar-SA" sz="8200" dirty="0"/>
          </a:p>
        </p:txBody>
      </p:sp>
    </p:spTree>
  </p:cSld>
  <p:clrMapOvr>
    <a:masterClrMapping/>
  </p:clrMapOvr>
  <p:transition spd="med">
    <p:push dir="l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3014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E052D3"/>
          </a:solidFill>
          <a:ln w="12700">
            <a:solidFill>
              <a:srgbClr val="E052D3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F28CB6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9CDB70"/>
          </a:solidFill>
          <a:ln w="12700">
            <a:solidFill>
              <a:srgbClr val="9CDB70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478580"/>
          </a:solidFill>
          <a:ln w="12700">
            <a:solidFill>
              <a:srgbClr val="478580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8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9" name="C1 L1 letter"/>
          <p:cNvSpPr txBox="1"/>
          <p:nvPr/>
        </p:nvSpPr>
        <p:spPr>
          <a:xfrm>
            <a:off x="7269480" y="182402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</a:t>
            </a:r>
            <a:endParaRPr lang="ar-SA" sz="3800" dirty="0"/>
          </a:p>
        </p:txBody>
      </p:sp>
      <p:sp>
        <p:nvSpPr>
          <p:cNvPr id="20" name="C2 M1 mark"/>
          <p:cNvSpPr txBox="1"/>
          <p:nvPr/>
        </p:nvSpPr>
        <p:spPr>
          <a:xfrm>
            <a:off x="7269480" y="182402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صَ</a:t>
            </a:r>
            <a:endParaRPr lang="ar-SA" sz="3800" dirty="0"/>
          </a:p>
        </p:txBody>
      </p:sp>
      <p:sp>
        <p:nvSpPr>
          <p:cNvPr id="21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6F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4 L2 letter"/>
          <p:cNvSpPr txBox="1"/>
          <p:nvPr/>
        </p:nvSpPr>
        <p:spPr>
          <a:xfrm>
            <a:off x="5486400" y="181968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</a:t>
            </a:r>
            <a:endParaRPr lang="ar-SA" sz="3800" dirty="0"/>
          </a:p>
        </p:txBody>
      </p:sp>
      <p:sp>
        <p:nvSpPr>
          <p:cNvPr id="23" name="C5 M2 mark"/>
          <p:cNvSpPr txBox="1"/>
          <p:nvPr/>
        </p:nvSpPr>
        <p:spPr>
          <a:xfrm>
            <a:off x="5486400" y="181968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جۡ</a:t>
            </a:r>
            <a:endParaRPr lang="ar-SA" sz="3800" dirty="0"/>
          </a:p>
        </p:txBody>
      </p:sp>
      <p:sp>
        <p:nvSpPr>
          <p:cNvPr id="24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6F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7 L3 letter"/>
          <p:cNvSpPr txBox="1"/>
          <p:nvPr/>
        </p:nvSpPr>
        <p:spPr>
          <a:xfrm>
            <a:off x="3703320" y="179796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</a:t>
            </a:r>
            <a:endParaRPr lang="ar-SA" sz="3800" dirty="0"/>
          </a:p>
        </p:txBody>
      </p:sp>
      <p:sp>
        <p:nvSpPr>
          <p:cNvPr id="26" name="C8 M3 mark"/>
          <p:cNvSpPr txBox="1"/>
          <p:nvPr/>
        </p:nvSpPr>
        <p:spPr>
          <a:xfrm>
            <a:off x="3703320" y="179796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جَ</a:t>
            </a:r>
            <a:endParaRPr lang="ar-SA" sz="3800" dirty="0"/>
          </a:p>
        </p:txBody>
      </p:sp>
      <p:sp>
        <p:nvSpPr>
          <p:cNvPr id="27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B85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11 R result"/>
          <p:cNvSpPr txBox="1"/>
          <p:nvPr/>
        </p:nvSpPr>
        <p:spPr>
          <a:xfrm>
            <a:off x="502920" y="155774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صَجَّ</a:t>
            </a:r>
            <a:endParaRPr lang="ar-SA" sz="7400" dirty="0"/>
          </a:p>
        </p:txBody>
      </p:sp>
    </p:spTree>
  </p:cSld>
  <p:clrMapOvr>
    <a:masterClrMapping/>
  </p:clrMapOvr>
  <p:transition spd="med">
    <p:split orient="vert" dir="out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1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B5D864"/>
          </a:solidFill>
          <a:ln w="12700">
            <a:solidFill>
              <a:srgbClr val="B5D864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BFD147"/>
          </a:solidFill>
          <a:ln w="12700">
            <a:solidFill>
              <a:srgbClr val="BFD147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82402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</a:t>
            </a:r>
            <a:endParaRPr lang="ar-SA" sz="3800" dirty="0"/>
          </a:p>
        </p:txBody>
      </p:sp>
      <p:sp>
        <p:nvSpPr>
          <p:cNvPr id="15" name="C2 M1 mark"/>
          <p:cNvSpPr txBox="1"/>
          <p:nvPr/>
        </p:nvSpPr>
        <p:spPr>
          <a:xfrm>
            <a:off x="7269480" y="182402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صَ</a:t>
            </a:r>
            <a:endParaRPr lang="ar-SA" sz="38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3B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81968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</a:t>
            </a:r>
            <a:endParaRPr lang="ar-SA" sz="3800" dirty="0"/>
          </a:p>
        </p:txBody>
      </p:sp>
      <p:sp>
        <p:nvSpPr>
          <p:cNvPr id="18" name="C5 M2 mark"/>
          <p:cNvSpPr txBox="1"/>
          <p:nvPr/>
        </p:nvSpPr>
        <p:spPr>
          <a:xfrm>
            <a:off x="5486400" y="181968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حۡ</a:t>
            </a:r>
            <a:endParaRPr lang="ar-SA" sz="38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3B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L3 letter"/>
          <p:cNvSpPr txBox="1"/>
          <p:nvPr/>
        </p:nvSpPr>
        <p:spPr>
          <a:xfrm>
            <a:off x="3703320" y="179796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</a:t>
            </a:r>
            <a:endParaRPr lang="ar-SA" sz="3800" dirty="0"/>
          </a:p>
        </p:txBody>
      </p:sp>
      <p:sp>
        <p:nvSpPr>
          <p:cNvPr id="21" name="C8 M3 mark"/>
          <p:cNvSpPr txBox="1"/>
          <p:nvPr/>
        </p:nvSpPr>
        <p:spPr>
          <a:xfrm>
            <a:off x="3703320" y="179796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حَ</a:t>
            </a:r>
            <a:endParaRPr lang="ar-SA" sz="3800" dirty="0"/>
          </a:p>
        </p:txBody>
      </p:sp>
      <p:sp>
        <p:nvSpPr>
          <p:cNvPr id="22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7A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1 R result"/>
          <p:cNvSpPr txBox="1"/>
          <p:nvPr/>
        </p:nvSpPr>
        <p:spPr>
          <a:xfrm>
            <a:off x="502920" y="155774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صَحَّ</a:t>
            </a:r>
            <a:endParaRPr lang="ar-SA" sz="7400" dirty="0"/>
          </a:p>
        </p:txBody>
      </p:sp>
    </p:spTree>
  </p:cSld>
  <p:clrMapOvr>
    <a:masterClrMapping/>
  </p:clrMapOvr>
  <p:transition spd="med">
    <p:pull dir="l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C5EE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AA66CC"/>
          </a:solidFill>
          <a:ln w="12700">
            <a:solidFill>
              <a:srgbClr val="AA66CC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BF40BF"/>
          </a:solidFill>
          <a:ln w="12700">
            <a:solidFill>
              <a:srgbClr val="BF40BF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269480" y="182981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</a:t>
            </a:r>
            <a:endParaRPr lang="ar-SA" sz="3500" dirty="0"/>
          </a:p>
        </p:txBody>
      </p:sp>
      <p:sp>
        <p:nvSpPr>
          <p:cNvPr id="16" name="C2 M1 mark"/>
          <p:cNvSpPr txBox="1"/>
          <p:nvPr/>
        </p:nvSpPr>
        <p:spPr>
          <a:xfrm>
            <a:off x="7269480" y="182981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صَ</a:t>
            </a:r>
            <a:endParaRPr lang="ar-SA" sz="3500" dirty="0"/>
          </a:p>
        </p:txBody>
      </p:sp>
      <p:sp>
        <p:nvSpPr>
          <p:cNvPr id="17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46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5486400" y="187071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</a:t>
            </a:r>
            <a:endParaRPr lang="ar-SA" sz="3500" dirty="0"/>
          </a:p>
        </p:txBody>
      </p:sp>
      <p:sp>
        <p:nvSpPr>
          <p:cNvPr id="19" name="C5 M2 mark"/>
          <p:cNvSpPr txBox="1"/>
          <p:nvPr/>
        </p:nvSpPr>
        <p:spPr>
          <a:xfrm>
            <a:off x="5486400" y="187071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خۡ</a:t>
            </a:r>
            <a:endParaRPr lang="ar-SA" sz="3500" dirty="0"/>
          </a:p>
        </p:txBody>
      </p:sp>
      <p:sp>
        <p:nvSpPr>
          <p:cNvPr id="20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46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L3 letter"/>
          <p:cNvSpPr txBox="1"/>
          <p:nvPr/>
        </p:nvSpPr>
        <p:spPr>
          <a:xfrm>
            <a:off x="3703320" y="185070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</a:t>
            </a:r>
            <a:endParaRPr lang="ar-SA" sz="3500" dirty="0"/>
          </a:p>
        </p:txBody>
      </p:sp>
      <p:sp>
        <p:nvSpPr>
          <p:cNvPr id="22" name="C8 M3 mark"/>
          <p:cNvSpPr txBox="1"/>
          <p:nvPr/>
        </p:nvSpPr>
        <p:spPr>
          <a:xfrm>
            <a:off x="3703320" y="185070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خَ</a:t>
            </a:r>
            <a:endParaRPr lang="ar-SA" sz="3500" dirty="0"/>
          </a:p>
        </p:txBody>
      </p:sp>
      <p:sp>
        <p:nvSpPr>
          <p:cNvPr id="23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A2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11 R result"/>
          <p:cNvSpPr txBox="1"/>
          <p:nvPr/>
        </p:nvSpPr>
        <p:spPr>
          <a:xfrm>
            <a:off x="502920" y="1641729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صَخَّ</a:t>
            </a:r>
            <a:endParaRPr lang="ar-SA" sz="6600" dirty="0"/>
          </a:p>
        </p:txBody>
      </p:sp>
    </p:spTree>
  </p:cSld>
  <p:clrMapOvr>
    <a:masterClrMapping/>
  </p:clrMapOvr>
  <p:transition spd="med">
    <p:fade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4314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642B2D"/>
          </a:solidFill>
          <a:ln w="12700">
            <a:solidFill>
              <a:srgbClr val="642B2D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795434"/>
          </a:solidFill>
          <a:ln w="12700">
            <a:solidFill>
              <a:srgbClr val="795434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269480" y="181437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</a:t>
            </a:r>
            <a:endParaRPr lang="ar-SA" sz="4300" dirty="0"/>
          </a:p>
        </p:txBody>
      </p:sp>
      <p:sp>
        <p:nvSpPr>
          <p:cNvPr id="17" name="C2 M1 mark"/>
          <p:cNvSpPr txBox="1"/>
          <p:nvPr/>
        </p:nvSpPr>
        <p:spPr>
          <a:xfrm>
            <a:off x="7269480" y="181437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صَ</a:t>
            </a:r>
            <a:endParaRPr lang="ar-SA" sz="4300" dirty="0"/>
          </a:p>
        </p:txBody>
      </p:sp>
      <p:sp>
        <p:nvSpPr>
          <p:cNvPr id="18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D97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L2 letter"/>
          <p:cNvSpPr txBox="1"/>
          <p:nvPr/>
        </p:nvSpPr>
        <p:spPr>
          <a:xfrm>
            <a:off x="5486400" y="188072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</a:t>
            </a:r>
            <a:endParaRPr lang="ar-SA" sz="4300" dirty="0"/>
          </a:p>
        </p:txBody>
      </p:sp>
      <p:sp>
        <p:nvSpPr>
          <p:cNvPr id="20" name="C5 M2 mark"/>
          <p:cNvSpPr txBox="1"/>
          <p:nvPr/>
        </p:nvSpPr>
        <p:spPr>
          <a:xfrm>
            <a:off x="5486400" y="188072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دۡ</a:t>
            </a:r>
            <a:endParaRPr lang="ar-SA" sz="4300" dirty="0"/>
          </a:p>
        </p:txBody>
      </p:sp>
      <p:sp>
        <p:nvSpPr>
          <p:cNvPr id="21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D97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7 L3 letter"/>
          <p:cNvSpPr txBox="1"/>
          <p:nvPr/>
        </p:nvSpPr>
        <p:spPr>
          <a:xfrm>
            <a:off x="3703320" y="189983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</a:t>
            </a:r>
            <a:endParaRPr lang="ar-SA" sz="4300" dirty="0"/>
          </a:p>
        </p:txBody>
      </p:sp>
      <p:sp>
        <p:nvSpPr>
          <p:cNvPr id="23" name="C8 M3 mark"/>
          <p:cNvSpPr txBox="1"/>
          <p:nvPr/>
        </p:nvSpPr>
        <p:spPr>
          <a:xfrm>
            <a:off x="3703320" y="189983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دَ</a:t>
            </a:r>
            <a:endParaRPr lang="ar-SA" sz="4300" dirty="0"/>
          </a:p>
        </p:txBody>
      </p:sp>
      <p:sp>
        <p:nvSpPr>
          <p:cNvPr id="24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A5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11 R result"/>
          <p:cNvSpPr txBox="1"/>
          <p:nvPr/>
        </p:nvSpPr>
        <p:spPr>
          <a:xfrm>
            <a:off x="502920" y="1774654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صَدَّ</a:t>
            </a:r>
            <a:endParaRPr lang="ar-SA" sz="9700" dirty="0"/>
          </a:p>
        </p:txBody>
      </p:sp>
    </p:spTree>
  </p:cSld>
  <p:clrMapOvr>
    <a:masterClrMapping/>
  </p:clrMapOvr>
  <p:transition spd="med">
    <p:cover dir="l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D1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C25CD6"/>
          </a:solidFill>
          <a:ln w="12700">
            <a:solidFill>
              <a:srgbClr val="C25CD6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BF33CC"/>
          </a:solidFill>
          <a:ln w="12700">
            <a:solidFill>
              <a:srgbClr val="BF33CC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81630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</a:t>
            </a:r>
            <a:endParaRPr lang="ar-SA" sz="4200" dirty="0"/>
          </a:p>
        </p:txBody>
      </p:sp>
      <p:sp>
        <p:nvSpPr>
          <p:cNvPr id="15" name="C2 M1 mark"/>
          <p:cNvSpPr txBox="1"/>
          <p:nvPr/>
        </p:nvSpPr>
        <p:spPr>
          <a:xfrm>
            <a:off x="7269480" y="181630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صَ</a:t>
            </a:r>
            <a:endParaRPr lang="ar-SA" sz="42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AE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93498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</a:t>
            </a:r>
            <a:endParaRPr lang="ar-SA" sz="4200" dirty="0"/>
          </a:p>
        </p:txBody>
      </p:sp>
      <p:sp>
        <p:nvSpPr>
          <p:cNvPr id="18" name="C5 M2 mark"/>
          <p:cNvSpPr txBox="1"/>
          <p:nvPr/>
        </p:nvSpPr>
        <p:spPr>
          <a:xfrm>
            <a:off x="5486400" y="193498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ذۡ</a:t>
            </a:r>
            <a:endParaRPr lang="ar-SA" sz="42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AE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L3 letter"/>
          <p:cNvSpPr txBox="1"/>
          <p:nvPr/>
        </p:nvSpPr>
        <p:spPr>
          <a:xfrm>
            <a:off x="3703320" y="195365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</a:t>
            </a:r>
            <a:endParaRPr lang="ar-SA" sz="4200" dirty="0"/>
          </a:p>
        </p:txBody>
      </p:sp>
      <p:sp>
        <p:nvSpPr>
          <p:cNvPr id="21" name="C8 M3 mark"/>
          <p:cNvSpPr txBox="1"/>
          <p:nvPr/>
        </p:nvSpPr>
        <p:spPr>
          <a:xfrm>
            <a:off x="3703320" y="195365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ذَ</a:t>
            </a:r>
            <a:endParaRPr lang="ar-SA" sz="4200" dirty="0"/>
          </a:p>
        </p:txBody>
      </p:sp>
      <p:sp>
        <p:nvSpPr>
          <p:cNvPr id="22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2E7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1 R result"/>
          <p:cNvSpPr txBox="1"/>
          <p:nvPr/>
        </p:nvSpPr>
        <p:spPr>
          <a:xfrm>
            <a:off x="502920" y="1862538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صَذَّ</a:t>
            </a:r>
            <a:endParaRPr lang="ar-SA" sz="8300" dirty="0"/>
          </a:p>
        </p:txBody>
      </p:sp>
    </p:spTree>
  </p:cSld>
  <p:clrMapOvr>
    <a:masterClrMapping/>
  </p:clrMapOvr>
  <p:transition spd="med">
    <p:zoom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C8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C65366"/>
          </a:solidFill>
          <a:ln w="12700">
            <a:solidFill>
              <a:srgbClr val="C65366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5E87ED"/>
          </a:solidFill>
          <a:ln w="12700">
            <a:solidFill>
              <a:srgbClr val="5E87ED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1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2" name="C1 L1 letter"/>
          <p:cNvSpPr txBox="1"/>
          <p:nvPr/>
        </p:nvSpPr>
        <p:spPr>
          <a:xfrm>
            <a:off x="7269480" y="181437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</a:t>
            </a:r>
            <a:endParaRPr lang="ar-SA" sz="4300" dirty="0"/>
          </a:p>
        </p:txBody>
      </p:sp>
      <p:sp>
        <p:nvSpPr>
          <p:cNvPr id="23" name="C2 M1 mark"/>
          <p:cNvSpPr txBox="1"/>
          <p:nvPr/>
        </p:nvSpPr>
        <p:spPr>
          <a:xfrm>
            <a:off x="7269480" y="181437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صَ</a:t>
            </a:r>
            <a:endParaRPr lang="ar-SA" sz="4300" dirty="0"/>
          </a:p>
        </p:txBody>
      </p:sp>
      <p:sp>
        <p:nvSpPr>
          <p:cNvPr id="24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0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4 L2 letter"/>
          <p:cNvSpPr txBox="1"/>
          <p:nvPr/>
        </p:nvSpPr>
        <p:spPr>
          <a:xfrm>
            <a:off x="5486400" y="183266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</a:t>
            </a:r>
            <a:endParaRPr lang="ar-SA" sz="4300" dirty="0"/>
          </a:p>
        </p:txBody>
      </p:sp>
      <p:sp>
        <p:nvSpPr>
          <p:cNvPr id="26" name="C5 M2 mark"/>
          <p:cNvSpPr txBox="1"/>
          <p:nvPr/>
        </p:nvSpPr>
        <p:spPr>
          <a:xfrm>
            <a:off x="5486400" y="183266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رۡ</a:t>
            </a:r>
            <a:endParaRPr lang="ar-SA" sz="4300" dirty="0"/>
          </a:p>
        </p:txBody>
      </p:sp>
      <p:sp>
        <p:nvSpPr>
          <p:cNvPr id="27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0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7 L3 letter"/>
          <p:cNvSpPr txBox="1"/>
          <p:nvPr/>
        </p:nvSpPr>
        <p:spPr>
          <a:xfrm>
            <a:off x="3703320" y="180809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</a:t>
            </a:r>
            <a:endParaRPr lang="ar-SA" sz="4300" dirty="0"/>
          </a:p>
        </p:txBody>
      </p:sp>
      <p:sp>
        <p:nvSpPr>
          <p:cNvPr id="29" name="C8 M3 mark"/>
          <p:cNvSpPr txBox="1"/>
          <p:nvPr/>
        </p:nvSpPr>
        <p:spPr>
          <a:xfrm>
            <a:off x="3703320" y="180809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رَ</a:t>
            </a:r>
            <a:endParaRPr lang="ar-SA" sz="4300" dirty="0"/>
          </a:p>
        </p:txBody>
      </p:sp>
      <p:sp>
        <p:nvSpPr>
          <p:cNvPr id="30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55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C11 R result"/>
          <p:cNvSpPr txBox="1"/>
          <p:nvPr/>
        </p:nvSpPr>
        <p:spPr>
          <a:xfrm>
            <a:off x="502920" y="1574952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صَرَّ</a:t>
            </a:r>
            <a:endParaRPr lang="ar-SA" sz="8800" dirty="0"/>
          </a:p>
        </p:txBody>
      </p:sp>
    </p:spTree>
  </p:cSld>
  <p:clrMapOvr>
    <a:masterClrMapping/>
  </p:clrMapOvr>
  <p:transition spd="med">
    <p:wheel spokes="4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4324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E0CA52"/>
          </a:solidFill>
          <a:ln w="12700">
            <a:solidFill>
              <a:srgbClr val="E0CA52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CFF28C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70B7DB"/>
          </a:solidFill>
          <a:ln w="12700">
            <a:solidFill>
              <a:srgbClr val="70B7DB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714785"/>
          </a:solidFill>
          <a:ln w="12700">
            <a:solidFill>
              <a:srgbClr val="714785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8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9" name="C1 L1 letter"/>
          <p:cNvSpPr txBox="1"/>
          <p:nvPr/>
        </p:nvSpPr>
        <p:spPr>
          <a:xfrm>
            <a:off x="7269480" y="181630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</a:t>
            </a:r>
            <a:endParaRPr lang="ar-SA" sz="4200" dirty="0"/>
          </a:p>
        </p:txBody>
      </p:sp>
      <p:sp>
        <p:nvSpPr>
          <p:cNvPr id="20" name="C2 M1 mark"/>
          <p:cNvSpPr txBox="1"/>
          <p:nvPr/>
        </p:nvSpPr>
        <p:spPr>
          <a:xfrm>
            <a:off x="7269480" y="181630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صَ</a:t>
            </a:r>
            <a:endParaRPr lang="ar-SA" sz="4200" dirty="0"/>
          </a:p>
        </p:txBody>
      </p:sp>
      <p:sp>
        <p:nvSpPr>
          <p:cNvPr id="21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9B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4 L2 letter"/>
          <p:cNvSpPr txBox="1"/>
          <p:nvPr/>
        </p:nvSpPr>
        <p:spPr>
          <a:xfrm>
            <a:off x="5486400" y="188804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</a:t>
            </a:r>
            <a:endParaRPr lang="ar-SA" sz="4200" dirty="0"/>
          </a:p>
        </p:txBody>
      </p:sp>
      <p:sp>
        <p:nvSpPr>
          <p:cNvPr id="23" name="C5 M2 mark"/>
          <p:cNvSpPr txBox="1"/>
          <p:nvPr/>
        </p:nvSpPr>
        <p:spPr>
          <a:xfrm>
            <a:off x="5486400" y="188804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زۡ</a:t>
            </a:r>
            <a:endParaRPr lang="ar-SA" sz="4200" dirty="0"/>
          </a:p>
        </p:txBody>
      </p:sp>
      <p:sp>
        <p:nvSpPr>
          <p:cNvPr id="24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9B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7 L3 letter"/>
          <p:cNvSpPr txBox="1"/>
          <p:nvPr/>
        </p:nvSpPr>
        <p:spPr>
          <a:xfrm>
            <a:off x="3703320" y="186404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</a:t>
            </a:r>
            <a:endParaRPr lang="ar-SA" sz="4200" dirty="0"/>
          </a:p>
        </p:txBody>
      </p:sp>
      <p:sp>
        <p:nvSpPr>
          <p:cNvPr id="26" name="C8 M3 mark"/>
          <p:cNvSpPr txBox="1"/>
          <p:nvPr/>
        </p:nvSpPr>
        <p:spPr>
          <a:xfrm>
            <a:off x="3703320" y="186404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زَ</a:t>
            </a:r>
            <a:endParaRPr lang="ar-SA" sz="4200" dirty="0"/>
          </a:p>
        </p:txBody>
      </p:sp>
      <p:sp>
        <p:nvSpPr>
          <p:cNvPr id="27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F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11 R result"/>
          <p:cNvSpPr txBox="1"/>
          <p:nvPr/>
        </p:nvSpPr>
        <p:spPr>
          <a:xfrm>
            <a:off x="502920" y="1682115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صَزَّ</a:t>
            </a:r>
            <a:endParaRPr lang="ar-SA" sz="7600" dirty="0"/>
          </a:p>
        </p:txBody>
      </p:sp>
    </p:spTree>
  </p:cSld>
  <p:clrMapOvr>
    <a:masterClrMapping/>
  </p:clrMapOvr>
  <p:transition spd="med">
    <p:wipe dir="l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C5F7E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64D2D8"/>
          </a:solidFill>
          <a:ln w="12700">
            <a:solidFill>
              <a:srgbClr val="64D2D8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47D1C1"/>
          </a:solidFill>
          <a:ln w="12700">
            <a:solidFill>
              <a:srgbClr val="47D1C1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83174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</a:t>
            </a:r>
            <a:endParaRPr lang="ar-SA" sz="3400" dirty="0"/>
          </a:p>
        </p:txBody>
      </p:sp>
      <p:sp>
        <p:nvSpPr>
          <p:cNvPr id="15" name="C2 M1 mark"/>
          <p:cNvSpPr txBox="1"/>
          <p:nvPr/>
        </p:nvSpPr>
        <p:spPr>
          <a:xfrm>
            <a:off x="7269480" y="183174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صَ</a:t>
            </a:r>
            <a:endParaRPr lang="ar-SA" sz="34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266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84556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</a:t>
            </a:r>
            <a:endParaRPr lang="ar-SA" sz="3400" dirty="0"/>
          </a:p>
        </p:txBody>
      </p:sp>
      <p:sp>
        <p:nvSpPr>
          <p:cNvPr id="18" name="C5 M2 mark"/>
          <p:cNvSpPr txBox="1"/>
          <p:nvPr/>
        </p:nvSpPr>
        <p:spPr>
          <a:xfrm>
            <a:off x="5486400" y="184556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سۡ</a:t>
            </a:r>
            <a:endParaRPr lang="ar-SA" sz="34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266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L3 letter"/>
          <p:cNvSpPr txBox="1"/>
          <p:nvPr/>
        </p:nvSpPr>
        <p:spPr>
          <a:xfrm>
            <a:off x="3703320" y="182267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</a:t>
            </a:r>
            <a:endParaRPr lang="ar-SA" sz="3400" dirty="0"/>
          </a:p>
        </p:txBody>
      </p:sp>
      <p:sp>
        <p:nvSpPr>
          <p:cNvPr id="21" name="C8 M3 mark"/>
          <p:cNvSpPr txBox="1"/>
          <p:nvPr/>
        </p:nvSpPr>
        <p:spPr>
          <a:xfrm>
            <a:off x="3703320" y="182267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سَ</a:t>
            </a:r>
            <a:endParaRPr lang="ar-SA" sz="3400" dirty="0"/>
          </a:p>
        </p:txBody>
      </p:sp>
      <p:sp>
        <p:nvSpPr>
          <p:cNvPr id="22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57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1 R result"/>
          <p:cNvSpPr txBox="1"/>
          <p:nvPr/>
        </p:nvSpPr>
        <p:spPr>
          <a:xfrm>
            <a:off x="502920" y="1581477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صَسَّ</a:t>
            </a:r>
            <a:endParaRPr lang="ar-SA" sz="7500" dirty="0"/>
          </a:p>
        </p:txBody>
      </p:sp>
    </p:spTree>
  </p:cSld>
  <p:clrMapOvr>
    <a:masterClrMapping/>
  </p:clrMapOvr>
  <p:transition spd="med">
    <p:circle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3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CCAA66"/>
          </a:solidFill>
          <a:ln w="12700">
            <a:solidFill>
              <a:srgbClr val="CCAA66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BFBF40"/>
          </a:solidFill>
          <a:ln w="12700">
            <a:solidFill>
              <a:srgbClr val="BFBF40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269480" y="183753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</a:t>
            </a:r>
            <a:endParaRPr lang="ar-SA" sz="3100" dirty="0"/>
          </a:p>
        </p:txBody>
      </p:sp>
      <p:sp>
        <p:nvSpPr>
          <p:cNvPr id="16" name="C2 M1 mark"/>
          <p:cNvSpPr txBox="1"/>
          <p:nvPr/>
        </p:nvSpPr>
        <p:spPr>
          <a:xfrm>
            <a:off x="7269480" y="183753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صَ</a:t>
            </a:r>
            <a:endParaRPr lang="ar-SA" sz="3100" dirty="0"/>
          </a:p>
        </p:txBody>
      </p:sp>
      <p:sp>
        <p:nvSpPr>
          <p:cNvPr id="17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33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5486400" y="190840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</a:t>
            </a:r>
            <a:endParaRPr lang="ar-SA" sz="3100" dirty="0"/>
          </a:p>
        </p:txBody>
      </p:sp>
      <p:sp>
        <p:nvSpPr>
          <p:cNvPr id="19" name="C5 M2 mark"/>
          <p:cNvSpPr txBox="1"/>
          <p:nvPr/>
        </p:nvSpPr>
        <p:spPr>
          <a:xfrm>
            <a:off x="5486400" y="190840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شۡ</a:t>
            </a:r>
            <a:endParaRPr lang="ar-SA" sz="3100" dirty="0"/>
          </a:p>
        </p:txBody>
      </p:sp>
      <p:sp>
        <p:nvSpPr>
          <p:cNvPr id="20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33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L3 letter"/>
          <p:cNvSpPr txBox="1"/>
          <p:nvPr/>
        </p:nvSpPr>
        <p:spPr>
          <a:xfrm>
            <a:off x="3703320" y="189068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</a:t>
            </a:r>
            <a:endParaRPr lang="ar-SA" sz="3100" dirty="0"/>
          </a:p>
        </p:txBody>
      </p:sp>
      <p:sp>
        <p:nvSpPr>
          <p:cNvPr id="22" name="C8 M3 mark"/>
          <p:cNvSpPr txBox="1"/>
          <p:nvPr/>
        </p:nvSpPr>
        <p:spPr>
          <a:xfrm>
            <a:off x="3703320" y="189068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شَ</a:t>
            </a:r>
            <a:endParaRPr lang="ar-SA" sz="3100" dirty="0"/>
          </a:p>
        </p:txBody>
      </p:sp>
      <p:sp>
        <p:nvSpPr>
          <p:cNvPr id="23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B88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11 R result"/>
          <p:cNvSpPr txBox="1"/>
          <p:nvPr/>
        </p:nvSpPr>
        <p:spPr>
          <a:xfrm>
            <a:off x="502920" y="1720761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صَشَّ</a:t>
            </a:r>
            <a:endParaRPr lang="ar-SA" sz="7100" dirty="0"/>
          </a:p>
        </p:txBody>
      </p:sp>
    </p:spTree>
  </p:cSld>
  <p:clrMapOvr>
    <a:masterClrMapping/>
  </p:clrMapOvr>
  <p:transition spd="med">
    <p:randomBar dir="vert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3943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3B642B"/>
          </a:solidFill>
          <a:ln w="12700">
            <a:solidFill>
              <a:srgbClr val="3B642B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347943"/>
          </a:solidFill>
          <a:ln w="12700">
            <a:solidFill>
              <a:srgbClr val="347943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6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7" name="C1 L1 letter"/>
          <p:cNvSpPr txBox="1"/>
          <p:nvPr/>
        </p:nvSpPr>
        <p:spPr>
          <a:xfrm>
            <a:off x="7589520" y="203958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</a:t>
            </a:r>
            <a:endParaRPr lang="ar-SA" sz="2900" dirty="0"/>
          </a:p>
        </p:txBody>
      </p:sp>
      <p:sp>
        <p:nvSpPr>
          <p:cNvPr id="18" name="C2 M1 mark"/>
          <p:cNvSpPr txBox="1"/>
          <p:nvPr/>
        </p:nvSpPr>
        <p:spPr>
          <a:xfrm>
            <a:off x="7589520" y="203958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أَ</a:t>
            </a:r>
            <a:endParaRPr lang="ar-SA" sz="2900" dirty="0"/>
          </a:p>
        </p:txBody>
      </p:sp>
      <p:sp>
        <p:nvSpPr>
          <p:cNvPr id="19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4D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4 L2 letter"/>
          <p:cNvSpPr txBox="1"/>
          <p:nvPr/>
        </p:nvSpPr>
        <p:spPr>
          <a:xfrm>
            <a:off x="6108192" y="191740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</a:t>
            </a:r>
            <a:endParaRPr lang="ar-SA" sz="2900" dirty="0"/>
          </a:p>
        </p:txBody>
      </p:sp>
      <p:sp>
        <p:nvSpPr>
          <p:cNvPr id="21" name="C5 M2 mark"/>
          <p:cNvSpPr txBox="1"/>
          <p:nvPr/>
        </p:nvSpPr>
        <p:spPr>
          <a:xfrm>
            <a:off x="6108192" y="191740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صۡ</a:t>
            </a:r>
            <a:endParaRPr lang="ar-SA" sz="2900" dirty="0"/>
          </a:p>
        </p:txBody>
      </p:sp>
      <p:sp>
        <p:nvSpPr>
          <p:cNvPr id="22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4D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7 L3 letter"/>
          <p:cNvSpPr txBox="1"/>
          <p:nvPr/>
        </p:nvSpPr>
        <p:spPr>
          <a:xfrm>
            <a:off x="4626864" y="190083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</a:t>
            </a:r>
            <a:endParaRPr lang="ar-SA" sz="2900" dirty="0"/>
          </a:p>
        </p:txBody>
      </p:sp>
      <p:sp>
        <p:nvSpPr>
          <p:cNvPr id="24" name="C8 M3 mark"/>
          <p:cNvSpPr txBox="1"/>
          <p:nvPr/>
        </p:nvSpPr>
        <p:spPr>
          <a:xfrm>
            <a:off x="4626864" y="190083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صَ</a:t>
            </a:r>
            <a:endParaRPr lang="ar-SA" sz="2900" dirty="0"/>
          </a:p>
        </p:txBody>
      </p:sp>
      <p:sp>
        <p:nvSpPr>
          <p:cNvPr id="25" name="C9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4D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10 L4 letter"/>
          <p:cNvSpPr txBox="1"/>
          <p:nvPr/>
        </p:nvSpPr>
        <p:spPr>
          <a:xfrm>
            <a:off x="3145536" y="190145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</a:t>
            </a:r>
            <a:endParaRPr lang="ar-SA" sz="2900" dirty="0"/>
          </a:p>
        </p:txBody>
      </p:sp>
      <p:sp>
        <p:nvSpPr>
          <p:cNvPr id="27" name="C11 M4 mark"/>
          <p:cNvSpPr txBox="1"/>
          <p:nvPr/>
        </p:nvSpPr>
        <p:spPr>
          <a:xfrm>
            <a:off x="3145536" y="190145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بَ</a:t>
            </a:r>
            <a:endParaRPr lang="ar-SA" sz="2900" dirty="0"/>
          </a:p>
        </p:txBody>
      </p:sp>
      <p:sp>
        <p:nvSpPr>
          <p:cNvPr id="28" name="C12 H shaddah bar"/>
          <p:cNvSpPr/>
          <p:nvPr/>
        </p:nvSpPr>
        <p:spPr>
          <a:xfrm>
            <a:off x="4764024" y="1737360"/>
            <a:ext cx="2414016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13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A8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0" name="C14 R result"/>
          <p:cNvSpPr txBox="1"/>
          <p:nvPr/>
        </p:nvSpPr>
        <p:spPr>
          <a:xfrm>
            <a:off x="384048" y="1830452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أَصَّبَ</a:t>
            </a:r>
            <a:endParaRPr lang="ar-SA" sz="6200" dirty="0"/>
          </a:p>
        </p:txBody>
      </p:sp>
    </p:spTree>
  </p:cSld>
  <p:clrMapOvr>
    <a:masterClrMapping/>
  </p:clrMapOvr>
  <p:transition spd="med">
    <p:push dir="l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C5DD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D6C25C"/>
          </a:solidFill>
          <a:ln w="12700">
            <a:solidFill>
              <a:srgbClr val="D6C25C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CCBF33"/>
          </a:solidFill>
          <a:ln w="12700">
            <a:solidFill>
              <a:srgbClr val="CCBF33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589520" y="190145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</a:t>
            </a:r>
            <a:endParaRPr lang="ar-SA" sz="2900" dirty="0"/>
          </a:p>
        </p:txBody>
      </p:sp>
      <p:sp>
        <p:nvSpPr>
          <p:cNvPr id="16" name="C2 M1 mark"/>
          <p:cNvSpPr txBox="1"/>
          <p:nvPr/>
        </p:nvSpPr>
        <p:spPr>
          <a:xfrm>
            <a:off x="7589520" y="190145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بَ</a:t>
            </a:r>
            <a:endParaRPr lang="ar-SA" sz="2900" dirty="0"/>
          </a:p>
        </p:txBody>
      </p:sp>
      <p:sp>
        <p:nvSpPr>
          <p:cNvPr id="17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D981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6108192" y="191740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</a:t>
            </a:r>
            <a:endParaRPr lang="ar-SA" sz="2900" dirty="0"/>
          </a:p>
        </p:txBody>
      </p:sp>
      <p:sp>
        <p:nvSpPr>
          <p:cNvPr id="19" name="C5 M2 mark"/>
          <p:cNvSpPr txBox="1"/>
          <p:nvPr/>
        </p:nvSpPr>
        <p:spPr>
          <a:xfrm>
            <a:off x="6108192" y="191740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صۡ</a:t>
            </a:r>
            <a:endParaRPr lang="ar-SA" sz="2900" dirty="0"/>
          </a:p>
        </p:txBody>
      </p:sp>
      <p:sp>
        <p:nvSpPr>
          <p:cNvPr id="20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D981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L3 letter"/>
          <p:cNvSpPr txBox="1"/>
          <p:nvPr/>
        </p:nvSpPr>
        <p:spPr>
          <a:xfrm>
            <a:off x="4626864" y="190083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</a:t>
            </a:r>
            <a:endParaRPr lang="ar-SA" sz="2900" dirty="0"/>
          </a:p>
        </p:txBody>
      </p:sp>
      <p:sp>
        <p:nvSpPr>
          <p:cNvPr id="22" name="C8 M3 mark"/>
          <p:cNvSpPr txBox="1"/>
          <p:nvPr/>
        </p:nvSpPr>
        <p:spPr>
          <a:xfrm>
            <a:off x="4626864" y="190083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صَ</a:t>
            </a:r>
            <a:endParaRPr lang="ar-SA" sz="2900" dirty="0"/>
          </a:p>
        </p:txBody>
      </p:sp>
      <p:sp>
        <p:nvSpPr>
          <p:cNvPr id="23" name="C9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D981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0 L4 letter"/>
          <p:cNvSpPr txBox="1"/>
          <p:nvPr/>
        </p:nvSpPr>
        <p:spPr>
          <a:xfrm>
            <a:off x="3145536" y="196455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</a:t>
            </a:r>
            <a:endParaRPr lang="ar-SA" sz="2900" dirty="0"/>
          </a:p>
        </p:txBody>
      </p:sp>
      <p:sp>
        <p:nvSpPr>
          <p:cNvPr id="25" name="C11 M4 mark"/>
          <p:cNvSpPr txBox="1"/>
          <p:nvPr/>
        </p:nvSpPr>
        <p:spPr>
          <a:xfrm>
            <a:off x="3145536" y="196455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تَ</a:t>
            </a:r>
            <a:endParaRPr lang="ar-SA" sz="2900" dirty="0"/>
          </a:p>
        </p:txBody>
      </p:sp>
      <p:sp>
        <p:nvSpPr>
          <p:cNvPr id="26" name="C12 H shaddah bar"/>
          <p:cNvSpPr/>
          <p:nvPr/>
        </p:nvSpPr>
        <p:spPr>
          <a:xfrm>
            <a:off x="4764024" y="1737360"/>
            <a:ext cx="2414016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13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9F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4 R result"/>
          <p:cNvSpPr txBox="1"/>
          <p:nvPr/>
        </p:nvSpPr>
        <p:spPr>
          <a:xfrm>
            <a:off x="384048" y="1716888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بَصَّتَ</a:t>
            </a:r>
            <a:endParaRPr lang="ar-SA" sz="6200" dirty="0"/>
          </a:p>
        </p:txBody>
      </p:sp>
    </p:spTree>
  </p:cSld>
  <p:clrMapOvr>
    <a:masterClrMapping/>
  </p:clrMapOvr>
  <p:transition spd="med">
    <p:split orient="vert" dir="out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7C5C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B3C653"/>
          </a:solidFill>
          <a:ln w="12700">
            <a:solidFill>
              <a:srgbClr val="B3C653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ED5EAA"/>
          </a:solidFill>
          <a:ln w="12700">
            <a:solidFill>
              <a:srgbClr val="ED5EAA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1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22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3" name="C1 L1 letter"/>
          <p:cNvSpPr txBox="1"/>
          <p:nvPr/>
        </p:nvSpPr>
        <p:spPr>
          <a:xfrm>
            <a:off x="7589520" y="196455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</a:t>
            </a:r>
            <a:endParaRPr lang="ar-SA" sz="2900" dirty="0"/>
          </a:p>
        </p:txBody>
      </p:sp>
      <p:sp>
        <p:nvSpPr>
          <p:cNvPr id="24" name="C2 M1 mark"/>
          <p:cNvSpPr txBox="1"/>
          <p:nvPr/>
        </p:nvSpPr>
        <p:spPr>
          <a:xfrm>
            <a:off x="7589520" y="196455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تَ</a:t>
            </a:r>
            <a:endParaRPr lang="ar-SA" sz="2900" dirty="0"/>
          </a:p>
        </p:txBody>
      </p:sp>
      <p:sp>
        <p:nvSpPr>
          <p:cNvPr id="25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26D9B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4 L2 letter"/>
          <p:cNvSpPr txBox="1"/>
          <p:nvPr/>
        </p:nvSpPr>
        <p:spPr>
          <a:xfrm>
            <a:off x="6108192" y="191740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</a:t>
            </a:r>
            <a:endParaRPr lang="ar-SA" sz="2900" dirty="0"/>
          </a:p>
        </p:txBody>
      </p:sp>
      <p:sp>
        <p:nvSpPr>
          <p:cNvPr id="27" name="C5 M2 mark"/>
          <p:cNvSpPr txBox="1"/>
          <p:nvPr/>
        </p:nvSpPr>
        <p:spPr>
          <a:xfrm>
            <a:off x="6108192" y="191740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صۡ</a:t>
            </a:r>
            <a:endParaRPr lang="ar-SA" sz="2900" dirty="0"/>
          </a:p>
        </p:txBody>
      </p:sp>
      <p:sp>
        <p:nvSpPr>
          <p:cNvPr id="28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26D9B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7 L3 letter"/>
          <p:cNvSpPr txBox="1"/>
          <p:nvPr/>
        </p:nvSpPr>
        <p:spPr>
          <a:xfrm>
            <a:off x="4626864" y="190083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</a:t>
            </a:r>
            <a:endParaRPr lang="ar-SA" sz="2900" dirty="0"/>
          </a:p>
        </p:txBody>
      </p:sp>
      <p:sp>
        <p:nvSpPr>
          <p:cNvPr id="30" name="C8 M3 mark"/>
          <p:cNvSpPr txBox="1"/>
          <p:nvPr/>
        </p:nvSpPr>
        <p:spPr>
          <a:xfrm>
            <a:off x="4626864" y="190083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صَ</a:t>
            </a:r>
            <a:endParaRPr lang="ar-SA" sz="2900" dirty="0"/>
          </a:p>
        </p:txBody>
      </p:sp>
      <p:sp>
        <p:nvSpPr>
          <p:cNvPr id="31" name="C9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26D9B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C10 L4 letter"/>
          <p:cNvSpPr txBox="1"/>
          <p:nvPr/>
        </p:nvSpPr>
        <p:spPr>
          <a:xfrm>
            <a:off x="3145536" y="198480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</a:t>
            </a:r>
            <a:endParaRPr lang="ar-SA" sz="2900" dirty="0"/>
          </a:p>
        </p:txBody>
      </p:sp>
      <p:sp>
        <p:nvSpPr>
          <p:cNvPr id="33" name="C11 M4 mark"/>
          <p:cNvSpPr txBox="1"/>
          <p:nvPr/>
        </p:nvSpPr>
        <p:spPr>
          <a:xfrm>
            <a:off x="3145536" y="198480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ثَ</a:t>
            </a:r>
            <a:endParaRPr lang="ar-SA" sz="2900" dirty="0"/>
          </a:p>
        </p:txBody>
      </p:sp>
      <p:sp>
        <p:nvSpPr>
          <p:cNvPr id="34" name="C12 H shaddah bar"/>
          <p:cNvSpPr/>
          <p:nvPr/>
        </p:nvSpPr>
        <p:spPr>
          <a:xfrm>
            <a:off x="4764024" y="1737360"/>
            <a:ext cx="2414016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5" name="C13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2E77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6" name="C14 R result"/>
          <p:cNvSpPr txBox="1"/>
          <p:nvPr/>
        </p:nvSpPr>
        <p:spPr>
          <a:xfrm>
            <a:off x="384048" y="1796237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تَصَّثَ</a:t>
            </a:r>
            <a:endParaRPr lang="ar-SA" sz="6100" dirty="0"/>
          </a:p>
        </p:txBody>
      </p:sp>
    </p:spTree>
  </p:cSld>
  <p:clrMapOvr>
    <a:masterClrMapping/>
  </p:clrMapOvr>
  <p:transition spd="med">
    <p:pull dir="l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5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5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35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  <p:bldP spid="34" grpId="0" animBg="1"/>
      <p:bldP spid="35" grpId="0" animBg="1"/>
      <p:bldP spid="36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1443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52E0A6"/>
          </a:solidFill>
          <a:ln w="12700">
            <a:solidFill>
              <a:srgbClr val="52E0A6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8CE9F2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DB70D1"/>
          </a:solidFill>
          <a:ln w="12700">
            <a:solidFill>
              <a:srgbClr val="DB70D1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856247"/>
          </a:solidFill>
          <a:ln w="12700">
            <a:solidFill>
              <a:srgbClr val="856247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8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9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0" name="C1 L1 letter"/>
          <p:cNvSpPr txBox="1"/>
          <p:nvPr/>
        </p:nvSpPr>
        <p:spPr>
          <a:xfrm>
            <a:off x="7589520" y="198480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</a:t>
            </a:r>
            <a:endParaRPr lang="ar-SA" sz="2900" dirty="0"/>
          </a:p>
        </p:txBody>
      </p:sp>
      <p:sp>
        <p:nvSpPr>
          <p:cNvPr id="21" name="C2 M1 mark"/>
          <p:cNvSpPr txBox="1"/>
          <p:nvPr/>
        </p:nvSpPr>
        <p:spPr>
          <a:xfrm>
            <a:off x="7589520" y="198480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ثَ</a:t>
            </a:r>
            <a:endParaRPr lang="ar-SA" sz="2900" dirty="0"/>
          </a:p>
        </p:txBody>
      </p:sp>
      <p:sp>
        <p:nvSpPr>
          <p:cNvPr id="22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D926C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4 L2 letter"/>
          <p:cNvSpPr txBox="1"/>
          <p:nvPr/>
        </p:nvSpPr>
        <p:spPr>
          <a:xfrm>
            <a:off x="6108192" y="191740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</a:t>
            </a:r>
            <a:endParaRPr lang="ar-SA" sz="2900" dirty="0"/>
          </a:p>
        </p:txBody>
      </p:sp>
      <p:sp>
        <p:nvSpPr>
          <p:cNvPr id="24" name="C5 M2 mark"/>
          <p:cNvSpPr txBox="1"/>
          <p:nvPr/>
        </p:nvSpPr>
        <p:spPr>
          <a:xfrm>
            <a:off x="6108192" y="191740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صۡ</a:t>
            </a:r>
            <a:endParaRPr lang="ar-SA" sz="2900" dirty="0"/>
          </a:p>
        </p:txBody>
      </p:sp>
      <p:sp>
        <p:nvSpPr>
          <p:cNvPr id="25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D926C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7 L3 letter"/>
          <p:cNvSpPr txBox="1"/>
          <p:nvPr/>
        </p:nvSpPr>
        <p:spPr>
          <a:xfrm>
            <a:off x="4626864" y="190083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</a:t>
            </a:r>
            <a:endParaRPr lang="ar-SA" sz="2900" dirty="0"/>
          </a:p>
        </p:txBody>
      </p:sp>
      <p:sp>
        <p:nvSpPr>
          <p:cNvPr id="27" name="C8 M3 mark"/>
          <p:cNvSpPr txBox="1"/>
          <p:nvPr/>
        </p:nvSpPr>
        <p:spPr>
          <a:xfrm>
            <a:off x="4626864" y="190083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صَ</a:t>
            </a:r>
            <a:endParaRPr lang="ar-SA" sz="2900" dirty="0"/>
          </a:p>
        </p:txBody>
      </p:sp>
      <p:sp>
        <p:nvSpPr>
          <p:cNvPr id="28" name="C9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D926C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10 L4 letter"/>
          <p:cNvSpPr txBox="1"/>
          <p:nvPr/>
        </p:nvSpPr>
        <p:spPr>
          <a:xfrm>
            <a:off x="3145536" y="1880946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</a:t>
            </a:r>
            <a:endParaRPr lang="ar-SA" sz="2900" dirty="0"/>
          </a:p>
        </p:txBody>
      </p:sp>
      <p:sp>
        <p:nvSpPr>
          <p:cNvPr id="30" name="C11 M4 mark"/>
          <p:cNvSpPr txBox="1"/>
          <p:nvPr/>
        </p:nvSpPr>
        <p:spPr>
          <a:xfrm>
            <a:off x="3145536" y="1880946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جَ</a:t>
            </a:r>
            <a:endParaRPr lang="ar-SA" sz="2900" dirty="0"/>
          </a:p>
        </p:txBody>
      </p:sp>
      <p:sp>
        <p:nvSpPr>
          <p:cNvPr id="31" name="C12 H shaddah bar"/>
          <p:cNvSpPr/>
          <p:nvPr/>
        </p:nvSpPr>
        <p:spPr>
          <a:xfrm>
            <a:off x="4764024" y="1737360"/>
            <a:ext cx="2414016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C13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B82E4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3" name="C14 R result"/>
          <p:cNvSpPr txBox="1"/>
          <p:nvPr/>
        </p:nvSpPr>
        <p:spPr>
          <a:xfrm>
            <a:off x="384048" y="1693977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ثَصَّجَ</a:t>
            </a:r>
            <a:endParaRPr lang="ar-SA" sz="6100" dirty="0"/>
          </a:p>
        </p:txBody>
      </p:sp>
    </p:spTree>
  </p:cSld>
  <p:clrMapOvr>
    <a:masterClrMapping/>
  </p:clrMapOvr>
  <p:transition spd="med">
    <p:fade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35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D8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C164D8"/>
          </a:solidFill>
          <a:ln w="12700">
            <a:solidFill>
              <a:srgbClr val="C164D8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9F47D1"/>
          </a:solidFill>
          <a:ln w="12700">
            <a:solidFill>
              <a:srgbClr val="9F47D1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589520" y="1880946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</a:t>
            </a:r>
            <a:endParaRPr lang="ar-SA" sz="2900" dirty="0"/>
          </a:p>
        </p:txBody>
      </p:sp>
      <p:sp>
        <p:nvSpPr>
          <p:cNvPr id="16" name="C2 M1 mark"/>
          <p:cNvSpPr txBox="1"/>
          <p:nvPr/>
        </p:nvSpPr>
        <p:spPr>
          <a:xfrm>
            <a:off x="7589520" y="1880946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جَ</a:t>
            </a:r>
            <a:endParaRPr lang="ar-SA" sz="2900" dirty="0"/>
          </a:p>
        </p:txBody>
      </p:sp>
      <p:sp>
        <p:nvSpPr>
          <p:cNvPr id="17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94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6108192" y="191740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</a:t>
            </a:r>
            <a:endParaRPr lang="ar-SA" sz="2900" dirty="0"/>
          </a:p>
        </p:txBody>
      </p:sp>
      <p:sp>
        <p:nvSpPr>
          <p:cNvPr id="19" name="C5 M2 mark"/>
          <p:cNvSpPr txBox="1"/>
          <p:nvPr/>
        </p:nvSpPr>
        <p:spPr>
          <a:xfrm>
            <a:off x="6108192" y="191740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صۡ</a:t>
            </a:r>
            <a:endParaRPr lang="ar-SA" sz="2900" dirty="0"/>
          </a:p>
        </p:txBody>
      </p:sp>
      <p:sp>
        <p:nvSpPr>
          <p:cNvPr id="20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94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L3 letter"/>
          <p:cNvSpPr txBox="1"/>
          <p:nvPr/>
        </p:nvSpPr>
        <p:spPr>
          <a:xfrm>
            <a:off x="4626864" y="190083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</a:t>
            </a:r>
            <a:endParaRPr lang="ar-SA" sz="2900" dirty="0"/>
          </a:p>
        </p:txBody>
      </p:sp>
      <p:sp>
        <p:nvSpPr>
          <p:cNvPr id="22" name="C8 M3 mark"/>
          <p:cNvSpPr txBox="1"/>
          <p:nvPr/>
        </p:nvSpPr>
        <p:spPr>
          <a:xfrm>
            <a:off x="4626864" y="190083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صَ</a:t>
            </a:r>
            <a:endParaRPr lang="ar-SA" sz="2900" dirty="0"/>
          </a:p>
        </p:txBody>
      </p:sp>
      <p:sp>
        <p:nvSpPr>
          <p:cNvPr id="23" name="C9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94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0 L4 letter"/>
          <p:cNvSpPr txBox="1"/>
          <p:nvPr/>
        </p:nvSpPr>
        <p:spPr>
          <a:xfrm>
            <a:off x="3145536" y="1880946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</a:t>
            </a:r>
            <a:endParaRPr lang="ar-SA" sz="2900" dirty="0"/>
          </a:p>
        </p:txBody>
      </p:sp>
      <p:sp>
        <p:nvSpPr>
          <p:cNvPr id="25" name="C11 M4 mark"/>
          <p:cNvSpPr txBox="1"/>
          <p:nvPr/>
        </p:nvSpPr>
        <p:spPr>
          <a:xfrm>
            <a:off x="3145536" y="1880946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حَ</a:t>
            </a:r>
            <a:endParaRPr lang="ar-SA" sz="2900" dirty="0"/>
          </a:p>
        </p:txBody>
      </p:sp>
      <p:sp>
        <p:nvSpPr>
          <p:cNvPr id="26" name="C12 H shaddah bar"/>
          <p:cNvSpPr/>
          <p:nvPr/>
        </p:nvSpPr>
        <p:spPr>
          <a:xfrm>
            <a:off x="4764024" y="1737360"/>
            <a:ext cx="2414016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13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2EB83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4 R result"/>
          <p:cNvSpPr txBox="1"/>
          <p:nvPr/>
        </p:nvSpPr>
        <p:spPr>
          <a:xfrm>
            <a:off x="384048" y="1630458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جَصَّحَ</a:t>
            </a:r>
            <a:endParaRPr lang="ar-SA" sz="6500" dirty="0"/>
          </a:p>
        </p:txBody>
      </p:sp>
    </p:spTree>
  </p:cSld>
  <p:clrMapOvr>
    <a:masterClrMapping/>
  </p:clrMapOvr>
  <p:transition spd="med">
    <p:cover dir="l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7E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66CCAA"/>
          </a:solidFill>
          <a:ln w="12700">
            <a:solidFill>
              <a:srgbClr val="66CCAA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40BFBF"/>
          </a:solidFill>
          <a:ln w="12700">
            <a:solidFill>
              <a:srgbClr val="40BFBF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589520" y="1880946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</a:t>
            </a:r>
            <a:endParaRPr lang="ar-SA" sz="2900" dirty="0"/>
          </a:p>
        </p:txBody>
      </p:sp>
      <p:sp>
        <p:nvSpPr>
          <p:cNvPr id="17" name="C2 M1 mark"/>
          <p:cNvSpPr txBox="1"/>
          <p:nvPr/>
        </p:nvSpPr>
        <p:spPr>
          <a:xfrm>
            <a:off x="7589520" y="1880946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حَ</a:t>
            </a:r>
            <a:endParaRPr lang="ar-SA" sz="2900" dirty="0"/>
          </a:p>
        </p:txBody>
      </p:sp>
      <p:sp>
        <p:nvSpPr>
          <p:cNvPr id="18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2660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L2 letter"/>
          <p:cNvSpPr txBox="1"/>
          <p:nvPr/>
        </p:nvSpPr>
        <p:spPr>
          <a:xfrm>
            <a:off x="6108192" y="191740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</a:t>
            </a:r>
            <a:endParaRPr lang="ar-SA" sz="2900" dirty="0"/>
          </a:p>
        </p:txBody>
      </p:sp>
      <p:sp>
        <p:nvSpPr>
          <p:cNvPr id="20" name="C5 M2 mark"/>
          <p:cNvSpPr txBox="1"/>
          <p:nvPr/>
        </p:nvSpPr>
        <p:spPr>
          <a:xfrm>
            <a:off x="6108192" y="191740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صۡ</a:t>
            </a:r>
            <a:endParaRPr lang="ar-SA" sz="2900" dirty="0"/>
          </a:p>
        </p:txBody>
      </p:sp>
      <p:sp>
        <p:nvSpPr>
          <p:cNvPr id="21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2660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7 L3 letter"/>
          <p:cNvSpPr txBox="1"/>
          <p:nvPr/>
        </p:nvSpPr>
        <p:spPr>
          <a:xfrm>
            <a:off x="4626864" y="190083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</a:t>
            </a:r>
            <a:endParaRPr lang="ar-SA" sz="2900" dirty="0"/>
          </a:p>
        </p:txBody>
      </p:sp>
      <p:sp>
        <p:nvSpPr>
          <p:cNvPr id="23" name="C8 M3 mark"/>
          <p:cNvSpPr txBox="1"/>
          <p:nvPr/>
        </p:nvSpPr>
        <p:spPr>
          <a:xfrm>
            <a:off x="4626864" y="190083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صَ</a:t>
            </a:r>
            <a:endParaRPr lang="ar-SA" sz="2900" dirty="0"/>
          </a:p>
        </p:txBody>
      </p:sp>
      <p:sp>
        <p:nvSpPr>
          <p:cNvPr id="24" name="C9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2660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10 L4 letter"/>
          <p:cNvSpPr txBox="1"/>
          <p:nvPr/>
        </p:nvSpPr>
        <p:spPr>
          <a:xfrm>
            <a:off x="3145536" y="191814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</a:t>
            </a:r>
            <a:endParaRPr lang="ar-SA" sz="2900" dirty="0"/>
          </a:p>
        </p:txBody>
      </p:sp>
      <p:sp>
        <p:nvSpPr>
          <p:cNvPr id="26" name="C11 M4 mark"/>
          <p:cNvSpPr txBox="1"/>
          <p:nvPr/>
        </p:nvSpPr>
        <p:spPr>
          <a:xfrm>
            <a:off x="3145536" y="191814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خَ</a:t>
            </a:r>
            <a:endParaRPr lang="ar-SA" sz="2900" dirty="0"/>
          </a:p>
        </p:txBody>
      </p:sp>
      <p:sp>
        <p:nvSpPr>
          <p:cNvPr id="27" name="C12 H shaddah bar"/>
          <p:cNvSpPr/>
          <p:nvPr/>
        </p:nvSpPr>
        <p:spPr>
          <a:xfrm>
            <a:off x="4764024" y="1737360"/>
            <a:ext cx="2414016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3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5D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14 R result"/>
          <p:cNvSpPr txBox="1"/>
          <p:nvPr/>
        </p:nvSpPr>
        <p:spPr>
          <a:xfrm>
            <a:off x="384048" y="1650683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حَصَّخَ</a:t>
            </a:r>
            <a:endParaRPr lang="ar-SA" sz="6500" dirty="0"/>
          </a:p>
        </p:txBody>
      </p:sp>
    </p:spTree>
  </p:cSld>
  <p:clrMapOvr>
    <a:masterClrMapping/>
  </p:clrMapOvr>
  <p:transition spd="med">
    <p:zoom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14434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2B4964"/>
          </a:solidFill>
          <a:ln w="12700">
            <a:solidFill>
              <a:srgbClr val="2B4964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343679"/>
          </a:solidFill>
          <a:ln w="12700">
            <a:solidFill>
              <a:srgbClr val="343679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6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7" name="C1 L1 letter"/>
          <p:cNvSpPr txBox="1"/>
          <p:nvPr/>
        </p:nvSpPr>
        <p:spPr>
          <a:xfrm>
            <a:off x="7589520" y="191814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</a:t>
            </a:r>
            <a:endParaRPr lang="ar-SA" sz="2900" dirty="0"/>
          </a:p>
        </p:txBody>
      </p:sp>
      <p:sp>
        <p:nvSpPr>
          <p:cNvPr id="18" name="C2 M1 mark"/>
          <p:cNvSpPr txBox="1"/>
          <p:nvPr/>
        </p:nvSpPr>
        <p:spPr>
          <a:xfrm>
            <a:off x="7589520" y="191814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خَ</a:t>
            </a:r>
            <a:endParaRPr lang="ar-SA" sz="2900" dirty="0"/>
          </a:p>
        </p:txBody>
      </p:sp>
      <p:sp>
        <p:nvSpPr>
          <p:cNvPr id="19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D9262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4 L2 letter"/>
          <p:cNvSpPr txBox="1"/>
          <p:nvPr/>
        </p:nvSpPr>
        <p:spPr>
          <a:xfrm>
            <a:off x="6108192" y="191740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</a:t>
            </a:r>
            <a:endParaRPr lang="ar-SA" sz="2900" dirty="0"/>
          </a:p>
        </p:txBody>
      </p:sp>
      <p:sp>
        <p:nvSpPr>
          <p:cNvPr id="21" name="C5 M2 mark"/>
          <p:cNvSpPr txBox="1"/>
          <p:nvPr/>
        </p:nvSpPr>
        <p:spPr>
          <a:xfrm>
            <a:off x="6108192" y="191740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صۡ</a:t>
            </a:r>
            <a:endParaRPr lang="ar-SA" sz="2900" dirty="0"/>
          </a:p>
        </p:txBody>
      </p:sp>
      <p:sp>
        <p:nvSpPr>
          <p:cNvPr id="22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D9262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7 L3 letter"/>
          <p:cNvSpPr txBox="1"/>
          <p:nvPr/>
        </p:nvSpPr>
        <p:spPr>
          <a:xfrm>
            <a:off x="4626864" y="190083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</a:t>
            </a:r>
            <a:endParaRPr lang="ar-SA" sz="2900" dirty="0"/>
          </a:p>
        </p:txBody>
      </p:sp>
      <p:sp>
        <p:nvSpPr>
          <p:cNvPr id="24" name="C8 M3 mark"/>
          <p:cNvSpPr txBox="1"/>
          <p:nvPr/>
        </p:nvSpPr>
        <p:spPr>
          <a:xfrm>
            <a:off x="4626864" y="190083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صَ</a:t>
            </a:r>
            <a:endParaRPr lang="ar-SA" sz="2900" dirty="0"/>
          </a:p>
        </p:txBody>
      </p:sp>
      <p:sp>
        <p:nvSpPr>
          <p:cNvPr id="25" name="C9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D9262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10 L4 letter"/>
          <p:cNvSpPr txBox="1"/>
          <p:nvPr/>
        </p:nvSpPr>
        <p:spPr>
          <a:xfrm>
            <a:off x="3145536" y="195847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</a:t>
            </a:r>
            <a:endParaRPr lang="ar-SA" sz="2900" dirty="0"/>
          </a:p>
        </p:txBody>
      </p:sp>
      <p:sp>
        <p:nvSpPr>
          <p:cNvPr id="27" name="C11 M4 mark"/>
          <p:cNvSpPr txBox="1"/>
          <p:nvPr/>
        </p:nvSpPr>
        <p:spPr>
          <a:xfrm>
            <a:off x="3145536" y="195847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دَ</a:t>
            </a:r>
            <a:endParaRPr lang="ar-SA" sz="2900" dirty="0"/>
          </a:p>
        </p:txBody>
      </p:sp>
      <p:sp>
        <p:nvSpPr>
          <p:cNvPr id="28" name="C12 H shaddah bar"/>
          <p:cNvSpPr/>
          <p:nvPr/>
        </p:nvSpPr>
        <p:spPr>
          <a:xfrm>
            <a:off x="4764024" y="1737360"/>
            <a:ext cx="2414016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13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B886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0" name="C14 R result"/>
          <p:cNvSpPr txBox="1"/>
          <p:nvPr/>
        </p:nvSpPr>
        <p:spPr>
          <a:xfrm>
            <a:off x="384048" y="1791145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خَصَّدَ</a:t>
            </a:r>
            <a:endParaRPr lang="ar-SA" sz="7000" dirty="0"/>
          </a:p>
        </p:txBody>
      </p:sp>
    </p:spTree>
  </p:cSld>
  <p:clrMapOvr>
    <a:masterClrMapping/>
  </p:clrMapOvr>
  <p:transition spd="med">
    <p:wheel spokes="4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7C5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5CD685"/>
          </a:solidFill>
          <a:ln w="12700">
            <a:solidFill>
              <a:srgbClr val="5CD685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33CC73"/>
          </a:solidFill>
          <a:ln w="12700">
            <a:solidFill>
              <a:srgbClr val="33CC73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589520" y="195847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</a:t>
            </a:r>
            <a:endParaRPr lang="ar-SA" sz="2900" dirty="0"/>
          </a:p>
        </p:txBody>
      </p:sp>
      <p:sp>
        <p:nvSpPr>
          <p:cNvPr id="16" name="C2 M1 mark"/>
          <p:cNvSpPr txBox="1"/>
          <p:nvPr/>
        </p:nvSpPr>
        <p:spPr>
          <a:xfrm>
            <a:off x="7589520" y="195847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دَ</a:t>
            </a:r>
            <a:endParaRPr lang="ar-SA" sz="2900" dirty="0"/>
          </a:p>
        </p:txBody>
      </p:sp>
      <p:sp>
        <p:nvSpPr>
          <p:cNvPr id="17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26D95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6108192" y="191740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</a:t>
            </a:r>
            <a:endParaRPr lang="ar-SA" sz="2900" dirty="0"/>
          </a:p>
        </p:txBody>
      </p:sp>
      <p:sp>
        <p:nvSpPr>
          <p:cNvPr id="19" name="C5 M2 mark"/>
          <p:cNvSpPr txBox="1"/>
          <p:nvPr/>
        </p:nvSpPr>
        <p:spPr>
          <a:xfrm>
            <a:off x="6108192" y="191740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صۡ</a:t>
            </a:r>
            <a:endParaRPr lang="ar-SA" sz="2900" dirty="0"/>
          </a:p>
        </p:txBody>
      </p:sp>
      <p:sp>
        <p:nvSpPr>
          <p:cNvPr id="20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26D95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L3 letter"/>
          <p:cNvSpPr txBox="1"/>
          <p:nvPr/>
        </p:nvSpPr>
        <p:spPr>
          <a:xfrm>
            <a:off x="4626864" y="190083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</a:t>
            </a:r>
            <a:endParaRPr lang="ar-SA" sz="2900" dirty="0"/>
          </a:p>
        </p:txBody>
      </p:sp>
      <p:sp>
        <p:nvSpPr>
          <p:cNvPr id="22" name="C8 M3 mark"/>
          <p:cNvSpPr txBox="1"/>
          <p:nvPr/>
        </p:nvSpPr>
        <p:spPr>
          <a:xfrm>
            <a:off x="4626864" y="190083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صَ</a:t>
            </a:r>
            <a:endParaRPr lang="ar-SA" sz="2900" dirty="0"/>
          </a:p>
        </p:txBody>
      </p:sp>
      <p:sp>
        <p:nvSpPr>
          <p:cNvPr id="23" name="C9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26D95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0 L4 letter"/>
          <p:cNvSpPr txBox="1"/>
          <p:nvPr/>
        </p:nvSpPr>
        <p:spPr>
          <a:xfrm>
            <a:off x="3145536" y="199567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</a:t>
            </a:r>
            <a:endParaRPr lang="ar-SA" sz="2900" dirty="0"/>
          </a:p>
        </p:txBody>
      </p:sp>
      <p:sp>
        <p:nvSpPr>
          <p:cNvPr id="25" name="C11 M4 mark"/>
          <p:cNvSpPr txBox="1"/>
          <p:nvPr/>
        </p:nvSpPr>
        <p:spPr>
          <a:xfrm>
            <a:off x="3145536" y="199567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ذَ</a:t>
            </a:r>
            <a:endParaRPr lang="ar-SA" sz="2900" dirty="0"/>
          </a:p>
        </p:txBody>
      </p:sp>
      <p:sp>
        <p:nvSpPr>
          <p:cNvPr id="26" name="C12 H shaddah bar"/>
          <p:cNvSpPr/>
          <p:nvPr/>
        </p:nvSpPr>
        <p:spPr>
          <a:xfrm>
            <a:off x="4764024" y="1737360"/>
            <a:ext cx="2414016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13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2EB8A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4 R result"/>
          <p:cNvSpPr txBox="1"/>
          <p:nvPr/>
        </p:nvSpPr>
        <p:spPr>
          <a:xfrm>
            <a:off x="384048" y="1839189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دَصَّذَ</a:t>
            </a:r>
            <a:endParaRPr lang="ar-SA" sz="7600" dirty="0"/>
          </a:p>
        </p:txBody>
      </p:sp>
    </p:spTree>
  </p:cSld>
  <p:clrMapOvr>
    <a:masterClrMapping/>
  </p:clrMapOvr>
  <p:transition spd="med">
    <p:wipe dir="l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DB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53B3C6"/>
          </a:solidFill>
          <a:ln w="12700">
            <a:solidFill>
              <a:srgbClr val="53B3C6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CEED5E"/>
          </a:solidFill>
          <a:ln w="12700">
            <a:solidFill>
              <a:srgbClr val="CEED5E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1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22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3" name="C1 L1 letter"/>
          <p:cNvSpPr txBox="1"/>
          <p:nvPr/>
        </p:nvSpPr>
        <p:spPr>
          <a:xfrm>
            <a:off x="7589520" y="199567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</a:t>
            </a:r>
            <a:endParaRPr lang="ar-SA" sz="2900" dirty="0"/>
          </a:p>
        </p:txBody>
      </p:sp>
      <p:sp>
        <p:nvSpPr>
          <p:cNvPr id="24" name="C2 M1 mark"/>
          <p:cNvSpPr txBox="1"/>
          <p:nvPr/>
        </p:nvSpPr>
        <p:spPr>
          <a:xfrm>
            <a:off x="7589520" y="199567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ذَ</a:t>
            </a:r>
            <a:endParaRPr lang="ar-SA" sz="2900" dirty="0"/>
          </a:p>
        </p:txBody>
      </p:sp>
      <p:sp>
        <p:nvSpPr>
          <p:cNvPr id="25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89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4 L2 letter"/>
          <p:cNvSpPr txBox="1"/>
          <p:nvPr/>
        </p:nvSpPr>
        <p:spPr>
          <a:xfrm>
            <a:off x="6108192" y="191740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</a:t>
            </a:r>
            <a:endParaRPr lang="ar-SA" sz="2900" dirty="0"/>
          </a:p>
        </p:txBody>
      </p:sp>
      <p:sp>
        <p:nvSpPr>
          <p:cNvPr id="27" name="C5 M2 mark"/>
          <p:cNvSpPr txBox="1"/>
          <p:nvPr/>
        </p:nvSpPr>
        <p:spPr>
          <a:xfrm>
            <a:off x="6108192" y="191740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صۡ</a:t>
            </a:r>
            <a:endParaRPr lang="ar-SA" sz="2900" dirty="0"/>
          </a:p>
        </p:txBody>
      </p:sp>
      <p:sp>
        <p:nvSpPr>
          <p:cNvPr id="28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89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7 L3 letter"/>
          <p:cNvSpPr txBox="1"/>
          <p:nvPr/>
        </p:nvSpPr>
        <p:spPr>
          <a:xfrm>
            <a:off x="4626864" y="190083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</a:t>
            </a:r>
            <a:endParaRPr lang="ar-SA" sz="2900" dirty="0"/>
          </a:p>
        </p:txBody>
      </p:sp>
      <p:sp>
        <p:nvSpPr>
          <p:cNvPr id="30" name="C8 M3 mark"/>
          <p:cNvSpPr txBox="1"/>
          <p:nvPr/>
        </p:nvSpPr>
        <p:spPr>
          <a:xfrm>
            <a:off x="4626864" y="190083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صَ</a:t>
            </a:r>
            <a:endParaRPr lang="ar-SA" sz="2900" dirty="0"/>
          </a:p>
        </p:txBody>
      </p:sp>
      <p:sp>
        <p:nvSpPr>
          <p:cNvPr id="31" name="C9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89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C10 L4 letter"/>
          <p:cNvSpPr txBox="1"/>
          <p:nvPr/>
        </p:nvSpPr>
        <p:spPr>
          <a:xfrm>
            <a:off x="3145536" y="1896599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</a:t>
            </a:r>
            <a:endParaRPr lang="ar-SA" sz="2900" dirty="0"/>
          </a:p>
        </p:txBody>
      </p:sp>
      <p:sp>
        <p:nvSpPr>
          <p:cNvPr id="33" name="C11 M4 mark"/>
          <p:cNvSpPr txBox="1"/>
          <p:nvPr/>
        </p:nvSpPr>
        <p:spPr>
          <a:xfrm>
            <a:off x="3145536" y="1896599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رَ</a:t>
            </a:r>
            <a:endParaRPr lang="ar-SA" sz="2900" dirty="0"/>
          </a:p>
        </p:txBody>
      </p:sp>
      <p:sp>
        <p:nvSpPr>
          <p:cNvPr id="34" name="C12 H shaddah bar"/>
          <p:cNvSpPr/>
          <p:nvPr/>
        </p:nvSpPr>
        <p:spPr>
          <a:xfrm>
            <a:off x="4764024" y="1737360"/>
            <a:ext cx="2414016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5" name="C13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B82E9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6" name="C14 R result"/>
          <p:cNvSpPr txBox="1"/>
          <p:nvPr/>
        </p:nvSpPr>
        <p:spPr>
          <a:xfrm>
            <a:off x="384048" y="1728915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ذَصَّرَ</a:t>
            </a:r>
            <a:endParaRPr lang="ar-SA" sz="7000" dirty="0"/>
          </a:p>
        </p:txBody>
      </p:sp>
    </p:spTree>
  </p:cSld>
  <p:clrMapOvr>
    <a:masterClrMapping/>
  </p:clrMapOvr>
  <p:transition spd="med">
    <p:circle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5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5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35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  <p:bldP spid="34" grpId="0" animBg="1"/>
      <p:bldP spid="35" grpId="0" animBg="1"/>
      <p:bldP spid="36" grpId="0" animBg="1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141B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8352E0"/>
          </a:solidFill>
          <a:ln w="12700">
            <a:solidFill>
              <a:srgbClr val="8352E0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E28CF2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DBCB70"/>
          </a:solidFill>
          <a:ln w="12700">
            <a:solidFill>
              <a:srgbClr val="DBCB70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478552"/>
          </a:solidFill>
          <a:ln w="12700">
            <a:solidFill>
              <a:srgbClr val="478552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8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9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0" name="C1 L1 letter"/>
          <p:cNvSpPr txBox="1"/>
          <p:nvPr/>
        </p:nvSpPr>
        <p:spPr>
          <a:xfrm>
            <a:off x="7589520" y="1896599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</a:t>
            </a:r>
            <a:endParaRPr lang="ar-SA" sz="2900" dirty="0"/>
          </a:p>
        </p:txBody>
      </p:sp>
      <p:sp>
        <p:nvSpPr>
          <p:cNvPr id="21" name="C2 M1 mark"/>
          <p:cNvSpPr txBox="1"/>
          <p:nvPr/>
        </p:nvSpPr>
        <p:spPr>
          <a:xfrm>
            <a:off x="7589520" y="1896599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رَ</a:t>
            </a:r>
            <a:endParaRPr lang="ar-SA" sz="2900" dirty="0"/>
          </a:p>
        </p:txBody>
      </p:sp>
      <p:sp>
        <p:nvSpPr>
          <p:cNvPr id="22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D9BD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4 L2 letter"/>
          <p:cNvSpPr txBox="1"/>
          <p:nvPr/>
        </p:nvSpPr>
        <p:spPr>
          <a:xfrm>
            <a:off x="6108192" y="191740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</a:t>
            </a:r>
            <a:endParaRPr lang="ar-SA" sz="2900" dirty="0"/>
          </a:p>
        </p:txBody>
      </p:sp>
      <p:sp>
        <p:nvSpPr>
          <p:cNvPr id="24" name="C5 M2 mark"/>
          <p:cNvSpPr txBox="1"/>
          <p:nvPr/>
        </p:nvSpPr>
        <p:spPr>
          <a:xfrm>
            <a:off x="6108192" y="191740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صۡ</a:t>
            </a:r>
            <a:endParaRPr lang="ar-SA" sz="2900" dirty="0"/>
          </a:p>
        </p:txBody>
      </p:sp>
      <p:sp>
        <p:nvSpPr>
          <p:cNvPr id="25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D9BD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7 L3 letter"/>
          <p:cNvSpPr txBox="1"/>
          <p:nvPr/>
        </p:nvSpPr>
        <p:spPr>
          <a:xfrm>
            <a:off x="4626864" y="190083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</a:t>
            </a:r>
            <a:endParaRPr lang="ar-SA" sz="2900" dirty="0"/>
          </a:p>
        </p:txBody>
      </p:sp>
      <p:sp>
        <p:nvSpPr>
          <p:cNvPr id="27" name="C8 M3 mark"/>
          <p:cNvSpPr txBox="1"/>
          <p:nvPr/>
        </p:nvSpPr>
        <p:spPr>
          <a:xfrm>
            <a:off x="4626864" y="190083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صَ</a:t>
            </a:r>
            <a:endParaRPr lang="ar-SA" sz="2900" dirty="0"/>
          </a:p>
        </p:txBody>
      </p:sp>
      <p:sp>
        <p:nvSpPr>
          <p:cNvPr id="28" name="C9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D9BD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10 L4 letter"/>
          <p:cNvSpPr txBox="1"/>
          <p:nvPr/>
        </p:nvSpPr>
        <p:spPr>
          <a:xfrm>
            <a:off x="3145536" y="193379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</a:t>
            </a:r>
            <a:endParaRPr lang="ar-SA" sz="2900" dirty="0"/>
          </a:p>
        </p:txBody>
      </p:sp>
      <p:sp>
        <p:nvSpPr>
          <p:cNvPr id="30" name="C11 M4 mark"/>
          <p:cNvSpPr txBox="1"/>
          <p:nvPr/>
        </p:nvSpPr>
        <p:spPr>
          <a:xfrm>
            <a:off x="3145536" y="193379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زَ</a:t>
            </a:r>
            <a:endParaRPr lang="ar-SA" sz="2900" dirty="0"/>
          </a:p>
        </p:txBody>
      </p:sp>
      <p:sp>
        <p:nvSpPr>
          <p:cNvPr id="31" name="C12 H shaddah bar"/>
          <p:cNvSpPr/>
          <p:nvPr/>
        </p:nvSpPr>
        <p:spPr>
          <a:xfrm>
            <a:off x="4764024" y="1737360"/>
            <a:ext cx="2414016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C13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71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3" name="C14 R result"/>
          <p:cNvSpPr txBox="1"/>
          <p:nvPr/>
        </p:nvSpPr>
        <p:spPr>
          <a:xfrm>
            <a:off x="384048" y="1688217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رَصَّزَ</a:t>
            </a:r>
            <a:endParaRPr lang="ar-SA" sz="7100" dirty="0"/>
          </a:p>
        </p:txBody>
      </p:sp>
    </p:spTree>
  </p:cSld>
  <p:clrMapOvr>
    <a:masterClrMapping/>
  </p:clrMapOvr>
  <p:transition spd="med">
    <p:randomBar dir="vert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35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7CC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D8A464"/>
          </a:solidFill>
          <a:ln w="12700">
            <a:solidFill>
              <a:srgbClr val="D8A464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D17D47"/>
          </a:solidFill>
          <a:ln w="12700">
            <a:solidFill>
              <a:srgbClr val="D17D47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589520" y="193379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</a:t>
            </a:r>
            <a:endParaRPr lang="ar-SA" sz="2900" dirty="0"/>
          </a:p>
        </p:txBody>
      </p:sp>
      <p:sp>
        <p:nvSpPr>
          <p:cNvPr id="16" name="C2 M1 mark"/>
          <p:cNvSpPr txBox="1"/>
          <p:nvPr/>
        </p:nvSpPr>
        <p:spPr>
          <a:xfrm>
            <a:off x="7589520" y="193379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زَ</a:t>
            </a:r>
            <a:endParaRPr lang="ar-SA" sz="2900" dirty="0"/>
          </a:p>
        </p:txBody>
      </p:sp>
      <p:sp>
        <p:nvSpPr>
          <p:cNvPr id="17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26C0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6108192" y="191740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</a:t>
            </a:r>
            <a:endParaRPr lang="ar-SA" sz="2900" dirty="0"/>
          </a:p>
        </p:txBody>
      </p:sp>
      <p:sp>
        <p:nvSpPr>
          <p:cNvPr id="19" name="C5 M2 mark"/>
          <p:cNvSpPr txBox="1"/>
          <p:nvPr/>
        </p:nvSpPr>
        <p:spPr>
          <a:xfrm>
            <a:off x="6108192" y="191740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صۡ</a:t>
            </a:r>
            <a:endParaRPr lang="ar-SA" sz="2900" dirty="0"/>
          </a:p>
        </p:txBody>
      </p:sp>
      <p:sp>
        <p:nvSpPr>
          <p:cNvPr id="20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26C0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L3 letter"/>
          <p:cNvSpPr txBox="1"/>
          <p:nvPr/>
        </p:nvSpPr>
        <p:spPr>
          <a:xfrm>
            <a:off x="4626864" y="190083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</a:t>
            </a:r>
            <a:endParaRPr lang="ar-SA" sz="2900" dirty="0"/>
          </a:p>
        </p:txBody>
      </p:sp>
      <p:sp>
        <p:nvSpPr>
          <p:cNvPr id="22" name="C8 M3 mark"/>
          <p:cNvSpPr txBox="1"/>
          <p:nvPr/>
        </p:nvSpPr>
        <p:spPr>
          <a:xfrm>
            <a:off x="4626864" y="190083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صَ</a:t>
            </a:r>
            <a:endParaRPr lang="ar-SA" sz="2900" dirty="0"/>
          </a:p>
        </p:txBody>
      </p:sp>
      <p:sp>
        <p:nvSpPr>
          <p:cNvPr id="23" name="C9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26C0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0 L4 letter"/>
          <p:cNvSpPr txBox="1"/>
          <p:nvPr/>
        </p:nvSpPr>
        <p:spPr>
          <a:xfrm>
            <a:off x="3145536" y="189310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</a:t>
            </a:r>
            <a:endParaRPr lang="ar-SA" sz="2900" dirty="0"/>
          </a:p>
        </p:txBody>
      </p:sp>
      <p:sp>
        <p:nvSpPr>
          <p:cNvPr id="25" name="C11 M4 mark"/>
          <p:cNvSpPr txBox="1"/>
          <p:nvPr/>
        </p:nvSpPr>
        <p:spPr>
          <a:xfrm>
            <a:off x="3145536" y="189310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سَ</a:t>
            </a:r>
            <a:endParaRPr lang="ar-SA" sz="2900" dirty="0"/>
          </a:p>
        </p:txBody>
      </p:sp>
      <p:sp>
        <p:nvSpPr>
          <p:cNvPr id="26" name="C12 H shaddah bar"/>
          <p:cNvSpPr/>
          <p:nvPr/>
        </p:nvSpPr>
        <p:spPr>
          <a:xfrm>
            <a:off x="4764024" y="1737360"/>
            <a:ext cx="2414016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13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2E49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4 R result"/>
          <p:cNvSpPr txBox="1"/>
          <p:nvPr/>
        </p:nvSpPr>
        <p:spPr>
          <a:xfrm>
            <a:off x="384048" y="1700676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زَصَّسَ</a:t>
            </a:r>
            <a:endParaRPr lang="ar-SA" sz="5300" dirty="0"/>
          </a:p>
        </p:txBody>
      </p:sp>
    </p:spTree>
  </p:cSld>
  <p:clrMapOvr>
    <a:masterClrMapping/>
  </p:clrMapOvr>
  <p:transition spd="med">
    <p:push dir="l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C5F7D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6666CC"/>
          </a:solidFill>
          <a:ln w="12700">
            <a:solidFill>
              <a:srgbClr val="6666CC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6A40BF"/>
          </a:solidFill>
          <a:ln w="12700">
            <a:solidFill>
              <a:srgbClr val="6A40BF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589520" y="189310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</a:t>
            </a:r>
            <a:endParaRPr lang="ar-SA" sz="2900" dirty="0"/>
          </a:p>
        </p:txBody>
      </p:sp>
      <p:sp>
        <p:nvSpPr>
          <p:cNvPr id="17" name="C2 M1 mark"/>
          <p:cNvSpPr txBox="1"/>
          <p:nvPr/>
        </p:nvSpPr>
        <p:spPr>
          <a:xfrm>
            <a:off x="7589520" y="189310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سَ</a:t>
            </a:r>
            <a:endParaRPr lang="ar-SA" sz="2900" dirty="0"/>
          </a:p>
        </p:txBody>
      </p:sp>
      <p:sp>
        <p:nvSpPr>
          <p:cNvPr id="18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D9268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L2 letter"/>
          <p:cNvSpPr txBox="1"/>
          <p:nvPr/>
        </p:nvSpPr>
        <p:spPr>
          <a:xfrm>
            <a:off x="6108192" y="191740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</a:t>
            </a:r>
            <a:endParaRPr lang="ar-SA" sz="2900" dirty="0"/>
          </a:p>
        </p:txBody>
      </p:sp>
      <p:sp>
        <p:nvSpPr>
          <p:cNvPr id="20" name="C5 M2 mark"/>
          <p:cNvSpPr txBox="1"/>
          <p:nvPr/>
        </p:nvSpPr>
        <p:spPr>
          <a:xfrm>
            <a:off x="6108192" y="191740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صۡ</a:t>
            </a:r>
            <a:endParaRPr lang="ar-SA" sz="2900" dirty="0"/>
          </a:p>
        </p:txBody>
      </p:sp>
      <p:sp>
        <p:nvSpPr>
          <p:cNvPr id="21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D9268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7 L3 letter"/>
          <p:cNvSpPr txBox="1"/>
          <p:nvPr/>
        </p:nvSpPr>
        <p:spPr>
          <a:xfrm>
            <a:off x="4626864" y="190083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</a:t>
            </a:r>
            <a:endParaRPr lang="ar-SA" sz="2900" dirty="0"/>
          </a:p>
        </p:txBody>
      </p:sp>
      <p:sp>
        <p:nvSpPr>
          <p:cNvPr id="23" name="C8 M3 mark"/>
          <p:cNvSpPr txBox="1"/>
          <p:nvPr/>
        </p:nvSpPr>
        <p:spPr>
          <a:xfrm>
            <a:off x="4626864" y="190083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صَ</a:t>
            </a:r>
            <a:endParaRPr lang="ar-SA" sz="2900" dirty="0"/>
          </a:p>
        </p:txBody>
      </p:sp>
      <p:sp>
        <p:nvSpPr>
          <p:cNvPr id="24" name="C9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D9268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10 L4 letter"/>
          <p:cNvSpPr txBox="1"/>
          <p:nvPr/>
        </p:nvSpPr>
        <p:spPr>
          <a:xfrm>
            <a:off x="3145536" y="195055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</a:t>
            </a:r>
            <a:endParaRPr lang="ar-SA" sz="2900" dirty="0"/>
          </a:p>
        </p:txBody>
      </p:sp>
      <p:sp>
        <p:nvSpPr>
          <p:cNvPr id="26" name="C11 M4 mark"/>
          <p:cNvSpPr txBox="1"/>
          <p:nvPr/>
        </p:nvSpPr>
        <p:spPr>
          <a:xfrm>
            <a:off x="3145536" y="195055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شَ</a:t>
            </a:r>
            <a:endParaRPr lang="ar-SA" sz="2900" dirty="0"/>
          </a:p>
        </p:txBody>
      </p:sp>
      <p:sp>
        <p:nvSpPr>
          <p:cNvPr id="27" name="C12 H shaddah bar"/>
          <p:cNvSpPr/>
          <p:nvPr/>
        </p:nvSpPr>
        <p:spPr>
          <a:xfrm>
            <a:off x="4764024" y="1737360"/>
            <a:ext cx="2414016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3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B83B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14 R result"/>
          <p:cNvSpPr txBox="1"/>
          <p:nvPr/>
        </p:nvSpPr>
        <p:spPr>
          <a:xfrm>
            <a:off x="384048" y="1727213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سَصَّشَ</a:t>
            </a:r>
            <a:endParaRPr lang="ar-SA" sz="4700" dirty="0"/>
          </a:p>
        </p:txBody>
      </p:sp>
    </p:spTree>
  </p:cSld>
  <p:clrMapOvr>
    <a:masterClrMapping/>
  </p:clrMapOvr>
  <p:transition spd="med">
    <p:split orient="vert" dir="out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3614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642B57"/>
          </a:solidFill>
          <a:ln w="12700">
            <a:solidFill>
              <a:srgbClr val="642B57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793447"/>
          </a:solidFill>
          <a:ln w="12700">
            <a:solidFill>
              <a:srgbClr val="793447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6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7" name="C1 L1 letter"/>
          <p:cNvSpPr txBox="1"/>
          <p:nvPr/>
        </p:nvSpPr>
        <p:spPr>
          <a:xfrm>
            <a:off x="7589520" y="195055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</a:t>
            </a:r>
            <a:endParaRPr lang="ar-SA" sz="2900" dirty="0"/>
          </a:p>
        </p:txBody>
      </p:sp>
      <p:sp>
        <p:nvSpPr>
          <p:cNvPr id="18" name="C2 M1 mark"/>
          <p:cNvSpPr txBox="1"/>
          <p:nvPr/>
        </p:nvSpPr>
        <p:spPr>
          <a:xfrm>
            <a:off x="7589520" y="195055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شَ</a:t>
            </a:r>
            <a:endParaRPr lang="ar-SA" sz="2900" dirty="0"/>
          </a:p>
        </p:txBody>
      </p:sp>
      <p:sp>
        <p:nvSpPr>
          <p:cNvPr id="19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58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4 L2 letter"/>
          <p:cNvSpPr txBox="1"/>
          <p:nvPr/>
        </p:nvSpPr>
        <p:spPr>
          <a:xfrm>
            <a:off x="6108192" y="191740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</a:t>
            </a:r>
            <a:endParaRPr lang="ar-SA" sz="2900" dirty="0"/>
          </a:p>
        </p:txBody>
      </p:sp>
      <p:sp>
        <p:nvSpPr>
          <p:cNvPr id="21" name="C5 M2 mark"/>
          <p:cNvSpPr txBox="1"/>
          <p:nvPr/>
        </p:nvSpPr>
        <p:spPr>
          <a:xfrm>
            <a:off x="6108192" y="191740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صۡ</a:t>
            </a:r>
            <a:endParaRPr lang="ar-SA" sz="2900" dirty="0"/>
          </a:p>
        </p:txBody>
      </p:sp>
      <p:sp>
        <p:nvSpPr>
          <p:cNvPr id="22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58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7 L3 letter"/>
          <p:cNvSpPr txBox="1"/>
          <p:nvPr/>
        </p:nvSpPr>
        <p:spPr>
          <a:xfrm>
            <a:off x="4626864" y="190083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</a:t>
            </a:r>
            <a:endParaRPr lang="ar-SA" sz="2900" dirty="0"/>
          </a:p>
        </p:txBody>
      </p:sp>
      <p:sp>
        <p:nvSpPr>
          <p:cNvPr id="24" name="C8 M3 mark"/>
          <p:cNvSpPr txBox="1"/>
          <p:nvPr/>
        </p:nvSpPr>
        <p:spPr>
          <a:xfrm>
            <a:off x="4626864" y="190083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صَ</a:t>
            </a:r>
            <a:endParaRPr lang="ar-SA" sz="2900" dirty="0"/>
          </a:p>
        </p:txBody>
      </p:sp>
      <p:sp>
        <p:nvSpPr>
          <p:cNvPr id="25" name="C9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58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10 L4 letter"/>
          <p:cNvSpPr txBox="1"/>
          <p:nvPr/>
        </p:nvSpPr>
        <p:spPr>
          <a:xfrm>
            <a:off x="3145536" y="203958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</a:t>
            </a:r>
            <a:endParaRPr lang="ar-SA" sz="2900" dirty="0"/>
          </a:p>
        </p:txBody>
      </p:sp>
      <p:sp>
        <p:nvSpPr>
          <p:cNvPr id="27" name="C11 M4 mark"/>
          <p:cNvSpPr txBox="1"/>
          <p:nvPr/>
        </p:nvSpPr>
        <p:spPr>
          <a:xfrm>
            <a:off x="3145536" y="203958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أَ</a:t>
            </a:r>
            <a:endParaRPr lang="ar-SA" sz="2900" dirty="0"/>
          </a:p>
        </p:txBody>
      </p:sp>
      <p:sp>
        <p:nvSpPr>
          <p:cNvPr id="28" name="C12 H shaddah bar"/>
          <p:cNvSpPr/>
          <p:nvPr/>
        </p:nvSpPr>
        <p:spPr>
          <a:xfrm>
            <a:off x="4764024" y="1737360"/>
            <a:ext cx="2414016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13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2EB86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0" name="C14 R result"/>
          <p:cNvSpPr txBox="1"/>
          <p:nvPr/>
        </p:nvSpPr>
        <p:spPr>
          <a:xfrm>
            <a:off x="384048" y="1943882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شَصَّأَ</a:t>
            </a:r>
            <a:endParaRPr lang="ar-SA" sz="6800" dirty="0"/>
          </a:p>
        </p:txBody>
      </p:sp>
    </p:spTree>
  </p:cSld>
  <p:clrMapOvr>
    <a:masterClrMapping/>
  </p:clrMapOvr>
  <p:transition spd="med">
    <p:pull dir="l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6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855CD6"/>
          </a:solidFill>
          <a:ln w="12700">
            <a:solidFill>
              <a:srgbClr val="855CD6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7333CC"/>
          </a:solidFill>
          <a:ln w="12700">
            <a:solidFill>
              <a:srgbClr val="7333CC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99441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</a:t>
            </a:r>
            <a:endParaRPr lang="ar-SA" sz="3400" dirty="0"/>
          </a:p>
        </p:txBody>
      </p:sp>
      <p:sp>
        <p:nvSpPr>
          <p:cNvPr id="15" name="C2 M1 mark"/>
          <p:cNvSpPr txBox="1"/>
          <p:nvPr/>
        </p:nvSpPr>
        <p:spPr>
          <a:xfrm>
            <a:off x="7269480" y="199441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أَ</a:t>
            </a:r>
            <a:endParaRPr lang="ar-SA" sz="34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8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85117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</a:t>
            </a:r>
            <a:endParaRPr lang="ar-SA" sz="3400" dirty="0"/>
          </a:p>
        </p:txBody>
      </p:sp>
      <p:sp>
        <p:nvSpPr>
          <p:cNvPr id="18" name="C5 M2 mark"/>
          <p:cNvSpPr txBox="1"/>
          <p:nvPr/>
        </p:nvSpPr>
        <p:spPr>
          <a:xfrm>
            <a:off x="5486400" y="185117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صۡ</a:t>
            </a:r>
            <a:endParaRPr lang="ar-SA" sz="34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8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L3 letter"/>
          <p:cNvSpPr txBox="1"/>
          <p:nvPr/>
        </p:nvSpPr>
        <p:spPr>
          <a:xfrm>
            <a:off x="3703320" y="183174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</a:t>
            </a:r>
            <a:endParaRPr lang="ar-SA" sz="3400" dirty="0"/>
          </a:p>
        </p:txBody>
      </p:sp>
      <p:sp>
        <p:nvSpPr>
          <p:cNvPr id="21" name="C8 M3 mark"/>
          <p:cNvSpPr txBox="1"/>
          <p:nvPr/>
        </p:nvSpPr>
        <p:spPr>
          <a:xfrm>
            <a:off x="3703320" y="183174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صَ</a:t>
            </a:r>
            <a:endParaRPr lang="ar-SA" sz="3400" dirty="0"/>
          </a:p>
        </p:txBody>
      </p:sp>
      <p:sp>
        <p:nvSpPr>
          <p:cNvPr id="22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8B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1 R result"/>
          <p:cNvSpPr txBox="1"/>
          <p:nvPr/>
        </p:nvSpPr>
        <p:spPr>
          <a:xfrm>
            <a:off x="502920" y="1734577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أَصَّ</a:t>
            </a:r>
            <a:endParaRPr lang="ar-SA" sz="7000" dirty="0"/>
          </a:p>
        </p:txBody>
      </p:sp>
    </p:spTree>
  </p:cSld>
  <p:clrMapOvr>
    <a:masterClrMapping/>
  </p:clrMapOvr>
  <p:transition spd="med">
    <p:fade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C5E8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8C53C6"/>
          </a:solidFill>
          <a:ln w="12700">
            <a:solidFill>
              <a:srgbClr val="8C53C6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5EEDE9"/>
          </a:solidFill>
          <a:ln w="12700">
            <a:solidFill>
              <a:srgbClr val="5EEDE9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1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2" name="C1 L1 letter"/>
          <p:cNvSpPr txBox="1"/>
          <p:nvPr/>
        </p:nvSpPr>
        <p:spPr>
          <a:xfrm>
            <a:off x="7269480" y="183246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</a:t>
            </a:r>
            <a:endParaRPr lang="ar-SA" sz="3400" dirty="0"/>
          </a:p>
        </p:txBody>
      </p:sp>
      <p:sp>
        <p:nvSpPr>
          <p:cNvPr id="23" name="C2 M1 mark"/>
          <p:cNvSpPr txBox="1"/>
          <p:nvPr/>
        </p:nvSpPr>
        <p:spPr>
          <a:xfrm>
            <a:off x="7269480" y="183246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بَ</a:t>
            </a:r>
            <a:endParaRPr lang="ar-SA" sz="3400" dirty="0"/>
          </a:p>
        </p:txBody>
      </p:sp>
      <p:sp>
        <p:nvSpPr>
          <p:cNvPr id="24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5D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4 L2 letter"/>
          <p:cNvSpPr txBox="1"/>
          <p:nvPr/>
        </p:nvSpPr>
        <p:spPr>
          <a:xfrm>
            <a:off x="5486400" y="185117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</a:t>
            </a:r>
            <a:endParaRPr lang="ar-SA" sz="3400" dirty="0"/>
          </a:p>
        </p:txBody>
      </p:sp>
      <p:sp>
        <p:nvSpPr>
          <p:cNvPr id="26" name="C5 M2 mark"/>
          <p:cNvSpPr txBox="1"/>
          <p:nvPr/>
        </p:nvSpPr>
        <p:spPr>
          <a:xfrm>
            <a:off x="5486400" y="185117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صۡ</a:t>
            </a:r>
            <a:endParaRPr lang="ar-SA" sz="3400" dirty="0"/>
          </a:p>
        </p:txBody>
      </p:sp>
      <p:sp>
        <p:nvSpPr>
          <p:cNvPr id="27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5D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7 L3 letter"/>
          <p:cNvSpPr txBox="1"/>
          <p:nvPr/>
        </p:nvSpPr>
        <p:spPr>
          <a:xfrm>
            <a:off x="3703320" y="183174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</a:t>
            </a:r>
            <a:endParaRPr lang="ar-SA" sz="3400" dirty="0"/>
          </a:p>
        </p:txBody>
      </p:sp>
      <p:sp>
        <p:nvSpPr>
          <p:cNvPr id="29" name="C8 M3 mark"/>
          <p:cNvSpPr txBox="1"/>
          <p:nvPr/>
        </p:nvSpPr>
        <p:spPr>
          <a:xfrm>
            <a:off x="3703320" y="183174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صَ</a:t>
            </a:r>
            <a:endParaRPr lang="ar-SA" sz="3400" dirty="0"/>
          </a:p>
        </p:txBody>
      </p:sp>
      <p:sp>
        <p:nvSpPr>
          <p:cNvPr id="30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B4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C11 R result"/>
          <p:cNvSpPr txBox="1"/>
          <p:nvPr/>
        </p:nvSpPr>
        <p:spPr>
          <a:xfrm>
            <a:off x="502920" y="1589126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بَصَّ</a:t>
            </a:r>
            <a:endParaRPr lang="ar-SA" sz="8600" dirty="0"/>
          </a:p>
        </p:txBody>
      </p:sp>
    </p:spTree>
  </p:cSld>
  <p:clrMapOvr>
    <a:masterClrMapping/>
  </p:clrMapOvr>
  <p:transition spd="med">
    <p:cover dir="l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4314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E05F52"/>
          </a:solidFill>
          <a:ln w="12700">
            <a:solidFill>
              <a:srgbClr val="E05F52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F2C98C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70DBB0"/>
          </a:solidFill>
          <a:ln w="12700">
            <a:solidFill>
              <a:srgbClr val="70DBB0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474C85"/>
          </a:solidFill>
          <a:ln w="12700">
            <a:solidFill>
              <a:srgbClr val="474C85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8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9" name="C1 L1 letter"/>
          <p:cNvSpPr txBox="1"/>
          <p:nvPr/>
        </p:nvSpPr>
        <p:spPr>
          <a:xfrm>
            <a:off x="7269480" y="190644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</a:t>
            </a:r>
            <a:endParaRPr lang="ar-SA" sz="3400" dirty="0"/>
          </a:p>
        </p:txBody>
      </p:sp>
      <p:sp>
        <p:nvSpPr>
          <p:cNvPr id="20" name="C2 M1 mark"/>
          <p:cNvSpPr txBox="1"/>
          <p:nvPr/>
        </p:nvSpPr>
        <p:spPr>
          <a:xfrm>
            <a:off x="7269480" y="190644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تَ</a:t>
            </a:r>
            <a:endParaRPr lang="ar-SA" sz="3400" dirty="0"/>
          </a:p>
        </p:txBody>
      </p:sp>
      <p:sp>
        <p:nvSpPr>
          <p:cNvPr id="21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D99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4 L2 letter"/>
          <p:cNvSpPr txBox="1"/>
          <p:nvPr/>
        </p:nvSpPr>
        <p:spPr>
          <a:xfrm>
            <a:off x="5486400" y="185117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</a:t>
            </a:r>
            <a:endParaRPr lang="ar-SA" sz="3400" dirty="0"/>
          </a:p>
        </p:txBody>
      </p:sp>
      <p:sp>
        <p:nvSpPr>
          <p:cNvPr id="23" name="C5 M2 mark"/>
          <p:cNvSpPr txBox="1"/>
          <p:nvPr/>
        </p:nvSpPr>
        <p:spPr>
          <a:xfrm>
            <a:off x="5486400" y="185117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صۡ</a:t>
            </a:r>
            <a:endParaRPr lang="ar-SA" sz="3400" dirty="0"/>
          </a:p>
        </p:txBody>
      </p:sp>
      <p:sp>
        <p:nvSpPr>
          <p:cNvPr id="24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D99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7 L3 letter"/>
          <p:cNvSpPr txBox="1"/>
          <p:nvPr/>
        </p:nvSpPr>
        <p:spPr>
          <a:xfrm>
            <a:off x="3703320" y="183174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</a:t>
            </a:r>
            <a:endParaRPr lang="ar-SA" sz="3400" dirty="0"/>
          </a:p>
        </p:txBody>
      </p:sp>
      <p:sp>
        <p:nvSpPr>
          <p:cNvPr id="26" name="C8 M3 mark"/>
          <p:cNvSpPr txBox="1"/>
          <p:nvPr/>
        </p:nvSpPr>
        <p:spPr>
          <a:xfrm>
            <a:off x="3703320" y="183174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صَ</a:t>
            </a:r>
            <a:endParaRPr lang="ar-SA" sz="3400" dirty="0"/>
          </a:p>
        </p:txBody>
      </p:sp>
      <p:sp>
        <p:nvSpPr>
          <p:cNvPr id="27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93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11 R result"/>
          <p:cNvSpPr txBox="1"/>
          <p:nvPr/>
        </p:nvSpPr>
        <p:spPr>
          <a:xfrm>
            <a:off x="502920" y="1607515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تَصَّ</a:t>
            </a:r>
            <a:endParaRPr lang="ar-SA" sz="8400" dirty="0"/>
          </a:p>
        </p:txBody>
      </p:sp>
    </p:spTree>
  </p:cSld>
  <p:clrMapOvr>
    <a:masterClrMapping/>
  </p:clrMapOvr>
  <p:transition spd="med">
    <p:zoom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CB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64D887"/>
          </a:solidFill>
          <a:ln w="12700">
            <a:solidFill>
              <a:srgbClr val="64D887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47D15A"/>
          </a:solidFill>
          <a:ln w="12700">
            <a:solidFill>
              <a:srgbClr val="47D15A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93019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</a:t>
            </a:r>
            <a:endParaRPr lang="ar-SA" sz="3400" dirty="0"/>
          </a:p>
        </p:txBody>
      </p:sp>
      <p:sp>
        <p:nvSpPr>
          <p:cNvPr id="15" name="C2 M1 mark"/>
          <p:cNvSpPr txBox="1"/>
          <p:nvPr/>
        </p:nvSpPr>
        <p:spPr>
          <a:xfrm>
            <a:off x="7269480" y="193019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ثَ</a:t>
            </a:r>
            <a:endParaRPr lang="ar-SA" sz="34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C5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85117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</a:t>
            </a:r>
            <a:endParaRPr lang="ar-SA" sz="3400" dirty="0"/>
          </a:p>
        </p:txBody>
      </p:sp>
      <p:sp>
        <p:nvSpPr>
          <p:cNvPr id="18" name="C5 M2 mark"/>
          <p:cNvSpPr txBox="1"/>
          <p:nvPr/>
        </p:nvSpPr>
        <p:spPr>
          <a:xfrm>
            <a:off x="5486400" y="185117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صۡ</a:t>
            </a:r>
            <a:endParaRPr lang="ar-SA" sz="34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C5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L3 letter"/>
          <p:cNvSpPr txBox="1"/>
          <p:nvPr/>
        </p:nvSpPr>
        <p:spPr>
          <a:xfrm>
            <a:off x="3703320" y="183174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</a:t>
            </a:r>
            <a:endParaRPr lang="ar-SA" sz="3400" dirty="0"/>
          </a:p>
        </p:txBody>
      </p:sp>
      <p:sp>
        <p:nvSpPr>
          <p:cNvPr id="21" name="C8 M3 mark"/>
          <p:cNvSpPr txBox="1"/>
          <p:nvPr/>
        </p:nvSpPr>
        <p:spPr>
          <a:xfrm>
            <a:off x="3703320" y="183174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صَ</a:t>
            </a:r>
            <a:endParaRPr lang="ar-SA" sz="3400" dirty="0"/>
          </a:p>
        </p:txBody>
      </p:sp>
      <p:sp>
        <p:nvSpPr>
          <p:cNvPr id="22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2E6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1 R result"/>
          <p:cNvSpPr txBox="1"/>
          <p:nvPr/>
        </p:nvSpPr>
        <p:spPr>
          <a:xfrm>
            <a:off x="502920" y="1664741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ثَصَّ</a:t>
            </a:r>
            <a:endParaRPr lang="ar-SA" sz="7800" dirty="0"/>
          </a:p>
        </p:txBody>
      </p:sp>
    </p:spTree>
  </p:cSld>
  <p:clrMapOvr>
    <a:masterClrMapping/>
  </p:clrMapOvr>
  <p:transition spd="med">
    <p:wheel spokes="4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CE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CC6666"/>
          </a:solidFill>
          <a:ln w="12700">
            <a:solidFill>
              <a:srgbClr val="CC6666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BF6A40"/>
          </a:solidFill>
          <a:ln w="12700">
            <a:solidFill>
              <a:srgbClr val="BF6A40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269480" y="180842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</a:t>
            </a:r>
            <a:endParaRPr lang="ar-SA" sz="3400" dirty="0"/>
          </a:p>
        </p:txBody>
      </p:sp>
      <p:sp>
        <p:nvSpPr>
          <p:cNvPr id="16" name="C2 M1 mark"/>
          <p:cNvSpPr txBox="1"/>
          <p:nvPr/>
        </p:nvSpPr>
        <p:spPr>
          <a:xfrm>
            <a:off x="7269480" y="180842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جَ</a:t>
            </a:r>
            <a:endParaRPr lang="ar-SA" sz="3400" dirty="0"/>
          </a:p>
        </p:txBody>
      </p:sp>
      <p:sp>
        <p:nvSpPr>
          <p:cNvPr id="17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B9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5486400" y="185117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</a:t>
            </a:r>
            <a:endParaRPr lang="ar-SA" sz="3400" dirty="0"/>
          </a:p>
        </p:txBody>
      </p:sp>
      <p:sp>
        <p:nvSpPr>
          <p:cNvPr id="19" name="C5 M2 mark"/>
          <p:cNvSpPr txBox="1"/>
          <p:nvPr/>
        </p:nvSpPr>
        <p:spPr>
          <a:xfrm>
            <a:off x="5486400" y="185117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صۡ</a:t>
            </a:r>
            <a:endParaRPr lang="ar-SA" sz="3400" dirty="0"/>
          </a:p>
        </p:txBody>
      </p:sp>
      <p:sp>
        <p:nvSpPr>
          <p:cNvPr id="20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B9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L3 letter"/>
          <p:cNvSpPr txBox="1"/>
          <p:nvPr/>
        </p:nvSpPr>
        <p:spPr>
          <a:xfrm>
            <a:off x="3703320" y="183174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</a:t>
            </a:r>
            <a:endParaRPr lang="ar-SA" sz="3400" dirty="0"/>
          </a:p>
        </p:txBody>
      </p:sp>
      <p:sp>
        <p:nvSpPr>
          <p:cNvPr id="22" name="C8 M3 mark"/>
          <p:cNvSpPr txBox="1"/>
          <p:nvPr/>
        </p:nvSpPr>
        <p:spPr>
          <a:xfrm>
            <a:off x="3703320" y="183174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صَ</a:t>
            </a:r>
            <a:endParaRPr lang="ar-SA" sz="3400" dirty="0"/>
          </a:p>
        </p:txBody>
      </p:sp>
      <p:sp>
        <p:nvSpPr>
          <p:cNvPr id="23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43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11 R result"/>
          <p:cNvSpPr txBox="1"/>
          <p:nvPr/>
        </p:nvSpPr>
        <p:spPr>
          <a:xfrm>
            <a:off x="502920" y="1590446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جَصَّ</a:t>
            </a:r>
            <a:endParaRPr lang="ar-SA" sz="8400" dirty="0"/>
          </a:p>
        </p:txBody>
      </p:sp>
    </p:spTree>
  </p:cSld>
  <p:clrMapOvr>
    <a:masterClrMapping/>
  </p:clrMapOvr>
  <p:transition spd="med">
    <p:wipe dir="l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432A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64622B"/>
          </a:solidFill>
          <a:ln w="12700">
            <a:solidFill>
              <a:srgbClr val="64622B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597934"/>
          </a:solidFill>
          <a:ln w="12700">
            <a:solidFill>
              <a:srgbClr val="597934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269480" y="180842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</a:t>
            </a:r>
            <a:endParaRPr lang="ar-SA" sz="3400" dirty="0"/>
          </a:p>
        </p:txBody>
      </p:sp>
      <p:sp>
        <p:nvSpPr>
          <p:cNvPr id="17" name="C2 M1 mark"/>
          <p:cNvSpPr txBox="1"/>
          <p:nvPr/>
        </p:nvSpPr>
        <p:spPr>
          <a:xfrm>
            <a:off x="7269480" y="180842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حَ</a:t>
            </a:r>
            <a:endParaRPr lang="ar-SA" sz="3400" dirty="0"/>
          </a:p>
        </p:txBody>
      </p:sp>
      <p:sp>
        <p:nvSpPr>
          <p:cNvPr id="18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85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L2 letter"/>
          <p:cNvSpPr txBox="1"/>
          <p:nvPr/>
        </p:nvSpPr>
        <p:spPr>
          <a:xfrm>
            <a:off x="5486400" y="185117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</a:t>
            </a:r>
            <a:endParaRPr lang="ar-SA" sz="3400" dirty="0"/>
          </a:p>
        </p:txBody>
      </p:sp>
      <p:sp>
        <p:nvSpPr>
          <p:cNvPr id="20" name="C5 M2 mark"/>
          <p:cNvSpPr txBox="1"/>
          <p:nvPr/>
        </p:nvSpPr>
        <p:spPr>
          <a:xfrm>
            <a:off x="5486400" y="185117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صۡ</a:t>
            </a:r>
            <a:endParaRPr lang="ar-SA" sz="3400" dirty="0"/>
          </a:p>
        </p:txBody>
      </p:sp>
      <p:sp>
        <p:nvSpPr>
          <p:cNvPr id="21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85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7 L3 letter"/>
          <p:cNvSpPr txBox="1"/>
          <p:nvPr/>
        </p:nvSpPr>
        <p:spPr>
          <a:xfrm>
            <a:off x="3703320" y="183174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</a:t>
            </a:r>
            <a:endParaRPr lang="ar-SA" sz="3400" dirty="0"/>
          </a:p>
        </p:txBody>
      </p:sp>
      <p:sp>
        <p:nvSpPr>
          <p:cNvPr id="23" name="C8 M3 mark"/>
          <p:cNvSpPr txBox="1"/>
          <p:nvPr/>
        </p:nvSpPr>
        <p:spPr>
          <a:xfrm>
            <a:off x="3703320" y="183174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صَ</a:t>
            </a:r>
            <a:endParaRPr lang="ar-SA" sz="3400" dirty="0"/>
          </a:p>
        </p:txBody>
      </p:sp>
      <p:sp>
        <p:nvSpPr>
          <p:cNvPr id="24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41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11 R result"/>
          <p:cNvSpPr txBox="1"/>
          <p:nvPr/>
        </p:nvSpPr>
        <p:spPr>
          <a:xfrm>
            <a:off x="502920" y="1590446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حَصَّ</a:t>
            </a:r>
            <a:endParaRPr lang="ar-SA" sz="8400" dirty="0"/>
          </a:p>
        </p:txBody>
      </p:sp>
    </p:spTree>
  </p:cSld>
  <p:clrMapOvr>
    <a:masterClrMapping/>
  </p:clrMapOvr>
  <p:transition spd="med">
    <p:circle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C5F7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D65C70"/>
          </a:solidFill>
          <a:ln w="12700">
            <a:solidFill>
              <a:srgbClr val="D65C70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CC3340"/>
          </a:solidFill>
          <a:ln w="12700">
            <a:solidFill>
              <a:srgbClr val="CC3340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85204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</a:t>
            </a:r>
            <a:endParaRPr lang="ar-SA" sz="3400" dirty="0"/>
          </a:p>
        </p:txBody>
      </p:sp>
      <p:sp>
        <p:nvSpPr>
          <p:cNvPr id="15" name="C2 M1 mark"/>
          <p:cNvSpPr txBox="1"/>
          <p:nvPr/>
        </p:nvSpPr>
        <p:spPr>
          <a:xfrm>
            <a:off x="7269480" y="185204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خَ</a:t>
            </a:r>
            <a:endParaRPr lang="ar-SA" sz="34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265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85117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</a:t>
            </a:r>
            <a:endParaRPr lang="ar-SA" sz="3400" dirty="0"/>
          </a:p>
        </p:txBody>
      </p:sp>
      <p:sp>
        <p:nvSpPr>
          <p:cNvPr id="18" name="C5 M2 mark"/>
          <p:cNvSpPr txBox="1"/>
          <p:nvPr/>
        </p:nvSpPr>
        <p:spPr>
          <a:xfrm>
            <a:off x="5486400" y="185117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صۡ</a:t>
            </a:r>
            <a:endParaRPr lang="ar-SA" sz="34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265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L3 letter"/>
          <p:cNvSpPr txBox="1"/>
          <p:nvPr/>
        </p:nvSpPr>
        <p:spPr>
          <a:xfrm>
            <a:off x="3703320" y="183174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</a:t>
            </a:r>
            <a:endParaRPr lang="ar-SA" sz="3400" dirty="0"/>
          </a:p>
        </p:txBody>
      </p:sp>
      <p:sp>
        <p:nvSpPr>
          <p:cNvPr id="21" name="C8 M3 mark"/>
          <p:cNvSpPr txBox="1"/>
          <p:nvPr/>
        </p:nvSpPr>
        <p:spPr>
          <a:xfrm>
            <a:off x="3703320" y="183174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صَ</a:t>
            </a:r>
            <a:endParaRPr lang="ar-SA" sz="3400" dirty="0"/>
          </a:p>
        </p:txBody>
      </p:sp>
      <p:sp>
        <p:nvSpPr>
          <p:cNvPr id="22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69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1 R result"/>
          <p:cNvSpPr txBox="1"/>
          <p:nvPr/>
        </p:nvSpPr>
        <p:spPr>
          <a:xfrm>
            <a:off x="502920" y="1590446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خَصَّ</a:t>
            </a:r>
            <a:endParaRPr lang="ar-SA" sz="8400" dirty="0"/>
          </a:p>
        </p:txBody>
      </p:sp>
    </p:spTree>
  </p:cSld>
  <p:clrMapOvr>
    <a:masterClrMapping/>
  </p:clrMapOvr>
  <p:transition spd="med">
    <p:randomBar dir="vert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F7C5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C68C53"/>
          </a:solidFill>
          <a:ln w="12700">
            <a:solidFill>
              <a:srgbClr val="C68C53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C55EED"/>
          </a:solidFill>
          <a:ln w="12700">
            <a:solidFill>
              <a:srgbClr val="C55EED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1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2" name="C1 L1 letter"/>
          <p:cNvSpPr txBox="1"/>
          <p:nvPr/>
        </p:nvSpPr>
        <p:spPr>
          <a:xfrm>
            <a:off x="7269480" y="189932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</a:t>
            </a:r>
            <a:endParaRPr lang="ar-SA" sz="3400" dirty="0"/>
          </a:p>
        </p:txBody>
      </p:sp>
      <p:sp>
        <p:nvSpPr>
          <p:cNvPr id="23" name="C2 M1 mark"/>
          <p:cNvSpPr txBox="1"/>
          <p:nvPr/>
        </p:nvSpPr>
        <p:spPr>
          <a:xfrm>
            <a:off x="7269480" y="189932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دَ</a:t>
            </a:r>
            <a:endParaRPr lang="ar-SA" sz="3400" dirty="0"/>
          </a:p>
        </p:txBody>
      </p:sp>
      <p:sp>
        <p:nvSpPr>
          <p:cNvPr id="24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D93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4 L2 letter"/>
          <p:cNvSpPr txBox="1"/>
          <p:nvPr/>
        </p:nvSpPr>
        <p:spPr>
          <a:xfrm>
            <a:off x="5486400" y="185117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</a:t>
            </a:r>
            <a:endParaRPr lang="ar-SA" sz="3400" dirty="0"/>
          </a:p>
        </p:txBody>
      </p:sp>
      <p:sp>
        <p:nvSpPr>
          <p:cNvPr id="26" name="C5 M2 mark"/>
          <p:cNvSpPr txBox="1"/>
          <p:nvPr/>
        </p:nvSpPr>
        <p:spPr>
          <a:xfrm>
            <a:off x="5486400" y="185117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صۡ</a:t>
            </a:r>
            <a:endParaRPr lang="ar-SA" sz="3400" dirty="0"/>
          </a:p>
        </p:txBody>
      </p:sp>
      <p:sp>
        <p:nvSpPr>
          <p:cNvPr id="27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D93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7 L3 letter"/>
          <p:cNvSpPr txBox="1"/>
          <p:nvPr/>
        </p:nvSpPr>
        <p:spPr>
          <a:xfrm>
            <a:off x="3703320" y="183174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</a:t>
            </a:r>
            <a:endParaRPr lang="ar-SA" sz="3400" dirty="0"/>
          </a:p>
        </p:txBody>
      </p:sp>
      <p:sp>
        <p:nvSpPr>
          <p:cNvPr id="29" name="C8 M3 mark"/>
          <p:cNvSpPr txBox="1"/>
          <p:nvPr/>
        </p:nvSpPr>
        <p:spPr>
          <a:xfrm>
            <a:off x="3703320" y="183174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صَ</a:t>
            </a:r>
            <a:endParaRPr lang="ar-SA" sz="3400" dirty="0"/>
          </a:p>
        </p:txBody>
      </p:sp>
      <p:sp>
        <p:nvSpPr>
          <p:cNvPr id="30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B89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C11 R result"/>
          <p:cNvSpPr txBox="1"/>
          <p:nvPr/>
        </p:nvSpPr>
        <p:spPr>
          <a:xfrm>
            <a:off x="502920" y="1589126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دَصَّ</a:t>
            </a:r>
            <a:endParaRPr lang="ar-SA" sz="8600" dirty="0"/>
          </a:p>
        </p:txBody>
      </p:sp>
    </p:spTree>
  </p:cSld>
  <p:clrMapOvr>
    <a:masterClrMapping/>
  </p:clrMapOvr>
  <p:transition spd="med">
    <p:push dir="l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3343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68E052"/>
          </a:solidFill>
          <a:ln w="12700">
            <a:solidFill>
              <a:srgbClr val="68E052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8CF2B0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9570DB"/>
          </a:solidFill>
          <a:ln w="12700">
            <a:solidFill>
              <a:srgbClr val="9570DB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85475B"/>
          </a:solidFill>
          <a:ln w="12700">
            <a:solidFill>
              <a:srgbClr val="85475B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8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9" name="C1 L1 letter"/>
          <p:cNvSpPr txBox="1"/>
          <p:nvPr/>
        </p:nvSpPr>
        <p:spPr>
          <a:xfrm>
            <a:off x="7269480" y="194293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</a:t>
            </a:r>
            <a:endParaRPr lang="ar-SA" sz="3400" dirty="0"/>
          </a:p>
        </p:txBody>
      </p:sp>
      <p:sp>
        <p:nvSpPr>
          <p:cNvPr id="20" name="C2 M1 mark"/>
          <p:cNvSpPr txBox="1"/>
          <p:nvPr/>
        </p:nvSpPr>
        <p:spPr>
          <a:xfrm>
            <a:off x="7269480" y="194293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ذَ</a:t>
            </a:r>
            <a:endParaRPr lang="ar-SA" sz="3400" dirty="0"/>
          </a:p>
        </p:txBody>
      </p:sp>
      <p:sp>
        <p:nvSpPr>
          <p:cNvPr id="21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64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4 L2 letter"/>
          <p:cNvSpPr txBox="1"/>
          <p:nvPr/>
        </p:nvSpPr>
        <p:spPr>
          <a:xfrm>
            <a:off x="5486400" y="185117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</a:t>
            </a:r>
            <a:endParaRPr lang="ar-SA" sz="3400" dirty="0"/>
          </a:p>
        </p:txBody>
      </p:sp>
      <p:sp>
        <p:nvSpPr>
          <p:cNvPr id="23" name="C5 M2 mark"/>
          <p:cNvSpPr txBox="1"/>
          <p:nvPr/>
        </p:nvSpPr>
        <p:spPr>
          <a:xfrm>
            <a:off x="5486400" y="185117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صۡ</a:t>
            </a:r>
            <a:endParaRPr lang="ar-SA" sz="3400" dirty="0"/>
          </a:p>
        </p:txBody>
      </p:sp>
      <p:sp>
        <p:nvSpPr>
          <p:cNvPr id="24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64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7 L3 letter"/>
          <p:cNvSpPr txBox="1"/>
          <p:nvPr/>
        </p:nvSpPr>
        <p:spPr>
          <a:xfrm>
            <a:off x="3703320" y="183174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</a:t>
            </a:r>
            <a:endParaRPr lang="ar-SA" sz="3400" dirty="0"/>
          </a:p>
        </p:txBody>
      </p:sp>
      <p:sp>
        <p:nvSpPr>
          <p:cNvPr id="26" name="C8 M3 mark"/>
          <p:cNvSpPr txBox="1"/>
          <p:nvPr/>
        </p:nvSpPr>
        <p:spPr>
          <a:xfrm>
            <a:off x="3703320" y="183174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صَ</a:t>
            </a:r>
            <a:endParaRPr lang="ar-SA" sz="3400" dirty="0"/>
          </a:p>
        </p:txBody>
      </p:sp>
      <p:sp>
        <p:nvSpPr>
          <p:cNvPr id="27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2EB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11 R result"/>
          <p:cNvSpPr txBox="1"/>
          <p:nvPr/>
        </p:nvSpPr>
        <p:spPr>
          <a:xfrm>
            <a:off x="502920" y="1636147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ذَصَّ</a:t>
            </a:r>
            <a:endParaRPr lang="ar-SA" sz="8100" dirty="0"/>
          </a:p>
        </p:txBody>
      </p:sp>
    </p:spTree>
  </p:cSld>
  <p:clrMapOvr>
    <a:masterClrMapping/>
  </p:clrMapOvr>
  <p:transition spd="med">
    <p:split orient="vert" dir="out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C5D7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6A64D8"/>
          </a:solidFill>
          <a:ln w="12700">
            <a:solidFill>
              <a:srgbClr val="6A64D8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4757D1"/>
          </a:solidFill>
          <a:ln w="12700">
            <a:solidFill>
              <a:srgbClr val="4757D1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82678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</a:t>
            </a:r>
            <a:endParaRPr lang="ar-SA" sz="3400" dirty="0"/>
          </a:p>
        </p:txBody>
      </p:sp>
      <p:sp>
        <p:nvSpPr>
          <p:cNvPr id="15" name="C2 M1 mark"/>
          <p:cNvSpPr txBox="1"/>
          <p:nvPr/>
        </p:nvSpPr>
        <p:spPr>
          <a:xfrm>
            <a:off x="7269480" y="182678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رَ</a:t>
            </a:r>
            <a:endParaRPr lang="ar-SA" sz="34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98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85117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</a:t>
            </a:r>
            <a:endParaRPr lang="ar-SA" sz="3400" dirty="0"/>
          </a:p>
        </p:txBody>
      </p:sp>
      <p:sp>
        <p:nvSpPr>
          <p:cNvPr id="18" name="C5 M2 mark"/>
          <p:cNvSpPr txBox="1"/>
          <p:nvPr/>
        </p:nvSpPr>
        <p:spPr>
          <a:xfrm>
            <a:off x="5486400" y="185117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صۡ</a:t>
            </a:r>
            <a:endParaRPr lang="ar-SA" sz="34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98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L3 letter"/>
          <p:cNvSpPr txBox="1"/>
          <p:nvPr/>
        </p:nvSpPr>
        <p:spPr>
          <a:xfrm>
            <a:off x="3703320" y="183174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</a:t>
            </a:r>
            <a:endParaRPr lang="ar-SA" sz="3400" dirty="0"/>
          </a:p>
        </p:txBody>
      </p:sp>
      <p:sp>
        <p:nvSpPr>
          <p:cNvPr id="21" name="C8 M3 mark"/>
          <p:cNvSpPr txBox="1"/>
          <p:nvPr/>
        </p:nvSpPr>
        <p:spPr>
          <a:xfrm>
            <a:off x="3703320" y="183174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صَ</a:t>
            </a:r>
            <a:endParaRPr lang="ar-SA" sz="3400" dirty="0"/>
          </a:p>
        </p:txBody>
      </p:sp>
      <p:sp>
        <p:nvSpPr>
          <p:cNvPr id="22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8E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1 R result"/>
          <p:cNvSpPr txBox="1"/>
          <p:nvPr/>
        </p:nvSpPr>
        <p:spPr>
          <a:xfrm>
            <a:off x="502920" y="1589126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رَصَّ</a:t>
            </a:r>
            <a:endParaRPr lang="ar-SA" sz="8600" dirty="0"/>
          </a:p>
        </p:txBody>
      </p:sp>
    </p:spTree>
  </p:cSld>
  <p:clrMapOvr>
    <a:masterClrMapping/>
  </p:clrMapOvr>
  <p:transition spd="med">
    <p:pull dir="l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F7C5C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AACC66"/>
          </a:solidFill>
          <a:ln w="12700">
            <a:solidFill>
              <a:srgbClr val="AACC66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6ABF40"/>
          </a:solidFill>
          <a:ln w="12700">
            <a:solidFill>
              <a:srgbClr val="6ABF40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269480" y="187039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</a:t>
            </a:r>
            <a:endParaRPr lang="ar-SA" sz="3400" dirty="0"/>
          </a:p>
        </p:txBody>
      </p:sp>
      <p:sp>
        <p:nvSpPr>
          <p:cNvPr id="16" name="C2 M1 mark"/>
          <p:cNvSpPr txBox="1"/>
          <p:nvPr/>
        </p:nvSpPr>
        <p:spPr>
          <a:xfrm>
            <a:off x="7269480" y="187039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زَ</a:t>
            </a:r>
            <a:endParaRPr lang="ar-SA" sz="3400" dirty="0"/>
          </a:p>
        </p:txBody>
      </p:sp>
      <p:sp>
        <p:nvSpPr>
          <p:cNvPr id="17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D9C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5486400" y="185117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</a:t>
            </a:r>
            <a:endParaRPr lang="ar-SA" sz="3400" dirty="0"/>
          </a:p>
        </p:txBody>
      </p:sp>
      <p:sp>
        <p:nvSpPr>
          <p:cNvPr id="19" name="C5 M2 mark"/>
          <p:cNvSpPr txBox="1"/>
          <p:nvPr/>
        </p:nvSpPr>
        <p:spPr>
          <a:xfrm>
            <a:off x="5486400" y="185117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صۡ</a:t>
            </a:r>
            <a:endParaRPr lang="ar-SA" sz="3400" dirty="0"/>
          </a:p>
        </p:txBody>
      </p:sp>
      <p:sp>
        <p:nvSpPr>
          <p:cNvPr id="20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D9C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L3 letter"/>
          <p:cNvSpPr txBox="1"/>
          <p:nvPr/>
        </p:nvSpPr>
        <p:spPr>
          <a:xfrm>
            <a:off x="3703320" y="183174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</a:t>
            </a:r>
            <a:endParaRPr lang="ar-SA" sz="3400" dirty="0"/>
          </a:p>
        </p:txBody>
      </p:sp>
      <p:sp>
        <p:nvSpPr>
          <p:cNvPr id="22" name="C8 M3 mark"/>
          <p:cNvSpPr txBox="1"/>
          <p:nvPr/>
        </p:nvSpPr>
        <p:spPr>
          <a:xfrm>
            <a:off x="3703320" y="183174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صَ</a:t>
            </a:r>
            <a:endParaRPr lang="ar-SA" sz="3400" dirty="0"/>
          </a:p>
        </p:txBody>
      </p:sp>
      <p:sp>
        <p:nvSpPr>
          <p:cNvPr id="23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65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11 R result"/>
          <p:cNvSpPr txBox="1"/>
          <p:nvPr/>
        </p:nvSpPr>
        <p:spPr>
          <a:xfrm>
            <a:off x="502920" y="1589126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زَصَّ</a:t>
            </a:r>
            <a:endParaRPr lang="ar-SA" sz="8600" dirty="0"/>
          </a:p>
        </p:txBody>
      </p:sp>
    </p:spTree>
  </p:cSld>
  <p:clrMapOvr>
    <a:masterClrMapping/>
  </p:clrMapOvr>
  <p:transition spd="med">
    <p:fade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1443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2B6454"/>
          </a:solidFill>
          <a:ln w="12700">
            <a:solidFill>
              <a:srgbClr val="2B6454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346A79"/>
          </a:solidFill>
          <a:ln w="12700">
            <a:solidFill>
              <a:srgbClr val="346A79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269480" y="182267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</a:t>
            </a:r>
            <a:endParaRPr lang="ar-SA" sz="3400" dirty="0"/>
          </a:p>
        </p:txBody>
      </p:sp>
      <p:sp>
        <p:nvSpPr>
          <p:cNvPr id="17" name="C2 M1 mark"/>
          <p:cNvSpPr txBox="1"/>
          <p:nvPr/>
        </p:nvSpPr>
        <p:spPr>
          <a:xfrm>
            <a:off x="7269480" y="182267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سَ</a:t>
            </a:r>
            <a:endParaRPr lang="ar-SA" sz="3400" dirty="0"/>
          </a:p>
        </p:txBody>
      </p:sp>
      <p:sp>
        <p:nvSpPr>
          <p:cNvPr id="18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26B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L2 letter"/>
          <p:cNvSpPr txBox="1"/>
          <p:nvPr/>
        </p:nvSpPr>
        <p:spPr>
          <a:xfrm>
            <a:off x="5486400" y="185117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</a:t>
            </a:r>
            <a:endParaRPr lang="ar-SA" sz="3400" dirty="0"/>
          </a:p>
        </p:txBody>
      </p:sp>
      <p:sp>
        <p:nvSpPr>
          <p:cNvPr id="20" name="C5 M2 mark"/>
          <p:cNvSpPr txBox="1"/>
          <p:nvPr/>
        </p:nvSpPr>
        <p:spPr>
          <a:xfrm>
            <a:off x="5486400" y="185117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صۡ</a:t>
            </a:r>
            <a:endParaRPr lang="ar-SA" sz="3400" dirty="0"/>
          </a:p>
        </p:txBody>
      </p:sp>
      <p:sp>
        <p:nvSpPr>
          <p:cNvPr id="21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26B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7 L3 letter"/>
          <p:cNvSpPr txBox="1"/>
          <p:nvPr/>
        </p:nvSpPr>
        <p:spPr>
          <a:xfrm>
            <a:off x="3703320" y="183174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</a:t>
            </a:r>
            <a:endParaRPr lang="ar-SA" sz="3400" dirty="0"/>
          </a:p>
        </p:txBody>
      </p:sp>
      <p:sp>
        <p:nvSpPr>
          <p:cNvPr id="23" name="C8 M3 mark"/>
          <p:cNvSpPr txBox="1"/>
          <p:nvPr/>
        </p:nvSpPr>
        <p:spPr>
          <a:xfrm>
            <a:off x="3703320" y="183174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صَ</a:t>
            </a:r>
            <a:endParaRPr lang="ar-SA" sz="3400" dirty="0"/>
          </a:p>
        </p:txBody>
      </p:sp>
      <p:sp>
        <p:nvSpPr>
          <p:cNvPr id="24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2E3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11 R result"/>
          <p:cNvSpPr txBox="1"/>
          <p:nvPr/>
        </p:nvSpPr>
        <p:spPr>
          <a:xfrm>
            <a:off x="502920" y="159573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سَصَّ</a:t>
            </a:r>
            <a:endParaRPr lang="ar-SA" sz="7600" dirty="0"/>
          </a:p>
        </p:txBody>
      </p:sp>
    </p:spTree>
  </p:cSld>
  <p:clrMapOvr>
    <a:masterClrMapping/>
  </p:clrMapOvr>
  <p:transition spd="med">
    <p:cover dir="l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DF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70D65C"/>
          </a:solidFill>
          <a:ln w="12700">
            <a:solidFill>
              <a:srgbClr val="70D65C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40CC33"/>
          </a:solidFill>
          <a:ln w="12700">
            <a:solidFill>
              <a:srgbClr val="40CC33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89003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</a:t>
            </a:r>
            <a:endParaRPr lang="ar-SA" sz="3400" dirty="0"/>
          </a:p>
        </p:txBody>
      </p:sp>
      <p:sp>
        <p:nvSpPr>
          <p:cNvPr id="15" name="C2 M1 mark"/>
          <p:cNvSpPr txBox="1"/>
          <p:nvPr/>
        </p:nvSpPr>
        <p:spPr>
          <a:xfrm>
            <a:off x="7269480" y="189003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شَ</a:t>
            </a:r>
            <a:endParaRPr lang="ar-SA" sz="34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7D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85117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</a:t>
            </a:r>
            <a:endParaRPr lang="ar-SA" sz="3400" dirty="0"/>
          </a:p>
        </p:txBody>
      </p:sp>
      <p:sp>
        <p:nvSpPr>
          <p:cNvPr id="18" name="C5 M2 mark"/>
          <p:cNvSpPr txBox="1"/>
          <p:nvPr/>
        </p:nvSpPr>
        <p:spPr>
          <a:xfrm>
            <a:off x="5486400" y="185117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صۡ</a:t>
            </a:r>
            <a:endParaRPr lang="ar-SA" sz="34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7D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L3 letter"/>
          <p:cNvSpPr txBox="1"/>
          <p:nvPr/>
        </p:nvSpPr>
        <p:spPr>
          <a:xfrm>
            <a:off x="3703320" y="183174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</a:t>
            </a:r>
            <a:endParaRPr lang="ar-SA" sz="3400" dirty="0"/>
          </a:p>
        </p:txBody>
      </p:sp>
      <p:sp>
        <p:nvSpPr>
          <p:cNvPr id="21" name="C8 M3 mark"/>
          <p:cNvSpPr txBox="1"/>
          <p:nvPr/>
        </p:nvSpPr>
        <p:spPr>
          <a:xfrm>
            <a:off x="3703320" y="183174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صَ</a:t>
            </a:r>
            <a:endParaRPr lang="ar-SA" sz="3400" dirty="0"/>
          </a:p>
        </p:txBody>
      </p:sp>
      <p:sp>
        <p:nvSpPr>
          <p:cNvPr id="22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B84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1 R result"/>
          <p:cNvSpPr txBox="1"/>
          <p:nvPr/>
        </p:nvSpPr>
        <p:spPr>
          <a:xfrm>
            <a:off x="502920" y="1629512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شَصَّ</a:t>
            </a:r>
            <a:endParaRPr lang="ar-SA" sz="7600" dirty="0"/>
          </a:p>
        </p:txBody>
      </p:sp>
    </p:spTree>
  </p:cSld>
  <p:clrMapOvr>
    <a:masterClrMapping/>
  </p:clrMapOvr>
  <p:transition spd="med">
    <p:zoom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solidFill>
          <a:srgbClr val="F7ED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53C68C"/>
          </a:solidFill>
          <a:ln w="12700">
            <a:solidFill>
              <a:srgbClr val="53C68C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EDA25E"/>
          </a:solidFill>
          <a:ln w="12700">
            <a:solidFill>
              <a:srgbClr val="EDA25E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1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2" name="C1 L1 letter"/>
          <p:cNvSpPr txBox="1"/>
          <p:nvPr/>
        </p:nvSpPr>
        <p:spPr>
          <a:xfrm>
            <a:off x="7269480" y="187147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</a:t>
            </a:r>
            <a:endParaRPr lang="ar-SA" sz="4000" dirty="0"/>
          </a:p>
        </p:txBody>
      </p:sp>
      <p:sp>
        <p:nvSpPr>
          <p:cNvPr id="23" name="C2 M1 mark"/>
          <p:cNvSpPr txBox="1"/>
          <p:nvPr/>
        </p:nvSpPr>
        <p:spPr>
          <a:xfrm>
            <a:off x="7269480" y="187147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ضَ</a:t>
            </a:r>
            <a:endParaRPr lang="ar-SA" sz="4000" dirty="0"/>
          </a:p>
        </p:txBody>
      </p:sp>
      <p:sp>
        <p:nvSpPr>
          <p:cNvPr id="24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49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4 L2 letter"/>
          <p:cNvSpPr txBox="1"/>
          <p:nvPr/>
        </p:nvSpPr>
        <p:spPr>
          <a:xfrm>
            <a:off x="5486400" y="198424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</a:t>
            </a:r>
            <a:endParaRPr lang="ar-SA" sz="4000" dirty="0"/>
          </a:p>
        </p:txBody>
      </p:sp>
      <p:sp>
        <p:nvSpPr>
          <p:cNvPr id="26" name="C5 M2 mark"/>
          <p:cNvSpPr txBox="1"/>
          <p:nvPr/>
        </p:nvSpPr>
        <p:spPr>
          <a:xfrm>
            <a:off x="5486400" y="198424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أۡ</a:t>
            </a:r>
            <a:endParaRPr lang="ar-SA" sz="4000" dirty="0"/>
          </a:p>
        </p:txBody>
      </p:sp>
      <p:sp>
        <p:nvSpPr>
          <p:cNvPr id="27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49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7 L3 letter"/>
          <p:cNvSpPr txBox="1"/>
          <p:nvPr/>
        </p:nvSpPr>
        <p:spPr>
          <a:xfrm>
            <a:off x="3703320" y="201154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</a:t>
            </a:r>
            <a:endParaRPr lang="ar-SA" sz="4000" dirty="0"/>
          </a:p>
        </p:txBody>
      </p:sp>
      <p:sp>
        <p:nvSpPr>
          <p:cNvPr id="29" name="C8 M3 mark"/>
          <p:cNvSpPr txBox="1"/>
          <p:nvPr/>
        </p:nvSpPr>
        <p:spPr>
          <a:xfrm>
            <a:off x="3703320" y="201154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أَ</a:t>
            </a:r>
            <a:endParaRPr lang="ar-SA" sz="4000" dirty="0"/>
          </a:p>
        </p:txBody>
      </p:sp>
      <p:sp>
        <p:nvSpPr>
          <p:cNvPr id="30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6F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C11 R result"/>
          <p:cNvSpPr txBox="1"/>
          <p:nvPr/>
        </p:nvSpPr>
        <p:spPr>
          <a:xfrm>
            <a:off x="502920" y="1967156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ضَأَّ</a:t>
            </a:r>
            <a:endParaRPr lang="ar-SA" sz="6500" dirty="0"/>
          </a:p>
        </p:txBody>
      </p:sp>
    </p:spTree>
  </p:cSld>
  <p:clrMapOvr>
    <a:masterClrMapping/>
  </p:clrMapOvr>
  <p:transition spd="med">
    <p:wheel spokes="4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bg>
      <p:bgPr>
        <a:solidFill>
          <a:srgbClr val="143F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528BE0"/>
          </a:solidFill>
          <a:ln w="12700">
            <a:solidFill>
              <a:srgbClr val="528BE0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968CF2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DB7B70"/>
          </a:solidFill>
          <a:ln w="12700">
            <a:solidFill>
              <a:srgbClr val="DB7B70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6A8547"/>
          </a:solidFill>
          <a:ln w="12700">
            <a:solidFill>
              <a:srgbClr val="6A8547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8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9" name="C1 L1 letter"/>
          <p:cNvSpPr txBox="1"/>
          <p:nvPr/>
        </p:nvSpPr>
        <p:spPr>
          <a:xfrm>
            <a:off x="7269480" y="187212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</a:t>
            </a:r>
            <a:endParaRPr lang="ar-SA" sz="3900" dirty="0"/>
          </a:p>
        </p:txBody>
      </p:sp>
      <p:sp>
        <p:nvSpPr>
          <p:cNvPr id="20" name="C2 M1 mark"/>
          <p:cNvSpPr txBox="1"/>
          <p:nvPr/>
        </p:nvSpPr>
        <p:spPr>
          <a:xfrm>
            <a:off x="7269480" y="187212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ضَ</a:t>
            </a:r>
            <a:endParaRPr lang="ar-SA" sz="3900" dirty="0"/>
          </a:p>
        </p:txBody>
      </p:sp>
      <p:sp>
        <p:nvSpPr>
          <p:cNvPr id="21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38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4 L2 letter"/>
          <p:cNvSpPr txBox="1"/>
          <p:nvPr/>
        </p:nvSpPr>
        <p:spPr>
          <a:xfrm>
            <a:off x="5486400" y="184710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</a:t>
            </a:r>
            <a:endParaRPr lang="ar-SA" sz="3900" dirty="0"/>
          </a:p>
        </p:txBody>
      </p:sp>
      <p:sp>
        <p:nvSpPr>
          <p:cNvPr id="23" name="C5 M2 mark"/>
          <p:cNvSpPr txBox="1"/>
          <p:nvPr/>
        </p:nvSpPr>
        <p:spPr>
          <a:xfrm>
            <a:off x="5486400" y="184710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بۡ</a:t>
            </a:r>
            <a:endParaRPr lang="ar-SA" sz="3900" dirty="0"/>
          </a:p>
        </p:txBody>
      </p:sp>
      <p:sp>
        <p:nvSpPr>
          <p:cNvPr id="24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38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7 L3 letter"/>
          <p:cNvSpPr txBox="1"/>
          <p:nvPr/>
        </p:nvSpPr>
        <p:spPr>
          <a:xfrm>
            <a:off x="3703320" y="182292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</a:t>
            </a:r>
            <a:endParaRPr lang="ar-SA" sz="3900" dirty="0"/>
          </a:p>
        </p:txBody>
      </p:sp>
      <p:sp>
        <p:nvSpPr>
          <p:cNvPr id="26" name="C8 M3 mark"/>
          <p:cNvSpPr txBox="1"/>
          <p:nvPr/>
        </p:nvSpPr>
        <p:spPr>
          <a:xfrm>
            <a:off x="3703320" y="182292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بَ</a:t>
            </a:r>
            <a:endParaRPr lang="ar-SA" sz="3900" dirty="0"/>
          </a:p>
        </p:txBody>
      </p:sp>
      <p:sp>
        <p:nvSpPr>
          <p:cNvPr id="27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97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11 R result"/>
          <p:cNvSpPr txBox="1"/>
          <p:nvPr/>
        </p:nvSpPr>
        <p:spPr>
          <a:xfrm>
            <a:off x="502920" y="1645578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ضَبَّ</a:t>
            </a:r>
            <a:endParaRPr lang="ar-SA" sz="8200" dirty="0"/>
          </a:p>
        </p:txBody>
      </p:sp>
    </p:spTree>
  </p:cSld>
  <p:clrMapOvr>
    <a:masterClrMapping/>
  </p:clrMapOvr>
  <p:transition spd="med">
    <p:wipe dir="l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</p:bld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bg>
      <p:bgPr>
        <a:solidFill>
          <a:srgbClr val="F7C5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D8647B"/>
          </a:solidFill>
          <a:ln w="12700">
            <a:solidFill>
              <a:srgbClr val="D8647B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D14779"/>
          </a:solidFill>
          <a:ln w="12700">
            <a:solidFill>
              <a:srgbClr val="D14779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87341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</a:t>
            </a:r>
            <a:endParaRPr lang="ar-SA" sz="3700" dirty="0"/>
          </a:p>
        </p:txBody>
      </p:sp>
      <p:sp>
        <p:nvSpPr>
          <p:cNvPr id="15" name="C2 M1 mark"/>
          <p:cNvSpPr txBox="1"/>
          <p:nvPr/>
        </p:nvSpPr>
        <p:spPr>
          <a:xfrm>
            <a:off x="7269480" y="187341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ضَ</a:t>
            </a:r>
            <a:endParaRPr lang="ar-SA" sz="37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D96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89315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</a:t>
            </a:r>
            <a:endParaRPr lang="ar-SA" sz="3700" dirty="0"/>
          </a:p>
        </p:txBody>
      </p:sp>
      <p:sp>
        <p:nvSpPr>
          <p:cNvPr id="18" name="C5 M2 mark"/>
          <p:cNvSpPr txBox="1"/>
          <p:nvPr/>
        </p:nvSpPr>
        <p:spPr>
          <a:xfrm>
            <a:off x="5486400" y="189315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تۡ</a:t>
            </a:r>
            <a:endParaRPr lang="ar-SA" sz="37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D96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L3 letter"/>
          <p:cNvSpPr txBox="1"/>
          <p:nvPr/>
        </p:nvSpPr>
        <p:spPr>
          <a:xfrm>
            <a:off x="3703320" y="190724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</a:t>
            </a:r>
            <a:endParaRPr lang="ar-SA" sz="3700" dirty="0"/>
          </a:p>
        </p:txBody>
      </p:sp>
      <p:sp>
        <p:nvSpPr>
          <p:cNvPr id="21" name="C8 M3 mark"/>
          <p:cNvSpPr txBox="1"/>
          <p:nvPr/>
        </p:nvSpPr>
        <p:spPr>
          <a:xfrm>
            <a:off x="3703320" y="190724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تَ</a:t>
            </a:r>
            <a:endParaRPr lang="ar-SA" sz="3700" dirty="0"/>
          </a:p>
        </p:txBody>
      </p:sp>
      <p:sp>
        <p:nvSpPr>
          <p:cNvPr id="22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B0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1 R result"/>
          <p:cNvSpPr txBox="1"/>
          <p:nvPr/>
        </p:nvSpPr>
        <p:spPr>
          <a:xfrm>
            <a:off x="502920" y="1771929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ضَتَّ</a:t>
            </a:r>
            <a:endParaRPr lang="ar-SA" sz="8200" dirty="0"/>
          </a:p>
        </p:txBody>
      </p:sp>
    </p:spTree>
  </p:cSld>
  <p:clrMapOvr>
    <a:masterClrMapping/>
  </p:clrMapOvr>
  <p:transition spd="med">
    <p:circle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bg>
      <p:bgPr>
        <a:solidFill>
          <a:srgbClr val="D5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66AACC"/>
          </a:solidFill>
          <a:ln w="12700">
            <a:solidFill>
              <a:srgbClr val="66AACC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406ABF"/>
          </a:solidFill>
          <a:ln w="12700">
            <a:solidFill>
              <a:srgbClr val="406ABF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269480" y="187406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</a:t>
            </a:r>
            <a:endParaRPr lang="ar-SA" sz="3600" dirty="0"/>
          </a:p>
        </p:txBody>
      </p:sp>
      <p:sp>
        <p:nvSpPr>
          <p:cNvPr id="16" name="C2 M1 mark"/>
          <p:cNvSpPr txBox="1"/>
          <p:nvPr/>
        </p:nvSpPr>
        <p:spPr>
          <a:xfrm>
            <a:off x="7269480" y="187406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ضَ</a:t>
            </a:r>
            <a:endParaRPr lang="ar-SA" sz="3600" dirty="0"/>
          </a:p>
        </p:txBody>
      </p:sp>
      <p:sp>
        <p:nvSpPr>
          <p:cNvPr id="17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A0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5486400" y="191841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</a:t>
            </a:r>
            <a:endParaRPr lang="ar-SA" sz="3600" dirty="0"/>
          </a:p>
        </p:txBody>
      </p:sp>
      <p:sp>
        <p:nvSpPr>
          <p:cNvPr id="19" name="C5 M2 mark"/>
          <p:cNvSpPr txBox="1"/>
          <p:nvPr/>
        </p:nvSpPr>
        <p:spPr>
          <a:xfrm>
            <a:off x="5486400" y="191841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ثۡ</a:t>
            </a:r>
            <a:endParaRPr lang="ar-SA" sz="3600" dirty="0"/>
          </a:p>
        </p:txBody>
      </p:sp>
      <p:sp>
        <p:nvSpPr>
          <p:cNvPr id="20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A0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L3 letter"/>
          <p:cNvSpPr txBox="1"/>
          <p:nvPr/>
        </p:nvSpPr>
        <p:spPr>
          <a:xfrm>
            <a:off x="3703320" y="193212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</a:t>
            </a:r>
            <a:endParaRPr lang="ar-SA" sz="3600" dirty="0"/>
          </a:p>
        </p:txBody>
      </p:sp>
      <p:sp>
        <p:nvSpPr>
          <p:cNvPr id="22" name="C8 M3 mark"/>
          <p:cNvSpPr txBox="1"/>
          <p:nvPr/>
        </p:nvSpPr>
        <p:spPr>
          <a:xfrm>
            <a:off x="3703320" y="193212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ثَ</a:t>
            </a:r>
            <a:endParaRPr lang="ar-SA" sz="3600" dirty="0"/>
          </a:p>
        </p:txBody>
      </p:sp>
      <p:sp>
        <p:nvSpPr>
          <p:cNvPr id="23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2E8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11 R result"/>
          <p:cNvSpPr txBox="1"/>
          <p:nvPr/>
        </p:nvSpPr>
        <p:spPr>
          <a:xfrm>
            <a:off x="502920" y="1829206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ضَثَّ</a:t>
            </a:r>
            <a:endParaRPr lang="ar-SA" sz="8200" dirty="0"/>
          </a:p>
        </p:txBody>
      </p:sp>
    </p:spTree>
  </p:cSld>
  <p:clrMapOvr>
    <a:masterClrMapping/>
  </p:clrMapOvr>
  <p:transition spd="med">
    <p:randomBar dir="vert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</p:bld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bg>
      <p:bgPr>
        <a:solidFill>
          <a:srgbClr val="1415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462B64"/>
          </a:solidFill>
          <a:ln w="12700">
            <a:solidFill>
              <a:srgbClr val="462B64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773479"/>
          </a:solidFill>
          <a:ln w="12700">
            <a:solidFill>
              <a:srgbClr val="773479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269480" y="187276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</a:t>
            </a:r>
            <a:endParaRPr lang="ar-SA" sz="3800" dirty="0"/>
          </a:p>
        </p:txBody>
      </p:sp>
      <p:sp>
        <p:nvSpPr>
          <p:cNvPr id="17" name="C2 M1 mark"/>
          <p:cNvSpPr txBox="1"/>
          <p:nvPr/>
        </p:nvSpPr>
        <p:spPr>
          <a:xfrm>
            <a:off x="7269480" y="187276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ضَ</a:t>
            </a:r>
            <a:endParaRPr lang="ar-SA" sz="3800" dirty="0"/>
          </a:p>
        </p:txBody>
      </p:sp>
      <p:sp>
        <p:nvSpPr>
          <p:cNvPr id="18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D4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L2 letter"/>
          <p:cNvSpPr txBox="1"/>
          <p:nvPr/>
        </p:nvSpPr>
        <p:spPr>
          <a:xfrm>
            <a:off x="5486400" y="181968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</a:t>
            </a:r>
            <a:endParaRPr lang="ar-SA" sz="3800" dirty="0"/>
          </a:p>
        </p:txBody>
      </p:sp>
      <p:sp>
        <p:nvSpPr>
          <p:cNvPr id="20" name="C5 M2 mark"/>
          <p:cNvSpPr txBox="1"/>
          <p:nvPr/>
        </p:nvSpPr>
        <p:spPr>
          <a:xfrm>
            <a:off x="5486400" y="181968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جۡ</a:t>
            </a:r>
            <a:endParaRPr lang="ar-SA" sz="3800" dirty="0"/>
          </a:p>
        </p:txBody>
      </p:sp>
      <p:sp>
        <p:nvSpPr>
          <p:cNvPr id="21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D4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7 L3 letter"/>
          <p:cNvSpPr txBox="1"/>
          <p:nvPr/>
        </p:nvSpPr>
        <p:spPr>
          <a:xfrm>
            <a:off x="3703320" y="179796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</a:t>
            </a:r>
            <a:endParaRPr lang="ar-SA" sz="3800" dirty="0"/>
          </a:p>
        </p:txBody>
      </p:sp>
      <p:sp>
        <p:nvSpPr>
          <p:cNvPr id="23" name="C8 M3 mark"/>
          <p:cNvSpPr txBox="1"/>
          <p:nvPr/>
        </p:nvSpPr>
        <p:spPr>
          <a:xfrm>
            <a:off x="3703320" y="179796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جَ</a:t>
            </a:r>
            <a:endParaRPr lang="ar-SA" sz="3800" dirty="0"/>
          </a:p>
        </p:txBody>
      </p:sp>
      <p:sp>
        <p:nvSpPr>
          <p:cNvPr id="24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60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11 R result"/>
          <p:cNvSpPr txBox="1"/>
          <p:nvPr/>
        </p:nvSpPr>
        <p:spPr>
          <a:xfrm>
            <a:off x="502920" y="155774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ضَجَّ</a:t>
            </a:r>
            <a:endParaRPr lang="ar-SA" sz="7400" dirty="0"/>
          </a:p>
        </p:txBody>
      </p:sp>
    </p:spTree>
  </p:cSld>
  <p:clrMapOvr>
    <a:masterClrMapping/>
  </p:clrMapOvr>
  <p:transition spd="med">
    <p:push dir="l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</p:bld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8">
    <p:bg>
      <p:bgPr>
        <a:solidFill>
          <a:srgbClr val="F7D2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5CADD6"/>
          </a:solidFill>
          <a:ln w="12700">
            <a:solidFill>
              <a:srgbClr val="5CADD6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338CCC"/>
          </a:solidFill>
          <a:ln w="12700">
            <a:solidFill>
              <a:srgbClr val="338CCC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87276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</a:t>
            </a:r>
            <a:endParaRPr lang="ar-SA" sz="3800" dirty="0"/>
          </a:p>
        </p:txBody>
      </p:sp>
      <p:sp>
        <p:nvSpPr>
          <p:cNvPr id="15" name="C2 M1 mark"/>
          <p:cNvSpPr txBox="1"/>
          <p:nvPr/>
        </p:nvSpPr>
        <p:spPr>
          <a:xfrm>
            <a:off x="7269480" y="187276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ضَ</a:t>
            </a:r>
            <a:endParaRPr lang="ar-SA" sz="38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AA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81968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</a:t>
            </a:r>
            <a:endParaRPr lang="ar-SA" sz="3800" dirty="0"/>
          </a:p>
        </p:txBody>
      </p:sp>
      <p:sp>
        <p:nvSpPr>
          <p:cNvPr id="18" name="C5 M2 mark"/>
          <p:cNvSpPr txBox="1"/>
          <p:nvPr/>
        </p:nvSpPr>
        <p:spPr>
          <a:xfrm>
            <a:off x="5486400" y="181968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حۡ</a:t>
            </a:r>
            <a:endParaRPr lang="ar-SA" sz="38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AA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L3 letter"/>
          <p:cNvSpPr txBox="1"/>
          <p:nvPr/>
        </p:nvSpPr>
        <p:spPr>
          <a:xfrm>
            <a:off x="3703320" y="179796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</a:t>
            </a:r>
            <a:endParaRPr lang="ar-SA" sz="3800" dirty="0"/>
          </a:p>
        </p:txBody>
      </p:sp>
      <p:sp>
        <p:nvSpPr>
          <p:cNvPr id="21" name="C8 M3 mark"/>
          <p:cNvSpPr txBox="1"/>
          <p:nvPr/>
        </p:nvSpPr>
        <p:spPr>
          <a:xfrm>
            <a:off x="3703320" y="179796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حَ</a:t>
            </a:r>
            <a:endParaRPr lang="ar-SA" sz="3800" dirty="0"/>
          </a:p>
        </p:txBody>
      </p:sp>
      <p:sp>
        <p:nvSpPr>
          <p:cNvPr id="22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37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1 R result"/>
          <p:cNvSpPr txBox="1"/>
          <p:nvPr/>
        </p:nvSpPr>
        <p:spPr>
          <a:xfrm>
            <a:off x="502920" y="155774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ضَحَّ</a:t>
            </a:r>
            <a:endParaRPr lang="ar-SA" sz="7400" dirty="0"/>
          </a:p>
        </p:txBody>
      </p:sp>
    </p:spTree>
  </p:cSld>
  <p:clrMapOvr>
    <a:masterClrMapping/>
  </p:clrMapOvr>
  <p:transition spd="med">
    <p:split orient="vert" dir="out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9">
    <p:bg>
      <p:bgPr>
        <a:solidFill>
          <a:srgbClr val="C5F7E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5366C6"/>
          </a:solidFill>
          <a:ln w="12700">
            <a:solidFill>
              <a:srgbClr val="5366C6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5EED7E"/>
          </a:solidFill>
          <a:ln w="12700">
            <a:solidFill>
              <a:srgbClr val="5EED7E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1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2" name="C1 L1 letter"/>
          <p:cNvSpPr txBox="1"/>
          <p:nvPr/>
        </p:nvSpPr>
        <p:spPr>
          <a:xfrm>
            <a:off x="7269480" y="187471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</a:t>
            </a:r>
            <a:endParaRPr lang="ar-SA" sz="3500" dirty="0"/>
          </a:p>
        </p:txBody>
      </p:sp>
      <p:sp>
        <p:nvSpPr>
          <p:cNvPr id="23" name="C2 M1 mark"/>
          <p:cNvSpPr txBox="1"/>
          <p:nvPr/>
        </p:nvSpPr>
        <p:spPr>
          <a:xfrm>
            <a:off x="7269480" y="187471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ضَ</a:t>
            </a:r>
            <a:endParaRPr lang="ar-SA" sz="3500" dirty="0"/>
          </a:p>
        </p:txBody>
      </p:sp>
      <p:sp>
        <p:nvSpPr>
          <p:cNvPr id="24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267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4 L2 letter"/>
          <p:cNvSpPr txBox="1"/>
          <p:nvPr/>
        </p:nvSpPr>
        <p:spPr>
          <a:xfrm>
            <a:off x="5486400" y="187071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</a:t>
            </a:r>
            <a:endParaRPr lang="ar-SA" sz="3500" dirty="0"/>
          </a:p>
        </p:txBody>
      </p:sp>
      <p:sp>
        <p:nvSpPr>
          <p:cNvPr id="26" name="C5 M2 mark"/>
          <p:cNvSpPr txBox="1"/>
          <p:nvPr/>
        </p:nvSpPr>
        <p:spPr>
          <a:xfrm>
            <a:off x="5486400" y="187071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خۡ</a:t>
            </a:r>
            <a:endParaRPr lang="ar-SA" sz="3500" dirty="0"/>
          </a:p>
        </p:txBody>
      </p:sp>
      <p:sp>
        <p:nvSpPr>
          <p:cNvPr id="27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267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7 L3 letter"/>
          <p:cNvSpPr txBox="1"/>
          <p:nvPr/>
        </p:nvSpPr>
        <p:spPr>
          <a:xfrm>
            <a:off x="3703320" y="185070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</a:t>
            </a:r>
            <a:endParaRPr lang="ar-SA" sz="3500" dirty="0"/>
          </a:p>
        </p:txBody>
      </p:sp>
      <p:sp>
        <p:nvSpPr>
          <p:cNvPr id="29" name="C8 M3 mark"/>
          <p:cNvSpPr txBox="1"/>
          <p:nvPr/>
        </p:nvSpPr>
        <p:spPr>
          <a:xfrm>
            <a:off x="3703320" y="185070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خَ</a:t>
            </a:r>
            <a:endParaRPr lang="ar-SA" sz="3500" dirty="0"/>
          </a:p>
        </p:txBody>
      </p:sp>
      <p:sp>
        <p:nvSpPr>
          <p:cNvPr id="30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4D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C11 R result"/>
          <p:cNvSpPr txBox="1"/>
          <p:nvPr/>
        </p:nvSpPr>
        <p:spPr>
          <a:xfrm>
            <a:off x="502920" y="1641729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ضَخَّ</a:t>
            </a:r>
            <a:endParaRPr lang="ar-SA" sz="6600" dirty="0"/>
          </a:p>
        </p:txBody>
      </p:sp>
    </p:spTree>
  </p:cSld>
  <p:clrMapOvr>
    <a:masterClrMapping/>
  </p:clrMapOvr>
  <p:transition spd="med">
    <p:pull dir="l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</p:bld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0">
    <p:bg>
      <p:bgPr>
        <a:solidFill>
          <a:srgbClr val="3C14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E052AF"/>
          </a:solidFill>
          <a:ln w="12700">
            <a:solidFill>
              <a:srgbClr val="E052AF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F28C9C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80DB70"/>
          </a:solidFill>
          <a:ln w="12700">
            <a:solidFill>
              <a:srgbClr val="80DB70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477985"/>
          </a:solidFill>
          <a:ln w="12700">
            <a:solidFill>
              <a:srgbClr val="477985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8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9" name="C1 L1 letter"/>
          <p:cNvSpPr txBox="1"/>
          <p:nvPr/>
        </p:nvSpPr>
        <p:spPr>
          <a:xfrm>
            <a:off x="7269480" y="187147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</a:t>
            </a:r>
            <a:endParaRPr lang="ar-SA" sz="4000" dirty="0"/>
          </a:p>
        </p:txBody>
      </p:sp>
      <p:sp>
        <p:nvSpPr>
          <p:cNvPr id="20" name="C2 M1 mark"/>
          <p:cNvSpPr txBox="1"/>
          <p:nvPr/>
        </p:nvSpPr>
        <p:spPr>
          <a:xfrm>
            <a:off x="7269480" y="187147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ضَ</a:t>
            </a:r>
            <a:endParaRPr lang="ar-SA" sz="4000" dirty="0"/>
          </a:p>
        </p:txBody>
      </p:sp>
      <p:sp>
        <p:nvSpPr>
          <p:cNvPr id="21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41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4 L2 letter"/>
          <p:cNvSpPr txBox="1"/>
          <p:nvPr/>
        </p:nvSpPr>
        <p:spPr>
          <a:xfrm>
            <a:off x="5486400" y="188188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</a:t>
            </a:r>
            <a:endParaRPr lang="ar-SA" sz="4000" dirty="0"/>
          </a:p>
        </p:txBody>
      </p:sp>
      <p:sp>
        <p:nvSpPr>
          <p:cNvPr id="23" name="C5 M2 mark"/>
          <p:cNvSpPr txBox="1"/>
          <p:nvPr/>
        </p:nvSpPr>
        <p:spPr>
          <a:xfrm>
            <a:off x="5486400" y="188188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دۡ</a:t>
            </a:r>
            <a:endParaRPr lang="ar-SA" sz="4000" dirty="0"/>
          </a:p>
        </p:txBody>
      </p:sp>
      <p:sp>
        <p:nvSpPr>
          <p:cNvPr id="24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41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7 L3 letter"/>
          <p:cNvSpPr txBox="1"/>
          <p:nvPr/>
        </p:nvSpPr>
        <p:spPr>
          <a:xfrm>
            <a:off x="3703320" y="189966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</a:t>
            </a:r>
            <a:endParaRPr lang="ar-SA" sz="4000" dirty="0"/>
          </a:p>
        </p:txBody>
      </p:sp>
      <p:sp>
        <p:nvSpPr>
          <p:cNvPr id="26" name="C8 M3 mark"/>
          <p:cNvSpPr txBox="1"/>
          <p:nvPr/>
        </p:nvSpPr>
        <p:spPr>
          <a:xfrm>
            <a:off x="3703320" y="189966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دَ</a:t>
            </a:r>
            <a:endParaRPr lang="ar-SA" sz="4000" dirty="0"/>
          </a:p>
        </p:txBody>
      </p:sp>
      <p:sp>
        <p:nvSpPr>
          <p:cNvPr id="27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B87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11 R result"/>
          <p:cNvSpPr txBox="1"/>
          <p:nvPr/>
        </p:nvSpPr>
        <p:spPr>
          <a:xfrm>
            <a:off x="502920" y="1774654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ضَدَّ</a:t>
            </a:r>
            <a:endParaRPr lang="ar-SA" sz="9700" dirty="0"/>
          </a:p>
        </p:txBody>
      </p:sp>
    </p:spTree>
  </p:cSld>
  <p:clrMapOvr>
    <a:masterClrMapping/>
  </p:clrMapOvr>
  <p:transition spd="med">
    <p:fade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</p:bld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1">
    <p:bg>
      <p:bgPr>
        <a:solidFill>
          <a:srgbClr val="F0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98D864"/>
          </a:solidFill>
          <a:ln w="12700">
            <a:solidFill>
              <a:srgbClr val="98D864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9BD147"/>
          </a:solidFill>
          <a:ln w="12700">
            <a:solidFill>
              <a:srgbClr val="9BD147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87147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</a:t>
            </a:r>
            <a:endParaRPr lang="ar-SA" sz="4000" dirty="0"/>
          </a:p>
        </p:txBody>
      </p:sp>
      <p:sp>
        <p:nvSpPr>
          <p:cNvPr id="15" name="C2 M1 mark"/>
          <p:cNvSpPr txBox="1"/>
          <p:nvPr/>
        </p:nvSpPr>
        <p:spPr>
          <a:xfrm>
            <a:off x="7269480" y="187147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ضَ</a:t>
            </a:r>
            <a:endParaRPr lang="ar-SA" sz="40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3F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93319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</a:t>
            </a:r>
            <a:endParaRPr lang="ar-SA" sz="4000" dirty="0"/>
          </a:p>
        </p:txBody>
      </p:sp>
      <p:sp>
        <p:nvSpPr>
          <p:cNvPr id="18" name="C5 M2 mark"/>
          <p:cNvSpPr txBox="1"/>
          <p:nvPr/>
        </p:nvSpPr>
        <p:spPr>
          <a:xfrm>
            <a:off x="5486400" y="193319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ذۡ</a:t>
            </a:r>
            <a:endParaRPr lang="ar-SA" sz="40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3F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L3 letter"/>
          <p:cNvSpPr txBox="1"/>
          <p:nvPr/>
        </p:nvSpPr>
        <p:spPr>
          <a:xfrm>
            <a:off x="3703320" y="195097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</a:t>
            </a:r>
            <a:endParaRPr lang="ar-SA" sz="4000" dirty="0"/>
          </a:p>
        </p:txBody>
      </p:sp>
      <p:sp>
        <p:nvSpPr>
          <p:cNvPr id="21" name="C8 M3 mark"/>
          <p:cNvSpPr txBox="1"/>
          <p:nvPr/>
        </p:nvSpPr>
        <p:spPr>
          <a:xfrm>
            <a:off x="3703320" y="195097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ذَ</a:t>
            </a:r>
            <a:endParaRPr lang="ar-SA" sz="4000" dirty="0"/>
          </a:p>
        </p:txBody>
      </p:sp>
      <p:sp>
        <p:nvSpPr>
          <p:cNvPr id="22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9D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1 R result"/>
          <p:cNvSpPr txBox="1"/>
          <p:nvPr/>
        </p:nvSpPr>
        <p:spPr>
          <a:xfrm>
            <a:off x="502920" y="1862538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ضَذَّ</a:t>
            </a:r>
            <a:endParaRPr lang="ar-SA" sz="8300" dirty="0"/>
          </a:p>
        </p:txBody>
      </p:sp>
    </p:spTree>
  </p:cSld>
  <p:clrMapOvr>
    <a:masterClrMapping/>
  </p:clrMapOvr>
  <p:transition spd="med">
    <p:cover dir="l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2">
    <p:bg>
      <p:bgPr>
        <a:solidFill>
          <a:srgbClr val="C5E1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CC66AA"/>
          </a:solidFill>
          <a:ln w="12700">
            <a:solidFill>
              <a:srgbClr val="CC66AA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BF406A"/>
          </a:solidFill>
          <a:ln w="12700">
            <a:solidFill>
              <a:srgbClr val="BF406A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269480" y="187147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</a:t>
            </a:r>
            <a:endParaRPr lang="ar-SA" sz="4000" dirty="0"/>
          </a:p>
        </p:txBody>
      </p:sp>
      <p:sp>
        <p:nvSpPr>
          <p:cNvPr id="16" name="C2 M1 mark"/>
          <p:cNvSpPr txBox="1"/>
          <p:nvPr/>
        </p:nvSpPr>
        <p:spPr>
          <a:xfrm>
            <a:off x="7269480" y="187147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ضَ</a:t>
            </a:r>
            <a:endParaRPr lang="ar-SA" sz="4000" dirty="0"/>
          </a:p>
        </p:txBody>
      </p:sp>
      <p:sp>
        <p:nvSpPr>
          <p:cNvPr id="17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73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5486400" y="183718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</a:t>
            </a:r>
            <a:endParaRPr lang="ar-SA" sz="4000" dirty="0"/>
          </a:p>
        </p:txBody>
      </p:sp>
      <p:sp>
        <p:nvSpPr>
          <p:cNvPr id="19" name="C5 M2 mark"/>
          <p:cNvSpPr txBox="1"/>
          <p:nvPr/>
        </p:nvSpPr>
        <p:spPr>
          <a:xfrm>
            <a:off x="5486400" y="183718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رۡ</a:t>
            </a:r>
            <a:endParaRPr lang="ar-SA" sz="4000" dirty="0"/>
          </a:p>
        </p:txBody>
      </p:sp>
      <p:sp>
        <p:nvSpPr>
          <p:cNvPr id="20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73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L3 letter"/>
          <p:cNvSpPr txBox="1"/>
          <p:nvPr/>
        </p:nvSpPr>
        <p:spPr>
          <a:xfrm>
            <a:off x="3703320" y="181432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</a:t>
            </a:r>
            <a:endParaRPr lang="ar-SA" sz="4000" dirty="0"/>
          </a:p>
        </p:txBody>
      </p:sp>
      <p:sp>
        <p:nvSpPr>
          <p:cNvPr id="22" name="C8 M3 mark"/>
          <p:cNvSpPr txBox="1"/>
          <p:nvPr/>
        </p:nvSpPr>
        <p:spPr>
          <a:xfrm>
            <a:off x="3703320" y="181432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رَ</a:t>
            </a:r>
            <a:endParaRPr lang="ar-SA" sz="4000" dirty="0"/>
          </a:p>
        </p:txBody>
      </p:sp>
      <p:sp>
        <p:nvSpPr>
          <p:cNvPr id="23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AA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11 R result"/>
          <p:cNvSpPr txBox="1"/>
          <p:nvPr/>
        </p:nvSpPr>
        <p:spPr>
          <a:xfrm>
            <a:off x="502920" y="1587487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ضَرَّ</a:t>
            </a:r>
            <a:endParaRPr lang="ar-SA" sz="8600" dirty="0"/>
          </a:p>
        </p:txBody>
      </p:sp>
    </p:spTree>
  </p:cSld>
  <p:clrMapOvr>
    <a:masterClrMapping/>
  </p:clrMapOvr>
  <p:transition spd="med">
    <p:zoom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</p:bld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3">
    <p:bg>
      <p:bgPr>
        <a:solidFill>
          <a:srgbClr val="4314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64382B"/>
          </a:solidFill>
          <a:ln w="12700">
            <a:solidFill>
              <a:srgbClr val="64382B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796634"/>
          </a:solidFill>
          <a:ln w="12700">
            <a:solidFill>
              <a:srgbClr val="796634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269480" y="187147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</a:t>
            </a:r>
            <a:endParaRPr lang="ar-SA" sz="4000" dirty="0"/>
          </a:p>
        </p:txBody>
      </p:sp>
      <p:sp>
        <p:nvSpPr>
          <p:cNvPr id="17" name="C2 M1 mark"/>
          <p:cNvSpPr txBox="1"/>
          <p:nvPr/>
        </p:nvSpPr>
        <p:spPr>
          <a:xfrm>
            <a:off x="7269480" y="187147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ضَ</a:t>
            </a:r>
            <a:endParaRPr lang="ar-SA" sz="4000" dirty="0"/>
          </a:p>
        </p:txBody>
      </p:sp>
      <p:sp>
        <p:nvSpPr>
          <p:cNvPr id="18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D9A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L2 letter"/>
          <p:cNvSpPr txBox="1"/>
          <p:nvPr/>
        </p:nvSpPr>
        <p:spPr>
          <a:xfrm>
            <a:off x="5486400" y="188849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</a:t>
            </a:r>
            <a:endParaRPr lang="ar-SA" sz="4000" dirty="0"/>
          </a:p>
        </p:txBody>
      </p:sp>
      <p:sp>
        <p:nvSpPr>
          <p:cNvPr id="20" name="C5 M2 mark"/>
          <p:cNvSpPr txBox="1"/>
          <p:nvPr/>
        </p:nvSpPr>
        <p:spPr>
          <a:xfrm>
            <a:off x="5486400" y="188849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زۡ</a:t>
            </a:r>
            <a:endParaRPr lang="ar-SA" sz="4000" dirty="0"/>
          </a:p>
        </p:txBody>
      </p:sp>
      <p:sp>
        <p:nvSpPr>
          <p:cNvPr id="21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D9A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7 L3 letter"/>
          <p:cNvSpPr txBox="1"/>
          <p:nvPr/>
        </p:nvSpPr>
        <p:spPr>
          <a:xfrm>
            <a:off x="3703320" y="186563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</a:t>
            </a:r>
            <a:endParaRPr lang="ar-SA" sz="4000" dirty="0"/>
          </a:p>
        </p:txBody>
      </p:sp>
      <p:sp>
        <p:nvSpPr>
          <p:cNvPr id="23" name="C8 M3 mark"/>
          <p:cNvSpPr txBox="1"/>
          <p:nvPr/>
        </p:nvSpPr>
        <p:spPr>
          <a:xfrm>
            <a:off x="3703320" y="186563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زَ</a:t>
            </a:r>
            <a:endParaRPr lang="ar-SA" sz="4000" dirty="0"/>
          </a:p>
        </p:txBody>
      </p:sp>
      <p:sp>
        <p:nvSpPr>
          <p:cNvPr id="24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82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11 R result"/>
          <p:cNvSpPr txBox="1"/>
          <p:nvPr/>
        </p:nvSpPr>
        <p:spPr>
          <a:xfrm>
            <a:off x="502920" y="1682115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ضَزَّ</a:t>
            </a:r>
            <a:endParaRPr lang="ar-SA" sz="7600" dirty="0"/>
          </a:p>
        </p:txBody>
      </p:sp>
    </p:spTree>
  </p:cSld>
  <p:clrMapOvr>
    <a:masterClrMapping/>
  </p:clrMapOvr>
  <p:transition spd="med">
    <p:wheel spokes="4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</p:bld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4">
    <p:bg>
      <p:bgPr>
        <a:solidFill>
          <a:srgbClr val="C5F7C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D65CAD"/>
          </a:solidFill>
          <a:ln w="12700">
            <a:solidFill>
              <a:srgbClr val="D65CAD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CC338C"/>
          </a:solidFill>
          <a:ln w="12700">
            <a:solidFill>
              <a:srgbClr val="CC338C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87535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</a:t>
            </a:r>
            <a:endParaRPr lang="ar-SA" sz="3400" dirty="0"/>
          </a:p>
        </p:txBody>
      </p:sp>
      <p:sp>
        <p:nvSpPr>
          <p:cNvPr id="15" name="C2 M1 mark"/>
          <p:cNvSpPr txBox="1"/>
          <p:nvPr/>
        </p:nvSpPr>
        <p:spPr>
          <a:xfrm>
            <a:off x="7269480" y="187535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ضَ</a:t>
            </a:r>
            <a:endParaRPr lang="ar-SA" sz="34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26D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84556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</a:t>
            </a:r>
            <a:endParaRPr lang="ar-SA" sz="3400" dirty="0"/>
          </a:p>
        </p:txBody>
      </p:sp>
      <p:sp>
        <p:nvSpPr>
          <p:cNvPr id="18" name="C5 M2 mark"/>
          <p:cNvSpPr txBox="1"/>
          <p:nvPr/>
        </p:nvSpPr>
        <p:spPr>
          <a:xfrm>
            <a:off x="5486400" y="184556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سۡ</a:t>
            </a:r>
            <a:endParaRPr lang="ar-SA" sz="34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26D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L3 letter"/>
          <p:cNvSpPr txBox="1"/>
          <p:nvPr/>
        </p:nvSpPr>
        <p:spPr>
          <a:xfrm>
            <a:off x="3703320" y="182267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</a:t>
            </a:r>
            <a:endParaRPr lang="ar-SA" sz="3400" dirty="0"/>
          </a:p>
        </p:txBody>
      </p:sp>
      <p:sp>
        <p:nvSpPr>
          <p:cNvPr id="21" name="C8 M3 mark"/>
          <p:cNvSpPr txBox="1"/>
          <p:nvPr/>
        </p:nvSpPr>
        <p:spPr>
          <a:xfrm>
            <a:off x="3703320" y="182267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سَ</a:t>
            </a:r>
            <a:endParaRPr lang="ar-SA" sz="3400" dirty="0"/>
          </a:p>
        </p:txBody>
      </p:sp>
      <p:sp>
        <p:nvSpPr>
          <p:cNvPr id="22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2E5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1 R result"/>
          <p:cNvSpPr txBox="1"/>
          <p:nvPr/>
        </p:nvSpPr>
        <p:spPr>
          <a:xfrm>
            <a:off x="502920" y="1594961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ضَسَّ</a:t>
            </a:r>
            <a:endParaRPr lang="ar-SA" sz="7500" dirty="0"/>
          </a:p>
        </p:txBody>
      </p:sp>
    </p:spTree>
  </p:cSld>
  <p:clrMapOvr>
    <a:masterClrMapping/>
  </p:clrMapOvr>
  <p:transition spd="med">
    <p:wipe dir="l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5">
    <p:bg>
      <p:bgPr>
        <a:solidFill>
          <a:srgbClr val="D4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C65366"/>
          </a:solidFill>
          <a:ln w="12700">
            <a:solidFill>
              <a:srgbClr val="C65366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5E62ED"/>
          </a:solidFill>
          <a:ln w="12700">
            <a:solidFill>
              <a:srgbClr val="5E62ED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1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2" name="C1 L1 letter"/>
          <p:cNvSpPr txBox="1"/>
          <p:nvPr/>
        </p:nvSpPr>
        <p:spPr>
          <a:xfrm>
            <a:off x="7269480" y="187730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</a:t>
            </a:r>
            <a:endParaRPr lang="ar-SA" sz="3100" dirty="0"/>
          </a:p>
        </p:txBody>
      </p:sp>
      <p:sp>
        <p:nvSpPr>
          <p:cNvPr id="23" name="C2 M1 mark"/>
          <p:cNvSpPr txBox="1"/>
          <p:nvPr/>
        </p:nvSpPr>
        <p:spPr>
          <a:xfrm>
            <a:off x="7269480" y="187730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ضَ</a:t>
            </a:r>
            <a:endParaRPr lang="ar-SA" sz="3100" dirty="0"/>
          </a:p>
        </p:txBody>
      </p:sp>
      <p:sp>
        <p:nvSpPr>
          <p:cNvPr id="24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A2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4 L2 letter"/>
          <p:cNvSpPr txBox="1"/>
          <p:nvPr/>
        </p:nvSpPr>
        <p:spPr>
          <a:xfrm>
            <a:off x="5486400" y="190840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</a:t>
            </a:r>
            <a:endParaRPr lang="ar-SA" sz="3100" dirty="0"/>
          </a:p>
        </p:txBody>
      </p:sp>
      <p:sp>
        <p:nvSpPr>
          <p:cNvPr id="26" name="C5 M2 mark"/>
          <p:cNvSpPr txBox="1"/>
          <p:nvPr/>
        </p:nvSpPr>
        <p:spPr>
          <a:xfrm>
            <a:off x="5486400" y="190840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شۡ</a:t>
            </a:r>
            <a:endParaRPr lang="ar-SA" sz="3100" dirty="0"/>
          </a:p>
        </p:txBody>
      </p:sp>
      <p:sp>
        <p:nvSpPr>
          <p:cNvPr id="27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A2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7 L3 letter"/>
          <p:cNvSpPr txBox="1"/>
          <p:nvPr/>
        </p:nvSpPr>
        <p:spPr>
          <a:xfrm>
            <a:off x="3703320" y="189068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</a:t>
            </a:r>
            <a:endParaRPr lang="ar-SA" sz="3100" dirty="0"/>
          </a:p>
        </p:txBody>
      </p:sp>
      <p:sp>
        <p:nvSpPr>
          <p:cNvPr id="29" name="C8 M3 mark"/>
          <p:cNvSpPr txBox="1"/>
          <p:nvPr/>
        </p:nvSpPr>
        <p:spPr>
          <a:xfrm>
            <a:off x="3703320" y="189068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شَ</a:t>
            </a:r>
            <a:endParaRPr lang="ar-SA" sz="3100" dirty="0"/>
          </a:p>
        </p:txBody>
      </p:sp>
      <p:sp>
        <p:nvSpPr>
          <p:cNvPr id="30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31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C11 R result"/>
          <p:cNvSpPr txBox="1"/>
          <p:nvPr/>
        </p:nvSpPr>
        <p:spPr>
          <a:xfrm>
            <a:off x="502920" y="1720761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ضَشَّ</a:t>
            </a:r>
            <a:endParaRPr lang="ar-SA" sz="7100" dirty="0"/>
          </a:p>
        </p:txBody>
      </p:sp>
    </p:spTree>
  </p:cSld>
  <p:clrMapOvr>
    <a:masterClrMapping/>
  </p:clrMapOvr>
  <p:transition spd="med">
    <p:circle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</p:bld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6">
    <p:bg>
      <p:bgPr>
        <a:solidFill>
          <a:srgbClr val="4330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D2E052"/>
          </a:solidFill>
          <a:ln w="12700">
            <a:solidFill>
              <a:srgbClr val="D2E052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B5F28C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709BDB"/>
          </a:solidFill>
          <a:ln w="12700">
            <a:solidFill>
              <a:srgbClr val="709BDB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804785"/>
          </a:solidFill>
          <a:ln w="12700">
            <a:solidFill>
              <a:srgbClr val="804785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8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9" name="C1 L1 letter"/>
          <p:cNvSpPr txBox="1"/>
          <p:nvPr/>
        </p:nvSpPr>
        <p:spPr>
          <a:xfrm>
            <a:off x="7269480" y="187535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</a:t>
            </a:r>
            <a:endParaRPr lang="ar-SA" sz="3400" dirty="0"/>
          </a:p>
        </p:txBody>
      </p:sp>
      <p:sp>
        <p:nvSpPr>
          <p:cNvPr id="20" name="C2 M1 mark"/>
          <p:cNvSpPr txBox="1"/>
          <p:nvPr/>
        </p:nvSpPr>
        <p:spPr>
          <a:xfrm>
            <a:off x="7269480" y="187535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ضَ</a:t>
            </a:r>
            <a:endParaRPr lang="ar-SA" sz="3400" dirty="0"/>
          </a:p>
        </p:txBody>
      </p:sp>
      <p:sp>
        <p:nvSpPr>
          <p:cNvPr id="21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6E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4 L2 letter"/>
          <p:cNvSpPr txBox="1"/>
          <p:nvPr/>
        </p:nvSpPr>
        <p:spPr>
          <a:xfrm>
            <a:off x="5486400" y="185117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</a:t>
            </a:r>
            <a:endParaRPr lang="ar-SA" sz="3400" dirty="0"/>
          </a:p>
        </p:txBody>
      </p:sp>
      <p:sp>
        <p:nvSpPr>
          <p:cNvPr id="23" name="C5 M2 mark"/>
          <p:cNvSpPr txBox="1"/>
          <p:nvPr/>
        </p:nvSpPr>
        <p:spPr>
          <a:xfrm>
            <a:off x="5486400" y="185117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صۡ</a:t>
            </a:r>
            <a:endParaRPr lang="ar-SA" sz="3400" dirty="0"/>
          </a:p>
        </p:txBody>
      </p:sp>
      <p:sp>
        <p:nvSpPr>
          <p:cNvPr id="24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6E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7 L3 letter"/>
          <p:cNvSpPr txBox="1"/>
          <p:nvPr/>
        </p:nvSpPr>
        <p:spPr>
          <a:xfrm>
            <a:off x="3703320" y="183174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</a:t>
            </a:r>
            <a:endParaRPr lang="ar-SA" sz="3400" dirty="0"/>
          </a:p>
        </p:txBody>
      </p:sp>
      <p:sp>
        <p:nvSpPr>
          <p:cNvPr id="26" name="C8 M3 mark"/>
          <p:cNvSpPr txBox="1"/>
          <p:nvPr/>
        </p:nvSpPr>
        <p:spPr>
          <a:xfrm>
            <a:off x="3703320" y="183174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صَ</a:t>
            </a:r>
            <a:endParaRPr lang="ar-SA" sz="3400" dirty="0"/>
          </a:p>
        </p:txBody>
      </p:sp>
      <p:sp>
        <p:nvSpPr>
          <p:cNvPr id="27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52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11 R result"/>
          <p:cNvSpPr txBox="1"/>
          <p:nvPr/>
        </p:nvSpPr>
        <p:spPr>
          <a:xfrm>
            <a:off x="502920" y="1598371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ضَصَّ</a:t>
            </a:r>
            <a:endParaRPr lang="ar-SA" sz="7200" dirty="0"/>
          </a:p>
        </p:txBody>
      </p:sp>
    </p:spTree>
  </p:cSld>
  <p:clrMapOvr>
    <a:masterClrMapping/>
  </p:clrMapOvr>
  <p:transition spd="med">
    <p:randomBar dir="vert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</p:bld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7">
    <p:bg>
      <p:bgPr>
        <a:solidFill>
          <a:srgbClr val="C5F7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64B4D8"/>
          </a:solidFill>
          <a:ln w="12700">
            <a:solidFill>
              <a:srgbClr val="64B4D8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47BED1"/>
          </a:solidFill>
          <a:ln w="12700">
            <a:solidFill>
              <a:srgbClr val="47BED1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589520" y="2036729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</a:t>
            </a:r>
            <a:endParaRPr lang="ar-SA" sz="2800" dirty="0"/>
          </a:p>
        </p:txBody>
      </p:sp>
      <p:sp>
        <p:nvSpPr>
          <p:cNvPr id="16" name="C2 M1 mark"/>
          <p:cNvSpPr txBox="1"/>
          <p:nvPr/>
        </p:nvSpPr>
        <p:spPr>
          <a:xfrm>
            <a:off x="7589520" y="2036729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أَ</a:t>
            </a:r>
            <a:endParaRPr lang="ar-SA" sz="2800" dirty="0"/>
          </a:p>
        </p:txBody>
      </p:sp>
      <p:sp>
        <p:nvSpPr>
          <p:cNvPr id="17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D9263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6108192" y="195468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</a:t>
            </a:r>
            <a:endParaRPr lang="ar-SA" sz="2800" dirty="0"/>
          </a:p>
        </p:txBody>
      </p:sp>
      <p:sp>
        <p:nvSpPr>
          <p:cNvPr id="19" name="C5 M2 mark"/>
          <p:cNvSpPr txBox="1"/>
          <p:nvPr/>
        </p:nvSpPr>
        <p:spPr>
          <a:xfrm>
            <a:off x="6108192" y="195468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ضۡ</a:t>
            </a:r>
            <a:endParaRPr lang="ar-SA" sz="2800" dirty="0"/>
          </a:p>
        </p:txBody>
      </p:sp>
      <p:sp>
        <p:nvSpPr>
          <p:cNvPr id="20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D9263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L3 letter"/>
          <p:cNvSpPr txBox="1"/>
          <p:nvPr/>
        </p:nvSpPr>
        <p:spPr>
          <a:xfrm>
            <a:off x="4626864" y="193868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</a:t>
            </a:r>
            <a:endParaRPr lang="ar-SA" sz="2800" dirty="0"/>
          </a:p>
        </p:txBody>
      </p:sp>
      <p:sp>
        <p:nvSpPr>
          <p:cNvPr id="22" name="C8 M3 mark"/>
          <p:cNvSpPr txBox="1"/>
          <p:nvPr/>
        </p:nvSpPr>
        <p:spPr>
          <a:xfrm>
            <a:off x="4626864" y="193868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ضَ</a:t>
            </a:r>
            <a:endParaRPr lang="ar-SA" sz="2800" dirty="0"/>
          </a:p>
        </p:txBody>
      </p:sp>
      <p:sp>
        <p:nvSpPr>
          <p:cNvPr id="23" name="C9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D9263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0 L4 letter"/>
          <p:cNvSpPr txBox="1"/>
          <p:nvPr/>
        </p:nvSpPr>
        <p:spPr>
          <a:xfrm>
            <a:off x="3145536" y="1903359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</a:t>
            </a:r>
            <a:endParaRPr lang="ar-SA" sz="2800" dirty="0"/>
          </a:p>
        </p:txBody>
      </p:sp>
      <p:sp>
        <p:nvSpPr>
          <p:cNvPr id="25" name="C11 M4 mark"/>
          <p:cNvSpPr txBox="1"/>
          <p:nvPr/>
        </p:nvSpPr>
        <p:spPr>
          <a:xfrm>
            <a:off x="3145536" y="1903359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بَ</a:t>
            </a:r>
            <a:endParaRPr lang="ar-SA" sz="2800" dirty="0"/>
          </a:p>
        </p:txBody>
      </p:sp>
      <p:sp>
        <p:nvSpPr>
          <p:cNvPr id="26" name="C12 H shaddah bar"/>
          <p:cNvSpPr/>
          <p:nvPr/>
        </p:nvSpPr>
        <p:spPr>
          <a:xfrm>
            <a:off x="4764024" y="1737360"/>
            <a:ext cx="2414016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13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B87B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4 R result"/>
          <p:cNvSpPr txBox="1"/>
          <p:nvPr/>
        </p:nvSpPr>
        <p:spPr>
          <a:xfrm>
            <a:off x="384048" y="1830452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أَضَّبَ</a:t>
            </a:r>
            <a:endParaRPr lang="ar-SA" sz="6200" dirty="0"/>
          </a:p>
        </p:txBody>
      </p:sp>
    </p:spTree>
  </p:cSld>
  <p:clrMapOvr>
    <a:masterClrMapping/>
  </p:clrMapOvr>
  <p:transition spd="med">
    <p:push dir="l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8">
    <p:bg>
      <p:bgPr>
        <a:solidFill>
          <a:srgbClr val="F7C5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CCAA66"/>
          </a:solidFill>
          <a:ln w="12700">
            <a:solidFill>
              <a:srgbClr val="CCAA66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BFBF40"/>
          </a:solidFill>
          <a:ln w="12700">
            <a:solidFill>
              <a:srgbClr val="BFBF40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589520" y="1903359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</a:t>
            </a:r>
            <a:endParaRPr lang="ar-SA" sz="2800" dirty="0"/>
          </a:p>
        </p:txBody>
      </p:sp>
      <p:sp>
        <p:nvSpPr>
          <p:cNvPr id="17" name="C2 M1 mark"/>
          <p:cNvSpPr txBox="1"/>
          <p:nvPr/>
        </p:nvSpPr>
        <p:spPr>
          <a:xfrm>
            <a:off x="7589520" y="1903359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بَ</a:t>
            </a:r>
            <a:endParaRPr lang="ar-SA" sz="2800" dirty="0"/>
          </a:p>
        </p:txBody>
      </p:sp>
      <p:sp>
        <p:nvSpPr>
          <p:cNvPr id="18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26D94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L2 letter"/>
          <p:cNvSpPr txBox="1"/>
          <p:nvPr/>
        </p:nvSpPr>
        <p:spPr>
          <a:xfrm>
            <a:off x="6108192" y="195468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</a:t>
            </a:r>
            <a:endParaRPr lang="ar-SA" sz="2800" dirty="0"/>
          </a:p>
        </p:txBody>
      </p:sp>
      <p:sp>
        <p:nvSpPr>
          <p:cNvPr id="20" name="C5 M2 mark"/>
          <p:cNvSpPr txBox="1"/>
          <p:nvPr/>
        </p:nvSpPr>
        <p:spPr>
          <a:xfrm>
            <a:off x="6108192" y="195468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ضۡ</a:t>
            </a:r>
            <a:endParaRPr lang="ar-SA" sz="2800" dirty="0"/>
          </a:p>
        </p:txBody>
      </p:sp>
      <p:sp>
        <p:nvSpPr>
          <p:cNvPr id="21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26D94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7 L3 letter"/>
          <p:cNvSpPr txBox="1"/>
          <p:nvPr/>
        </p:nvSpPr>
        <p:spPr>
          <a:xfrm>
            <a:off x="4626864" y="193868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</a:t>
            </a:r>
            <a:endParaRPr lang="ar-SA" sz="2800" dirty="0"/>
          </a:p>
        </p:txBody>
      </p:sp>
      <p:sp>
        <p:nvSpPr>
          <p:cNvPr id="23" name="C8 M3 mark"/>
          <p:cNvSpPr txBox="1"/>
          <p:nvPr/>
        </p:nvSpPr>
        <p:spPr>
          <a:xfrm>
            <a:off x="4626864" y="193868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ضَ</a:t>
            </a:r>
            <a:endParaRPr lang="ar-SA" sz="2800" dirty="0"/>
          </a:p>
        </p:txBody>
      </p:sp>
      <p:sp>
        <p:nvSpPr>
          <p:cNvPr id="24" name="C9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26D94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10 L4 letter"/>
          <p:cNvSpPr txBox="1"/>
          <p:nvPr/>
        </p:nvSpPr>
        <p:spPr>
          <a:xfrm>
            <a:off x="3145536" y="196428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</a:t>
            </a:r>
            <a:endParaRPr lang="ar-SA" sz="2800" dirty="0"/>
          </a:p>
        </p:txBody>
      </p:sp>
      <p:sp>
        <p:nvSpPr>
          <p:cNvPr id="26" name="C11 M4 mark"/>
          <p:cNvSpPr txBox="1"/>
          <p:nvPr/>
        </p:nvSpPr>
        <p:spPr>
          <a:xfrm>
            <a:off x="3145536" y="196428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تَ</a:t>
            </a:r>
            <a:endParaRPr lang="ar-SA" sz="2800" dirty="0"/>
          </a:p>
        </p:txBody>
      </p:sp>
      <p:sp>
        <p:nvSpPr>
          <p:cNvPr id="27" name="C12 H shaddah bar"/>
          <p:cNvSpPr/>
          <p:nvPr/>
        </p:nvSpPr>
        <p:spPr>
          <a:xfrm>
            <a:off x="4764024" y="1737360"/>
            <a:ext cx="2414016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3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2EB8A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14 R result"/>
          <p:cNvSpPr txBox="1"/>
          <p:nvPr/>
        </p:nvSpPr>
        <p:spPr>
          <a:xfrm>
            <a:off x="384048" y="1796415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بَضَّتَ</a:t>
            </a:r>
            <a:endParaRPr lang="ar-SA" sz="6200" dirty="0"/>
          </a:p>
        </p:txBody>
      </p:sp>
    </p:spTree>
  </p:cSld>
  <p:clrMapOvr>
    <a:masterClrMapping/>
  </p:clrMapOvr>
  <p:transition spd="med">
    <p:split orient="vert" dir="out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</p:bld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9">
    <p:bg>
      <p:bgPr>
        <a:solidFill>
          <a:srgbClr val="2D43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2C642B"/>
          </a:solidFill>
          <a:ln w="12700">
            <a:solidFill>
              <a:srgbClr val="2C642B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347955"/>
          </a:solidFill>
          <a:ln w="12700">
            <a:solidFill>
              <a:srgbClr val="347955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6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7" name="C1 L1 letter"/>
          <p:cNvSpPr txBox="1"/>
          <p:nvPr/>
        </p:nvSpPr>
        <p:spPr>
          <a:xfrm>
            <a:off x="7589520" y="196428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</a:t>
            </a:r>
            <a:endParaRPr lang="ar-SA" sz="2800" dirty="0"/>
          </a:p>
        </p:txBody>
      </p:sp>
      <p:sp>
        <p:nvSpPr>
          <p:cNvPr id="18" name="C2 M1 mark"/>
          <p:cNvSpPr txBox="1"/>
          <p:nvPr/>
        </p:nvSpPr>
        <p:spPr>
          <a:xfrm>
            <a:off x="7589520" y="196428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تَ</a:t>
            </a:r>
            <a:endParaRPr lang="ar-SA" sz="2800" dirty="0"/>
          </a:p>
        </p:txBody>
      </p:sp>
      <p:sp>
        <p:nvSpPr>
          <p:cNvPr id="19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7B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4 L2 letter"/>
          <p:cNvSpPr txBox="1"/>
          <p:nvPr/>
        </p:nvSpPr>
        <p:spPr>
          <a:xfrm>
            <a:off x="6108192" y="195468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</a:t>
            </a:r>
            <a:endParaRPr lang="ar-SA" sz="2800" dirty="0"/>
          </a:p>
        </p:txBody>
      </p:sp>
      <p:sp>
        <p:nvSpPr>
          <p:cNvPr id="21" name="C5 M2 mark"/>
          <p:cNvSpPr txBox="1"/>
          <p:nvPr/>
        </p:nvSpPr>
        <p:spPr>
          <a:xfrm>
            <a:off x="6108192" y="195468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ضۡ</a:t>
            </a:r>
            <a:endParaRPr lang="ar-SA" sz="2800" dirty="0"/>
          </a:p>
        </p:txBody>
      </p:sp>
      <p:sp>
        <p:nvSpPr>
          <p:cNvPr id="22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7B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7 L3 letter"/>
          <p:cNvSpPr txBox="1"/>
          <p:nvPr/>
        </p:nvSpPr>
        <p:spPr>
          <a:xfrm>
            <a:off x="4626864" y="193868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</a:t>
            </a:r>
            <a:endParaRPr lang="ar-SA" sz="2800" dirty="0"/>
          </a:p>
        </p:txBody>
      </p:sp>
      <p:sp>
        <p:nvSpPr>
          <p:cNvPr id="24" name="C8 M3 mark"/>
          <p:cNvSpPr txBox="1"/>
          <p:nvPr/>
        </p:nvSpPr>
        <p:spPr>
          <a:xfrm>
            <a:off x="4626864" y="193868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ضَ</a:t>
            </a:r>
            <a:endParaRPr lang="ar-SA" sz="2800" dirty="0"/>
          </a:p>
        </p:txBody>
      </p:sp>
      <p:sp>
        <p:nvSpPr>
          <p:cNvPr id="25" name="C9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7B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10 L4 letter"/>
          <p:cNvSpPr txBox="1"/>
          <p:nvPr/>
        </p:nvSpPr>
        <p:spPr>
          <a:xfrm>
            <a:off x="3145536" y="198384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</a:t>
            </a:r>
            <a:endParaRPr lang="ar-SA" sz="2800" dirty="0"/>
          </a:p>
        </p:txBody>
      </p:sp>
      <p:sp>
        <p:nvSpPr>
          <p:cNvPr id="27" name="C11 M4 mark"/>
          <p:cNvSpPr txBox="1"/>
          <p:nvPr/>
        </p:nvSpPr>
        <p:spPr>
          <a:xfrm>
            <a:off x="3145536" y="198384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ثَ</a:t>
            </a:r>
            <a:endParaRPr lang="ar-SA" sz="2800" dirty="0"/>
          </a:p>
        </p:txBody>
      </p:sp>
      <p:sp>
        <p:nvSpPr>
          <p:cNvPr id="28" name="C12 H shaddah bar"/>
          <p:cNvSpPr/>
          <p:nvPr/>
        </p:nvSpPr>
        <p:spPr>
          <a:xfrm>
            <a:off x="4764024" y="1737360"/>
            <a:ext cx="2414016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13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B82EA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0" name="C14 R result"/>
          <p:cNvSpPr txBox="1"/>
          <p:nvPr/>
        </p:nvSpPr>
        <p:spPr>
          <a:xfrm>
            <a:off x="384048" y="1858601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تَضَّثَ</a:t>
            </a:r>
            <a:endParaRPr lang="ar-SA" sz="6100" dirty="0"/>
          </a:p>
        </p:txBody>
      </p:sp>
    </p:spTree>
  </p:cSld>
  <p:clrMapOvr>
    <a:masterClrMapping/>
  </p:clrMapOvr>
  <p:transition spd="med">
    <p:pull dir="l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</p:bld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0">
    <p:bg>
      <p:bgPr>
        <a:solidFill>
          <a:srgbClr val="C5D1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D6C25C"/>
          </a:solidFill>
          <a:ln w="12700">
            <a:solidFill>
              <a:srgbClr val="D6C25C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CCBF33"/>
          </a:solidFill>
          <a:ln w="12700">
            <a:solidFill>
              <a:srgbClr val="CCBF33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589520" y="198384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</a:t>
            </a:r>
            <a:endParaRPr lang="ar-SA" sz="2800" dirty="0"/>
          </a:p>
        </p:txBody>
      </p:sp>
      <p:sp>
        <p:nvSpPr>
          <p:cNvPr id="16" name="C2 M1 mark"/>
          <p:cNvSpPr txBox="1"/>
          <p:nvPr/>
        </p:nvSpPr>
        <p:spPr>
          <a:xfrm>
            <a:off x="7589520" y="198384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ثَ</a:t>
            </a:r>
            <a:endParaRPr lang="ar-SA" sz="2800" dirty="0"/>
          </a:p>
        </p:txBody>
      </p:sp>
      <p:sp>
        <p:nvSpPr>
          <p:cNvPr id="17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D9AF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6108192" y="195468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</a:t>
            </a:r>
            <a:endParaRPr lang="ar-SA" sz="2800" dirty="0"/>
          </a:p>
        </p:txBody>
      </p:sp>
      <p:sp>
        <p:nvSpPr>
          <p:cNvPr id="19" name="C5 M2 mark"/>
          <p:cNvSpPr txBox="1"/>
          <p:nvPr/>
        </p:nvSpPr>
        <p:spPr>
          <a:xfrm>
            <a:off x="6108192" y="195468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ضۡ</a:t>
            </a:r>
            <a:endParaRPr lang="ar-SA" sz="2800" dirty="0"/>
          </a:p>
        </p:txBody>
      </p:sp>
      <p:sp>
        <p:nvSpPr>
          <p:cNvPr id="20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D9AF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L3 letter"/>
          <p:cNvSpPr txBox="1"/>
          <p:nvPr/>
        </p:nvSpPr>
        <p:spPr>
          <a:xfrm>
            <a:off x="4626864" y="193868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</a:t>
            </a:r>
            <a:endParaRPr lang="ar-SA" sz="2800" dirty="0"/>
          </a:p>
        </p:txBody>
      </p:sp>
      <p:sp>
        <p:nvSpPr>
          <p:cNvPr id="22" name="C8 M3 mark"/>
          <p:cNvSpPr txBox="1"/>
          <p:nvPr/>
        </p:nvSpPr>
        <p:spPr>
          <a:xfrm>
            <a:off x="4626864" y="193868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ضَ</a:t>
            </a:r>
            <a:endParaRPr lang="ar-SA" sz="2800" dirty="0"/>
          </a:p>
        </p:txBody>
      </p:sp>
      <p:sp>
        <p:nvSpPr>
          <p:cNvPr id="23" name="C9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D9AF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0 L4 letter"/>
          <p:cNvSpPr txBox="1"/>
          <p:nvPr/>
        </p:nvSpPr>
        <p:spPr>
          <a:xfrm>
            <a:off x="3145536" y="188356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</a:t>
            </a:r>
            <a:endParaRPr lang="ar-SA" sz="2800" dirty="0"/>
          </a:p>
        </p:txBody>
      </p:sp>
      <p:sp>
        <p:nvSpPr>
          <p:cNvPr id="25" name="C11 M4 mark"/>
          <p:cNvSpPr txBox="1"/>
          <p:nvPr/>
        </p:nvSpPr>
        <p:spPr>
          <a:xfrm>
            <a:off x="3145536" y="188356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جَ</a:t>
            </a:r>
            <a:endParaRPr lang="ar-SA" sz="2800" dirty="0"/>
          </a:p>
        </p:txBody>
      </p:sp>
      <p:sp>
        <p:nvSpPr>
          <p:cNvPr id="26" name="C12 H shaddah bar"/>
          <p:cNvSpPr/>
          <p:nvPr/>
        </p:nvSpPr>
        <p:spPr>
          <a:xfrm>
            <a:off x="4764024" y="1737360"/>
            <a:ext cx="2414016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13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7C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4 R result"/>
          <p:cNvSpPr txBox="1"/>
          <p:nvPr/>
        </p:nvSpPr>
        <p:spPr>
          <a:xfrm>
            <a:off x="384048" y="1716005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ثَضَّجَ</a:t>
            </a:r>
            <a:endParaRPr lang="ar-SA" sz="5900" dirty="0"/>
          </a:p>
        </p:txBody>
      </p:sp>
    </p:spTree>
  </p:cSld>
  <p:clrMapOvr>
    <a:masterClrMapping/>
  </p:clrMapOvr>
  <p:transition spd="med">
    <p:fade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1">
    <p:bg>
      <p:bgPr>
        <a:solidFill>
          <a:srgbClr val="F7C8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66C653"/>
          </a:solidFill>
          <a:ln w="12700">
            <a:solidFill>
              <a:srgbClr val="66C653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ED5E86"/>
          </a:solidFill>
          <a:ln w="12700">
            <a:solidFill>
              <a:srgbClr val="ED5E86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1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22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3" name="C1 L1 letter"/>
          <p:cNvSpPr txBox="1"/>
          <p:nvPr/>
        </p:nvSpPr>
        <p:spPr>
          <a:xfrm>
            <a:off x="7589520" y="188356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</a:t>
            </a:r>
            <a:endParaRPr lang="ar-SA" sz="2800" dirty="0"/>
          </a:p>
        </p:txBody>
      </p:sp>
      <p:sp>
        <p:nvSpPr>
          <p:cNvPr id="24" name="C2 M1 mark"/>
          <p:cNvSpPr txBox="1"/>
          <p:nvPr/>
        </p:nvSpPr>
        <p:spPr>
          <a:xfrm>
            <a:off x="7589520" y="188356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جَ</a:t>
            </a:r>
            <a:endParaRPr lang="ar-SA" sz="2800" dirty="0"/>
          </a:p>
        </p:txBody>
      </p:sp>
      <p:sp>
        <p:nvSpPr>
          <p:cNvPr id="25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26CE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4 L2 letter"/>
          <p:cNvSpPr txBox="1"/>
          <p:nvPr/>
        </p:nvSpPr>
        <p:spPr>
          <a:xfrm>
            <a:off x="6108192" y="195468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</a:t>
            </a:r>
            <a:endParaRPr lang="ar-SA" sz="2800" dirty="0"/>
          </a:p>
        </p:txBody>
      </p:sp>
      <p:sp>
        <p:nvSpPr>
          <p:cNvPr id="27" name="C5 M2 mark"/>
          <p:cNvSpPr txBox="1"/>
          <p:nvPr/>
        </p:nvSpPr>
        <p:spPr>
          <a:xfrm>
            <a:off x="6108192" y="195468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ضۡ</a:t>
            </a:r>
            <a:endParaRPr lang="ar-SA" sz="2800" dirty="0"/>
          </a:p>
        </p:txBody>
      </p:sp>
      <p:sp>
        <p:nvSpPr>
          <p:cNvPr id="28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26CE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7 L3 letter"/>
          <p:cNvSpPr txBox="1"/>
          <p:nvPr/>
        </p:nvSpPr>
        <p:spPr>
          <a:xfrm>
            <a:off x="4626864" y="193868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</a:t>
            </a:r>
            <a:endParaRPr lang="ar-SA" sz="2800" dirty="0"/>
          </a:p>
        </p:txBody>
      </p:sp>
      <p:sp>
        <p:nvSpPr>
          <p:cNvPr id="30" name="C8 M3 mark"/>
          <p:cNvSpPr txBox="1"/>
          <p:nvPr/>
        </p:nvSpPr>
        <p:spPr>
          <a:xfrm>
            <a:off x="4626864" y="193868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ضَ</a:t>
            </a:r>
            <a:endParaRPr lang="ar-SA" sz="2800" dirty="0"/>
          </a:p>
        </p:txBody>
      </p:sp>
      <p:sp>
        <p:nvSpPr>
          <p:cNvPr id="31" name="C9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26CE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C10 L4 letter"/>
          <p:cNvSpPr txBox="1"/>
          <p:nvPr/>
        </p:nvSpPr>
        <p:spPr>
          <a:xfrm>
            <a:off x="3145536" y="188356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</a:t>
            </a:r>
            <a:endParaRPr lang="ar-SA" sz="2800" dirty="0"/>
          </a:p>
        </p:txBody>
      </p:sp>
      <p:sp>
        <p:nvSpPr>
          <p:cNvPr id="33" name="C11 M4 mark"/>
          <p:cNvSpPr txBox="1"/>
          <p:nvPr/>
        </p:nvSpPr>
        <p:spPr>
          <a:xfrm>
            <a:off x="3145536" y="188356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حَ</a:t>
            </a:r>
            <a:endParaRPr lang="ar-SA" sz="2800" dirty="0"/>
          </a:p>
        </p:txBody>
      </p:sp>
      <p:sp>
        <p:nvSpPr>
          <p:cNvPr id="34" name="C12 H shaddah bar"/>
          <p:cNvSpPr/>
          <p:nvPr/>
        </p:nvSpPr>
        <p:spPr>
          <a:xfrm>
            <a:off x="4764024" y="1737360"/>
            <a:ext cx="2414016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5" name="C13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2E54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6" name="C14 R result"/>
          <p:cNvSpPr txBox="1"/>
          <p:nvPr/>
        </p:nvSpPr>
        <p:spPr>
          <a:xfrm>
            <a:off x="384048" y="1716005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جَضَّحَ</a:t>
            </a:r>
            <a:endParaRPr lang="ar-SA" sz="5900" dirty="0"/>
          </a:p>
        </p:txBody>
      </p:sp>
    </p:spTree>
  </p:cSld>
  <p:clrMapOvr>
    <a:masterClrMapping/>
  </p:clrMapOvr>
  <p:transition spd="med">
    <p:cover dir="l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5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5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35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  <p:bldP spid="34" grpId="0" animBg="1"/>
      <p:bldP spid="35" grpId="0" animBg="1"/>
      <p:bldP spid="36" grpId="0" animBg="1"/>
    </p:bld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2">
    <p:bg>
      <p:bgPr>
        <a:solidFill>
          <a:srgbClr val="1443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52E0CB"/>
          </a:solidFill>
          <a:ln w="12700">
            <a:solidFill>
              <a:srgbClr val="52E0CB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8CCFF2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DB70B6"/>
          </a:solidFill>
          <a:ln w="12700">
            <a:solidFill>
              <a:srgbClr val="DB70B6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857147"/>
          </a:solidFill>
          <a:ln w="12700">
            <a:solidFill>
              <a:srgbClr val="857147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8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9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0" name="C1 L1 letter"/>
          <p:cNvSpPr txBox="1"/>
          <p:nvPr/>
        </p:nvSpPr>
        <p:spPr>
          <a:xfrm>
            <a:off x="7589520" y="188356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</a:t>
            </a:r>
            <a:endParaRPr lang="ar-SA" sz="2800" dirty="0"/>
          </a:p>
        </p:txBody>
      </p:sp>
      <p:sp>
        <p:nvSpPr>
          <p:cNvPr id="21" name="C2 M1 mark"/>
          <p:cNvSpPr txBox="1"/>
          <p:nvPr/>
        </p:nvSpPr>
        <p:spPr>
          <a:xfrm>
            <a:off x="7589520" y="188356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حَ</a:t>
            </a:r>
            <a:endParaRPr lang="ar-SA" sz="2800" dirty="0"/>
          </a:p>
        </p:txBody>
      </p:sp>
      <p:sp>
        <p:nvSpPr>
          <p:cNvPr id="22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D9269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4 L2 letter"/>
          <p:cNvSpPr txBox="1"/>
          <p:nvPr/>
        </p:nvSpPr>
        <p:spPr>
          <a:xfrm>
            <a:off x="6108192" y="195468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</a:t>
            </a:r>
            <a:endParaRPr lang="ar-SA" sz="2800" dirty="0"/>
          </a:p>
        </p:txBody>
      </p:sp>
      <p:sp>
        <p:nvSpPr>
          <p:cNvPr id="24" name="C5 M2 mark"/>
          <p:cNvSpPr txBox="1"/>
          <p:nvPr/>
        </p:nvSpPr>
        <p:spPr>
          <a:xfrm>
            <a:off x="6108192" y="195468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ضۡ</a:t>
            </a:r>
            <a:endParaRPr lang="ar-SA" sz="2800" dirty="0"/>
          </a:p>
        </p:txBody>
      </p:sp>
      <p:sp>
        <p:nvSpPr>
          <p:cNvPr id="25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D9269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7 L3 letter"/>
          <p:cNvSpPr txBox="1"/>
          <p:nvPr/>
        </p:nvSpPr>
        <p:spPr>
          <a:xfrm>
            <a:off x="4626864" y="193868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</a:t>
            </a:r>
            <a:endParaRPr lang="ar-SA" sz="2800" dirty="0"/>
          </a:p>
        </p:txBody>
      </p:sp>
      <p:sp>
        <p:nvSpPr>
          <p:cNvPr id="27" name="C8 M3 mark"/>
          <p:cNvSpPr txBox="1"/>
          <p:nvPr/>
        </p:nvSpPr>
        <p:spPr>
          <a:xfrm>
            <a:off x="4626864" y="193868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ضَ</a:t>
            </a:r>
            <a:endParaRPr lang="ar-SA" sz="2800" dirty="0"/>
          </a:p>
        </p:txBody>
      </p:sp>
      <p:sp>
        <p:nvSpPr>
          <p:cNvPr id="28" name="C9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D9269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10 L4 letter"/>
          <p:cNvSpPr txBox="1"/>
          <p:nvPr/>
        </p:nvSpPr>
        <p:spPr>
          <a:xfrm>
            <a:off x="3145536" y="191947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</a:t>
            </a:r>
            <a:endParaRPr lang="ar-SA" sz="2800" dirty="0"/>
          </a:p>
        </p:txBody>
      </p:sp>
      <p:sp>
        <p:nvSpPr>
          <p:cNvPr id="30" name="C11 M4 mark"/>
          <p:cNvSpPr txBox="1"/>
          <p:nvPr/>
        </p:nvSpPr>
        <p:spPr>
          <a:xfrm>
            <a:off x="3145536" y="191947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خَ</a:t>
            </a:r>
            <a:endParaRPr lang="ar-SA" sz="2800" dirty="0"/>
          </a:p>
        </p:txBody>
      </p:sp>
      <p:sp>
        <p:nvSpPr>
          <p:cNvPr id="31" name="C12 H shaddah bar"/>
          <p:cNvSpPr/>
          <p:nvPr/>
        </p:nvSpPr>
        <p:spPr>
          <a:xfrm>
            <a:off x="4764024" y="1737360"/>
            <a:ext cx="2414016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C13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B830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3" name="C14 R result"/>
          <p:cNvSpPr txBox="1"/>
          <p:nvPr/>
        </p:nvSpPr>
        <p:spPr>
          <a:xfrm>
            <a:off x="384048" y="1716005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حَضَّخَ</a:t>
            </a:r>
            <a:endParaRPr lang="ar-SA" sz="5900" dirty="0"/>
          </a:p>
        </p:txBody>
      </p:sp>
    </p:spTree>
  </p:cSld>
  <p:clrMapOvr>
    <a:masterClrMapping/>
  </p:clrMapOvr>
  <p:transition spd="med">
    <p:zoom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35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</p:bld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3">
    <p:bg>
      <p:bgPr>
        <a:solidFill>
          <a:srgbClr val="E5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D864D1"/>
          </a:solidFill>
          <a:ln w="12700">
            <a:solidFill>
              <a:srgbClr val="D864D1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C247D1"/>
          </a:solidFill>
          <a:ln w="12700">
            <a:solidFill>
              <a:srgbClr val="C247D1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589520" y="191947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</a:t>
            </a:r>
            <a:endParaRPr lang="ar-SA" sz="2800" dirty="0"/>
          </a:p>
        </p:txBody>
      </p:sp>
      <p:sp>
        <p:nvSpPr>
          <p:cNvPr id="16" name="C2 M1 mark"/>
          <p:cNvSpPr txBox="1"/>
          <p:nvPr/>
        </p:nvSpPr>
        <p:spPr>
          <a:xfrm>
            <a:off x="7589520" y="191947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خَ</a:t>
            </a:r>
            <a:endParaRPr lang="ar-SA" sz="2800" dirty="0"/>
          </a:p>
        </p:txBody>
      </p:sp>
      <p:sp>
        <p:nvSpPr>
          <p:cNvPr id="17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66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6108192" y="195468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</a:t>
            </a:r>
            <a:endParaRPr lang="ar-SA" sz="2800" dirty="0"/>
          </a:p>
        </p:txBody>
      </p:sp>
      <p:sp>
        <p:nvSpPr>
          <p:cNvPr id="19" name="C5 M2 mark"/>
          <p:cNvSpPr txBox="1"/>
          <p:nvPr/>
        </p:nvSpPr>
        <p:spPr>
          <a:xfrm>
            <a:off x="6108192" y="195468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ضۡ</a:t>
            </a:r>
            <a:endParaRPr lang="ar-SA" sz="2800" dirty="0"/>
          </a:p>
        </p:txBody>
      </p:sp>
      <p:sp>
        <p:nvSpPr>
          <p:cNvPr id="20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66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L3 letter"/>
          <p:cNvSpPr txBox="1"/>
          <p:nvPr/>
        </p:nvSpPr>
        <p:spPr>
          <a:xfrm>
            <a:off x="4626864" y="193868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</a:t>
            </a:r>
            <a:endParaRPr lang="ar-SA" sz="2800" dirty="0"/>
          </a:p>
        </p:txBody>
      </p:sp>
      <p:sp>
        <p:nvSpPr>
          <p:cNvPr id="22" name="C8 M3 mark"/>
          <p:cNvSpPr txBox="1"/>
          <p:nvPr/>
        </p:nvSpPr>
        <p:spPr>
          <a:xfrm>
            <a:off x="4626864" y="193868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ضَ</a:t>
            </a:r>
            <a:endParaRPr lang="ar-SA" sz="2800" dirty="0"/>
          </a:p>
        </p:txBody>
      </p:sp>
      <p:sp>
        <p:nvSpPr>
          <p:cNvPr id="23" name="C9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66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0 L4 letter"/>
          <p:cNvSpPr txBox="1"/>
          <p:nvPr/>
        </p:nvSpPr>
        <p:spPr>
          <a:xfrm>
            <a:off x="3145536" y="1958416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</a:t>
            </a:r>
            <a:endParaRPr lang="ar-SA" sz="2800" dirty="0"/>
          </a:p>
        </p:txBody>
      </p:sp>
      <p:sp>
        <p:nvSpPr>
          <p:cNvPr id="25" name="C11 M4 mark"/>
          <p:cNvSpPr txBox="1"/>
          <p:nvPr/>
        </p:nvSpPr>
        <p:spPr>
          <a:xfrm>
            <a:off x="3145536" y="1958416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دَ</a:t>
            </a:r>
            <a:endParaRPr lang="ar-SA" sz="2800" dirty="0"/>
          </a:p>
        </p:txBody>
      </p:sp>
      <p:sp>
        <p:nvSpPr>
          <p:cNvPr id="26" name="C12 H shaddah bar"/>
          <p:cNvSpPr/>
          <p:nvPr/>
        </p:nvSpPr>
        <p:spPr>
          <a:xfrm>
            <a:off x="4764024" y="1737360"/>
            <a:ext cx="2414016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13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2EB85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4 R result"/>
          <p:cNvSpPr txBox="1"/>
          <p:nvPr/>
        </p:nvSpPr>
        <p:spPr>
          <a:xfrm>
            <a:off x="384048" y="1880934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خَضَّدَ</a:t>
            </a:r>
            <a:endParaRPr lang="ar-SA" sz="7000" dirty="0"/>
          </a:p>
        </p:txBody>
      </p:sp>
    </p:spTree>
  </p:cSld>
  <p:clrMapOvr>
    <a:masterClrMapping/>
  </p:clrMapOvr>
  <p:transition spd="med">
    <p:wheel spokes="4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4">
    <p:bg>
      <p:bgPr>
        <a:solidFill>
          <a:srgbClr val="F7F3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66CCAA"/>
          </a:solidFill>
          <a:ln w="12700">
            <a:solidFill>
              <a:srgbClr val="66CCAA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40BFBF"/>
          </a:solidFill>
          <a:ln w="12700">
            <a:solidFill>
              <a:srgbClr val="40BFBF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589520" y="1958416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</a:t>
            </a:r>
            <a:endParaRPr lang="ar-SA" sz="2800" dirty="0"/>
          </a:p>
        </p:txBody>
      </p:sp>
      <p:sp>
        <p:nvSpPr>
          <p:cNvPr id="17" name="C2 M1 mark"/>
          <p:cNvSpPr txBox="1"/>
          <p:nvPr/>
        </p:nvSpPr>
        <p:spPr>
          <a:xfrm>
            <a:off x="7589520" y="1958416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دَ</a:t>
            </a:r>
            <a:endParaRPr lang="ar-SA" sz="2800" dirty="0"/>
          </a:p>
        </p:txBody>
      </p:sp>
      <p:sp>
        <p:nvSpPr>
          <p:cNvPr id="18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2632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L2 letter"/>
          <p:cNvSpPr txBox="1"/>
          <p:nvPr/>
        </p:nvSpPr>
        <p:spPr>
          <a:xfrm>
            <a:off x="6108192" y="195468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</a:t>
            </a:r>
            <a:endParaRPr lang="ar-SA" sz="2800" dirty="0"/>
          </a:p>
        </p:txBody>
      </p:sp>
      <p:sp>
        <p:nvSpPr>
          <p:cNvPr id="20" name="C5 M2 mark"/>
          <p:cNvSpPr txBox="1"/>
          <p:nvPr/>
        </p:nvSpPr>
        <p:spPr>
          <a:xfrm>
            <a:off x="6108192" y="195468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ضۡ</a:t>
            </a:r>
            <a:endParaRPr lang="ar-SA" sz="2800" dirty="0"/>
          </a:p>
        </p:txBody>
      </p:sp>
      <p:sp>
        <p:nvSpPr>
          <p:cNvPr id="21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2632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7 L3 letter"/>
          <p:cNvSpPr txBox="1"/>
          <p:nvPr/>
        </p:nvSpPr>
        <p:spPr>
          <a:xfrm>
            <a:off x="4626864" y="193868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</a:t>
            </a:r>
            <a:endParaRPr lang="ar-SA" sz="2800" dirty="0"/>
          </a:p>
        </p:txBody>
      </p:sp>
      <p:sp>
        <p:nvSpPr>
          <p:cNvPr id="23" name="C8 M3 mark"/>
          <p:cNvSpPr txBox="1"/>
          <p:nvPr/>
        </p:nvSpPr>
        <p:spPr>
          <a:xfrm>
            <a:off x="4626864" y="193868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ضَ</a:t>
            </a:r>
            <a:endParaRPr lang="ar-SA" sz="2800" dirty="0"/>
          </a:p>
        </p:txBody>
      </p:sp>
      <p:sp>
        <p:nvSpPr>
          <p:cNvPr id="24" name="C9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2632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10 L4 letter"/>
          <p:cNvSpPr txBox="1"/>
          <p:nvPr/>
        </p:nvSpPr>
        <p:spPr>
          <a:xfrm>
            <a:off x="3145536" y="199433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</a:t>
            </a:r>
            <a:endParaRPr lang="ar-SA" sz="2800" dirty="0"/>
          </a:p>
        </p:txBody>
      </p:sp>
      <p:sp>
        <p:nvSpPr>
          <p:cNvPr id="26" name="C11 M4 mark"/>
          <p:cNvSpPr txBox="1"/>
          <p:nvPr/>
        </p:nvSpPr>
        <p:spPr>
          <a:xfrm>
            <a:off x="3145536" y="199433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ذَ</a:t>
            </a:r>
            <a:endParaRPr lang="ar-SA" sz="2800" dirty="0"/>
          </a:p>
        </p:txBody>
      </p:sp>
      <p:sp>
        <p:nvSpPr>
          <p:cNvPr id="27" name="C12 H shaddah bar"/>
          <p:cNvSpPr/>
          <p:nvPr/>
        </p:nvSpPr>
        <p:spPr>
          <a:xfrm>
            <a:off x="4764024" y="1737360"/>
            <a:ext cx="2414016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3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81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14 R result"/>
          <p:cNvSpPr txBox="1"/>
          <p:nvPr/>
        </p:nvSpPr>
        <p:spPr>
          <a:xfrm>
            <a:off x="384048" y="1893240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دَضَّذَ</a:t>
            </a:r>
            <a:endParaRPr lang="ar-SA" sz="7600" dirty="0"/>
          </a:p>
        </p:txBody>
      </p:sp>
    </p:spTree>
  </p:cSld>
  <p:clrMapOvr>
    <a:masterClrMapping/>
  </p:clrMapOvr>
  <p:transition spd="med">
    <p:wipe dir="l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</p:bldLst>
  </p:timing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5">
    <p:bg>
      <p:bgPr>
        <a:solidFill>
          <a:srgbClr val="1438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2B3B64"/>
          </a:solidFill>
          <a:ln w="12700">
            <a:solidFill>
              <a:srgbClr val="2B3B64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443479"/>
          </a:solidFill>
          <a:ln w="12700">
            <a:solidFill>
              <a:srgbClr val="443479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6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7" name="C1 L1 letter"/>
          <p:cNvSpPr txBox="1"/>
          <p:nvPr/>
        </p:nvSpPr>
        <p:spPr>
          <a:xfrm>
            <a:off x="7589520" y="199433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</a:t>
            </a:r>
            <a:endParaRPr lang="ar-SA" sz="2800" dirty="0"/>
          </a:p>
        </p:txBody>
      </p:sp>
      <p:sp>
        <p:nvSpPr>
          <p:cNvPr id="18" name="C2 M1 mark"/>
          <p:cNvSpPr txBox="1"/>
          <p:nvPr/>
        </p:nvSpPr>
        <p:spPr>
          <a:xfrm>
            <a:off x="7589520" y="199433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ذَ</a:t>
            </a:r>
            <a:endParaRPr lang="ar-SA" sz="2800" dirty="0"/>
          </a:p>
        </p:txBody>
      </p:sp>
      <p:sp>
        <p:nvSpPr>
          <p:cNvPr id="19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D94E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4 L2 letter"/>
          <p:cNvSpPr txBox="1"/>
          <p:nvPr/>
        </p:nvSpPr>
        <p:spPr>
          <a:xfrm>
            <a:off x="6108192" y="195468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</a:t>
            </a:r>
            <a:endParaRPr lang="ar-SA" sz="2800" dirty="0"/>
          </a:p>
        </p:txBody>
      </p:sp>
      <p:sp>
        <p:nvSpPr>
          <p:cNvPr id="21" name="C5 M2 mark"/>
          <p:cNvSpPr txBox="1"/>
          <p:nvPr/>
        </p:nvSpPr>
        <p:spPr>
          <a:xfrm>
            <a:off x="6108192" y="195468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ضۡ</a:t>
            </a:r>
            <a:endParaRPr lang="ar-SA" sz="2800" dirty="0"/>
          </a:p>
        </p:txBody>
      </p:sp>
      <p:sp>
        <p:nvSpPr>
          <p:cNvPr id="22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D94E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7 L3 letter"/>
          <p:cNvSpPr txBox="1"/>
          <p:nvPr/>
        </p:nvSpPr>
        <p:spPr>
          <a:xfrm>
            <a:off x="4626864" y="193868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</a:t>
            </a:r>
            <a:endParaRPr lang="ar-SA" sz="2800" dirty="0"/>
          </a:p>
        </p:txBody>
      </p:sp>
      <p:sp>
        <p:nvSpPr>
          <p:cNvPr id="24" name="C8 M3 mark"/>
          <p:cNvSpPr txBox="1"/>
          <p:nvPr/>
        </p:nvSpPr>
        <p:spPr>
          <a:xfrm>
            <a:off x="4626864" y="193868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ضَ</a:t>
            </a:r>
            <a:endParaRPr lang="ar-SA" sz="2800" dirty="0"/>
          </a:p>
        </p:txBody>
      </p:sp>
      <p:sp>
        <p:nvSpPr>
          <p:cNvPr id="25" name="C9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D94E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10 L4 letter"/>
          <p:cNvSpPr txBox="1"/>
          <p:nvPr/>
        </p:nvSpPr>
        <p:spPr>
          <a:xfrm>
            <a:off x="3145536" y="189867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</a:t>
            </a:r>
            <a:endParaRPr lang="ar-SA" sz="2800" dirty="0"/>
          </a:p>
        </p:txBody>
      </p:sp>
      <p:sp>
        <p:nvSpPr>
          <p:cNvPr id="27" name="C11 M4 mark"/>
          <p:cNvSpPr txBox="1"/>
          <p:nvPr/>
        </p:nvSpPr>
        <p:spPr>
          <a:xfrm>
            <a:off x="3145536" y="189867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رَ</a:t>
            </a:r>
            <a:endParaRPr lang="ar-SA" sz="2800" dirty="0"/>
          </a:p>
        </p:txBody>
      </p:sp>
      <p:sp>
        <p:nvSpPr>
          <p:cNvPr id="28" name="C12 H shaddah bar"/>
          <p:cNvSpPr/>
          <p:nvPr/>
        </p:nvSpPr>
        <p:spPr>
          <a:xfrm>
            <a:off x="4764024" y="1737360"/>
            <a:ext cx="2414016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13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B8A9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0" name="C14 R result"/>
          <p:cNvSpPr txBox="1"/>
          <p:nvPr/>
        </p:nvSpPr>
        <p:spPr>
          <a:xfrm>
            <a:off x="384048" y="1775746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ذَضَّرَ</a:t>
            </a:r>
            <a:endParaRPr lang="ar-SA" sz="6500" dirty="0"/>
          </a:p>
        </p:txBody>
      </p:sp>
    </p:spTree>
  </p:cSld>
  <p:clrMapOvr>
    <a:masterClrMapping/>
  </p:clrMapOvr>
  <p:transition spd="med">
    <p:circle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</p:bldLst>
  </p:timing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6">
    <p:bg>
      <p:bgPr>
        <a:solidFill>
          <a:srgbClr val="F7C5D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5CD6C2"/>
          </a:solidFill>
          <a:ln w="12700">
            <a:solidFill>
              <a:srgbClr val="5CD6C2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33CCBF"/>
          </a:solidFill>
          <a:ln w="12700">
            <a:solidFill>
              <a:srgbClr val="33CCBF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589520" y="189867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</a:t>
            </a:r>
            <a:endParaRPr lang="ar-SA" sz="2800" dirty="0"/>
          </a:p>
        </p:txBody>
      </p:sp>
      <p:sp>
        <p:nvSpPr>
          <p:cNvPr id="16" name="C2 M1 mark"/>
          <p:cNvSpPr txBox="1"/>
          <p:nvPr/>
        </p:nvSpPr>
        <p:spPr>
          <a:xfrm>
            <a:off x="7589520" y="189867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رَ</a:t>
            </a:r>
            <a:endParaRPr lang="ar-SA" sz="2800" dirty="0"/>
          </a:p>
        </p:txBody>
      </p:sp>
      <p:sp>
        <p:nvSpPr>
          <p:cNvPr id="17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26D98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6108192" y="195468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</a:t>
            </a:r>
            <a:endParaRPr lang="ar-SA" sz="2800" dirty="0"/>
          </a:p>
        </p:txBody>
      </p:sp>
      <p:sp>
        <p:nvSpPr>
          <p:cNvPr id="19" name="C5 M2 mark"/>
          <p:cNvSpPr txBox="1"/>
          <p:nvPr/>
        </p:nvSpPr>
        <p:spPr>
          <a:xfrm>
            <a:off x="6108192" y="195468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ضۡ</a:t>
            </a:r>
            <a:endParaRPr lang="ar-SA" sz="2800" dirty="0"/>
          </a:p>
        </p:txBody>
      </p:sp>
      <p:sp>
        <p:nvSpPr>
          <p:cNvPr id="20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26D98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L3 letter"/>
          <p:cNvSpPr txBox="1"/>
          <p:nvPr/>
        </p:nvSpPr>
        <p:spPr>
          <a:xfrm>
            <a:off x="4626864" y="193868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</a:t>
            </a:r>
            <a:endParaRPr lang="ar-SA" sz="2800" dirty="0"/>
          </a:p>
        </p:txBody>
      </p:sp>
      <p:sp>
        <p:nvSpPr>
          <p:cNvPr id="22" name="C8 M3 mark"/>
          <p:cNvSpPr txBox="1"/>
          <p:nvPr/>
        </p:nvSpPr>
        <p:spPr>
          <a:xfrm>
            <a:off x="4626864" y="193868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ضَ</a:t>
            </a:r>
            <a:endParaRPr lang="ar-SA" sz="2800" dirty="0"/>
          </a:p>
        </p:txBody>
      </p:sp>
      <p:sp>
        <p:nvSpPr>
          <p:cNvPr id="23" name="C9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26D98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0 L4 letter"/>
          <p:cNvSpPr txBox="1"/>
          <p:nvPr/>
        </p:nvSpPr>
        <p:spPr>
          <a:xfrm>
            <a:off x="3145536" y="193459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</a:t>
            </a:r>
            <a:endParaRPr lang="ar-SA" sz="2800" dirty="0"/>
          </a:p>
        </p:txBody>
      </p:sp>
      <p:sp>
        <p:nvSpPr>
          <p:cNvPr id="25" name="C11 M4 mark"/>
          <p:cNvSpPr txBox="1"/>
          <p:nvPr/>
        </p:nvSpPr>
        <p:spPr>
          <a:xfrm>
            <a:off x="3145536" y="193459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زَ</a:t>
            </a:r>
            <a:endParaRPr lang="ar-SA" sz="2800" dirty="0"/>
          </a:p>
        </p:txBody>
      </p:sp>
      <p:sp>
        <p:nvSpPr>
          <p:cNvPr id="26" name="C12 H shaddah bar"/>
          <p:cNvSpPr/>
          <p:nvPr/>
        </p:nvSpPr>
        <p:spPr>
          <a:xfrm>
            <a:off x="4764024" y="1737360"/>
            <a:ext cx="2414016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13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2E9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4 R result"/>
          <p:cNvSpPr txBox="1"/>
          <p:nvPr/>
        </p:nvSpPr>
        <p:spPr>
          <a:xfrm>
            <a:off x="384048" y="1775746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رَضَّزَ</a:t>
            </a:r>
            <a:endParaRPr lang="ar-SA" sz="6500" dirty="0"/>
          </a:p>
        </p:txBody>
      </p:sp>
    </p:spTree>
  </p:cSld>
  <p:clrMapOvr>
    <a:masterClrMapping/>
  </p:clrMapOvr>
  <p:transition spd="med">
    <p:randomBar dir="vert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7">
    <p:bg>
      <p:bgPr>
        <a:solidFill>
          <a:srgbClr val="CE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53B3C6"/>
          </a:solidFill>
          <a:ln w="12700">
            <a:solidFill>
              <a:srgbClr val="53B3C6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A9ED5E"/>
          </a:solidFill>
          <a:ln w="12700">
            <a:solidFill>
              <a:srgbClr val="A9ED5E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1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22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3" name="C1 L1 letter"/>
          <p:cNvSpPr txBox="1"/>
          <p:nvPr/>
        </p:nvSpPr>
        <p:spPr>
          <a:xfrm>
            <a:off x="7589520" y="193459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</a:t>
            </a:r>
            <a:endParaRPr lang="ar-SA" sz="2800" dirty="0"/>
          </a:p>
        </p:txBody>
      </p:sp>
      <p:sp>
        <p:nvSpPr>
          <p:cNvPr id="24" name="C2 M1 mark"/>
          <p:cNvSpPr txBox="1"/>
          <p:nvPr/>
        </p:nvSpPr>
        <p:spPr>
          <a:xfrm>
            <a:off x="7589520" y="193459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زَ</a:t>
            </a:r>
            <a:endParaRPr lang="ar-SA" sz="2800" dirty="0"/>
          </a:p>
        </p:txBody>
      </p:sp>
      <p:sp>
        <p:nvSpPr>
          <p:cNvPr id="25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B7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4 L2 letter"/>
          <p:cNvSpPr txBox="1"/>
          <p:nvPr/>
        </p:nvSpPr>
        <p:spPr>
          <a:xfrm>
            <a:off x="6108192" y="195468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</a:t>
            </a:r>
            <a:endParaRPr lang="ar-SA" sz="2800" dirty="0"/>
          </a:p>
        </p:txBody>
      </p:sp>
      <p:sp>
        <p:nvSpPr>
          <p:cNvPr id="27" name="C5 M2 mark"/>
          <p:cNvSpPr txBox="1"/>
          <p:nvPr/>
        </p:nvSpPr>
        <p:spPr>
          <a:xfrm>
            <a:off x="6108192" y="195468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ضۡ</a:t>
            </a:r>
            <a:endParaRPr lang="ar-SA" sz="2800" dirty="0"/>
          </a:p>
        </p:txBody>
      </p:sp>
      <p:sp>
        <p:nvSpPr>
          <p:cNvPr id="28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B7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7 L3 letter"/>
          <p:cNvSpPr txBox="1"/>
          <p:nvPr/>
        </p:nvSpPr>
        <p:spPr>
          <a:xfrm>
            <a:off x="4626864" y="193868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</a:t>
            </a:r>
            <a:endParaRPr lang="ar-SA" sz="2800" dirty="0"/>
          </a:p>
        </p:txBody>
      </p:sp>
      <p:sp>
        <p:nvSpPr>
          <p:cNvPr id="30" name="C8 M3 mark"/>
          <p:cNvSpPr txBox="1"/>
          <p:nvPr/>
        </p:nvSpPr>
        <p:spPr>
          <a:xfrm>
            <a:off x="4626864" y="193868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ضَ</a:t>
            </a:r>
            <a:endParaRPr lang="ar-SA" sz="2800" dirty="0"/>
          </a:p>
        </p:txBody>
      </p:sp>
      <p:sp>
        <p:nvSpPr>
          <p:cNvPr id="31" name="C9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B7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C10 L4 letter"/>
          <p:cNvSpPr txBox="1"/>
          <p:nvPr/>
        </p:nvSpPr>
        <p:spPr>
          <a:xfrm>
            <a:off x="3145536" y="189529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</a:t>
            </a:r>
            <a:endParaRPr lang="ar-SA" sz="2800" dirty="0"/>
          </a:p>
        </p:txBody>
      </p:sp>
      <p:sp>
        <p:nvSpPr>
          <p:cNvPr id="33" name="C11 M4 mark"/>
          <p:cNvSpPr txBox="1"/>
          <p:nvPr/>
        </p:nvSpPr>
        <p:spPr>
          <a:xfrm>
            <a:off x="3145536" y="189529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سَ</a:t>
            </a:r>
            <a:endParaRPr lang="ar-SA" sz="2800" dirty="0"/>
          </a:p>
        </p:txBody>
      </p:sp>
      <p:sp>
        <p:nvSpPr>
          <p:cNvPr id="34" name="C12 H shaddah bar"/>
          <p:cNvSpPr/>
          <p:nvPr/>
        </p:nvSpPr>
        <p:spPr>
          <a:xfrm>
            <a:off x="4764024" y="1737360"/>
            <a:ext cx="2414016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5" name="C13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B82E7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6" name="C14 R result"/>
          <p:cNvSpPr txBox="1"/>
          <p:nvPr/>
        </p:nvSpPr>
        <p:spPr>
          <a:xfrm>
            <a:off x="384048" y="1768659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زَضَّسَ</a:t>
            </a:r>
            <a:endParaRPr lang="ar-SA" sz="5300" dirty="0"/>
          </a:p>
        </p:txBody>
      </p:sp>
    </p:spTree>
  </p:cSld>
  <p:clrMapOvr>
    <a:masterClrMapping/>
  </p:clrMapOvr>
  <p:transition spd="med">
    <p:push dir="l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5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5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35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  <p:bldP spid="34" grpId="0" animBg="1"/>
      <p:bldP spid="35" grpId="0" animBg="1"/>
      <p:bldP spid="36" grpId="0" animBg="1"/>
    </p:bldLst>
  </p:timing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8">
    <p:bg>
      <p:bgPr>
        <a:solidFill>
          <a:srgbClr val="1814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A752E0"/>
          </a:solidFill>
          <a:ln w="12700">
            <a:solidFill>
              <a:srgbClr val="A752E0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F28CE8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D1DB70"/>
          </a:solidFill>
          <a:ln w="12700">
            <a:solidFill>
              <a:srgbClr val="D1DB70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478562"/>
          </a:solidFill>
          <a:ln w="12700">
            <a:solidFill>
              <a:srgbClr val="478562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8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9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0" name="C1 L1 letter"/>
          <p:cNvSpPr txBox="1"/>
          <p:nvPr/>
        </p:nvSpPr>
        <p:spPr>
          <a:xfrm>
            <a:off x="7589520" y="189529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</a:t>
            </a:r>
            <a:endParaRPr lang="ar-SA" sz="2800" dirty="0"/>
          </a:p>
        </p:txBody>
      </p:sp>
      <p:sp>
        <p:nvSpPr>
          <p:cNvPr id="21" name="C2 M1 mark"/>
          <p:cNvSpPr txBox="1"/>
          <p:nvPr/>
        </p:nvSpPr>
        <p:spPr>
          <a:xfrm>
            <a:off x="7589520" y="189529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سَ</a:t>
            </a:r>
            <a:endParaRPr lang="ar-SA" sz="2800" dirty="0"/>
          </a:p>
        </p:txBody>
      </p:sp>
      <p:sp>
        <p:nvSpPr>
          <p:cNvPr id="22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C7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4 L2 letter"/>
          <p:cNvSpPr txBox="1"/>
          <p:nvPr/>
        </p:nvSpPr>
        <p:spPr>
          <a:xfrm>
            <a:off x="6108192" y="195468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</a:t>
            </a:r>
            <a:endParaRPr lang="ar-SA" sz="2800" dirty="0"/>
          </a:p>
        </p:txBody>
      </p:sp>
      <p:sp>
        <p:nvSpPr>
          <p:cNvPr id="24" name="C5 M2 mark"/>
          <p:cNvSpPr txBox="1"/>
          <p:nvPr/>
        </p:nvSpPr>
        <p:spPr>
          <a:xfrm>
            <a:off x="6108192" y="195468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ضۡ</a:t>
            </a:r>
            <a:endParaRPr lang="ar-SA" sz="2800" dirty="0"/>
          </a:p>
        </p:txBody>
      </p:sp>
      <p:sp>
        <p:nvSpPr>
          <p:cNvPr id="25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C7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7 L3 letter"/>
          <p:cNvSpPr txBox="1"/>
          <p:nvPr/>
        </p:nvSpPr>
        <p:spPr>
          <a:xfrm>
            <a:off x="4626864" y="193868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</a:t>
            </a:r>
            <a:endParaRPr lang="ar-SA" sz="2800" dirty="0"/>
          </a:p>
        </p:txBody>
      </p:sp>
      <p:sp>
        <p:nvSpPr>
          <p:cNvPr id="27" name="C8 M3 mark"/>
          <p:cNvSpPr txBox="1"/>
          <p:nvPr/>
        </p:nvSpPr>
        <p:spPr>
          <a:xfrm>
            <a:off x="4626864" y="193868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ضَ</a:t>
            </a:r>
            <a:endParaRPr lang="ar-SA" sz="2800" dirty="0"/>
          </a:p>
        </p:txBody>
      </p:sp>
      <p:sp>
        <p:nvSpPr>
          <p:cNvPr id="28" name="C9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C7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10 L4 letter"/>
          <p:cNvSpPr txBox="1"/>
          <p:nvPr/>
        </p:nvSpPr>
        <p:spPr>
          <a:xfrm>
            <a:off x="3145536" y="195077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</a:t>
            </a:r>
            <a:endParaRPr lang="ar-SA" sz="2800" dirty="0"/>
          </a:p>
        </p:txBody>
      </p:sp>
      <p:sp>
        <p:nvSpPr>
          <p:cNvPr id="30" name="C11 M4 mark"/>
          <p:cNvSpPr txBox="1"/>
          <p:nvPr/>
        </p:nvSpPr>
        <p:spPr>
          <a:xfrm>
            <a:off x="3145536" y="195077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شَ</a:t>
            </a:r>
            <a:endParaRPr lang="ar-SA" sz="2800" dirty="0"/>
          </a:p>
        </p:txBody>
      </p:sp>
      <p:sp>
        <p:nvSpPr>
          <p:cNvPr id="31" name="C12 H shaddah bar"/>
          <p:cNvSpPr/>
          <p:nvPr/>
        </p:nvSpPr>
        <p:spPr>
          <a:xfrm>
            <a:off x="4764024" y="1737360"/>
            <a:ext cx="2414016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C13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4E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3" name="C14 R result"/>
          <p:cNvSpPr txBox="1"/>
          <p:nvPr/>
        </p:nvSpPr>
        <p:spPr>
          <a:xfrm>
            <a:off x="384048" y="1765116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سَضَّشَ</a:t>
            </a:r>
            <a:endParaRPr lang="ar-SA" sz="4700" dirty="0"/>
          </a:p>
        </p:txBody>
      </p:sp>
    </p:spTree>
  </p:cSld>
  <p:clrMapOvr>
    <a:masterClrMapping/>
  </p:clrMapOvr>
  <p:transition spd="med">
    <p:split orient="vert" dir="out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35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</p:bldLst>
  </p:timing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9">
    <p:bg>
      <p:bgPr>
        <a:solidFill>
          <a:srgbClr val="F7D8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D8C264"/>
          </a:solidFill>
          <a:ln w="12700">
            <a:solidFill>
              <a:srgbClr val="D8C264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D1A047"/>
          </a:solidFill>
          <a:ln w="12700">
            <a:solidFill>
              <a:srgbClr val="D1A047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589520" y="195077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</a:t>
            </a:r>
            <a:endParaRPr lang="ar-SA" sz="2800" dirty="0"/>
          </a:p>
        </p:txBody>
      </p:sp>
      <p:sp>
        <p:nvSpPr>
          <p:cNvPr id="16" name="C2 M1 mark"/>
          <p:cNvSpPr txBox="1"/>
          <p:nvPr/>
        </p:nvSpPr>
        <p:spPr>
          <a:xfrm>
            <a:off x="7589520" y="195077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شَ</a:t>
            </a:r>
            <a:endParaRPr lang="ar-SA" sz="2800" dirty="0"/>
          </a:p>
        </p:txBody>
      </p:sp>
      <p:sp>
        <p:nvSpPr>
          <p:cNvPr id="17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2693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6108192" y="195468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</a:t>
            </a:r>
            <a:endParaRPr lang="ar-SA" sz="2800" dirty="0"/>
          </a:p>
        </p:txBody>
      </p:sp>
      <p:sp>
        <p:nvSpPr>
          <p:cNvPr id="19" name="C5 M2 mark"/>
          <p:cNvSpPr txBox="1"/>
          <p:nvPr/>
        </p:nvSpPr>
        <p:spPr>
          <a:xfrm>
            <a:off x="6108192" y="195468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ضۡ</a:t>
            </a:r>
            <a:endParaRPr lang="ar-SA" sz="2800" dirty="0"/>
          </a:p>
        </p:txBody>
      </p:sp>
      <p:sp>
        <p:nvSpPr>
          <p:cNvPr id="20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2693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L3 letter"/>
          <p:cNvSpPr txBox="1"/>
          <p:nvPr/>
        </p:nvSpPr>
        <p:spPr>
          <a:xfrm>
            <a:off x="4626864" y="193868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</a:t>
            </a:r>
            <a:endParaRPr lang="ar-SA" sz="2800" dirty="0"/>
          </a:p>
        </p:txBody>
      </p:sp>
      <p:sp>
        <p:nvSpPr>
          <p:cNvPr id="22" name="C8 M3 mark"/>
          <p:cNvSpPr txBox="1"/>
          <p:nvPr/>
        </p:nvSpPr>
        <p:spPr>
          <a:xfrm>
            <a:off x="4626864" y="193868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ضَ</a:t>
            </a:r>
            <a:endParaRPr lang="ar-SA" sz="2800" dirty="0"/>
          </a:p>
        </p:txBody>
      </p:sp>
      <p:sp>
        <p:nvSpPr>
          <p:cNvPr id="23" name="C9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2693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0 L4 letter"/>
          <p:cNvSpPr txBox="1"/>
          <p:nvPr/>
        </p:nvSpPr>
        <p:spPr>
          <a:xfrm>
            <a:off x="3145536" y="190276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</a:t>
            </a:r>
            <a:endParaRPr lang="ar-SA" sz="2800" dirty="0"/>
          </a:p>
        </p:txBody>
      </p:sp>
      <p:sp>
        <p:nvSpPr>
          <p:cNvPr id="25" name="C11 M4 mark"/>
          <p:cNvSpPr txBox="1"/>
          <p:nvPr/>
        </p:nvSpPr>
        <p:spPr>
          <a:xfrm>
            <a:off x="3145536" y="190276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صَ</a:t>
            </a:r>
            <a:endParaRPr lang="ar-SA" sz="2800" dirty="0"/>
          </a:p>
        </p:txBody>
      </p:sp>
      <p:sp>
        <p:nvSpPr>
          <p:cNvPr id="26" name="C12 H shaddah bar"/>
          <p:cNvSpPr/>
          <p:nvPr/>
        </p:nvSpPr>
        <p:spPr>
          <a:xfrm>
            <a:off x="4764024" y="1737360"/>
            <a:ext cx="2414016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13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36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4 R result"/>
          <p:cNvSpPr txBox="1"/>
          <p:nvPr/>
        </p:nvSpPr>
        <p:spPr>
          <a:xfrm>
            <a:off x="384048" y="1764525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شَضَّصَ</a:t>
            </a:r>
            <a:endParaRPr lang="ar-SA" sz="4600" dirty="0"/>
          </a:p>
        </p:txBody>
      </p:sp>
    </p:spTree>
  </p:cSld>
  <p:clrMapOvr>
    <a:masterClrMapping/>
  </p:clrMapOvr>
  <p:transition spd="med">
    <p:pull dir="l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0">
    <p:bg>
      <p:bgPr>
        <a:solidFill>
          <a:srgbClr val="C5F7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AA66CC"/>
          </a:solidFill>
          <a:ln w="12700">
            <a:solidFill>
              <a:srgbClr val="AA66CC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BF40BF"/>
          </a:solidFill>
          <a:ln w="12700">
            <a:solidFill>
              <a:srgbClr val="BF40BF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589520" y="190276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</a:t>
            </a:r>
            <a:endParaRPr lang="ar-SA" sz="2800" dirty="0"/>
          </a:p>
        </p:txBody>
      </p:sp>
      <p:sp>
        <p:nvSpPr>
          <p:cNvPr id="17" name="C2 M1 mark"/>
          <p:cNvSpPr txBox="1"/>
          <p:nvPr/>
        </p:nvSpPr>
        <p:spPr>
          <a:xfrm>
            <a:off x="7589520" y="190276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صَ</a:t>
            </a:r>
            <a:endParaRPr lang="ar-SA" sz="2800" dirty="0"/>
          </a:p>
        </p:txBody>
      </p:sp>
      <p:sp>
        <p:nvSpPr>
          <p:cNvPr id="18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D9265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L2 letter"/>
          <p:cNvSpPr txBox="1"/>
          <p:nvPr/>
        </p:nvSpPr>
        <p:spPr>
          <a:xfrm>
            <a:off x="6108192" y="195468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</a:t>
            </a:r>
            <a:endParaRPr lang="ar-SA" sz="2800" dirty="0"/>
          </a:p>
        </p:txBody>
      </p:sp>
      <p:sp>
        <p:nvSpPr>
          <p:cNvPr id="20" name="C5 M2 mark"/>
          <p:cNvSpPr txBox="1"/>
          <p:nvPr/>
        </p:nvSpPr>
        <p:spPr>
          <a:xfrm>
            <a:off x="6108192" y="195468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ضۡ</a:t>
            </a:r>
            <a:endParaRPr lang="ar-SA" sz="2800" dirty="0"/>
          </a:p>
        </p:txBody>
      </p:sp>
      <p:sp>
        <p:nvSpPr>
          <p:cNvPr id="21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D9265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7 L3 letter"/>
          <p:cNvSpPr txBox="1"/>
          <p:nvPr/>
        </p:nvSpPr>
        <p:spPr>
          <a:xfrm>
            <a:off x="4626864" y="193868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</a:t>
            </a:r>
            <a:endParaRPr lang="ar-SA" sz="2800" dirty="0"/>
          </a:p>
        </p:txBody>
      </p:sp>
      <p:sp>
        <p:nvSpPr>
          <p:cNvPr id="23" name="C8 M3 mark"/>
          <p:cNvSpPr txBox="1"/>
          <p:nvPr/>
        </p:nvSpPr>
        <p:spPr>
          <a:xfrm>
            <a:off x="4626864" y="193868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ضَ</a:t>
            </a:r>
            <a:endParaRPr lang="ar-SA" sz="2800" dirty="0"/>
          </a:p>
        </p:txBody>
      </p:sp>
      <p:sp>
        <p:nvSpPr>
          <p:cNvPr id="24" name="C9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D9265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10 L4 letter"/>
          <p:cNvSpPr txBox="1"/>
          <p:nvPr/>
        </p:nvSpPr>
        <p:spPr>
          <a:xfrm>
            <a:off x="3145536" y="2036729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</a:t>
            </a:r>
            <a:endParaRPr lang="ar-SA" sz="2800" dirty="0"/>
          </a:p>
        </p:txBody>
      </p:sp>
      <p:sp>
        <p:nvSpPr>
          <p:cNvPr id="26" name="C11 M4 mark"/>
          <p:cNvSpPr txBox="1"/>
          <p:nvPr/>
        </p:nvSpPr>
        <p:spPr>
          <a:xfrm>
            <a:off x="3145536" y="2036729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أَ</a:t>
            </a:r>
            <a:endParaRPr lang="ar-SA" sz="2800" dirty="0"/>
          </a:p>
        </p:txBody>
      </p:sp>
      <p:sp>
        <p:nvSpPr>
          <p:cNvPr id="27" name="C12 H shaddah bar"/>
          <p:cNvSpPr/>
          <p:nvPr/>
        </p:nvSpPr>
        <p:spPr>
          <a:xfrm>
            <a:off x="4764024" y="1737360"/>
            <a:ext cx="2414016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3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B85E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14 R result"/>
          <p:cNvSpPr txBox="1"/>
          <p:nvPr/>
        </p:nvSpPr>
        <p:spPr>
          <a:xfrm>
            <a:off x="384048" y="1931734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صَضَّأَ</a:t>
            </a:r>
            <a:endParaRPr lang="ar-SA" sz="6400" dirty="0"/>
          </a:p>
        </p:txBody>
      </p:sp>
    </p:spTree>
  </p:cSld>
  <p:clrMapOvr>
    <a:masterClrMapping/>
  </p:clrMapOvr>
  <p:transition spd="med">
    <p:fade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</p:bldLst>
  </p:timing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1">
    <p:bg>
      <p:bgPr>
        <a:solidFill>
          <a:srgbClr val="4214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642B49"/>
          </a:solidFill>
          <a:ln w="12700">
            <a:solidFill>
              <a:srgbClr val="642B49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793436"/>
          </a:solidFill>
          <a:ln w="12700">
            <a:solidFill>
              <a:srgbClr val="793436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269480" y="198870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</a:t>
            </a:r>
            <a:endParaRPr lang="ar-SA" sz="3200" dirty="0"/>
          </a:p>
        </p:txBody>
      </p:sp>
      <p:sp>
        <p:nvSpPr>
          <p:cNvPr id="17" name="C2 M1 mark"/>
          <p:cNvSpPr txBox="1"/>
          <p:nvPr/>
        </p:nvSpPr>
        <p:spPr>
          <a:xfrm>
            <a:off x="7269480" y="198870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أَ</a:t>
            </a:r>
            <a:endParaRPr lang="ar-SA" sz="3200" dirty="0"/>
          </a:p>
        </p:txBody>
      </p:sp>
      <p:sp>
        <p:nvSpPr>
          <p:cNvPr id="18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B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L2 letter"/>
          <p:cNvSpPr txBox="1"/>
          <p:nvPr/>
        </p:nvSpPr>
        <p:spPr>
          <a:xfrm>
            <a:off x="5486400" y="189494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</a:t>
            </a:r>
            <a:endParaRPr lang="ar-SA" sz="3200" dirty="0"/>
          </a:p>
        </p:txBody>
      </p:sp>
      <p:sp>
        <p:nvSpPr>
          <p:cNvPr id="20" name="C5 M2 mark"/>
          <p:cNvSpPr txBox="1"/>
          <p:nvPr/>
        </p:nvSpPr>
        <p:spPr>
          <a:xfrm>
            <a:off x="5486400" y="189494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ضۡ</a:t>
            </a:r>
            <a:endParaRPr lang="ar-SA" sz="3200" dirty="0"/>
          </a:p>
        </p:txBody>
      </p:sp>
      <p:sp>
        <p:nvSpPr>
          <p:cNvPr id="21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B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7 L3 letter"/>
          <p:cNvSpPr txBox="1"/>
          <p:nvPr/>
        </p:nvSpPr>
        <p:spPr>
          <a:xfrm>
            <a:off x="3703320" y="187665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</a:t>
            </a:r>
            <a:endParaRPr lang="ar-SA" sz="3200" dirty="0"/>
          </a:p>
        </p:txBody>
      </p:sp>
      <p:sp>
        <p:nvSpPr>
          <p:cNvPr id="23" name="C8 M3 mark"/>
          <p:cNvSpPr txBox="1"/>
          <p:nvPr/>
        </p:nvSpPr>
        <p:spPr>
          <a:xfrm>
            <a:off x="3703320" y="187665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ضَ</a:t>
            </a:r>
            <a:endParaRPr lang="ar-SA" sz="3200" dirty="0"/>
          </a:p>
        </p:txBody>
      </p:sp>
      <p:sp>
        <p:nvSpPr>
          <p:cNvPr id="24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B88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11 R result"/>
          <p:cNvSpPr txBox="1"/>
          <p:nvPr/>
        </p:nvSpPr>
        <p:spPr>
          <a:xfrm>
            <a:off x="502920" y="1734577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أَضَّ</a:t>
            </a:r>
            <a:endParaRPr lang="ar-SA" sz="7000" dirty="0"/>
          </a:p>
        </p:txBody>
      </p:sp>
    </p:spTree>
  </p:cSld>
  <p:clrMapOvr>
    <a:masterClrMapping/>
  </p:clrMapOvr>
  <p:transition spd="med">
    <p:cover dir="l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</p:bldLst>
  </p:timing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2">
    <p:bg>
      <p:bgPr>
        <a:solidFill>
          <a:srgbClr val="E9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855CD6"/>
          </a:solidFill>
          <a:ln w="12700">
            <a:solidFill>
              <a:srgbClr val="855CD6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7333CC"/>
          </a:solidFill>
          <a:ln w="12700">
            <a:solidFill>
              <a:srgbClr val="7333CC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83628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</a:t>
            </a:r>
            <a:endParaRPr lang="ar-SA" sz="3200" dirty="0"/>
          </a:p>
        </p:txBody>
      </p:sp>
      <p:sp>
        <p:nvSpPr>
          <p:cNvPr id="15" name="C2 M1 mark"/>
          <p:cNvSpPr txBox="1"/>
          <p:nvPr/>
        </p:nvSpPr>
        <p:spPr>
          <a:xfrm>
            <a:off x="7269480" y="183628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بَ</a:t>
            </a:r>
            <a:endParaRPr lang="ar-SA" sz="32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56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89494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</a:t>
            </a:r>
            <a:endParaRPr lang="ar-SA" sz="3200" dirty="0"/>
          </a:p>
        </p:txBody>
      </p:sp>
      <p:sp>
        <p:nvSpPr>
          <p:cNvPr id="18" name="C5 M2 mark"/>
          <p:cNvSpPr txBox="1"/>
          <p:nvPr/>
        </p:nvSpPr>
        <p:spPr>
          <a:xfrm>
            <a:off x="5486400" y="189494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ضۡ</a:t>
            </a:r>
            <a:endParaRPr lang="ar-SA" sz="32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56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L3 letter"/>
          <p:cNvSpPr txBox="1"/>
          <p:nvPr/>
        </p:nvSpPr>
        <p:spPr>
          <a:xfrm>
            <a:off x="3703320" y="187665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</a:t>
            </a:r>
            <a:endParaRPr lang="ar-SA" sz="3200" dirty="0"/>
          </a:p>
        </p:txBody>
      </p:sp>
      <p:sp>
        <p:nvSpPr>
          <p:cNvPr id="21" name="C8 M3 mark"/>
          <p:cNvSpPr txBox="1"/>
          <p:nvPr/>
        </p:nvSpPr>
        <p:spPr>
          <a:xfrm>
            <a:off x="3703320" y="187665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ضَ</a:t>
            </a:r>
            <a:endParaRPr lang="ar-SA" sz="3200" dirty="0"/>
          </a:p>
        </p:txBody>
      </p:sp>
      <p:sp>
        <p:nvSpPr>
          <p:cNvPr id="22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AF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1 R result"/>
          <p:cNvSpPr txBox="1"/>
          <p:nvPr/>
        </p:nvSpPr>
        <p:spPr>
          <a:xfrm>
            <a:off x="502920" y="169197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بَضَّ</a:t>
            </a:r>
            <a:endParaRPr lang="ar-SA" sz="7400" dirty="0"/>
          </a:p>
        </p:txBody>
      </p:sp>
    </p:spTree>
  </p:cSld>
  <p:clrMapOvr>
    <a:masterClrMapping/>
  </p:clrMapOvr>
  <p:transition spd="med">
    <p:zoom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3">
    <p:bg>
      <p:bgPr>
        <a:solidFill>
          <a:srgbClr val="C5DB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C653B3"/>
          </a:solidFill>
          <a:ln w="12700">
            <a:solidFill>
              <a:srgbClr val="C653B3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5ECDED"/>
          </a:solidFill>
          <a:ln w="12700">
            <a:solidFill>
              <a:srgbClr val="5ECDED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1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2" name="C1 L1 letter"/>
          <p:cNvSpPr txBox="1"/>
          <p:nvPr/>
        </p:nvSpPr>
        <p:spPr>
          <a:xfrm>
            <a:off x="7269480" y="190591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</a:t>
            </a:r>
            <a:endParaRPr lang="ar-SA" sz="3200" dirty="0"/>
          </a:p>
        </p:txBody>
      </p:sp>
      <p:sp>
        <p:nvSpPr>
          <p:cNvPr id="23" name="C2 M1 mark"/>
          <p:cNvSpPr txBox="1"/>
          <p:nvPr/>
        </p:nvSpPr>
        <p:spPr>
          <a:xfrm>
            <a:off x="7269480" y="190591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تَ</a:t>
            </a:r>
            <a:endParaRPr lang="ar-SA" sz="3200" dirty="0"/>
          </a:p>
        </p:txBody>
      </p:sp>
      <p:sp>
        <p:nvSpPr>
          <p:cNvPr id="24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8A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4 L2 letter"/>
          <p:cNvSpPr txBox="1"/>
          <p:nvPr/>
        </p:nvSpPr>
        <p:spPr>
          <a:xfrm>
            <a:off x="5486400" y="189494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</a:t>
            </a:r>
            <a:endParaRPr lang="ar-SA" sz="3200" dirty="0"/>
          </a:p>
        </p:txBody>
      </p:sp>
      <p:sp>
        <p:nvSpPr>
          <p:cNvPr id="26" name="C5 M2 mark"/>
          <p:cNvSpPr txBox="1"/>
          <p:nvPr/>
        </p:nvSpPr>
        <p:spPr>
          <a:xfrm>
            <a:off x="5486400" y="189494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ضۡ</a:t>
            </a:r>
            <a:endParaRPr lang="ar-SA" sz="3200" dirty="0"/>
          </a:p>
        </p:txBody>
      </p:sp>
      <p:sp>
        <p:nvSpPr>
          <p:cNvPr id="27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8A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7 L3 letter"/>
          <p:cNvSpPr txBox="1"/>
          <p:nvPr/>
        </p:nvSpPr>
        <p:spPr>
          <a:xfrm>
            <a:off x="3703320" y="187665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</a:t>
            </a:r>
            <a:endParaRPr lang="ar-SA" sz="3200" dirty="0"/>
          </a:p>
        </p:txBody>
      </p:sp>
      <p:sp>
        <p:nvSpPr>
          <p:cNvPr id="29" name="C8 M3 mark"/>
          <p:cNvSpPr txBox="1"/>
          <p:nvPr/>
        </p:nvSpPr>
        <p:spPr>
          <a:xfrm>
            <a:off x="3703320" y="187665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ضَ</a:t>
            </a:r>
            <a:endParaRPr lang="ar-SA" sz="3200" dirty="0"/>
          </a:p>
        </p:txBody>
      </p:sp>
      <p:sp>
        <p:nvSpPr>
          <p:cNvPr id="30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98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C11 R result"/>
          <p:cNvSpPr txBox="1"/>
          <p:nvPr/>
        </p:nvSpPr>
        <p:spPr>
          <a:xfrm>
            <a:off x="502920" y="169197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تَضَّ</a:t>
            </a:r>
            <a:endParaRPr lang="ar-SA" sz="7400" dirty="0"/>
          </a:p>
        </p:txBody>
      </p:sp>
    </p:spTree>
  </p:cSld>
  <p:clrMapOvr>
    <a:masterClrMapping/>
  </p:clrMapOvr>
  <p:transition spd="med">
    <p:wheel spokes="4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</p:bldLst>
  </p:timing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4">
    <p:bg>
      <p:bgPr>
        <a:solidFill>
          <a:srgbClr val="43141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E08452"/>
          </a:solidFill>
          <a:ln w="12700">
            <a:solidFill>
              <a:srgbClr val="E08452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F2E38C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70DBCB"/>
          </a:solidFill>
          <a:ln w="12700">
            <a:solidFill>
              <a:srgbClr val="70DBCB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534785"/>
          </a:solidFill>
          <a:ln w="12700">
            <a:solidFill>
              <a:srgbClr val="534785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8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9" name="C1 L1 letter"/>
          <p:cNvSpPr txBox="1"/>
          <p:nvPr/>
        </p:nvSpPr>
        <p:spPr>
          <a:xfrm>
            <a:off x="7269480" y="192826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</a:t>
            </a:r>
            <a:endParaRPr lang="ar-SA" sz="3200" dirty="0"/>
          </a:p>
        </p:txBody>
      </p:sp>
      <p:sp>
        <p:nvSpPr>
          <p:cNvPr id="20" name="C2 M1 mark"/>
          <p:cNvSpPr txBox="1"/>
          <p:nvPr/>
        </p:nvSpPr>
        <p:spPr>
          <a:xfrm>
            <a:off x="7269480" y="192826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ثَ</a:t>
            </a:r>
            <a:endParaRPr lang="ar-SA" sz="3200" dirty="0"/>
          </a:p>
        </p:txBody>
      </p:sp>
      <p:sp>
        <p:nvSpPr>
          <p:cNvPr id="21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D9B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4 L2 letter"/>
          <p:cNvSpPr txBox="1"/>
          <p:nvPr/>
        </p:nvSpPr>
        <p:spPr>
          <a:xfrm>
            <a:off x="5486400" y="189494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</a:t>
            </a:r>
            <a:endParaRPr lang="ar-SA" sz="3200" dirty="0"/>
          </a:p>
        </p:txBody>
      </p:sp>
      <p:sp>
        <p:nvSpPr>
          <p:cNvPr id="23" name="C5 M2 mark"/>
          <p:cNvSpPr txBox="1"/>
          <p:nvPr/>
        </p:nvSpPr>
        <p:spPr>
          <a:xfrm>
            <a:off x="5486400" y="189494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ضۡ</a:t>
            </a:r>
            <a:endParaRPr lang="ar-SA" sz="3200" dirty="0"/>
          </a:p>
        </p:txBody>
      </p:sp>
      <p:sp>
        <p:nvSpPr>
          <p:cNvPr id="24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D9B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7 L3 letter"/>
          <p:cNvSpPr txBox="1"/>
          <p:nvPr/>
        </p:nvSpPr>
        <p:spPr>
          <a:xfrm>
            <a:off x="3703320" y="187665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</a:t>
            </a:r>
            <a:endParaRPr lang="ar-SA" sz="3200" dirty="0"/>
          </a:p>
        </p:txBody>
      </p:sp>
      <p:sp>
        <p:nvSpPr>
          <p:cNvPr id="26" name="C8 M3 mark"/>
          <p:cNvSpPr txBox="1"/>
          <p:nvPr/>
        </p:nvSpPr>
        <p:spPr>
          <a:xfrm>
            <a:off x="3703320" y="187665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ضَ</a:t>
            </a:r>
            <a:endParaRPr lang="ar-SA" sz="3200" dirty="0"/>
          </a:p>
        </p:txBody>
      </p:sp>
      <p:sp>
        <p:nvSpPr>
          <p:cNvPr id="27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70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11 R result"/>
          <p:cNvSpPr txBox="1"/>
          <p:nvPr/>
        </p:nvSpPr>
        <p:spPr>
          <a:xfrm>
            <a:off x="502920" y="169197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ثَضَّ</a:t>
            </a:r>
            <a:endParaRPr lang="ar-SA" sz="7400" dirty="0"/>
          </a:p>
        </p:txBody>
      </p:sp>
    </p:spTree>
  </p:cSld>
  <p:clrMapOvr>
    <a:masterClrMapping/>
  </p:clrMapOvr>
  <p:transition spd="med">
    <p:wipe dir="l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</p:bldLst>
  </p:timing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5">
    <p:bg>
      <p:bgPr>
        <a:solidFill>
          <a:srgbClr val="C5F7C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64D8A5"/>
          </a:solidFill>
          <a:ln w="12700">
            <a:solidFill>
              <a:srgbClr val="64D8A5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47D17E"/>
          </a:solidFill>
          <a:ln w="12700">
            <a:solidFill>
              <a:srgbClr val="47D17E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81366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</a:t>
            </a:r>
            <a:endParaRPr lang="ar-SA" sz="3200" dirty="0"/>
          </a:p>
        </p:txBody>
      </p:sp>
      <p:sp>
        <p:nvSpPr>
          <p:cNvPr id="15" name="C2 M1 mark"/>
          <p:cNvSpPr txBox="1"/>
          <p:nvPr/>
        </p:nvSpPr>
        <p:spPr>
          <a:xfrm>
            <a:off x="7269480" y="181366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جَ</a:t>
            </a:r>
            <a:endParaRPr lang="ar-SA" sz="32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26B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89494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</a:t>
            </a:r>
            <a:endParaRPr lang="ar-SA" sz="3200" dirty="0"/>
          </a:p>
        </p:txBody>
      </p:sp>
      <p:sp>
        <p:nvSpPr>
          <p:cNvPr id="18" name="C5 M2 mark"/>
          <p:cNvSpPr txBox="1"/>
          <p:nvPr/>
        </p:nvSpPr>
        <p:spPr>
          <a:xfrm>
            <a:off x="5486400" y="189494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ضۡ</a:t>
            </a:r>
            <a:endParaRPr lang="ar-SA" sz="32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26B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L3 letter"/>
          <p:cNvSpPr txBox="1"/>
          <p:nvPr/>
        </p:nvSpPr>
        <p:spPr>
          <a:xfrm>
            <a:off x="3703320" y="187665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</a:t>
            </a:r>
            <a:endParaRPr lang="ar-SA" sz="3200" dirty="0"/>
          </a:p>
        </p:txBody>
      </p:sp>
      <p:sp>
        <p:nvSpPr>
          <p:cNvPr id="21" name="C8 M3 mark"/>
          <p:cNvSpPr txBox="1"/>
          <p:nvPr/>
        </p:nvSpPr>
        <p:spPr>
          <a:xfrm>
            <a:off x="3703320" y="187665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ضَ</a:t>
            </a:r>
            <a:endParaRPr lang="ar-SA" sz="3200" dirty="0"/>
          </a:p>
        </p:txBody>
      </p:sp>
      <p:sp>
        <p:nvSpPr>
          <p:cNvPr id="22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2E4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1 R result"/>
          <p:cNvSpPr txBox="1"/>
          <p:nvPr/>
        </p:nvSpPr>
        <p:spPr>
          <a:xfrm>
            <a:off x="502920" y="169197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جَضَّ</a:t>
            </a:r>
            <a:endParaRPr lang="ar-SA" sz="7400" dirty="0"/>
          </a:p>
        </p:txBody>
      </p:sp>
    </p:spTree>
  </p:cSld>
  <p:clrMapOvr>
    <a:masterClrMapping/>
  </p:clrMapOvr>
  <p:transition spd="med">
    <p:circle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6">
    <p:bg>
      <p:bgPr>
        <a:solidFill>
          <a:srgbClr val="DB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CC6666"/>
          </a:solidFill>
          <a:ln w="12700">
            <a:solidFill>
              <a:srgbClr val="CC6666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BF6A40"/>
          </a:solidFill>
          <a:ln w="12700">
            <a:solidFill>
              <a:srgbClr val="BF6A40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269480" y="181366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</a:t>
            </a:r>
            <a:endParaRPr lang="ar-SA" sz="3200" dirty="0"/>
          </a:p>
        </p:txBody>
      </p:sp>
      <p:sp>
        <p:nvSpPr>
          <p:cNvPr id="16" name="C2 M1 mark"/>
          <p:cNvSpPr txBox="1"/>
          <p:nvPr/>
        </p:nvSpPr>
        <p:spPr>
          <a:xfrm>
            <a:off x="7269480" y="181366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حَ</a:t>
            </a:r>
            <a:endParaRPr lang="ar-SA" sz="3200" dirty="0"/>
          </a:p>
        </p:txBody>
      </p:sp>
      <p:sp>
        <p:nvSpPr>
          <p:cNvPr id="17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8B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5486400" y="189494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</a:t>
            </a:r>
            <a:endParaRPr lang="ar-SA" sz="3200" dirty="0"/>
          </a:p>
        </p:txBody>
      </p:sp>
      <p:sp>
        <p:nvSpPr>
          <p:cNvPr id="19" name="C5 M2 mark"/>
          <p:cNvSpPr txBox="1"/>
          <p:nvPr/>
        </p:nvSpPr>
        <p:spPr>
          <a:xfrm>
            <a:off x="5486400" y="189494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ضۡ</a:t>
            </a:r>
            <a:endParaRPr lang="ar-SA" sz="3200" dirty="0"/>
          </a:p>
        </p:txBody>
      </p:sp>
      <p:sp>
        <p:nvSpPr>
          <p:cNvPr id="20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8B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L3 letter"/>
          <p:cNvSpPr txBox="1"/>
          <p:nvPr/>
        </p:nvSpPr>
        <p:spPr>
          <a:xfrm>
            <a:off x="3703320" y="187665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</a:t>
            </a:r>
            <a:endParaRPr lang="ar-SA" sz="3200" dirty="0"/>
          </a:p>
        </p:txBody>
      </p:sp>
      <p:sp>
        <p:nvSpPr>
          <p:cNvPr id="22" name="C8 M3 mark"/>
          <p:cNvSpPr txBox="1"/>
          <p:nvPr/>
        </p:nvSpPr>
        <p:spPr>
          <a:xfrm>
            <a:off x="3703320" y="187665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ضَ</a:t>
            </a:r>
            <a:endParaRPr lang="ar-SA" sz="3200" dirty="0"/>
          </a:p>
        </p:txBody>
      </p:sp>
      <p:sp>
        <p:nvSpPr>
          <p:cNvPr id="23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B83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11 R result"/>
          <p:cNvSpPr txBox="1"/>
          <p:nvPr/>
        </p:nvSpPr>
        <p:spPr>
          <a:xfrm>
            <a:off x="502920" y="169197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حَضَّ</a:t>
            </a:r>
            <a:endParaRPr lang="ar-SA" sz="7400" dirty="0"/>
          </a:p>
        </p:txBody>
      </p:sp>
    </p:spTree>
  </p:cSld>
  <p:clrMapOvr>
    <a:masterClrMapping/>
  </p:clrMapOvr>
  <p:transition spd="med">
    <p:randomBar dir="vert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</p:bldLst>
  </p:timing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7">
    <p:bg>
      <p:bgPr>
        <a:solidFill>
          <a:srgbClr val="4336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57642B"/>
          </a:solidFill>
          <a:ln w="12700">
            <a:solidFill>
              <a:srgbClr val="57642B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477934"/>
          </a:solidFill>
          <a:ln w="12700">
            <a:solidFill>
              <a:srgbClr val="477934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269480" y="185470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</a:t>
            </a:r>
            <a:endParaRPr lang="ar-SA" sz="3200" dirty="0"/>
          </a:p>
        </p:txBody>
      </p:sp>
      <p:sp>
        <p:nvSpPr>
          <p:cNvPr id="17" name="C2 M1 mark"/>
          <p:cNvSpPr txBox="1"/>
          <p:nvPr/>
        </p:nvSpPr>
        <p:spPr>
          <a:xfrm>
            <a:off x="7269480" y="185470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خَ</a:t>
            </a:r>
            <a:endParaRPr lang="ar-SA" sz="3200" dirty="0"/>
          </a:p>
        </p:txBody>
      </p:sp>
      <p:sp>
        <p:nvSpPr>
          <p:cNvPr id="18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57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L2 letter"/>
          <p:cNvSpPr txBox="1"/>
          <p:nvPr/>
        </p:nvSpPr>
        <p:spPr>
          <a:xfrm>
            <a:off x="5486400" y="189494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</a:t>
            </a:r>
            <a:endParaRPr lang="ar-SA" sz="3200" dirty="0"/>
          </a:p>
        </p:txBody>
      </p:sp>
      <p:sp>
        <p:nvSpPr>
          <p:cNvPr id="20" name="C5 M2 mark"/>
          <p:cNvSpPr txBox="1"/>
          <p:nvPr/>
        </p:nvSpPr>
        <p:spPr>
          <a:xfrm>
            <a:off x="5486400" y="189494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ضۡ</a:t>
            </a:r>
            <a:endParaRPr lang="ar-SA" sz="3200" dirty="0"/>
          </a:p>
        </p:txBody>
      </p:sp>
      <p:sp>
        <p:nvSpPr>
          <p:cNvPr id="21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57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7 L3 letter"/>
          <p:cNvSpPr txBox="1"/>
          <p:nvPr/>
        </p:nvSpPr>
        <p:spPr>
          <a:xfrm>
            <a:off x="3703320" y="187665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</a:t>
            </a:r>
            <a:endParaRPr lang="ar-SA" sz="3200" dirty="0"/>
          </a:p>
        </p:txBody>
      </p:sp>
      <p:sp>
        <p:nvSpPr>
          <p:cNvPr id="23" name="C8 M3 mark"/>
          <p:cNvSpPr txBox="1"/>
          <p:nvPr/>
        </p:nvSpPr>
        <p:spPr>
          <a:xfrm>
            <a:off x="3703320" y="187665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ضَ</a:t>
            </a:r>
            <a:endParaRPr lang="ar-SA" sz="3200" dirty="0"/>
          </a:p>
        </p:txBody>
      </p:sp>
      <p:sp>
        <p:nvSpPr>
          <p:cNvPr id="24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64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11 R result"/>
          <p:cNvSpPr txBox="1"/>
          <p:nvPr/>
        </p:nvSpPr>
        <p:spPr>
          <a:xfrm>
            <a:off x="502920" y="169197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خَضَّ</a:t>
            </a:r>
            <a:endParaRPr lang="ar-SA" sz="7400" dirty="0"/>
          </a:p>
        </p:txBody>
      </p:sp>
    </p:spTree>
  </p:cSld>
  <p:clrMapOvr>
    <a:masterClrMapping/>
  </p:clrMapOvr>
  <p:transition spd="med">
    <p:push dir="l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</p:bldLst>
  </p:timing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8">
    <p:bg>
      <p:bgPr>
        <a:solidFill>
          <a:srgbClr val="C5F6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D6855C"/>
          </a:solidFill>
          <a:ln w="12700">
            <a:solidFill>
              <a:srgbClr val="D6855C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CC7333"/>
          </a:solidFill>
          <a:ln w="12700">
            <a:solidFill>
              <a:srgbClr val="CC7333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89920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</a:t>
            </a:r>
            <a:endParaRPr lang="ar-SA" sz="3200" dirty="0"/>
          </a:p>
        </p:txBody>
      </p:sp>
      <p:sp>
        <p:nvSpPr>
          <p:cNvPr id="15" name="C2 M1 mark"/>
          <p:cNvSpPr txBox="1"/>
          <p:nvPr/>
        </p:nvSpPr>
        <p:spPr>
          <a:xfrm>
            <a:off x="7269480" y="189920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دَ</a:t>
            </a:r>
            <a:endParaRPr lang="ar-SA" sz="32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2A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89494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</a:t>
            </a:r>
            <a:endParaRPr lang="ar-SA" sz="3200" dirty="0"/>
          </a:p>
        </p:txBody>
      </p:sp>
      <p:sp>
        <p:nvSpPr>
          <p:cNvPr id="18" name="C5 M2 mark"/>
          <p:cNvSpPr txBox="1"/>
          <p:nvPr/>
        </p:nvSpPr>
        <p:spPr>
          <a:xfrm>
            <a:off x="5486400" y="189494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ضۡ</a:t>
            </a:r>
            <a:endParaRPr lang="ar-SA" sz="32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2A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L3 letter"/>
          <p:cNvSpPr txBox="1"/>
          <p:nvPr/>
        </p:nvSpPr>
        <p:spPr>
          <a:xfrm>
            <a:off x="3703320" y="187665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</a:t>
            </a:r>
            <a:endParaRPr lang="ar-SA" sz="3200" dirty="0"/>
          </a:p>
        </p:txBody>
      </p:sp>
      <p:sp>
        <p:nvSpPr>
          <p:cNvPr id="21" name="C8 M3 mark"/>
          <p:cNvSpPr txBox="1"/>
          <p:nvPr/>
        </p:nvSpPr>
        <p:spPr>
          <a:xfrm>
            <a:off x="3703320" y="187665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ضَ</a:t>
            </a:r>
            <a:endParaRPr lang="ar-SA" sz="3200" dirty="0"/>
          </a:p>
        </p:txBody>
      </p:sp>
      <p:sp>
        <p:nvSpPr>
          <p:cNvPr id="22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8C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1 R result"/>
          <p:cNvSpPr txBox="1"/>
          <p:nvPr/>
        </p:nvSpPr>
        <p:spPr>
          <a:xfrm>
            <a:off x="502920" y="169197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دَضَّ</a:t>
            </a:r>
            <a:endParaRPr lang="ar-SA" sz="7400" dirty="0"/>
          </a:p>
        </p:txBody>
      </p:sp>
    </p:spTree>
  </p:cSld>
  <p:clrMapOvr>
    <a:masterClrMapping/>
  </p:clrMapOvr>
  <p:transition spd="med">
    <p:split orient="vert" dir="out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9">
    <p:bg>
      <p:bgPr>
        <a:solidFill>
          <a:srgbClr val="F7C5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C68C53"/>
          </a:solidFill>
          <a:ln w="12700">
            <a:solidFill>
              <a:srgbClr val="C68C53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EA5EED"/>
          </a:solidFill>
          <a:ln w="12700">
            <a:solidFill>
              <a:srgbClr val="EA5EED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1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2" name="C1 L1 letter"/>
          <p:cNvSpPr txBox="1"/>
          <p:nvPr/>
        </p:nvSpPr>
        <p:spPr>
          <a:xfrm>
            <a:off x="7269480" y="194025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</a:t>
            </a:r>
            <a:endParaRPr lang="ar-SA" sz="3200" dirty="0"/>
          </a:p>
        </p:txBody>
      </p:sp>
      <p:sp>
        <p:nvSpPr>
          <p:cNvPr id="23" name="C2 M1 mark"/>
          <p:cNvSpPr txBox="1"/>
          <p:nvPr/>
        </p:nvSpPr>
        <p:spPr>
          <a:xfrm>
            <a:off x="7269480" y="194025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ذَ</a:t>
            </a:r>
            <a:endParaRPr lang="ar-SA" sz="3200" dirty="0"/>
          </a:p>
        </p:txBody>
      </p:sp>
      <p:sp>
        <p:nvSpPr>
          <p:cNvPr id="24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D95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4 L2 letter"/>
          <p:cNvSpPr txBox="1"/>
          <p:nvPr/>
        </p:nvSpPr>
        <p:spPr>
          <a:xfrm>
            <a:off x="5486400" y="189494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</a:t>
            </a:r>
            <a:endParaRPr lang="ar-SA" sz="3200" dirty="0"/>
          </a:p>
        </p:txBody>
      </p:sp>
      <p:sp>
        <p:nvSpPr>
          <p:cNvPr id="26" name="C5 M2 mark"/>
          <p:cNvSpPr txBox="1"/>
          <p:nvPr/>
        </p:nvSpPr>
        <p:spPr>
          <a:xfrm>
            <a:off x="5486400" y="189494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ضۡ</a:t>
            </a:r>
            <a:endParaRPr lang="ar-SA" sz="3200" dirty="0"/>
          </a:p>
        </p:txBody>
      </p:sp>
      <p:sp>
        <p:nvSpPr>
          <p:cNvPr id="27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D95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7 L3 letter"/>
          <p:cNvSpPr txBox="1"/>
          <p:nvPr/>
        </p:nvSpPr>
        <p:spPr>
          <a:xfrm>
            <a:off x="3703320" y="187665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</a:t>
            </a:r>
            <a:endParaRPr lang="ar-SA" sz="3200" dirty="0"/>
          </a:p>
        </p:txBody>
      </p:sp>
      <p:sp>
        <p:nvSpPr>
          <p:cNvPr id="29" name="C8 M3 mark"/>
          <p:cNvSpPr txBox="1"/>
          <p:nvPr/>
        </p:nvSpPr>
        <p:spPr>
          <a:xfrm>
            <a:off x="3703320" y="187665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ضَ</a:t>
            </a:r>
            <a:endParaRPr lang="ar-SA" sz="3200" dirty="0"/>
          </a:p>
        </p:txBody>
      </p:sp>
      <p:sp>
        <p:nvSpPr>
          <p:cNvPr id="30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B8B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C11 R result"/>
          <p:cNvSpPr txBox="1"/>
          <p:nvPr/>
        </p:nvSpPr>
        <p:spPr>
          <a:xfrm>
            <a:off x="502920" y="169197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ذَضَّ</a:t>
            </a:r>
            <a:endParaRPr lang="ar-SA" sz="7400" dirty="0"/>
          </a:p>
        </p:txBody>
      </p:sp>
    </p:spTree>
  </p:cSld>
  <p:clrMapOvr>
    <a:masterClrMapping/>
  </p:clrMapOvr>
  <p:transition spd="med">
    <p:pull dir="l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</p:bldLst>
  </p:timing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0">
    <p:bg>
      <p:bgPr>
        <a:solidFill>
          <a:srgbClr val="2643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52E060"/>
          </a:solidFill>
          <a:ln w="12700">
            <a:solidFill>
              <a:srgbClr val="52E060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8CF2CA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B170DB"/>
          </a:solidFill>
          <a:ln w="12700">
            <a:solidFill>
              <a:srgbClr val="B170DB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85474B"/>
          </a:solidFill>
          <a:ln w="12700">
            <a:solidFill>
              <a:srgbClr val="85474B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8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9" name="C1 L1 letter"/>
          <p:cNvSpPr txBox="1"/>
          <p:nvPr/>
        </p:nvSpPr>
        <p:spPr>
          <a:xfrm>
            <a:off x="7269480" y="183093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</a:t>
            </a:r>
            <a:endParaRPr lang="ar-SA" sz="3200" dirty="0"/>
          </a:p>
        </p:txBody>
      </p:sp>
      <p:sp>
        <p:nvSpPr>
          <p:cNvPr id="20" name="C2 M1 mark"/>
          <p:cNvSpPr txBox="1"/>
          <p:nvPr/>
        </p:nvSpPr>
        <p:spPr>
          <a:xfrm>
            <a:off x="7269480" y="183093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رَ</a:t>
            </a:r>
            <a:endParaRPr lang="ar-SA" sz="3200" dirty="0"/>
          </a:p>
        </p:txBody>
      </p:sp>
      <p:sp>
        <p:nvSpPr>
          <p:cNvPr id="21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92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4 L2 letter"/>
          <p:cNvSpPr txBox="1"/>
          <p:nvPr/>
        </p:nvSpPr>
        <p:spPr>
          <a:xfrm>
            <a:off x="5486400" y="189494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</a:t>
            </a:r>
            <a:endParaRPr lang="ar-SA" sz="3200" dirty="0"/>
          </a:p>
        </p:txBody>
      </p:sp>
      <p:sp>
        <p:nvSpPr>
          <p:cNvPr id="23" name="C5 M2 mark"/>
          <p:cNvSpPr txBox="1"/>
          <p:nvPr/>
        </p:nvSpPr>
        <p:spPr>
          <a:xfrm>
            <a:off x="5486400" y="189494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ضۡ</a:t>
            </a:r>
            <a:endParaRPr lang="ar-SA" sz="3200" dirty="0"/>
          </a:p>
        </p:txBody>
      </p:sp>
      <p:sp>
        <p:nvSpPr>
          <p:cNvPr id="24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92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7 L3 letter"/>
          <p:cNvSpPr txBox="1"/>
          <p:nvPr/>
        </p:nvSpPr>
        <p:spPr>
          <a:xfrm>
            <a:off x="3703320" y="187665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</a:t>
            </a:r>
            <a:endParaRPr lang="ar-SA" sz="3200" dirty="0"/>
          </a:p>
        </p:txBody>
      </p:sp>
      <p:sp>
        <p:nvSpPr>
          <p:cNvPr id="26" name="C8 M3 mark"/>
          <p:cNvSpPr txBox="1"/>
          <p:nvPr/>
        </p:nvSpPr>
        <p:spPr>
          <a:xfrm>
            <a:off x="3703320" y="187665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ضَ</a:t>
            </a:r>
            <a:endParaRPr lang="ar-SA" sz="3200" dirty="0"/>
          </a:p>
        </p:txBody>
      </p:sp>
      <p:sp>
        <p:nvSpPr>
          <p:cNvPr id="27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2E9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11 R result"/>
          <p:cNvSpPr txBox="1"/>
          <p:nvPr/>
        </p:nvSpPr>
        <p:spPr>
          <a:xfrm>
            <a:off x="502920" y="169197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رَضَّ</a:t>
            </a:r>
            <a:endParaRPr lang="ar-SA" sz="7400" dirty="0"/>
          </a:p>
        </p:txBody>
      </p:sp>
    </p:spTree>
  </p:cSld>
  <p:clrMapOvr>
    <a:masterClrMapping/>
  </p:clrMapOvr>
  <p:transition spd="med">
    <p:fade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</p:bldLst>
  </p:timing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1">
    <p:bg>
      <p:bgPr>
        <a:solidFill>
          <a:srgbClr val="C5C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8864D8"/>
          </a:solidFill>
          <a:ln w="12700">
            <a:solidFill>
              <a:srgbClr val="8864D8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5B47D1"/>
          </a:solidFill>
          <a:ln w="12700">
            <a:solidFill>
              <a:srgbClr val="5B47D1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8719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</a:t>
            </a:r>
            <a:endParaRPr lang="ar-SA" sz="3200" dirty="0"/>
          </a:p>
        </p:txBody>
      </p:sp>
      <p:sp>
        <p:nvSpPr>
          <p:cNvPr id="15" name="C2 M1 mark"/>
          <p:cNvSpPr txBox="1"/>
          <p:nvPr/>
        </p:nvSpPr>
        <p:spPr>
          <a:xfrm>
            <a:off x="7269480" y="18719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زَ</a:t>
            </a:r>
            <a:endParaRPr lang="ar-SA" sz="32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C6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89494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</a:t>
            </a:r>
            <a:endParaRPr lang="ar-SA" sz="3200" dirty="0"/>
          </a:p>
        </p:txBody>
      </p:sp>
      <p:sp>
        <p:nvSpPr>
          <p:cNvPr id="18" name="C5 M2 mark"/>
          <p:cNvSpPr txBox="1"/>
          <p:nvPr/>
        </p:nvSpPr>
        <p:spPr>
          <a:xfrm>
            <a:off x="5486400" y="189494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ضۡ</a:t>
            </a:r>
            <a:endParaRPr lang="ar-SA" sz="32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C6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L3 letter"/>
          <p:cNvSpPr txBox="1"/>
          <p:nvPr/>
        </p:nvSpPr>
        <p:spPr>
          <a:xfrm>
            <a:off x="3703320" y="187665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</a:t>
            </a:r>
            <a:endParaRPr lang="ar-SA" sz="3200" dirty="0"/>
          </a:p>
        </p:txBody>
      </p:sp>
      <p:sp>
        <p:nvSpPr>
          <p:cNvPr id="21" name="C8 M3 mark"/>
          <p:cNvSpPr txBox="1"/>
          <p:nvPr/>
        </p:nvSpPr>
        <p:spPr>
          <a:xfrm>
            <a:off x="3703320" y="187665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ضَ</a:t>
            </a:r>
            <a:endParaRPr lang="ar-SA" sz="3200" dirty="0"/>
          </a:p>
        </p:txBody>
      </p:sp>
      <p:sp>
        <p:nvSpPr>
          <p:cNvPr id="22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6A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1 R result"/>
          <p:cNvSpPr txBox="1"/>
          <p:nvPr/>
        </p:nvSpPr>
        <p:spPr>
          <a:xfrm>
            <a:off x="502920" y="169197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زَضَّ</a:t>
            </a:r>
            <a:endParaRPr lang="ar-SA" sz="7400" dirty="0"/>
          </a:p>
        </p:txBody>
      </p:sp>
    </p:spTree>
  </p:cSld>
  <p:clrMapOvr>
    <a:masterClrMapping/>
  </p:clrMapOvr>
  <p:transition spd="med">
    <p:cover dir="l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2">
    <p:bg>
      <p:bgPr>
        <a:solidFill>
          <a:srgbClr val="F7CE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66CC66"/>
          </a:solidFill>
          <a:ln w="12700">
            <a:solidFill>
              <a:srgbClr val="66CC66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40BF6A"/>
          </a:solidFill>
          <a:ln w="12700">
            <a:solidFill>
              <a:srgbClr val="40BF6A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269480" y="182707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</a:t>
            </a:r>
            <a:endParaRPr lang="ar-SA" sz="3200" dirty="0"/>
          </a:p>
        </p:txBody>
      </p:sp>
      <p:sp>
        <p:nvSpPr>
          <p:cNvPr id="16" name="C2 M1 mark"/>
          <p:cNvSpPr txBox="1"/>
          <p:nvPr/>
        </p:nvSpPr>
        <p:spPr>
          <a:xfrm>
            <a:off x="7269480" y="182707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سَ</a:t>
            </a:r>
            <a:endParaRPr lang="ar-SA" sz="3200" dirty="0"/>
          </a:p>
        </p:txBody>
      </p:sp>
      <p:sp>
        <p:nvSpPr>
          <p:cNvPr id="17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B8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5486400" y="189494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</a:t>
            </a:r>
            <a:endParaRPr lang="ar-SA" sz="3200" dirty="0"/>
          </a:p>
        </p:txBody>
      </p:sp>
      <p:sp>
        <p:nvSpPr>
          <p:cNvPr id="19" name="C5 M2 mark"/>
          <p:cNvSpPr txBox="1"/>
          <p:nvPr/>
        </p:nvSpPr>
        <p:spPr>
          <a:xfrm>
            <a:off x="5486400" y="189494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ضۡ</a:t>
            </a:r>
            <a:endParaRPr lang="ar-SA" sz="3200" dirty="0"/>
          </a:p>
        </p:txBody>
      </p:sp>
      <p:sp>
        <p:nvSpPr>
          <p:cNvPr id="20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B8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L3 letter"/>
          <p:cNvSpPr txBox="1"/>
          <p:nvPr/>
        </p:nvSpPr>
        <p:spPr>
          <a:xfrm>
            <a:off x="3703320" y="187665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</a:t>
            </a:r>
            <a:endParaRPr lang="ar-SA" sz="3200" dirty="0"/>
          </a:p>
        </p:txBody>
      </p:sp>
      <p:sp>
        <p:nvSpPr>
          <p:cNvPr id="22" name="C8 M3 mark"/>
          <p:cNvSpPr txBox="1"/>
          <p:nvPr/>
        </p:nvSpPr>
        <p:spPr>
          <a:xfrm>
            <a:off x="3703320" y="187665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ضَ</a:t>
            </a:r>
            <a:endParaRPr lang="ar-SA" sz="3200" dirty="0"/>
          </a:p>
        </p:txBody>
      </p:sp>
      <p:sp>
        <p:nvSpPr>
          <p:cNvPr id="23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42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11 R result"/>
          <p:cNvSpPr txBox="1"/>
          <p:nvPr/>
        </p:nvSpPr>
        <p:spPr>
          <a:xfrm>
            <a:off x="502920" y="169197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سَضَّ</a:t>
            </a:r>
            <a:endParaRPr lang="ar-SA" sz="7400" dirty="0"/>
          </a:p>
        </p:txBody>
      </p:sp>
    </p:spTree>
  </p:cSld>
  <p:clrMapOvr>
    <a:masterClrMapping/>
  </p:clrMapOvr>
  <p:transition spd="med">
    <p:zoom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</p:bldLst>
  </p:timing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3">
    <p:bg>
      <p:bgPr>
        <a:solidFill>
          <a:srgbClr val="1443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2B6463"/>
          </a:solidFill>
          <a:ln w="12700">
            <a:solidFill>
              <a:srgbClr val="2B6463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345879"/>
          </a:solidFill>
          <a:ln w="12700">
            <a:solidFill>
              <a:srgbClr val="345879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269480" y="189047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</a:t>
            </a:r>
            <a:endParaRPr lang="ar-SA" sz="3200" dirty="0"/>
          </a:p>
        </p:txBody>
      </p:sp>
      <p:sp>
        <p:nvSpPr>
          <p:cNvPr id="17" name="C2 M1 mark"/>
          <p:cNvSpPr txBox="1"/>
          <p:nvPr/>
        </p:nvSpPr>
        <p:spPr>
          <a:xfrm>
            <a:off x="7269480" y="189047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شَ</a:t>
            </a:r>
            <a:endParaRPr lang="ar-SA" sz="3200" dirty="0"/>
          </a:p>
        </p:txBody>
      </p:sp>
      <p:sp>
        <p:nvSpPr>
          <p:cNvPr id="18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268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L2 letter"/>
          <p:cNvSpPr txBox="1"/>
          <p:nvPr/>
        </p:nvSpPr>
        <p:spPr>
          <a:xfrm>
            <a:off x="5486400" y="189494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</a:t>
            </a:r>
            <a:endParaRPr lang="ar-SA" sz="3200" dirty="0"/>
          </a:p>
        </p:txBody>
      </p:sp>
      <p:sp>
        <p:nvSpPr>
          <p:cNvPr id="20" name="C5 M2 mark"/>
          <p:cNvSpPr txBox="1"/>
          <p:nvPr/>
        </p:nvSpPr>
        <p:spPr>
          <a:xfrm>
            <a:off x="5486400" y="189494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ضۡ</a:t>
            </a:r>
            <a:endParaRPr lang="ar-SA" sz="3200" dirty="0"/>
          </a:p>
        </p:txBody>
      </p:sp>
      <p:sp>
        <p:nvSpPr>
          <p:cNvPr id="21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268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7 L3 letter"/>
          <p:cNvSpPr txBox="1"/>
          <p:nvPr/>
        </p:nvSpPr>
        <p:spPr>
          <a:xfrm>
            <a:off x="3703320" y="187665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</a:t>
            </a:r>
            <a:endParaRPr lang="ar-SA" sz="3200" dirty="0"/>
          </a:p>
        </p:txBody>
      </p:sp>
      <p:sp>
        <p:nvSpPr>
          <p:cNvPr id="23" name="C8 M3 mark"/>
          <p:cNvSpPr txBox="1"/>
          <p:nvPr/>
        </p:nvSpPr>
        <p:spPr>
          <a:xfrm>
            <a:off x="3703320" y="187665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ضَ</a:t>
            </a:r>
            <a:endParaRPr lang="ar-SA" sz="3200" dirty="0"/>
          </a:p>
        </p:txBody>
      </p:sp>
      <p:sp>
        <p:nvSpPr>
          <p:cNvPr id="24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42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11 R result"/>
          <p:cNvSpPr txBox="1"/>
          <p:nvPr/>
        </p:nvSpPr>
        <p:spPr>
          <a:xfrm>
            <a:off x="502920" y="169197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شَضَّ</a:t>
            </a:r>
            <a:endParaRPr lang="ar-SA" sz="7400" dirty="0"/>
          </a:p>
        </p:txBody>
      </p:sp>
    </p:spTree>
  </p:cSld>
  <p:clrMapOvr>
    <a:masterClrMapping/>
  </p:clrMapOvr>
  <p:transition spd="med">
    <p:wheel spokes="4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</p:bldLst>
  </p:timing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4">
    <p:bg>
      <p:bgPr>
        <a:solidFill>
          <a:srgbClr val="EB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70D65C"/>
          </a:solidFill>
          <a:ln w="12700">
            <a:solidFill>
              <a:srgbClr val="70D65C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40CC33"/>
          </a:solidFill>
          <a:ln w="12700">
            <a:solidFill>
              <a:srgbClr val="40CC33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83560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</a:t>
            </a:r>
            <a:endParaRPr lang="ar-SA" sz="3200" dirty="0"/>
          </a:p>
        </p:txBody>
      </p:sp>
      <p:sp>
        <p:nvSpPr>
          <p:cNvPr id="15" name="C2 M1 mark"/>
          <p:cNvSpPr txBox="1"/>
          <p:nvPr/>
        </p:nvSpPr>
        <p:spPr>
          <a:xfrm>
            <a:off x="7269480" y="183560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صَ</a:t>
            </a:r>
            <a:endParaRPr lang="ar-SA" sz="32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4F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89494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</a:t>
            </a:r>
            <a:endParaRPr lang="ar-SA" sz="3200" dirty="0"/>
          </a:p>
        </p:txBody>
      </p:sp>
      <p:sp>
        <p:nvSpPr>
          <p:cNvPr id="18" name="C5 M2 mark"/>
          <p:cNvSpPr txBox="1"/>
          <p:nvPr/>
        </p:nvSpPr>
        <p:spPr>
          <a:xfrm>
            <a:off x="5486400" y="189494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ضۡ</a:t>
            </a:r>
            <a:endParaRPr lang="ar-SA" sz="32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4F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L3 letter"/>
          <p:cNvSpPr txBox="1"/>
          <p:nvPr/>
        </p:nvSpPr>
        <p:spPr>
          <a:xfrm>
            <a:off x="3703320" y="187665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</a:t>
            </a:r>
            <a:endParaRPr lang="ar-SA" sz="3200" dirty="0"/>
          </a:p>
        </p:txBody>
      </p:sp>
      <p:sp>
        <p:nvSpPr>
          <p:cNvPr id="21" name="C8 M3 mark"/>
          <p:cNvSpPr txBox="1"/>
          <p:nvPr/>
        </p:nvSpPr>
        <p:spPr>
          <a:xfrm>
            <a:off x="3703320" y="187665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ضَ</a:t>
            </a:r>
            <a:endParaRPr lang="ar-SA" sz="3200" dirty="0"/>
          </a:p>
        </p:txBody>
      </p:sp>
      <p:sp>
        <p:nvSpPr>
          <p:cNvPr id="22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B86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1 R result"/>
          <p:cNvSpPr txBox="1"/>
          <p:nvPr/>
        </p:nvSpPr>
        <p:spPr>
          <a:xfrm>
            <a:off x="502920" y="1690726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صَضَّ</a:t>
            </a:r>
            <a:endParaRPr lang="ar-SA" sz="7200" dirty="0"/>
          </a:p>
        </p:txBody>
      </p:sp>
    </p:spTree>
  </p:cSld>
  <p:clrMapOvr>
    <a:masterClrMapping/>
  </p:clrMapOvr>
  <p:transition spd="med">
    <p:wipe dir="l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5">
    <p:bg>
      <p:bgPr>
        <a:solidFill>
          <a:srgbClr val="F4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53C68C"/>
          </a:solidFill>
          <a:ln w="12700">
            <a:solidFill>
              <a:srgbClr val="53C68C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EDC65E"/>
          </a:solidFill>
          <a:ln w="12700">
            <a:solidFill>
              <a:srgbClr val="EDC65E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1 W1 pill"/>
          <p:cNvSpPr/>
          <p:nvPr/>
        </p:nvSpPr>
        <p:spPr>
          <a:xfrm>
            <a:off x="5937038" y="896112"/>
            <a:ext cx="1552385" cy="137160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76200">
            <a:solidFill>
              <a:srgbClr val="65E236"/>
            </a:solidFill>
            <a:prstDash val="solid"/>
          </a:ln>
        </p:spPr>
      </p:sp>
      <p:sp>
        <p:nvSpPr>
          <p:cNvPr id="19" name="C1 W1 word"/>
          <p:cNvSpPr txBox="1"/>
          <p:nvPr/>
        </p:nvSpPr>
        <p:spPr>
          <a:xfrm>
            <a:off x="5937038" y="896112"/>
            <a:ext cx="1552385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رَبَّنَا</a:t>
            </a:r>
            <a:endParaRPr lang="ar-SA" sz="4800" dirty="0"/>
          </a:p>
        </p:txBody>
      </p:sp>
      <p:sp>
        <p:nvSpPr>
          <p:cNvPr id="20" name="C2 W2 pill"/>
          <p:cNvSpPr/>
          <p:nvPr/>
        </p:nvSpPr>
        <p:spPr>
          <a:xfrm>
            <a:off x="3373039" y="896112"/>
            <a:ext cx="2243959" cy="137160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76200">
            <a:solidFill>
              <a:srgbClr val="3665E2"/>
            </a:solidFill>
            <a:prstDash val="solid"/>
          </a:ln>
        </p:spPr>
      </p:sp>
      <p:sp>
        <p:nvSpPr>
          <p:cNvPr id="21" name="C2 W2 word"/>
          <p:cNvSpPr txBox="1"/>
          <p:nvPr/>
        </p:nvSpPr>
        <p:spPr>
          <a:xfrm>
            <a:off x="3373039" y="896112"/>
            <a:ext cx="2243959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تَقَبَّلۡ</a:t>
            </a:r>
            <a:endParaRPr lang="ar-SA" sz="4800" dirty="0"/>
          </a:p>
        </p:txBody>
      </p:sp>
      <p:sp>
        <p:nvSpPr>
          <p:cNvPr id="22" name="C3 W3 pill"/>
          <p:cNvSpPr/>
          <p:nvPr/>
        </p:nvSpPr>
        <p:spPr>
          <a:xfrm>
            <a:off x="1654577" y="896112"/>
            <a:ext cx="1398422" cy="137160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76200">
            <a:solidFill>
              <a:srgbClr val="E23665"/>
            </a:solidFill>
            <a:prstDash val="solid"/>
          </a:ln>
        </p:spPr>
      </p:sp>
      <p:sp>
        <p:nvSpPr>
          <p:cNvPr id="23" name="C3 W3 word"/>
          <p:cNvSpPr txBox="1"/>
          <p:nvPr/>
        </p:nvSpPr>
        <p:spPr>
          <a:xfrm>
            <a:off x="1654577" y="896112"/>
            <a:ext cx="1398422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مِنَّا</a:t>
            </a:r>
            <a:endParaRPr lang="ar-SA" sz="4800" dirty="0"/>
          </a:p>
        </p:txBody>
      </p:sp>
      <p:sp>
        <p:nvSpPr>
          <p:cNvPr id="24" name="C4 A arrow"/>
          <p:cNvSpPr/>
          <p:nvPr/>
        </p:nvSpPr>
        <p:spPr>
          <a:xfrm>
            <a:off x="4297680" y="2340864"/>
            <a:ext cx="548640" cy="457200"/>
          </a:xfrm>
          <a:prstGeom prst="downArrow">
            <a:avLst/>
          </a:prstGeom>
          <a:solidFill>
            <a:srgbClr val="92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4 S panel"/>
          <p:cNvSpPr/>
          <p:nvPr/>
        </p:nvSpPr>
        <p:spPr>
          <a:xfrm>
            <a:off x="2436037" y="2834640"/>
            <a:ext cx="4271927" cy="1417320"/>
          </a:xfrm>
          <a:prstGeom prst="roundRect">
            <a:avLst>
              <a:gd name="adj" fmla="val 22581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6" name="C4 S sentence"/>
          <p:cNvSpPr txBox="1"/>
          <p:nvPr/>
        </p:nvSpPr>
        <p:spPr>
          <a:xfrm>
            <a:off x="2436037" y="2834640"/>
            <a:ext cx="4271927" cy="14173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رَبَّنَا تَقَبَّلۡ مِنَّا</a:t>
            </a:r>
            <a:endParaRPr lang="ar-SA" sz="4800" dirty="0"/>
          </a:p>
        </p:txBody>
      </p:sp>
    </p:spTree>
  </p:cSld>
  <p:clrMapOvr>
    <a:masterClrMapping/>
  </p:clrMapOvr>
  <p:transition spd="med">
    <p:circle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</p:bldLst>
  </p:timing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6">
    <p:bg>
      <p:bgPr>
        <a:solidFill>
          <a:srgbClr val="1432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5267E0"/>
          </a:solidFill>
          <a:ln w="12700">
            <a:solidFill>
              <a:srgbClr val="5267E0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B08CF2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DB9670"/>
          </a:solidFill>
          <a:ln w="12700">
            <a:solidFill>
              <a:srgbClr val="DB9670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5B8547"/>
          </a:solidFill>
          <a:ln w="12700">
            <a:solidFill>
              <a:srgbClr val="5B8547"/>
            </a:solidFill>
            <a:prstDash val="solid"/>
          </a:ln>
        </p:spPr>
      </p:sp>
      <p:sp>
        <p:nvSpPr>
          <p:cNvPr id="15" name="C1 W1 pill"/>
          <p:cNvSpPr/>
          <p:nvPr/>
        </p:nvSpPr>
        <p:spPr>
          <a:xfrm>
            <a:off x="7012503" y="896112"/>
            <a:ext cx="1252492" cy="1371600"/>
          </a:xfrm>
          <a:prstGeom prst="roundRect">
            <a:avLst>
              <a:gd name="adj" fmla="val 29203"/>
            </a:avLst>
          </a:prstGeom>
          <a:solidFill>
            <a:srgbClr val="FFFFFF"/>
          </a:solidFill>
          <a:ln w="76200">
            <a:solidFill>
              <a:srgbClr val="3A36E2"/>
            </a:solidFill>
            <a:prstDash val="solid"/>
          </a:ln>
        </p:spPr>
      </p:sp>
      <p:sp>
        <p:nvSpPr>
          <p:cNvPr id="16" name="C1 W1 word"/>
          <p:cNvSpPr txBox="1"/>
          <p:nvPr/>
        </p:nvSpPr>
        <p:spPr>
          <a:xfrm>
            <a:off x="7012503" y="896112"/>
            <a:ext cx="1252492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إِنَّ</a:t>
            </a:r>
            <a:endParaRPr lang="ar-SA" sz="4000" dirty="0"/>
          </a:p>
        </p:txBody>
      </p:sp>
      <p:sp>
        <p:nvSpPr>
          <p:cNvPr id="17" name="C2 W2 pill"/>
          <p:cNvSpPr/>
          <p:nvPr/>
        </p:nvSpPr>
        <p:spPr>
          <a:xfrm>
            <a:off x="5222375" y="896112"/>
            <a:ext cx="1470089" cy="137160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76200">
            <a:solidFill>
              <a:srgbClr val="E23A36"/>
            </a:solidFill>
            <a:prstDash val="solid"/>
          </a:ln>
        </p:spPr>
      </p:sp>
      <p:sp>
        <p:nvSpPr>
          <p:cNvPr id="18" name="C2 W2 word"/>
          <p:cNvSpPr txBox="1"/>
          <p:nvPr/>
        </p:nvSpPr>
        <p:spPr>
          <a:xfrm>
            <a:off x="5222375" y="896112"/>
            <a:ext cx="1470089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ٱللَّهَ</a:t>
            </a:r>
            <a:endParaRPr lang="ar-SA" sz="4000" dirty="0"/>
          </a:p>
        </p:txBody>
      </p:sp>
      <p:sp>
        <p:nvSpPr>
          <p:cNvPr id="19" name="C3 W3 pill"/>
          <p:cNvSpPr/>
          <p:nvPr/>
        </p:nvSpPr>
        <p:spPr>
          <a:xfrm>
            <a:off x="3630811" y="896112"/>
            <a:ext cx="1271524" cy="1371600"/>
          </a:xfrm>
          <a:prstGeom prst="roundRect">
            <a:avLst>
              <a:gd name="adj" fmla="val 28765"/>
            </a:avLst>
          </a:prstGeom>
          <a:solidFill>
            <a:srgbClr val="FFFFFF"/>
          </a:solidFill>
          <a:ln w="76200">
            <a:solidFill>
              <a:srgbClr val="36E23A"/>
            </a:solidFill>
            <a:prstDash val="solid"/>
          </a:ln>
        </p:spPr>
      </p:sp>
      <p:sp>
        <p:nvSpPr>
          <p:cNvPr id="20" name="C3 W3 word"/>
          <p:cNvSpPr txBox="1"/>
          <p:nvPr/>
        </p:nvSpPr>
        <p:spPr>
          <a:xfrm>
            <a:off x="3630811" y="896112"/>
            <a:ext cx="1271524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مَعَ</a:t>
            </a:r>
            <a:endParaRPr lang="ar-SA" sz="4000" dirty="0"/>
          </a:p>
        </p:txBody>
      </p:sp>
      <p:sp>
        <p:nvSpPr>
          <p:cNvPr id="21" name="C4 W4 pill"/>
          <p:cNvSpPr/>
          <p:nvPr/>
        </p:nvSpPr>
        <p:spPr>
          <a:xfrm>
            <a:off x="879005" y="896112"/>
            <a:ext cx="2431766" cy="137160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76200">
            <a:solidFill>
              <a:srgbClr val="3A36E2"/>
            </a:solidFill>
            <a:prstDash val="solid"/>
          </a:ln>
        </p:spPr>
      </p:sp>
      <p:sp>
        <p:nvSpPr>
          <p:cNvPr id="22" name="C4 W4 word"/>
          <p:cNvSpPr txBox="1"/>
          <p:nvPr/>
        </p:nvSpPr>
        <p:spPr>
          <a:xfrm>
            <a:off x="879005" y="896112"/>
            <a:ext cx="2431766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ٱلصَّٰبِرِينَ</a:t>
            </a:r>
            <a:endParaRPr lang="ar-SA" sz="4000" dirty="0"/>
          </a:p>
        </p:txBody>
      </p:sp>
      <p:sp>
        <p:nvSpPr>
          <p:cNvPr id="23" name="C5 A arrow"/>
          <p:cNvSpPr/>
          <p:nvPr/>
        </p:nvSpPr>
        <p:spPr>
          <a:xfrm>
            <a:off x="4297680" y="2340864"/>
            <a:ext cx="548640" cy="457200"/>
          </a:xfrm>
          <a:prstGeom prst="downArrow">
            <a:avLst/>
          </a:prstGeom>
          <a:solidFill>
            <a:srgbClr val="B5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5 S panel"/>
          <p:cNvSpPr/>
          <p:nvPr/>
        </p:nvSpPr>
        <p:spPr>
          <a:xfrm>
            <a:off x="2166662" y="2834640"/>
            <a:ext cx="4810676" cy="1417320"/>
          </a:xfrm>
          <a:prstGeom prst="roundRect">
            <a:avLst>
              <a:gd name="adj" fmla="val 22581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5" name="C5 S sentence"/>
          <p:cNvSpPr txBox="1"/>
          <p:nvPr/>
        </p:nvSpPr>
        <p:spPr>
          <a:xfrm>
            <a:off x="2166662" y="2834640"/>
            <a:ext cx="4810676" cy="14173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إِنَّ ٱللَّهَ مَعَ ٱلصَّٰبِرِينَ</a:t>
            </a:r>
            <a:endParaRPr lang="ar-SA" sz="4000" dirty="0"/>
          </a:p>
        </p:txBody>
      </p:sp>
    </p:spTree>
  </p:cSld>
  <p:clrMapOvr>
    <a:masterClrMapping/>
  </p:clrMapOvr>
  <p:transition spd="med">
    <p:randomBar dir="vert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</p:bldLst>
  </p:timing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7">
    <p:bg>
      <p:bgPr>
        <a:solidFill>
          <a:srgbClr val="F7C5D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D86B64"/>
          </a:solidFill>
          <a:ln w="12700">
            <a:solidFill>
              <a:srgbClr val="D86B64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D14756"/>
          </a:solidFill>
          <a:ln w="12700">
            <a:solidFill>
              <a:srgbClr val="D14756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1 W1 pill"/>
          <p:cNvSpPr/>
          <p:nvPr/>
        </p:nvSpPr>
        <p:spPr>
          <a:xfrm>
            <a:off x="5544249" y="896112"/>
            <a:ext cx="1294729" cy="1371600"/>
          </a:xfrm>
          <a:prstGeom prst="roundRect">
            <a:avLst>
              <a:gd name="adj" fmla="val 28250"/>
            </a:avLst>
          </a:prstGeom>
          <a:solidFill>
            <a:srgbClr val="FFFFFF"/>
          </a:solidFill>
          <a:ln w="76200">
            <a:solidFill>
              <a:srgbClr val="E26C36"/>
            </a:solidFill>
            <a:prstDash val="solid"/>
          </a:ln>
        </p:spPr>
      </p:sp>
      <p:sp>
        <p:nvSpPr>
          <p:cNvPr id="11" name="C1 W1 word"/>
          <p:cNvSpPr txBox="1"/>
          <p:nvPr/>
        </p:nvSpPr>
        <p:spPr>
          <a:xfrm>
            <a:off x="5544249" y="896112"/>
            <a:ext cx="1294729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كَلَّا</a:t>
            </a:r>
            <a:endParaRPr lang="ar-SA" sz="4000" dirty="0"/>
          </a:p>
        </p:txBody>
      </p:sp>
      <p:sp>
        <p:nvSpPr>
          <p:cNvPr id="12" name="C2 W2 pill"/>
          <p:cNvSpPr/>
          <p:nvPr/>
        </p:nvSpPr>
        <p:spPr>
          <a:xfrm>
            <a:off x="2305021" y="896112"/>
            <a:ext cx="2919188" cy="137160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76200">
            <a:solidFill>
              <a:srgbClr val="36E26C"/>
            </a:solidFill>
            <a:prstDash val="solid"/>
          </a:ln>
        </p:spPr>
      </p:sp>
      <p:sp>
        <p:nvSpPr>
          <p:cNvPr id="13" name="C2 W2 word"/>
          <p:cNvSpPr txBox="1"/>
          <p:nvPr/>
        </p:nvSpPr>
        <p:spPr>
          <a:xfrm>
            <a:off x="2305021" y="896112"/>
            <a:ext cx="2919188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سَيَعۡلَمُونَ</a:t>
            </a:r>
            <a:endParaRPr lang="ar-SA" sz="4000" dirty="0"/>
          </a:p>
        </p:txBody>
      </p:sp>
      <p:sp>
        <p:nvSpPr>
          <p:cNvPr id="14" name="C3 A arrow"/>
          <p:cNvSpPr/>
          <p:nvPr/>
        </p:nvSpPr>
        <p:spPr>
          <a:xfrm>
            <a:off x="4297680" y="2340864"/>
            <a:ext cx="548640" cy="457200"/>
          </a:xfrm>
          <a:prstGeom prst="downArrow">
            <a:avLst/>
          </a:prstGeom>
          <a:solidFill>
            <a:srgbClr val="2E8D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5" name="C3 S panel"/>
          <p:cNvSpPr/>
          <p:nvPr/>
        </p:nvSpPr>
        <p:spPr>
          <a:xfrm>
            <a:off x="2665254" y="2834640"/>
            <a:ext cx="3813493" cy="1417320"/>
          </a:xfrm>
          <a:prstGeom prst="roundRect">
            <a:avLst>
              <a:gd name="adj" fmla="val 22581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3 S sentence"/>
          <p:cNvSpPr txBox="1"/>
          <p:nvPr/>
        </p:nvSpPr>
        <p:spPr>
          <a:xfrm>
            <a:off x="2665254" y="2834640"/>
            <a:ext cx="3813493" cy="14173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كَلَّا سَيَعۡلَمُونَ</a:t>
            </a:r>
            <a:endParaRPr lang="ar-SA" sz="4000" dirty="0"/>
          </a:p>
        </p:txBody>
      </p:sp>
    </p:spTree>
  </p:cSld>
  <p:clrMapOvr>
    <a:masterClrMapping/>
  </p:clrMapOvr>
  <p:transition spd="med">
    <p:push dir="l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3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</p:bldLst>
  </p:timing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8">
    <p:bg>
      <p:bgPr>
        <a:solidFill>
          <a:srgbClr val="C8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66AACC"/>
          </a:solidFill>
          <a:ln w="12700">
            <a:solidFill>
              <a:srgbClr val="66AACC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406ABF"/>
          </a:solidFill>
          <a:ln w="12700">
            <a:solidFill>
              <a:srgbClr val="406ABF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1 W1 pill"/>
          <p:cNvSpPr/>
          <p:nvPr/>
        </p:nvSpPr>
        <p:spPr>
          <a:xfrm>
            <a:off x="4764171" y="896112"/>
            <a:ext cx="1230426" cy="1371600"/>
          </a:xfrm>
          <a:prstGeom prst="roundRect">
            <a:avLst>
              <a:gd name="adj" fmla="val 29726"/>
            </a:avLst>
          </a:prstGeom>
          <a:solidFill>
            <a:srgbClr val="FFFFFF"/>
          </a:solidFill>
          <a:ln w="76200">
            <a:solidFill>
              <a:srgbClr val="36E29E"/>
            </a:solidFill>
            <a:prstDash val="solid"/>
          </a:ln>
        </p:spPr>
      </p:sp>
      <p:sp>
        <p:nvSpPr>
          <p:cNvPr id="12" name="C1 W1 word"/>
          <p:cNvSpPr txBox="1"/>
          <p:nvPr/>
        </p:nvSpPr>
        <p:spPr>
          <a:xfrm>
            <a:off x="4764171" y="896112"/>
            <a:ext cx="1230426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ثُمَّ</a:t>
            </a:r>
            <a:endParaRPr lang="ar-SA" sz="4000" dirty="0"/>
          </a:p>
        </p:txBody>
      </p:sp>
      <p:sp>
        <p:nvSpPr>
          <p:cNvPr id="13" name="C2 W2 pill"/>
          <p:cNvSpPr/>
          <p:nvPr/>
        </p:nvSpPr>
        <p:spPr>
          <a:xfrm>
            <a:off x="3149402" y="896112"/>
            <a:ext cx="1294729" cy="1371600"/>
          </a:xfrm>
          <a:prstGeom prst="roundRect">
            <a:avLst>
              <a:gd name="adj" fmla="val 28250"/>
            </a:avLst>
          </a:prstGeom>
          <a:solidFill>
            <a:srgbClr val="FFFFFF"/>
          </a:solidFill>
          <a:ln w="76200">
            <a:solidFill>
              <a:srgbClr val="9E36E2"/>
            </a:solidFill>
            <a:prstDash val="solid"/>
          </a:ln>
        </p:spPr>
      </p:sp>
      <p:sp>
        <p:nvSpPr>
          <p:cNvPr id="14" name="C2 W2 word"/>
          <p:cNvSpPr txBox="1"/>
          <p:nvPr/>
        </p:nvSpPr>
        <p:spPr>
          <a:xfrm>
            <a:off x="3149402" y="896112"/>
            <a:ext cx="1294729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كَلَّا</a:t>
            </a:r>
            <a:endParaRPr lang="ar-SA" sz="4000" dirty="0"/>
          </a:p>
        </p:txBody>
      </p:sp>
      <p:sp>
        <p:nvSpPr>
          <p:cNvPr id="15" name="C3 A arrow"/>
          <p:cNvSpPr/>
          <p:nvPr/>
        </p:nvSpPr>
        <p:spPr>
          <a:xfrm>
            <a:off x="4297680" y="2340864"/>
            <a:ext cx="548640" cy="457200"/>
          </a:xfrm>
          <a:prstGeom prst="downArrow">
            <a:avLst/>
          </a:prstGeom>
          <a:solidFill>
            <a:srgbClr val="B82E6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3 S panel"/>
          <p:cNvSpPr/>
          <p:nvPr/>
        </p:nvSpPr>
        <p:spPr>
          <a:xfrm>
            <a:off x="3527514" y="2834640"/>
            <a:ext cx="2088971" cy="1417320"/>
          </a:xfrm>
          <a:prstGeom prst="roundRect">
            <a:avLst>
              <a:gd name="adj" fmla="val 22581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7" name="C3 S sentence"/>
          <p:cNvSpPr txBox="1"/>
          <p:nvPr/>
        </p:nvSpPr>
        <p:spPr>
          <a:xfrm>
            <a:off x="3527514" y="2834640"/>
            <a:ext cx="2088971" cy="14173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ثُمَّ كَلَّا</a:t>
            </a:r>
            <a:endParaRPr lang="ar-SA" sz="4000" dirty="0"/>
          </a:p>
        </p:txBody>
      </p:sp>
    </p:spTree>
  </p:cSld>
  <p:clrMapOvr>
    <a:masterClrMapping/>
  </p:clrMapOvr>
  <p:transition spd="med">
    <p:split orient="vert" dir="out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88</Slides>
  <Notes>88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88</vt:i4>
      </vt:variant>
    </vt:vector>
  </HeadingPairs>
  <TitlesOfParts>
    <vt:vector size="9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  <vt:lpstr>Slide 47</vt:lpstr>
      <vt:lpstr>Slide 48</vt:lpstr>
      <vt:lpstr>Slide 49</vt:lpstr>
      <vt:lpstr>Slide 50</vt:lpstr>
      <vt:lpstr>Slide 51</vt:lpstr>
      <vt:lpstr>Slide 52</vt:lpstr>
      <vt:lpstr>Slide 53</vt:lpstr>
      <vt:lpstr>Slide 54</vt:lpstr>
      <vt:lpstr>Slide 55</vt:lpstr>
      <vt:lpstr>Slide 56</vt:lpstr>
      <vt:lpstr>Slide 57</vt:lpstr>
      <vt:lpstr>Slide 58</vt:lpstr>
      <vt:lpstr>Slide 59</vt:lpstr>
      <vt:lpstr>Slide 60</vt:lpstr>
      <vt:lpstr>Slide 61</vt:lpstr>
      <vt:lpstr>Slide 62</vt:lpstr>
      <vt:lpstr>Slide 63</vt:lpstr>
      <vt:lpstr>Slide 64</vt:lpstr>
      <vt:lpstr>Slide 65</vt:lpstr>
      <vt:lpstr>Slide 66</vt:lpstr>
      <vt:lpstr>Slide 67</vt:lpstr>
      <vt:lpstr>Slide 68</vt:lpstr>
      <vt:lpstr>Slide 69</vt:lpstr>
      <vt:lpstr>Slide 70</vt:lpstr>
      <vt:lpstr>Slide 71</vt:lpstr>
      <vt:lpstr>Slide 72</vt:lpstr>
      <vt:lpstr>Slide 73</vt:lpstr>
      <vt:lpstr>Slide 74</vt:lpstr>
      <vt:lpstr>Slide 75</vt:lpstr>
      <vt:lpstr>Slide 76</vt:lpstr>
      <vt:lpstr>Slide 77</vt:lpstr>
      <vt:lpstr>Slide 78</vt:lpstr>
      <vt:lpstr>Slide 79</vt:lpstr>
      <vt:lpstr>Slide 80</vt:lpstr>
      <vt:lpstr>Slide 81</vt:lpstr>
      <vt:lpstr>Slide 82</vt:lpstr>
      <vt:lpstr>Slide 83</vt:lpstr>
      <vt:lpstr>Slide 84</vt:lpstr>
      <vt:lpstr>Slide 85</vt:lpstr>
      <vt:lpstr>Slide 86</vt:lpstr>
      <vt:lpstr>Slide 87</vt:lpstr>
      <vt:lpstr>Slide 88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Shaddah fatha 08-sad-dad</dc:title>
  <dc:subject>PptxGenJS Presentation</dc:subject>
  <dc:creator>PptxGenJS</dc:creator>
  <cp:lastModifiedBy>PptxGenJS</cp:lastModifiedBy>
  <cp:revision>1</cp:revision>
  <dcterms:created xsi:type="dcterms:W3CDTF">2026-10-21T19:04:07Z</dcterms:created>
  <dcterms:modified xsi:type="dcterms:W3CDTF">2026-10-21T19:04:07Z</dcterms:modified>
</cp:coreProperties>
</file>