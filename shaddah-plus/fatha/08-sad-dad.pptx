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notesMaster" Target="notesMasters/notesMaster1.xml"/><Relationship Id="rId91" Type="http://schemas.openxmlformats.org/officeDocument/2006/relationships/presProps" Target="presProps.xml"/><Relationship Id="rId92" Type="http://schemas.openxmlformats.org/officeDocument/2006/relationships/viewProps" Target="viewProps.xml"/><Relationship Id="rId93" Type="http://schemas.openxmlformats.org/officeDocument/2006/relationships/theme" Target="theme/theme1.xml"/><Relationship Id="rId9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D5E"/>
          </a:solidFill>
          <a:ln w="12700">
            <a:solidFill>
              <a:srgbClr val="ED7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600" dirty="0"/>
          </a:p>
        </p:txBody>
      </p:sp>
      <p:sp>
        <p:nvSpPr>
          <p:cNvPr id="26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R result"/>
          <p:cNvSpPr txBox="1"/>
          <p:nvPr/>
        </p:nvSpPr>
        <p:spPr>
          <a:xfrm>
            <a:off x="685800" y="15540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0E0"/>
          </a:solidFill>
          <a:ln w="12700">
            <a:solidFill>
              <a:srgbClr val="52B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1"/>
          </a:solidFill>
          <a:ln w="12700">
            <a:solidFill>
              <a:srgbClr val="DB70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12064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700" dirty="0"/>
          </a:p>
        </p:txBody>
      </p:sp>
      <p:sp>
        <p:nvSpPr>
          <p:cNvPr id="17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C3 W2 word"/>
          <p:cNvSpPr txBox="1"/>
          <p:nvPr/>
        </p:nvSpPr>
        <p:spPr>
          <a:xfrm>
            <a:off x="91440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700" dirty="0"/>
          </a:p>
        </p:txBody>
      </p:sp>
      <p:sp>
        <p:nvSpPr>
          <p:cNvPr id="20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1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8"/>
          </a:solidFill>
          <a:ln w="12700">
            <a:solidFill>
              <a:srgbClr val="D8649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C"/>
          </a:solidFill>
          <a:ln w="12700">
            <a:solidFill>
              <a:srgbClr val="D1479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671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صَأَّ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3479"/>
          </a:solidFill>
          <a:ln w="12700">
            <a:solidFill>
              <a:srgbClr val="6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455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صَبَّ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59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59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719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صَتَّ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3ED5E"/>
          </a:solidFill>
          <a:ln w="12700">
            <a:solidFill>
              <a:srgbClr val="6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292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صَثَّ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3"/>
          </a:solidFill>
          <a:ln w="12700">
            <a:solidFill>
              <a:srgbClr val="E052D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CDB70"/>
          </a:solidFill>
          <a:ln w="12700">
            <a:solidFill>
              <a:srgbClr val="9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0"/>
          </a:solidFill>
          <a:ln w="12700">
            <a:solidFill>
              <a:srgbClr val="4785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صَجَّ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D864"/>
          </a:solidFill>
          <a:ln w="12700">
            <a:solidFill>
              <a:srgbClr val="B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FD147"/>
          </a:solidFill>
          <a:ln w="12700">
            <a:solidFill>
              <a:srgbClr val="B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صَحَّ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9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9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صَخَّ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D"/>
          </a:solidFill>
          <a:ln w="12700">
            <a:solidFill>
              <a:srgbClr val="642B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434"/>
          </a:solidFill>
          <a:ln w="12700">
            <a:solidFill>
              <a:srgbClr val="795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3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74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صَدَّ</a:t>
            </a:r>
            <a:endParaRPr lang="ar-SA" sz="9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6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6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2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صَذَّ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7ED"/>
          </a:solidFill>
          <a:ln w="12700">
            <a:solidFill>
              <a:srgbClr val="5E8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2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2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3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74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صَرَّ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A52"/>
          </a:solidFill>
          <a:ln w="12700">
            <a:solidFill>
              <a:srgbClr val="E0C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7DB"/>
          </a:solidFill>
          <a:ln w="12700">
            <a:solidFill>
              <a:srgbClr val="70B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4785"/>
          </a:solidFill>
          <a:ln w="12700">
            <a:solidFill>
              <a:srgbClr val="7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6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6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82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صَزَّ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2D8"/>
          </a:solidFill>
          <a:ln w="12700">
            <a:solidFill>
              <a:srgbClr val="64D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1"/>
          </a:solidFill>
          <a:ln w="12700">
            <a:solidFill>
              <a:srgbClr val="47D1C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814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صَسَّ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5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375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صَشَّ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3"/>
          </a:solidFill>
          <a:ln w="12700">
            <a:solidFill>
              <a:srgbClr val="3479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أَصَّبَ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168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بَصَّتَ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A"/>
          </a:solidFill>
          <a:ln w="12700">
            <a:solidFill>
              <a:srgbClr val="ED5EA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962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تَصَّثَ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6"/>
          </a:solidFill>
          <a:ln w="12700">
            <a:solidFill>
              <a:srgbClr val="52E0A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1"/>
          </a:solidFill>
          <a:ln w="12700">
            <a:solidFill>
              <a:srgbClr val="DB70D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247"/>
          </a:solidFill>
          <a:ln w="12700">
            <a:solidFill>
              <a:srgbClr val="856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ثَصَّجَ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164D8"/>
          </a:solidFill>
          <a:ln w="12700">
            <a:solidFill>
              <a:srgbClr val="C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F47D1"/>
          </a:solidFill>
          <a:ln w="12700">
            <a:solidFill>
              <a:srgbClr val="9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304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جَصَّحَ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حَصَّخَ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964"/>
          </a:solidFill>
          <a:ln w="12700">
            <a:solidFill>
              <a:srgbClr val="2B4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679"/>
          </a:solidFill>
          <a:ln w="12700">
            <a:solidFill>
              <a:srgbClr val="343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9114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خَصَّدَ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91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دَصَّذَ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EED5E"/>
          </a:solidFill>
          <a:ln w="12700">
            <a:solidFill>
              <a:srgbClr val="C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ذَصَّرَ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352E0"/>
          </a:solidFill>
          <a:ln w="12700">
            <a:solidFill>
              <a:srgbClr val="8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882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رَصَّزَ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464"/>
          </a:solidFill>
          <a:ln w="12700">
            <a:solidFill>
              <a:srgbClr val="D8A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D47"/>
          </a:solidFill>
          <a:ln w="12700">
            <a:solidFill>
              <a:srgbClr val="D17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006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زَصَّسَ</a:t>
            </a:r>
            <a:endParaRPr lang="ar-SA" sz="5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272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سَصَّشَ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7"/>
          </a:solidFill>
          <a:ln w="12700">
            <a:solidFill>
              <a:srgbClr val="642B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7"/>
          </a:solidFill>
          <a:ln w="12700">
            <a:solidFill>
              <a:srgbClr val="7934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438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شَصَّأَ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أَصَّ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9"/>
          </a:solidFill>
          <a:ln w="12700">
            <a:solidFill>
              <a:srgbClr val="5EED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24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324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891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بَصَّ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F52"/>
          </a:solidFill>
          <a:ln w="12700">
            <a:solidFill>
              <a:srgbClr val="E05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0"/>
          </a:solidFill>
          <a:ln w="12700">
            <a:solidFill>
              <a:srgbClr val="70DB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6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6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تَصَّ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7"/>
          </a:solidFill>
          <a:ln w="12700">
            <a:solidFill>
              <a:srgbClr val="64D88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A"/>
          </a:solidFill>
          <a:ln w="12700">
            <a:solidFill>
              <a:srgbClr val="47D15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ثَصَّ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904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جَصَّ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7934"/>
          </a:solidFill>
          <a:ln w="12700">
            <a:solidFill>
              <a:srgbClr val="5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904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حَصَّ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904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خَصَّ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55EED"/>
          </a:solidFill>
          <a:ln w="12700">
            <a:solidFill>
              <a:srgbClr val="C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9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891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دَصَّ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8E052"/>
          </a:solidFill>
          <a:ln w="12700">
            <a:solidFill>
              <a:srgbClr val="6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570DB"/>
          </a:solidFill>
          <a:ln w="12700">
            <a:solidFill>
              <a:srgbClr val="9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ذَصَّ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A64D8"/>
          </a:solidFill>
          <a:ln w="12700">
            <a:solidFill>
              <a:srgbClr val="6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7D1"/>
          </a:solidFill>
          <a:ln w="12700">
            <a:solidFill>
              <a:srgbClr val="475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891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رَصَّ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70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891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زَصَّ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957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سَصَّ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0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00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295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شَصَّ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25E"/>
          </a:solidFill>
          <a:ln w="12700">
            <a:solidFill>
              <a:srgbClr val="EDA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9671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ضَأَّ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BE0"/>
          </a:solidFill>
          <a:ln w="12700">
            <a:solidFill>
              <a:srgbClr val="528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B70"/>
          </a:solidFill>
          <a:ln w="12700">
            <a:solidFill>
              <a:srgbClr val="DB7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2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72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455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ضَبَّ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B"/>
          </a:solidFill>
          <a:ln w="12700">
            <a:solidFill>
              <a:srgbClr val="D8647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9"/>
          </a:solidFill>
          <a:ln w="12700">
            <a:solidFill>
              <a:srgbClr val="D1477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34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34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719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ضَتَّ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292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ضَثَّ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2B64"/>
          </a:solidFill>
          <a:ln w="12700">
            <a:solidFill>
              <a:srgbClr val="4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3479"/>
          </a:solidFill>
          <a:ln w="12700">
            <a:solidFill>
              <a:srgbClr val="7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ضَجَّ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ضَحَّ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E"/>
          </a:solidFill>
          <a:ln w="12700">
            <a:solidFill>
              <a:srgbClr val="5EED7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47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47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ضَخَّ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F"/>
          </a:solidFill>
          <a:ln w="12700">
            <a:solidFill>
              <a:srgbClr val="E052A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0DB70"/>
          </a:solidFill>
          <a:ln w="12700">
            <a:solidFill>
              <a:srgbClr val="8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985"/>
          </a:solidFill>
          <a:ln w="12700">
            <a:solidFill>
              <a:srgbClr val="477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74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ضَدَّ</a:t>
            </a:r>
            <a:endParaRPr lang="ar-SA" sz="9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D864"/>
          </a:solidFill>
          <a:ln w="12700">
            <a:solidFill>
              <a:srgbClr val="9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BD147"/>
          </a:solidFill>
          <a:ln w="12700">
            <a:solidFill>
              <a:srgbClr val="9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3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3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2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ضَذَّ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7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7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ضَرَّ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82B"/>
          </a:solidFill>
          <a:ln w="12700">
            <a:solidFill>
              <a:srgbClr val="643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634"/>
          </a:solidFill>
          <a:ln w="12700">
            <a:solidFill>
              <a:srgbClr val="796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4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84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82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ضَزَّ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53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53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949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ضَسَّ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2ED"/>
          </a:solidFill>
          <a:ln w="12700">
            <a:solidFill>
              <a:srgbClr val="5E6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7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1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7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ضَشَّ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2E052"/>
          </a:solidFill>
          <a:ln w="12700">
            <a:solidFill>
              <a:srgbClr val="D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BDB"/>
          </a:solidFill>
          <a:ln w="12700">
            <a:solidFill>
              <a:srgbClr val="709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4785"/>
          </a:solidFill>
          <a:ln w="12700">
            <a:solidFill>
              <a:srgbClr val="8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53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753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983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ضَصَّ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4D8"/>
          </a:solidFill>
          <a:ln w="12700">
            <a:solidFill>
              <a:srgbClr val="64B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ED1"/>
          </a:solidFill>
          <a:ln w="12700">
            <a:solidFill>
              <a:srgbClr val="47B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367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367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03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03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8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أَضَّبَ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3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8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03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8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4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8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64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8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964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بَضَّتَ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642B"/>
          </a:solidFill>
          <a:ln w="12700">
            <a:solidFill>
              <a:srgbClr val="2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5"/>
          </a:solidFill>
          <a:ln w="12700">
            <a:solidFill>
              <a:srgbClr val="3479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4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8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64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8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838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8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838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8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586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تَضَّثَ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38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38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8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160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ثَضَّجَ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6"/>
          </a:solidFill>
          <a:ln w="12700">
            <a:solidFill>
              <a:srgbClr val="ED5E8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8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8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8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8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160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جَضَّحَ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B"/>
          </a:solidFill>
          <a:ln w="12700">
            <a:solidFill>
              <a:srgbClr val="52E0C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6"/>
          </a:solidFill>
          <a:ln w="12700">
            <a:solidFill>
              <a:srgbClr val="DB70B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147"/>
          </a:solidFill>
          <a:ln w="12700">
            <a:solidFill>
              <a:srgbClr val="857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8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8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19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8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19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8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160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حَضَّخَ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1"/>
          </a:solidFill>
          <a:ln w="12700">
            <a:solidFill>
              <a:srgbClr val="D864D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247D1"/>
          </a:solidFill>
          <a:ln w="12700">
            <a:solidFill>
              <a:srgbClr val="C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9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9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8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8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8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809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خَضَّدَ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8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8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8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8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94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8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94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8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932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دَضَّذَ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B64"/>
          </a:solidFill>
          <a:ln w="12700">
            <a:solidFill>
              <a:srgbClr val="2B3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3479"/>
          </a:solidFill>
          <a:ln w="12700">
            <a:solidFill>
              <a:srgbClr val="4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4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8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94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8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98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8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98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8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757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ذَضَّرَ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8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8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4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4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8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757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رَضَّزَ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9ED5E"/>
          </a:solidFill>
          <a:ln w="12700">
            <a:solidFill>
              <a:srgbClr val="A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8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34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8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952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8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952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8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686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زَضَّسَ</a:t>
            </a:r>
            <a:endParaRPr lang="ar-SA" sz="5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752E0"/>
          </a:solidFill>
          <a:ln w="12700">
            <a:solidFill>
              <a:srgbClr val="A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DB70"/>
          </a:solidFill>
          <a:ln w="12700">
            <a:solidFill>
              <a:srgbClr val="D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2"/>
          </a:solidFill>
          <a:ln w="12700">
            <a:solidFill>
              <a:srgbClr val="4785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52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8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52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8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0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8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0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8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651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سَضَّشَ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264"/>
          </a:solidFill>
          <a:ln w="12700">
            <a:solidFill>
              <a:srgbClr val="D8C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047"/>
          </a:solidFill>
          <a:ln w="12700">
            <a:solidFill>
              <a:srgbClr val="D1A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0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0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027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027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8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6452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شَضَّصَ</a:t>
            </a:r>
            <a:endParaRPr lang="ar-SA" sz="4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27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8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027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38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8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367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8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367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8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317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صَضَّأَ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9"/>
          </a:solidFill>
          <a:ln w="12700">
            <a:solidFill>
              <a:srgbClr val="642B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6"/>
          </a:solidFill>
          <a:ln w="12700">
            <a:solidFill>
              <a:srgbClr val="7934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88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88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أَضَّ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6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6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919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بَضَّ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DED"/>
          </a:solidFill>
          <a:ln w="12700">
            <a:solidFill>
              <a:srgbClr val="5EC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59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59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919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تَضَّ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452"/>
          </a:solidFill>
          <a:ln w="12700">
            <a:solidFill>
              <a:srgbClr val="E08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B"/>
          </a:solidFill>
          <a:ln w="12700">
            <a:solidFill>
              <a:srgbClr val="70DBC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4785"/>
          </a:solidFill>
          <a:ln w="12700">
            <a:solidFill>
              <a:srgbClr val="5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28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28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919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ثَضَّ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5"/>
          </a:solidFill>
          <a:ln w="12700">
            <a:solidFill>
              <a:srgbClr val="64D8A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E"/>
          </a:solidFill>
          <a:ln w="12700">
            <a:solidFill>
              <a:srgbClr val="47D17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3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3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919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جَضَّ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3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3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919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حَضَّ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7934"/>
          </a:solidFill>
          <a:ln w="12700">
            <a:solidFill>
              <a:srgbClr val="4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4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54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919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خَضَّ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919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دَضَّ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A5EED"/>
          </a:solidFill>
          <a:ln w="12700">
            <a:solidFill>
              <a:srgbClr val="E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2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02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919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ذَضَّ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0"/>
          </a:solidFill>
          <a:ln w="12700">
            <a:solidFill>
              <a:srgbClr val="52E06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170DB"/>
          </a:solidFill>
          <a:ln w="12700">
            <a:solidFill>
              <a:srgbClr val="B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B"/>
          </a:solidFill>
          <a:ln w="12700">
            <a:solidFill>
              <a:srgbClr val="8547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09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309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919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رَضَّ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864D8"/>
          </a:solidFill>
          <a:ln w="12700">
            <a:solidFill>
              <a:srgbClr val="8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B47D1"/>
          </a:solidFill>
          <a:ln w="12700">
            <a:solidFill>
              <a:srgbClr val="5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1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1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919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زَضَّ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7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7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919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سَضَّ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3"/>
          </a:solidFill>
          <a:ln w="12700">
            <a:solidFill>
              <a:srgbClr val="2B64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879"/>
          </a:solidFill>
          <a:ln w="12700">
            <a:solidFill>
              <a:srgbClr val="345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04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04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919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شَضَّ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5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5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907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صَضَّ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65E"/>
          </a:solidFill>
          <a:ln w="12700">
            <a:solidFill>
              <a:srgbClr val="EDC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937038" y="896112"/>
            <a:ext cx="15523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5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937038" y="896112"/>
            <a:ext cx="15523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</a:t>
            </a:r>
            <a:endParaRPr lang="ar-SA" sz="4800" dirty="0"/>
          </a:p>
        </p:txBody>
      </p:sp>
      <p:sp>
        <p:nvSpPr>
          <p:cNvPr id="20" name="C2 W2 pill"/>
          <p:cNvSpPr/>
          <p:nvPr/>
        </p:nvSpPr>
        <p:spPr>
          <a:xfrm>
            <a:off x="3373039" y="896112"/>
            <a:ext cx="22439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5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373039" y="896112"/>
            <a:ext cx="22439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تَقَبَّلۡ</a:t>
            </a:r>
            <a:endParaRPr lang="ar-SA" sz="4800" dirty="0"/>
          </a:p>
        </p:txBody>
      </p:sp>
      <p:sp>
        <p:nvSpPr>
          <p:cNvPr id="22" name="C3 W3 pill"/>
          <p:cNvSpPr/>
          <p:nvPr/>
        </p:nvSpPr>
        <p:spPr>
          <a:xfrm>
            <a:off x="1654577" y="896112"/>
            <a:ext cx="13984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5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654577" y="896112"/>
            <a:ext cx="13984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مِنَّا</a:t>
            </a:r>
            <a:endParaRPr lang="ar-SA" sz="48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2436037" y="2834640"/>
            <a:ext cx="42719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2436037" y="2834640"/>
            <a:ext cx="42719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 تَقَبَّلۡ مِنَّا</a:t>
            </a:r>
            <a:endParaRPr lang="ar-SA" sz="4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7E0"/>
          </a:solidFill>
          <a:ln w="12700">
            <a:solidFill>
              <a:srgbClr val="526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670"/>
          </a:solidFill>
          <a:ln w="12700">
            <a:solidFill>
              <a:srgbClr val="DB9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8547"/>
          </a:solidFill>
          <a:ln w="12700">
            <a:solidFill>
              <a:srgbClr val="5B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7012503" y="896112"/>
            <a:ext cx="1252492" cy="1371600"/>
          </a:xfrm>
          <a:prstGeom prst="roundRect">
            <a:avLst>
              <a:gd name="adj" fmla="val 29203"/>
            </a:avLst>
          </a:prstGeom>
          <a:solidFill>
            <a:srgbClr val="FFFFFF"/>
          </a:solidFill>
          <a:ln w="76200">
            <a:solidFill>
              <a:srgbClr val="3A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7012503" y="896112"/>
            <a:ext cx="125249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</a:t>
            </a:r>
            <a:endParaRPr lang="ar-SA" sz="4000" dirty="0"/>
          </a:p>
        </p:txBody>
      </p:sp>
      <p:sp>
        <p:nvSpPr>
          <p:cNvPr id="17" name="C2 W2 pill"/>
          <p:cNvSpPr/>
          <p:nvPr/>
        </p:nvSpPr>
        <p:spPr>
          <a:xfrm>
            <a:off x="5222375" y="896112"/>
            <a:ext cx="14700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A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5222375" y="896112"/>
            <a:ext cx="14700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ٱللَّهَ</a:t>
            </a:r>
            <a:endParaRPr lang="ar-SA" sz="4000" dirty="0"/>
          </a:p>
        </p:txBody>
      </p:sp>
      <p:sp>
        <p:nvSpPr>
          <p:cNvPr id="19" name="C3 W3 pill"/>
          <p:cNvSpPr/>
          <p:nvPr/>
        </p:nvSpPr>
        <p:spPr>
          <a:xfrm>
            <a:off x="3630811" y="896112"/>
            <a:ext cx="1271524" cy="1371600"/>
          </a:xfrm>
          <a:prstGeom prst="roundRect">
            <a:avLst>
              <a:gd name="adj" fmla="val 28765"/>
            </a:avLst>
          </a:prstGeom>
          <a:solidFill>
            <a:srgbClr val="FFFFFF"/>
          </a:solidFill>
          <a:ln w="76200">
            <a:solidFill>
              <a:srgbClr val="36E23A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3630811" y="896112"/>
            <a:ext cx="12715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مَعَ</a:t>
            </a:r>
            <a:endParaRPr lang="ar-SA" sz="4000" dirty="0"/>
          </a:p>
        </p:txBody>
      </p:sp>
      <p:sp>
        <p:nvSpPr>
          <p:cNvPr id="21" name="C4 W4 pill"/>
          <p:cNvSpPr/>
          <p:nvPr/>
        </p:nvSpPr>
        <p:spPr>
          <a:xfrm>
            <a:off x="879005" y="896112"/>
            <a:ext cx="24317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A36E2"/>
            </a:solidFill>
            <a:prstDash val="solid"/>
          </a:ln>
        </p:spPr>
      </p:sp>
      <p:sp>
        <p:nvSpPr>
          <p:cNvPr id="22" name="C4 W4 word"/>
          <p:cNvSpPr txBox="1"/>
          <p:nvPr/>
        </p:nvSpPr>
        <p:spPr>
          <a:xfrm>
            <a:off x="879005" y="896112"/>
            <a:ext cx="24317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ٱلصَّٰبِرِينَ</a:t>
            </a:r>
            <a:endParaRPr lang="ar-SA" sz="4000" dirty="0"/>
          </a:p>
        </p:txBody>
      </p:sp>
      <p:sp>
        <p:nvSpPr>
          <p:cNvPr id="23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S panel"/>
          <p:cNvSpPr/>
          <p:nvPr/>
        </p:nvSpPr>
        <p:spPr>
          <a:xfrm>
            <a:off x="2166662" y="2834640"/>
            <a:ext cx="48106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C5 S sentence"/>
          <p:cNvSpPr txBox="1"/>
          <p:nvPr/>
        </p:nvSpPr>
        <p:spPr>
          <a:xfrm>
            <a:off x="2166662" y="2834640"/>
            <a:ext cx="48106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 ٱللَّهَ مَعَ ٱلصَّٰبِرِينَ</a:t>
            </a:r>
            <a:endParaRPr lang="ar-SA" sz="4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B64"/>
          </a:solidFill>
          <a:ln w="12700">
            <a:solidFill>
              <a:srgbClr val="D86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6"/>
          </a:solidFill>
          <a:ln w="12700">
            <a:solidFill>
              <a:srgbClr val="D1475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544249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E26C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544249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2305021" y="896112"/>
            <a:ext cx="29191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C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05021" y="896112"/>
            <a:ext cx="29191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سَيَعۡلَمُونَ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65254" y="2834640"/>
            <a:ext cx="38134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65254" y="2834640"/>
            <a:ext cx="38134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 سَيَعۡلَمُونَ</a:t>
            </a:r>
            <a:endParaRPr lang="ar-SA" sz="4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64171" y="896112"/>
            <a:ext cx="1230426" cy="1371600"/>
          </a:xfrm>
          <a:prstGeom prst="roundRect">
            <a:avLst>
              <a:gd name="adj" fmla="val 29726"/>
            </a:avLst>
          </a:prstGeom>
          <a:solidFill>
            <a:srgbClr val="FFFFFF"/>
          </a:solidFill>
          <a:ln w="76200">
            <a:solidFill>
              <a:srgbClr val="36E29E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64171" y="896112"/>
            <a:ext cx="12304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</a:t>
            </a:r>
            <a:endParaRPr lang="ar-SA" sz="4000" dirty="0"/>
          </a:p>
        </p:txBody>
      </p:sp>
      <p:sp>
        <p:nvSpPr>
          <p:cNvPr id="13" name="C2 W2 pill"/>
          <p:cNvSpPr/>
          <p:nvPr/>
        </p:nvSpPr>
        <p:spPr>
          <a:xfrm>
            <a:off x="3149402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9E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3149402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527514" y="2834640"/>
            <a:ext cx="20889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527514" y="2834640"/>
            <a:ext cx="20889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 كَلَّا</a:t>
            </a:r>
            <a:endParaRPr lang="ar-SA" sz="4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88</Slides>
  <Notes>88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88</vt:i4>
      </vt:variant>
    </vt:vector>
  </HeadingPairs>
  <TitlesOfParts>
    <vt:vector size="9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fatha 08-sad-dad</dc:title>
  <dc:subject>PptxGenJS Presentation</dc:subject>
  <dc:creator>PptxGenJS</dc:creator>
  <cp:lastModifiedBy>PptxGenJS</cp:lastModifiedBy>
  <cp:revision>1</cp:revision>
  <dcterms:created xsi:type="dcterms:W3CDTF">2026-10-21T19:04:07Z</dcterms:created>
  <dcterms:modified xsi:type="dcterms:W3CDTF">2026-10-21T19:04:07Z</dcterms:modified>
</cp:coreProperties>
</file>