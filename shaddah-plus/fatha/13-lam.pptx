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25E"/>
          </a:solidFill>
          <a:ln w="12700">
            <a:solidFill>
              <a:srgbClr val="EDE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52E0"/>
          </a:solidFill>
          <a:ln w="12700">
            <a:solidFill>
              <a:srgbClr val="5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B70"/>
          </a:solidFill>
          <a:ln w="12700">
            <a:solidFill>
              <a:srgbClr val="DBA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264"/>
          </a:solidFill>
          <a:ln w="12700">
            <a:solidFill>
              <a:srgbClr val="D88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447"/>
          </a:solidFill>
          <a:ln w="12700">
            <a:solidFill>
              <a:srgbClr val="D15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527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لَأَّ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30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لَبَّ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2B64"/>
          </a:solidFill>
          <a:ln w="12700">
            <a:solidFill>
              <a:srgbClr val="6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54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لَتَّ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F"/>
          </a:solidFill>
          <a:ln w="12700">
            <a:solidFill>
              <a:srgbClr val="5EEDB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لَجَّ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E"/>
          </a:solidFill>
          <a:ln w="12700">
            <a:solidFill>
              <a:srgbClr val="E0526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لَحَّ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5"/>
          </a:solidFill>
          <a:ln w="12700">
            <a:solidFill>
              <a:srgbClr val="64D8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DD147"/>
          </a:solidFill>
          <a:ln w="12700">
            <a:solidFill>
              <a:srgbClr val="5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030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لَدَّ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لَذَّ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لَرَّ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B5EED"/>
          </a:solidFill>
          <a:ln w="12700">
            <a:solidFill>
              <a:srgbClr val="9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E052"/>
          </a:solidFill>
          <a:ln w="12700">
            <a:solidFill>
              <a:srgbClr val="9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70DB"/>
          </a:solidFill>
          <a:ln w="12700">
            <a:solidFill>
              <a:srgbClr val="7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لَسَّ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0D8"/>
          </a:solidFill>
          <a:ln w="12700">
            <a:solidFill>
              <a:srgbClr val="648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FD1"/>
          </a:solidFill>
          <a:ln w="12700">
            <a:solidFill>
              <a:srgbClr val="477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لَصَّ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7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7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لَطَّ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85E"/>
          </a:solidFill>
          <a:ln w="12700">
            <a:solidFill>
              <a:srgbClr val="ED7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لَظَّ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5E0"/>
          </a:solidFill>
          <a:ln w="12700">
            <a:solidFill>
              <a:srgbClr val="52B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5"/>
          </a:solidFill>
          <a:ln w="12700">
            <a:solidFill>
              <a:srgbClr val="DB70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لَعَّ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D"/>
          </a:solidFill>
          <a:ln w="12700">
            <a:solidFill>
              <a:srgbClr val="D864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2"/>
          </a:solidFill>
          <a:ln w="12700">
            <a:solidFill>
              <a:srgbClr val="D147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لَغَّ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لَفَّ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لَقَّ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لَكَّ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ED5E"/>
          </a:solidFill>
          <a:ln w="12700">
            <a:solidFill>
              <a:srgbClr val="6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60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أَلَّبَ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9"/>
          </a:solidFill>
          <a:ln w="12700">
            <a:solidFill>
              <a:srgbClr val="E052D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0DB70"/>
          </a:solidFill>
          <a:ln w="12700">
            <a:solidFill>
              <a:srgbClr val="A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656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بَلَّتَ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D864"/>
          </a:solidFill>
          <a:ln w="12700">
            <a:solidFill>
              <a:srgbClr val="B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4D147"/>
          </a:solidFill>
          <a:ln w="12700">
            <a:solidFill>
              <a:srgbClr val="C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99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تَلَّثَ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ثَلَّجَ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جَلَّحَ</a:t>
            </a:r>
            <a:endParaRPr lang="ar-SA" sz="5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حَلَّخَ</a:t>
            </a:r>
            <a:endParaRPr lang="ar-SA" sz="5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CED"/>
          </a:solidFill>
          <a:ln w="12700">
            <a:solidFill>
              <a:srgbClr val="5E8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خَلَّدَ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452"/>
          </a:solidFill>
          <a:ln w="12700">
            <a:solidFill>
              <a:srgbClr val="E0C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BDB"/>
          </a:solidFill>
          <a:ln w="12700">
            <a:solidFill>
              <a:srgbClr val="70B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دَلَّذَ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7D8"/>
          </a:solidFill>
          <a:ln w="12700">
            <a:solidFill>
              <a:srgbClr val="64D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C"/>
          </a:solidFill>
          <a:ln w="12700">
            <a:solidFill>
              <a:srgbClr val="47D1B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ذَلَّرَ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رَلَّزَ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زَلَّسَ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سَلَّشَ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0"/>
          </a:solidFill>
          <a:ln w="12700">
            <a:solidFill>
              <a:srgbClr val="ED5EB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شَلَّصَ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1"/>
          </a:solidFill>
          <a:ln w="12700">
            <a:solidFill>
              <a:srgbClr val="52E0A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5"/>
          </a:solidFill>
          <a:ln w="12700">
            <a:solidFill>
              <a:srgbClr val="DB70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68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صَلَّضَ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64D8"/>
          </a:solidFill>
          <a:ln w="12700">
            <a:solidFill>
              <a:srgbClr val="B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A47D1"/>
          </a:solidFill>
          <a:ln w="12700">
            <a:solidFill>
              <a:srgbClr val="9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ضَلَّطَ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طَلَّظَ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ظَلَّعَ</a:t>
            </a:r>
            <a:endParaRPr lang="ar-SA" sz="5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عَلَّغَ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3ED5E"/>
          </a:solidFill>
          <a:ln w="12700">
            <a:solidFill>
              <a:srgbClr val="D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84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غَلَّفَ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D52E0"/>
          </a:solidFill>
          <a:ln w="12700">
            <a:solidFill>
              <a:srgbClr val="7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770"/>
          </a:solidFill>
          <a:ln w="12700">
            <a:solidFill>
              <a:srgbClr val="DBC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77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فَلَّقَ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064"/>
          </a:solidFill>
          <a:ln w="12700">
            <a:solidFill>
              <a:srgbClr val="D8A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747"/>
          </a:solidFill>
          <a:ln w="12700">
            <a:solidFill>
              <a:srgbClr val="D17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99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قَلَّكَ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617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كَلَّأَ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A"/>
          </a:solidFill>
          <a:ln w="12700">
            <a:solidFill>
              <a:srgbClr val="642B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37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3"/>
          </a:solidFill>
          <a:ln w="12700">
            <a:solidFill>
              <a:srgbClr val="5EED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A52"/>
          </a:solidFill>
          <a:ln w="12700">
            <a:solidFill>
              <a:srgbClr val="E05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C"/>
          </a:solidFill>
          <a:ln w="12700">
            <a:solidFill>
              <a:srgbClr val="70DB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E85"/>
          </a:solidFill>
          <a:ln w="12700">
            <a:solidFill>
              <a:srgbClr val="474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3"/>
          </a:solidFill>
          <a:ln w="12700">
            <a:solidFill>
              <a:srgbClr val="64D88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5"/>
          </a:solidFill>
          <a:ln w="12700">
            <a:solidFill>
              <a:srgbClr val="47D15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7934"/>
          </a:solidFill>
          <a:ln w="12700">
            <a:solidFill>
              <a:srgbClr val="5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37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05EED"/>
          </a:solidFill>
          <a:ln w="12700">
            <a:solidFill>
              <a:srgbClr val="C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37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DE052"/>
          </a:solidFill>
          <a:ln w="12700">
            <a:solidFill>
              <a:srgbClr val="6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70DB"/>
          </a:solidFill>
          <a:ln w="12700">
            <a:solidFill>
              <a:srgbClr val="9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D"/>
          </a:solidFill>
          <a:ln w="12700">
            <a:solidFill>
              <a:srgbClr val="8547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7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64D8"/>
          </a:solidFill>
          <a:ln w="12700">
            <a:solidFill>
              <a:srgbClr val="6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CD1"/>
          </a:solidFill>
          <a:ln w="12700">
            <a:solidFill>
              <a:srgbClr val="475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7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2"/>
          </a:solidFill>
          <a:ln w="12700">
            <a:solidFill>
              <a:srgbClr val="2B64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D79"/>
          </a:solidFill>
          <a:ln w="12700">
            <a:solidFill>
              <a:srgbClr val="346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C5E"/>
          </a:solidFill>
          <a:ln w="12700">
            <a:solidFill>
              <a:srgbClr val="ED9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1E0"/>
          </a:solidFill>
          <a:ln w="12700">
            <a:solidFill>
              <a:srgbClr val="529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670"/>
          </a:solidFill>
          <a:ln w="12700">
            <a:solidFill>
              <a:srgbClr val="DB7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8547"/>
          </a:solidFill>
          <a:ln w="12700">
            <a:solidFill>
              <a:srgbClr val="6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F"/>
          </a:solidFill>
          <a:ln w="12700">
            <a:solidFill>
              <a:srgbClr val="D864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E"/>
          </a:solidFill>
          <a:ln w="12700">
            <a:solidFill>
              <a:srgbClr val="D147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2B64"/>
          </a:solidFill>
          <a:ln w="12700">
            <a:solidFill>
              <a:srgbClr val="4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3479"/>
          </a:solidFill>
          <a:ln w="12700">
            <a:solidFill>
              <a:srgbClr val="7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9"/>
          </a:solidFill>
          <a:ln w="12700">
            <a:solidFill>
              <a:srgbClr val="5EED7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4"/>
          </a:solidFill>
          <a:ln w="12700">
            <a:solidFill>
              <a:srgbClr val="E052B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5DB70"/>
          </a:solidFill>
          <a:ln w="12700">
            <a:solidFill>
              <a:srgbClr val="8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C85"/>
          </a:solidFill>
          <a:ln w="12700">
            <a:solidFill>
              <a:srgbClr val="477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D864"/>
          </a:solidFill>
          <a:ln w="12700">
            <a:solidFill>
              <a:srgbClr val="9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D147"/>
          </a:solidFill>
          <a:ln w="12700">
            <a:solidFill>
              <a:srgbClr val="A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E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E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4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E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40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0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5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36E240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7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036E2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52B"/>
          </a:solidFill>
          <a:ln w="12700">
            <a:solidFill>
              <a:srgbClr val="643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334"/>
          </a:solidFill>
          <a:ln w="12700">
            <a:solidFill>
              <a:srgbClr val="7963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E273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3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36E2A5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A5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13-lam</dc:title>
  <dc:subject>PptxGenJS Presentation</dc:subject>
  <dc:creator>PptxGenJS</dc:creator>
  <cp:lastModifiedBy>PptxGenJS</cp:lastModifiedBy>
  <cp:revision>1</cp:revision>
  <dcterms:created xsi:type="dcterms:W3CDTF">2026-10-21T19:04:08Z</dcterms:created>
  <dcterms:modified xsi:type="dcterms:W3CDTF">2026-10-21T19:04:08Z</dcterms:modified>
</cp:coreProperties>
</file>