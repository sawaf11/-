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الفتحة: الحرف المشدد = حرف ساكن + نفس الحرف بـالفتحة.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847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600" dirty="0"/>
          </a:p>
        </p:txBody>
      </p:sp>
      <p:sp>
        <p:nvSpPr>
          <p:cNvPr id="20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R result"/>
          <p:cNvSpPr txBox="1"/>
          <p:nvPr/>
        </p:nvSpPr>
        <p:spPr>
          <a:xfrm>
            <a:off x="685800" y="15540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5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97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14259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7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E"/>
          </a:solidFill>
          <a:ln w="12700">
            <a:solidFill>
              <a:srgbClr val="5EED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077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F"/>
          </a:solidFill>
          <a:ln w="12700">
            <a:solidFill>
              <a:srgbClr val="E0529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84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97128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كَأَّ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D147"/>
          </a:solidFill>
          <a:ln w="12700">
            <a:solidFill>
              <a:srgbClr val="8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471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2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455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كَبَّ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31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788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كَتَّ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84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32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359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كَثَّ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كَجَّ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196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كَحَّ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0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50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41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كَخَّ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5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00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74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كَدَّ</a:t>
            </a:r>
            <a:endParaRPr lang="ar-SA" sz="9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49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25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كَذَّ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3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281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018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كَرَّ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2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2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2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821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كَزَّ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6"/>
          </a:solidFill>
          <a:ln w="12700">
            <a:solidFill>
              <a:srgbClr val="ED5E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455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26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كَسَّ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B"/>
          </a:solidFill>
          <a:ln w="12700">
            <a:solidFill>
              <a:srgbClr val="52E0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A"/>
          </a:solidFill>
          <a:ln w="12700">
            <a:solidFill>
              <a:srgbClr val="DB70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2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2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084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3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6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7207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كَشَّ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46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511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317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كَصَّ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3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3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49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6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919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كَضَّ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287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676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493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كَطَّ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6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6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06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6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53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6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951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كَظَّ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ED5E"/>
          </a:solidFill>
          <a:ln w="12700">
            <a:solidFill>
              <a:srgbClr val="9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397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5577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كَعَّ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752E0"/>
          </a:solidFill>
          <a:ln w="12700">
            <a:solidFill>
              <a:srgbClr val="B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25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89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91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6396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كَغَّ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F64"/>
          </a:solidFill>
          <a:ln w="12700">
            <a:solidFill>
              <a:srgbClr val="D8C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F47"/>
          </a:solidFill>
          <a:ln w="12700">
            <a:solidFill>
              <a:srgbClr val="D1A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3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38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4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245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كَفَّ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709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03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7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6578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كَقَّ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1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أَكَّبَ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07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بَكَّتَ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DED"/>
          </a:solidFill>
          <a:ln w="12700">
            <a:solidFill>
              <a:srgbClr val="5EB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49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تَكَّثَ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5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ثَكَّجَ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2"/>
          </a:solidFill>
          <a:ln w="12700">
            <a:solidFill>
              <a:srgbClr val="64D8B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5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جَكَّحَ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5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حَكَّخَ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393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خَكَّدَ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93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دَكَّذَ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1"/>
          </a:solidFill>
          <a:ln w="12700">
            <a:solidFill>
              <a:srgbClr val="ED5E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53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ذَكَّرَ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0"/>
          </a:solidFill>
          <a:ln w="12700">
            <a:solidFill>
              <a:srgbClr val="52E0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253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رَكَّزَ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64D8"/>
          </a:solidFill>
          <a:ln w="12700">
            <a:solidFill>
              <a:srgbClr val="9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47D1"/>
          </a:solidFill>
          <a:ln w="12700">
            <a:solidFill>
              <a:srgbClr val="6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253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زَكَّسَ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80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سَكَّشَ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65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شَكَّصَ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36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صَكَّضَ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65E"/>
          </a:solidFill>
          <a:ln w="12700">
            <a:solidFill>
              <a:srgbClr val="EDD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217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ضَكَّطَ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7E0"/>
          </a:solidFill>
          <a:ln w="12700">
            <a:solidFill>
              <a:srgbClr val="525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75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طَكَّظَ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864"/>
          </a:solidFill>
          <a:ln w="12700">
            <a:solidFill>
              <a:srgbClr val="D87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847"/>
          </a:solidFill>
          <a:ln w="12700">
            <a:solidFill>
              <a:srgbClr val="D14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5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ظَكَّعَ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651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عَكَّغَ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234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غَكَّفَ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فَكَّقَ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2"/>
          </a:solidFill>
          <a:ln w="12700">
            <a:solidFill>
              <a:srgbClr val="5EED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13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قَكَّأَ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7"/>
          </a:solidFill>
          <a:ln w="12700">
            <a:solidFill>
              <a:srgbClr val="70DB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D864"/>
          </a:solidFill>
          <a:ln w="12700">
            <a:solidFill>
              <a:srgbClr val="6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D147"/>
          </a:solidFill>
          <a:ln w="12700">
            <a:solidFill>
              <a:srgbClr val="6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63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686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5EED"/>
          </a:solidFill>
          <a:ln w="12700">
            <a:solidFill>
              <a:srgbClr val="8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E052"/>
          </a:solidFill>
          <a:ln w="12700">
            <a:solidFill>
              <a:srgbClr val="9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4DB"/>
          </a:solidFill>
          <a:ln w="12700">
            <a:solidFill>
              <a:srgbClr val="707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AD8"/>
          </a:solidFill>
          <a:ln w="12700">
            <a:solidFill>
              <a:srgbClr val="648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7363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7363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B5E"/>
          </a:solidFill>
          <a:ln w="12700">
            <a:solidFill>
              <a:srgbClr val="ED6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2E0"/>
          </a:solidFill>
          <a:ln w="12700">
            <a:solidFill>
              <a:srgbClr val="52C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F"/>
          </a:solidFill>
          <a:ln w="12700">
            <a:solidFill>
              <a:srgbClr val="DB70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7"/>
          </a:solidFill>
          <a:ln w="12700">
            <a:solidFill>
              <a:srgbClr val="D864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E"/>
          </a:solidFill>
          <a:ln w="12700">
            <a:solidFill>
              <a:srgbClr val="D147A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4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ED5E"/>
          </a:solidFill>
          <a:ln w="12700">
            <a:solidFill>
              <a:srgbClr val="7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30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52E0"/>
          </a:solidFill>
          <a:ln w="12700">
            <a:solidFill>
              <a:srgbClr val="D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7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D864"/>
          </a:solidFill>
          <a:ln w="12700">
            <a:solidFill>
              <a:srgbClr val="C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D147"/>
          </a:solidFill>
          <a:ln w="12700">
            <a:solidFill>
              <a:srgbClr val="D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99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3" name="C9 H shaddah bar"/>
          <p:cNvSpPr/>
          <p:nvPr/>
        </p:nvSpPr>
        <p:spPr>
          <a:xfrm>
            <a:off x="3840480" y="1677924"/>
            <a:ext cx="283464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1 R result"/>
          <p:cNvSpPr txBox="1"/>
          <p:nvPr/>
        </p:nvSpPr>
        <p:spPr>
          <a:xfrm>
            <a:off x="502920" y="18652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937038" y="896112"/>
            <a:ext cx="15523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937038" y="896112"/>
            <a:ext cx="15523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</a:t>
            </a:r>
            <a:endParaRPr lang="ar-SA" sz="4800" dirty="0"/>
          </a:p>
        </p:txBody>
      </p:sp>
      <p:sp>
        <p:nvSpPr>
          <p:cNvPr id="14" name="C2 W2 pill"/>
          <p:cNvSpPr/>
          <p:nvPr/>
        </p:nvSpPr>
        <p:spPr>
          <a:xfrm>
            <a:off x="3373039" y="896112"/>
            <a:ext cx="22439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8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373039" y="896112"/>
            <a:ext cx="22439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تَقَبَّلۡ</a:t>
            </a:r>
            <a:endParaRPr lang="ar-SA" sz="4800" dirty="0"/>
          </a:p>
        </p:txBody>
      </p:sp>
      <p:sp>
        <p:nvSpPr>
          <p:cNvPr id="16" name="C3 W3 pill"/>
          <p:cNvSpPr/>
          <p:nvPr/>
        </p:nvSpPr>
        <p:spPr>
          <a:xfrm>
            <a:off x="1654577" y="896112"/>
            <a:ext cx="13984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654577" y="896112"/>
            <a:ext cx="13984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مِنَّا</a:t>
            </a:r>
            <a:endParaRPr lang="ar-SA" sz="48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436037" y="2834640"/>
            <a:ext cx="42719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436037" y="2834640"/>
            <a:ext cx="42719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رَبَّنَا تَقَبَّلۡ مِنَّا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7012503" y="896112"/>
            <a:ext cx="1252492" cy="1371600"/>
          </a:xfrm>
          <a:prstGeom prst="roundRect">
            <a:avLst>
              <a:gd name="adj" fmla="val 29203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7012503" y="896112"/>
            <a:ext cx="12524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5222375" y="896112"/>
            <a:ext cx="14700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5222375" y="896112"/>
            <a:ext cx="14700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ٱللَّهَ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3630811" y="896112"/>
            <a:ext cx="1271524" cy="1371600"/>
          </a:xfrm>
          <a:prstGeom prst="roundRect">
            <a:avLst>
              <a:gd name="adj" fmla="val 28765"/>
            </a:avLst>
          </a:prstGeom>
          <a:solidFill>
            <a:srgbClr val="FFFFFF"/>
          </a:solidFill>
          <a:ln w="76200">
            <a:solidFill>
              <a:srgbClr val="E26A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3630811" y="896112"/>
            <a:ext cx="12715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مَعَ</a:t>
            </a:r>
            <a:endParaRPr lang="ar-SA" sz="4000" dirty="0"/>
          </a:p>
        </p:txBody>
      </p:sp>
      <p:sp>
        <p:nvSpPr>
          <p:cNvPr id="16" name="C4 W4 pill"/>
          <p:cNvSpPr/>
          <p:nvPr/>
        </p:nvSpPr>
        <p:spPr>
          <a:xfrm>
            <a:off x="879005" y="896112"/>
            <a:ext cx="24317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7" name="C4 W4 word"/>
          <p:cNvSpPr txBox="1"/>
          <p:nvPr/>
        </p:nvSpPr>
        <p:spPr>
          <a:xfrm>
            <a:off x="879005" y="896112"/>
            <a:ext cx="24317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ٱلصَّٰبِرِينَ</a:t>
            </a:r>
            <a:endParaRPr lang="ar-SA" sz="4000" dirty="0"/>
          </a:p>
        </p:txBody>
      </p:sp>
      <p:sp>
        <p:nvSpPr>
          <p:cNvPr id="18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S panel"/>
          <p:cNvSpPr/>
          <p:nvPr/>
        </p:nvSpPr>
        <p:spPr>
          <a:xfrm>
            <a:off x="2166662" y="2834640"/>
            <a:ext cx="48106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5 S sentence"/>
          <p:cNvSpPr txBox="1"/>
          <p:nvPr/>
        </p:nvSpPr>
        <p:spPr>
          <a:xfrm>
            <a:off x="2166662" y="2834640"/>
            <a:ext cx="48106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 ٱللَّهَ مَعَ ٱلصَّٰبِرِينَ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9ED"/>
          </a:solidFill>
          <a:ln w="12700">
            <a:solidFill>
              <a:srgbClr val="5E9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544249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544249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305021" y="896112"/>
            <a:ext cx="29191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05021" y="896112"/>
            <a:ext cx="29191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سَيَعۡلَمُونَ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65254" y="2834640"/>
            <a:ext cx="38134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65254" y="2834640"/>
            <a:ext cx="38134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 سَيَعۡلَمُونَ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852"/>
          </a:solidFill>
          <a:ln w="12700">
            <a:solidFill>
              <a:srgbClr val="E0B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4DB"/>
          </a:solidFill>
          <a:ln w="12700">
            <a:solidFill>
              <a:srgbClr val="70C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64171" y="896112"/>
            <a:ext cx="1230426" cy="1371600"/>
          </a:xfrm>
          <a:prstGeom prst="roundRect">
            <a:avLst>
              <a:gd name="adj" fmla="val 29726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64171" y="896112"/>
            <a:ext cx="1230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3149402" y="896112"/>
            <a:ext cx="1294729" cy="1371600"/>
          </a:xfrm>
          <a:prstGeom prst="roundRect">
            <a:avLst>
              <a:gd name="adj" fmla="val 28250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149402" y="896112"/>
            <a:ext cx="1294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كَلَّا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527514" y="2834640"/>
            <a:ext cx="20889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527514" y="2834640"/>
            <a:ext cx="20889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ثُمَّ كَلَّا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fatha 12-kaf</dc:title>
  <dc:subject>PptxGenJS Presentation</dc:subject>
  <dc:creator>PptxGenJS</dc:creator>
  <cp:lastModifiedBy>PptxGenJS</cp:lastModifiedBy>
  <cp:revision>1</cp:revision>
  <dcterms:created xsi:type="dcterms:W3CDTF">2026-10-21T19:04:08Z</dcterms:created>
  <dcterms:modified xsi:type="dcterms:W3CDTF">2026-10-21T19:04:08Z</dcterms:modified>
</cp:coreProperties>
</file>