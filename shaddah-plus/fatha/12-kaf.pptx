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2B64"/>
          </a:solidFill>
          <a:ln w="12700">
            <a:solidFill>
              <a:srgbClr val="4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4"/>
          </a:solidFill>
          <a:ln w="12700">
            <a:solidFill>
              <a:srgbClr val="7934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600" dirty="0"/>
          </a:p>
        </p:txBody>
      </p:sp>
      <p:sp>
        <p:nvSpPr>
          <p:cNvPr id="20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R result"/>
          <p:cNvSpPr txBox="1"/>
          <p:nvPr/>
        </p:nvSpPr>
        <p:spPr>
          <a:xfrm>
            <a:off x="685800" y="15540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7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7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E"/>
          </a:solidFill>
          <a:ln w="12700">
            <a:solidFill>
              <a:srgbClr val="5EED8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F"/>
          </a:solidFill>
          <a:ln w="12700">
            <a:solidFill>
              <a:srgbClr val="E0529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5DB70"/>
          </a:solidFill>
          <a:ln w="12700">
            <a:solidFill>
              <a:srgbClr val="7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385"/>
          </a:solidFill>
          <a:ln w="12700">
            <a:solidFill>
              <a:srgbClr val="477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712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كَأَّ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BD864"/>
          </a:solidFill>
          <a:ln w="12700">
            <a:solidFill>
              <a:srgbClr val="8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CD147"/>
          </a:solidFill>
          <a:ln w="12700">
            <a:solidFill>
              <a:srgbClr val="8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8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8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كَبَّ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70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70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88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كَتَّ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E2B"/>
          </a:solidFill>
          <a:ln w="12700">
            <a:solidFill>
              <a:srgbClr val="643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E34"/>
          </a:solidFill>
          <a:ln w="12700">
            <a:solidFill>
              <a:srgbClr val="796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كَثَّ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كَجَّ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A5EED"/>
          </a:solidFill>
          <a:ln w="12700">
            <a:solidFill>
              <a:srgbClr val="6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كَحَّ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2E052"/>
          </a:solidFill>
          <a:ln w="12700">
            <a:solidFill>
              <a:srgbClr val="C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FDB"/>
          </a:solidFill>
          <a:ln w="12700">
            <a:solidFill>
              <a:srgbClr val="708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2"/>
          </a:solidFill>
          <a:ln w="12700">
            <a:solidFill>
              <a:srgbClr val="8547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54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54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كَخَّ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8D8"/>
          </a:solidFill>
          <a:ln w="12700">
            <a:solidFill>
              <a:srgbClr val="64A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ED1"/>
          </a:solidFill>
          <a:ln w="12700">
            <a:solidFill>
              <a:srgbClr val="47A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4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كَدَّ</a:t>
            </a:r>
            <a:endParaRPr lang="ar-SA" sz="9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1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1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كَذَّ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0"/>
          </a:solidFill>
          <a:ln w="12700">
            <a:solidFill>
              <a:srgbClr val="2B64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D"/>
          </a:solidFill>
          <a:ln w="12700">
            <a:solidFill>
              <a:srgbClr val="3479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كَرَّ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1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1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كَزَّ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6"/>
          </a:solidFill>
          <a:ln w="12700">
            <a:solidFill>
              <a:srgbClr val="ED5E7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46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246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كَسَّ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B"/>
          </a:solidFill>
          <a:ln w="12700">
            <a:solidFill>
              <a:srgbClr val="52E0D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A"/>
          </a:solidFill>
          <a:ln w="12700">
            <a:solidFill>
              <a:srgbClr val="DB70A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847"/>
          </a:solidFill>
          <a:ln w="12700">
            <a:solidFill>
              <a:srgbClr val="857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2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2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كَشَّ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5"/>
          </a:solidFill>
          <a:ln w="12700">
            <a:solidFill>
              <a:srgbClr val="D864C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D1"/>
          </a:solidFill>
          <a:ln w="12700">
            <a:solidFill>
              <a:srgbClr val="D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46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46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كَصَّ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3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3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كَضَّ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464"/>
          </a:solidFill>
          <a:ln w="12700">
            <a:solidFill>
              <a:srgbClr val="2B3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3479"/>
          </a:solidFill>
          <a:ln w="12700">
            <a:solidFill>
              <a:srgbClr val="4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28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28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كَطَّ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كَظَّ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9ED5E"/>
          </a:solidFill>
          <a:ln w="12700">
            <a:solidFill>
              <a:srgbClr val="9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كَعَّ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752E0"/>
          </a:solidFill>
          <a:ln w="12700">
            <a:solidFill>
              <a:srgbClr val="B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5DB70"/>
          </a:solidFill>
          <a:ln w="12700">
            <a:solidFill>
              <a:srgbClr val="C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9"/>
          </a:solidFill>
          <a:ln w="12700">
            <a:solidFill>
              <a:srgbClr val="4785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54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54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كَغَّ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F64"/>
          </a:solidFill>
          <a:ln w="12700">
            <a:solidFill>
              <a:srgbClr val="D8C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F47"/>
          </a:solidFill>
          <a:ln w="12700">
            <a:solidFill>
              <a:srgbClr val="D1A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3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3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24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كَفَّ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70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70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كَقَّ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2"/>
          </a:solidFill>
          <a:ln w="12700">
            <a:solidFill>
              <a:srgbClr val="642B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A34"/>
          </a:solidFill>
          <a:ln w="12700">
            <a:solidFill>
              <a:srgbClr val="793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411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أَكَّبَ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07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بَكَّتَ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DED"/>
          </a:solidFill>
          <a:ln w="12700">
            <a:solidFill>
              <a:srgbClr val="5EB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349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تَكَّثَ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452"/>
          </a:solidFill>
          <a:ln w="12700">
            <a:solidFill>
              <a:srgbClr val="E09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7"/>
          </a:solidFill>
          <a:ln w="12700">
            <a:solidFill>
              <a:srgbClr val="70DBD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4785"/>
          </a:solidFill>
          <a:ln w="12700">
            <a:solidFill>
              <a:srgbClr val="5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651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ثَكَّجَ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2"/>
          </a:solidFill>
          <a:ln w="12700">
            <a:solidFill>
              <a:srgbClr val="64D8B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D"/>
          </a:solidFill>
          <a:ln w="12700">
            <a:solidFill>
              <a:srgbClr val="47D18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51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جَكَّحَ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651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حَكَّخَ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642B"/>
          </a:solidFill>
          <a:ln w="12700">
            <a:solidFill>
              <a:srgbClr val="5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F7934"/>
          </a:solidFill>
          <a:ln w="12700">
            <a:solidFill>
              <a:srgbClr val="3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393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خَكَّدَ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93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دَكَّذَ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1"/>
          </a:solidFill>
          <a:ln w="12700">
            <a:solidFill>
              <a:srgbClr val="ED5EE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253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ذَكَّرَ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0"/>
          </a:solidFill>
          <a:ln w="12700">
            <a:solidFill>
              <a:srgbClr val="52E07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D70DB"/>
          </a:solidFill>
          <a:ln w="12700">
            <a:solidFill>
              <a:srgbClr val="B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A47"/>
          </a:solidFill>
          <a:ln w="12700">
            <a:solidFill>
              <a:srgbClr val="854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253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رَكَّزَ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564D8"/>
          </a:solidFill>
          <a:ln w="12700">
            <a:solidFill>
              <a:srgbClr val="9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A47D1"/>
          </a:solidFill>
          <a:ln w="12700">
            <a:solidFill>
              <a:srgbClr val="6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53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زَكَّسَ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180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سَكَّشَ</a:t>
            </a:r>
            <a:endParaRPr lang="ar-SA" sz="5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F64"/>
          </a:solidFill>
          <a:ln w="12700">
            <a:solidFill>
              <a:srgbClr val="2B5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179"/>
          </a:solidFill>
          <a:ln w="12700">
            <a:solidFill>
              <a:srgbClr val="345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165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شَكَّصَ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36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صَكَّضَ</a:t>
            </a:r>
            <a:endParaRPr lang="ar-SA" sz="5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65E"/>
          </a:solidFill>
          <a:ln w="12700">
            <a:solidFill>
              <a:srgbClr val="EDD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217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ضَكَّطَ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7E0"/>
          </a:solidFill>
          <a:ln w="12700">
            <a:solidFill>
              <a:srgbClr val="525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270"/>
          </a:solidFill>
          <a:ln w="12700">
            <a:solidFill>
              <a:srgbClr val="DBA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8547"/>
          </a:solidFill>
          <a:ln w="12700">
            <a:solidFill>
              <a:srgbClr val="5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275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طَكَّظَ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864"/>
          </a:solidFill>
          <a:ln w="12700">
            <a:solidFill>
              <a:srgbClr val="D87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847"/>
          </a:solidFill>
          <a:ln w="12700">
            <a:solidFill>
              <a:srgbClr val="D14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51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ظَكَّعَ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651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عَكَّغَ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2B64"/>
          </a:solidFill>
          <a:ln w="12700">
            <a:solidFill>
              <a:srgbClr val="5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2"/>
          </a:solidFill>
          <a:ln w="12700">
            <a:solidFill>
              <a:srgbClr val="79346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234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غَكَّفَ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13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فَكَّقَ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2"/>
          </a:solidFill>
          <a:ln w="12700">
            <a:solidFill>
              <a:srgbClr val="5EEDB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قَكَّأَ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A"/>
          </a:solidFill>
          <a:ln w="12700">
            <a:solidFill>
              <a:srgbClr val="E0527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7"/>
          </a:solidFill>
          <a:ln w="12700">
            <a:solidFill>
              <a:srgbClr val="70DB8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385"/>
          </a:solidFill>
          <a:ln w="12700">
            <a:solidFill>
              <a:srgbClr val="476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أَكَّ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DD864"/>
          </a:solidFill>
          <a:ln w="12700">
            <a:solidFill>
              <a:srgbClr val="6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9D147"/>
          </a:solidFill>
          <a:ln w="12700">
            <a:solidFill>
              <a:srgbClr val="6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63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بَكَّ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تَكَّ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D2B"/>
          </a:solidFill>
          <a:ln w="12700">
            <a:solidFill>
              <a:srgbClr val="644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37934"/>
          </a:solidFill>
          <a:ln w="12700">
            <a:solidFill>
              <a:srgbClr val="7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ثَكَّ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86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جَكَّ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F5EED"/>
          </a:solidFill>
          <a:ln w="12700">
            <a:solidFill>
              <a:srgbClr val="8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حَكَّ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EE052"/>
          </a:solidFill>
          <a:ln w="12700">
            <a:solidFill>
              <a:srgbClr val="9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4DB"/>
          </a:solidFill>
          <a:ln w="12700">
            <a:solidFill>
              <a:srgbClr val="707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2"/>
          </a:solidFill>
          <a:ln w="12700">
            <a:solidFill>
              <a:srgbClr val="85477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خَكَّ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AD8"/>
          </a:solidFill>
          <a:ln w="12700">
            <a:solidFill>
              <a:srgbClr val="648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BD1"/>
          </a:solidFill>
          <a:ln w="12700">
            <a:solidFill>
              <a:srgbClr val="478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دَكَّ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ذَكَّ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E"/>
          </a:solidFill>
          <a:ln w="12700">
            <a:solidFill>
              <a:srgbClr val="2B64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E"/>
          </a:solidFill>
          <a:ln w="12700">
            <a:solidFill>
              <a:srgbClr val="34796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363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رَكَّ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63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زَكَّ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B5E"/>
          </a:solidFill>
          <a:ln w="12700">
            <a:solidFill>
              <a:srgbClr val="ED6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سَكَّ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2E0"/>
          </a:solidFill>
          <a:ln w="12700">
            <a:solidFill>
              <a:srgbClr val="52C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F"/>
          </a:solidFill>
          <a:ln w="12700">
            <a:solidFill>
              <a:srgbClr val="DB708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8547"/>
          </a:solidFill>
          <a:ln w="12700">
            <a:solidFill>
              <a:srgbClr val="8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شَكَّ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7"/>
          </a:solidFill>
          <a:ln w="12700">
            <a:solidFill>
              <a:srgbClr val="D864A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E"/>
          </a:solidFill>
          <a:ln w="12700">
            <a:solidFill>
              <a:srgbClr val="D147A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صَكَّ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ضَكَّ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2B64"/>
          </a:solidFill>
          <a:ln w="12700">
            <a:solidFill>
              <a:srgbClr val="3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D3479"/>
          </a:solidFill>
          <a:ln w="12700">
            <a:solidFill>
              <a:srgbClr val="5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طَكَّ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ظَكَّ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5ED5E"/>
          </a:solidFill>
          <a:ln w="12700">
            <a:solidFill>
              <a:srgbClr val="7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عَكَّ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C52E0"/>
          </a:solidFill>
          <a:ln w="12700">
            <a:solidFill>
              <a:srgbClr val="D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9DB70"/>
          </a:solidFill>
          <a:ln w="12700">
            <a:solidFill>
              <a:srgbClr val="A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8"/>
          </a:solidFill>
          <a:ln w="12700">
            <a:solidFill>
              <a:srgbClr val="47857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غَكَّ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4D864"/>
          </a:solidFill>
          <a:ln w="12700">
            <a:solidFill>
              <a:srgbClr val="C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0D147"/>
          </a:solidFill>
          <a:ln w="12700">
            <a:solidFill>
              <a:srgbClr val="D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فَكَّ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قَكَّ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4"/>
          </a:solidFill>
          <a:ln w="12700">
            <a:solidFill>
              <a:srgbClr val="642B3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C34"/>
          </a:solidFill>
          <a:ln w="12700">
            <a:solidFill>
              <a:srgbClr val="794C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937038" y="896112"/>
            <a:ext cx="15523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8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937038" y="896112"/>
            <a:ext cx="15523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</a:t>
            </a:r>
            <a:endParaRPr lang="ar-SA" sz="4800" dirty="0"/>
          </a:p>
        </p:txBody>
      </p:sp>
      <p:sp>
        <p:nvSpPr>
          <p:cNvPr id="14" name="C2 W2 pill"/>
          <p:cNvSpPr/>
          <p:nvPr/>
        </p:nvSpPr>
        <p:spPr>
          <a:xfrm>
            <a:off x="3373039" y="896112"/>
            <a:ext cx="22439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8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373039" y="896112"/>
            <a:ext cx="22439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تَقَبَّلۡ</a:t>
            </a:r>
            <a:endParaRPr lang="ar-SA" sz="4800" dirty="0"/>
          </a:p>
        </p:txBody>
      </p:sp>
      <p:sp>
        <p:nvSpPr>
          <p:cNvPr id="16" name="C3 W3 pill"/>
          <p:cNvSpPr/>
          <p:nvPr/>
        </p:nvSpPr>
        <p:spPr>
          <a:xfrm>
            <a:off x="1654577" y="896112"/>
            <a:ext cx="13984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836E2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654577" y="896112"/>
            <a:ext cx="13984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مِنَّا</a:t>
            </a:r>
            <a:endParaRPr lang="ar-SA" sz="48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436037" y="2834640"/>
            <a:ext cx="42719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436037" y="2834640"/>
            <a:ext cx="42719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 تَقَبَّلۡ مِنَّا</a:t>
            </a:r>
            <a:endParaRPr lang="ar-SA" sz="4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7012503" y="896112"/>
            <a:ext cx="1252492" cy="1371600"/>
          </a:xfrm>
          <a:prstGeom prst="roundRect">
            <a:avLst>
              <a:gd name="adj" fmla="val 29203"/>
            </a:avLst>
          </a:prstGeom>
          <a:solidFill>
            <a:srgbClr val="FFFFFF"/>
          </a:solidFill>
          <a:ln w="76200">
            <a:solidFill>
              <a:srgbClr val="36E26A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7012503" y="896112"/>
            <a:ext cx="12524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5222375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A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5222375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ٱللَّهَ</a:t>
            </a:r>
            <a:endParaRPr lang="ar-SA" sz="4000" dirty="0"/>
          </a:p>
        </p:txBody>
      </p:sp>
      <p:sp>
        <p:nvSpPr>
          <p:cNvPr id="14" name="C3 W3 pill"/>
          <p:cNvSpPr/>
          <p:nvPr/>
        </p:nvSpPr>
        <p:spPr>
          <a:xfrm>
            <a:off x="3630811" y="896112"/>
            <a:ext cx="1271524" cy="1371600"/>
          </a:xfrm>
          <a:prstGeom prst="roundRect">
            <a:avLst>
              <a:gd name="adj" fmla="val 28765"/>
            </a:avLst>
          </a:prstGeom>
          <a:solidFill>
            <a:srgbClr val="FFFFFF"/>
          </a:solidFill>
          <a:ln w="76200">
            <a:solidFill>
              <a:srgbClr val="E26A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3630811" y="896112"/>
            <a:ext cx="12715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مَعَ</a:t>
            </a:r>
            <a:endParaRPr lang="ar-SA" sz="4000" dirty="0"/>
          </a:p>
        </p:txBody>
      </p:sp>
      <p:sp>
        <p:nvSpPr>
          <p:cNvPr id="16" name="C4 W4 pill"/>
          <p:cNvSpPr/>
          <p:nvPr/>
        </p:nvSpPr>
        <p:spPr>
          <a:xfrm>
            <a:off x="879005" y="896112"/>
            <a:ext cx="24317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A"/>
            </a:solidFill>
            <a:prstDash val="solid"/>
          </a:ln>
        </p:spPr>
      </p:sp>
      <p:sp>
        <p:nvSpPr>
          <p:cNvPr id="17" name="C4 W4 word"/>
          <p:cNvSpPr txBox="1"/>
          <p:nvPr/>
        </p:nvSpPr>
        <p:spPr>
          <a:xfrm>
            <a:off x="879005" y="896112"/>
            <a:ext cx="24317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ٱلصَّٰبِرِينَ</a:t>
            </a:r>
            <a:endParaRPr lang="ar-SA" sz="4000" dirty="0"/>
          </a:p>
        </p:txBody>
      </p:sp>
      <p:sp>
        <p:nvSpPr>
          <p:cNvPr id="18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S panel"/>
          <p:cNvSpPr/>
          <p:nvPr/>
        </p:nvSpPr>
        <p:spPr>
          <a:xfrm>
            <a:off x="2166662" y="2834640"/>
            <a:ext cx="48106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5 S sentence"/>
          <p:cNvSpPr txBox="1"/>
          <p:nvPr/>
        </p:nvSpPr>
        <p:spPr>
          <a:xfrm>
            <a:off x="2166662" y="2834640"/>
            <a:ext cx="48106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 ٱللَّهَ مَعَ ٱلصَّٰبِرِينَ</a:t>
            </a:r>
            <a:endParaRPr lang="ar-SA" sz="4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9ED"/>
          </a:solidFill>
          <a:ln w="12700">
            <a:solidFill>
              <a:srgbClr val="5E9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544249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9C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544249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2305021" y="896112"/>
            <a:ext cx="29191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C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05021" y="896112"/>
            <a:ext cx="29191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سَيَعۡلَمُونَ</a:t>
            </a:r>
            <a:endParaRPr lang="ar-SA" sz="40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665254" y="2834640"/>
            <a:ext cx="38134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665254" y="2834640"/>
            <a:ext cx="38134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 سَيَعۡلَمُونَ</a:t>
            </a:r>
            <a:endParaRPr lang="ar-SA" sz="4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852"/>
          </a:solidFill>
          <a:ln w="12700">
            <a:solidFill>
              <a:srgbClr val="E0B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4DB"/>
          </a:solidFill>
          <a:ln w="12700">
            <a:solidFill>
              <a:srgbClr val="70C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4785"/>
          </a:solidFill>
          <a:ln w="12700">
            <a:solidFill>
              <a:srgbClr val="69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64171" y="896112"/>
            <a:ext cx="1230426" cy="1371600"/>
          </a:xfrm>
          <a:prstGeom prst="roundRect">
            <a:avLst>
              <a:gd name="adj" fmla="val 29726"/>
            </a:avLst>
          </a:prstGeom>
          <a:solidFill>
            <a:srgbClr val="FFFFFF"/>
          </a:solidFill>
          <a:ln w="76200">
            <a:solidFill>
              <a:srgbClr val="E2CE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64171" y="896112"/>
            <a:ext cx="12304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</a:t>
            </a:r>
            <a:endParaRPr lang="ar-SA" sz="4000" dirty="0"/>
          </a:p>
        </p:txBody>
      </p:sp>
      <p:sp>
        <p:nvSpPr>
          <p:cNvPr id="17" name="C2 W2 pill"/>
          <p:cNvSpPr/>
          <p:nvPr/>
        </p:nvSpPr>
        <p:spPr>
          <a:xfrm>
            <a:off x="3149402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36E2CE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149402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527514" y="2834640"/>
            <a:ext cx="20889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527514" y="2834640"/>
            <a:ext cx="20889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 كَلَّا</a:t>
            </a:r>
            <a:endParaRPr lang="ar-SA" sz="4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fatha 12-kaf</dc:title>
  <dc:subject>PptxGenJS Presentation</dc:subject>
  <dc:creator>PptxGenJS</dc:creator>
  <cp:lastModifiedBy>PptxGenJS</cp:lastModifiedBy>
  <cp:revision>1</cp:revision>
  <dcterms:created xsi:type="dcterms:W3CDTF">2026-10-21T19:04:08Z</dcterms:created>
  <dcterms:modified xsi:type="dcterms:W3CDTF">2026-10-21T19:04:08Z</dcterms:modified>
</cp:coreProperties>
</file>