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064"/>
          </a:solidFill>
          <a:ln w="12700">
            <a:solidFill>
              <a:srgbClr val="D8D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147"/>
          </a:solidFill>
          <a:ln w="12700">
            <a:solidFill>
              <a:srgbClr val="D1B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2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3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5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B34"/>
          </a:solidFill>
          <a:ln w="12700">
            <a:solidFill>
              <a:srgbClr val="793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99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بَآمَّ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1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تَآمِّ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BED"/>
          </a:solidFill>
          <a:ln w="12700">
            <a:solidFill>
              <a:srgbClr val="5EB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905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ثَآمُّ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652"/>
          </a:solidFill>
          <a:ln w="12700">
            <a:solidFill>
              <a:srgbClr val="E09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9"/>
          </a:solidFill>
          <a:ln w="12700">
            <a:solidFill>
              <a:srgbClr val="70DBD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جَآمَّ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4"/>
          </a:solidFill>
          <a:ln w="12700">
            <a:solidFill>
              <a:srgbClr val="64D8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F"/>
          </a:solidFill>
          <a:ln w="12700">
            <a:solidFill>
              <a:srgbClr val="47D18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52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حَآمِّ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0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خَآمُّ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E7934"/>
          </a:solidFill>
          <a:ln w="12700">
            <a:solidFill>
              <a:srgbClr val="3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8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دَآمَّ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37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ذَآمِّ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F"/>
          </a:solidFill>
          <a:ln w="12700">
            <a:solidFill>
              <a:srgbClr val="ED5E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41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رَآمُّ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2"/>
          </a:solidFill>
          <a:ln w="12700">
            <a:solidFill>
              <a:srgbClr val="52E0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70DB"/>
          </a:solidFill>
          <a:ln w="12700">
            <a:solidFill>
              <a:srgbClr val="B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90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زَآمَّ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764D8"/>
          </a:solidFill>
          <a:ln w="12700">
            <a:solidFill>
              <a:srgbClr val="9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C47D1"/>
          </a:solidFill>
          <a:ln w="12700">
            <a:solidFill>
              <a:srgbClr val="6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سَآمِّ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شَآمُّ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E64"/>
          </a:solidFill>
          <a:ln w="12700">
            <a:solidFill>
              <a:srgbClr val="2B5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صَآمَّ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86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99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64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64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ضَآمِّ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85E"/>
          </a:solidFill>
          <a:ln w="12700">
            <a:solidFill>
              <a:srgbClr val="EDD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طَآمُّ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5E0"/>
          </a:solidFill>
          <a:ln w="12700">
            <a:solidFill>
              <a:srgbClr val="525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370"/>
          </a:solidFill>
          <a:ln w="12700">
            <a:solidFill>
              <a:srgbClr val="DBA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ظَآمَّ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A64"/>
          </a:solidFill>
          <a:ln w="12700">
            <a:solidFill>
              <a:srgbClr val="D87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A47"/>
          </a:solidFill>
          <a:ln w="12700">
            <a:solidFill>
              <a:srgbClr val="D14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36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733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عَآمِّ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85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غَآمُّ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C2B64"/>
          </a:solidFill>
          <a:ln w="12700">
            <a:solidFill>
              <a:srgbClr val="5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68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881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فَآمَّ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0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791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881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قَآمِّ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4"/>
          </a:solidFill>
          <a:ln w="12700">
            <a:solidFill>
              <a:srgbClr val="5EED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492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07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5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178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كَآمُّ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8"/>
          </a:solidFill>
          <a:ln w="12700">
            <a:solidFill>
              <a:srgbClr val="E052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9"/>
          </a:solidFill>
          <a:ln w="12700">
            <a:solidFill>
              <a:srgbClr val="70DB8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285"/>
          </a:solidFill>
          <a:ln w="12700">
            <a:solidFill>
              <a:srgbClr val="476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5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70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5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101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7769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35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5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576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5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لَآمَّ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D864"/>
          </a:solidFill>
          <a:ln w="12700">
            <a:solidFill>
              <a:srgbClr val="6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7D147"/>
          </a:solidFill>
          <a:ln w="12700">
            <a:solidFill>
              <a:srgbClr val="6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36E25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6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9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5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9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27934"/>
          </a:solidFill>
          <a:ln w="12700">
            <a:solidFill>
              <a:srgbClr val="72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B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B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B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8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2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E236D8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4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8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5EED"/>
          </a:solidFill>
          <a:ln w="12700">
            <a:solidFill>
              <a:srgbClr val="9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5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20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5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22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5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24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6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14-meem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