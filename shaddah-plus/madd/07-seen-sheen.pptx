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0"/>
          </a:solidFill>
          <a:ln w="12700">
            <a:solidFill>
              <a:srgbClr val="47D1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1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12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14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بَآسَّ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تَآسِّ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ثَآسُّ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C"/>
          </a:solidFill>
          <a:ln w="12700">
            <a:solidFill>
              <a:srgbClr val="ED5E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29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جَآسَّ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5"/>
          </a:solidFill>
          <a:ln w="12700">
            <a:solidFill>
              <a:srgbClr val="52E0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29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حَآسِّ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64D8"/>
          </a:solidFill>
          <a:ln w="12700">
            <a:solidFill>
              <a:srgbClr val="C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80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خَآسُّ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دَآسَّ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236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ذَآسِّ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80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رَآسُّ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زَآسَّ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52E0"/>
          </a:solidFill>
          <a:ln w="12700">
            <a:solidFill>
              <a:srgbClr val="8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7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27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بَآشَّ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96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تَآشِّ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7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53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ثَآشُّ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7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027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جَآشَّ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96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حَآشِّ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7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53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خَآشُّ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E52"/>
          </a:solidFill>
          <a:ln w="12700">
            <a:solidFill>
              <a:srgbClr val="E05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7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27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دَآشَّ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9"/>
          </a:solidFill>
          <a:ln w="12700">
            <a:solidFill>
              <a:srgbClr val="47D1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96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ذَآشِّ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7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53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رَآشُّ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7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027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زَآشَّ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8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96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سَآشِّ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5EED"/>
          </a:solidFill>
          <a:ln w="12700">
            <a:solidFill>
              <a:srgbClr val="C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E23668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E052"/>
          </a:solidFill>
          <a:ln w="12700">
            <a:solidFill>
              <a:srgbClr val="6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7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7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19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7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8D1"/>
          </a:solidFill>
          <a:ln w="12700">
            <a:solidFill>
              <a:srgbClr val="475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9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9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9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B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3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36E29B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5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B36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D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14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D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16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D36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07-seen-sheen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