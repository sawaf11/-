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5EED"/>
          </a:solidFill>
          <a:ln w="12700">
            <a:solidFill>
              <a:srgbClr val="9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E052"/>
          </a:solidFill>
          <a:ln w="12700">
            <a:solidFill>
              <a:srgbClr val="9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70DB"/>
          </a:solidFill>
          <a:ln w="12700">
            <a:solidFill>
              <a:srgbClr val="7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6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7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9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21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7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1D8"/>
          </a:solidFill>
          <a:ln w="12700">
            <a:solidFill>
              <a:srgbClr val="648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1D1"/>
          </a:solidFill>
          <a:ln w="12700">
            <a:solidFill>
              <a:srgbClr val="478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2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بَآكَّ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656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1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تَآكِّ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886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719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ثَآكُّ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447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جَآكَّ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65E"/>
          </a:solidFill>
          <a:ln w="12700">
            <a:solidFill>
              <a:srgbClr val="ED7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048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31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حَآكِّ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7E0"/>
          </a:solidFill>
          <a:ln w="12700">
            <a:solidFill>
              <a:srgbClr val="52B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6"/>
          </a:solidFill>
          <a:ln w="12700">
            <a:solidFill>
              <a:srgbClr val="DB708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12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719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خَآكُّ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E"/>
          </a:solidFill>
          <a:ln w="12700">
            <a:solidFill>
              <a:srgbClr val="D864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3"/>
          </a:solidFill>
          <a:ln w="12700">
            <a:solidFill>
              <a:srgbClr val="D147A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87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69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دَآكَّ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10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1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ذَآكِّ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8882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653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رَآكُّ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06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16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زَآكَّ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ED5E"/>
          </a:solidFill>
          <a:ln w="12700">
            <a:solidFill>
              <a:srgbClr val="6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4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31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سَآكِّ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A"/>
          </a:solidFill>
          <a:ln w="12700">
            <a:solidFill>
              <a:srgbClr val="E052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DB70"/>
          </a:solidFill>
          <a:ln w="12700">
            <a:solidFill>
              <a:srgbClr val="A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496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719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شَآكُّ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D864"/>
          </a:solidFill>
          <a:ln w="12700">
            <a:solidFill>
              <a:srgbClr val="B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D147"/>
          </a:solidFill>
          <a:ln w="12700">
            <a:solidFill>
              <a:srgbClr val="C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31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69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صَآكَّ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3544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1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ضَآكِّ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3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3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9719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طَآكُّ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07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69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ظَآكَّ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EED"/>
          </a:solidFill>
          <a:ln w="12700">
            <a:solidFill>
              <a:srgbClr val="5E8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3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878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931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عَآكِّ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352"/>
          </a:solidFill>
          <a:ln w="12700">
            <a:solidFill>
              <a:srgbClr val="E0C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CDB"/>
          </a:solidFill>
          <a:ln w="12700">
            <a:solidFill>
              <a:srgbClr val="70B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4785"/>
          </a:solidFill>
          <a:ln w="12700">
            <a:solidFill>
              <a:srgbClr val="6E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3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02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2018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كُ</a:t>
            </a:r>
            <a:endParaRPr lang="ar-SA" sz="33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9719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غَآكُّ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B"/>
          </a:solidFill>
          <a:ln w="12700">
            <a:solidFill>
              <a:srgbClr val="47D1B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3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20039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33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3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92693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فَآكَّ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3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05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589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كۡ</a:t>
            </a:r>
            <a:endParaRPr lang="ar-SA" sz="33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3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19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كِ</a:t>
            </a:r>
            <a:endParaRPr lang="ar-SA" sz="33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931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قَآكِّ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0"/>
          </a:solidFill>
          <a:ln w="12700">
            <a:solidFill>
              <a:srgbClr val="347940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52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14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2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C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C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4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C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1"/>
          </a:solidFill>
          <a:ln w="12700">
            <a:solidFill>
              <a:srgbClr val="ED5EB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E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E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22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E36E2"/>
            </a:solidFill>
            <a:prstDash val="solid"/>
          </a:ln>
        </p:spPr>
      </p:sp>
      <p:sp>
        <p:nvSpPr>
          <p:cNvPr id="23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24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6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F"/>
          </a:solidFill>
          <a:ln w="12700">
            <a:solidFill>
              <a:srgbClr val="52E09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6"/>
          </a:solidFill>
          <a:ln w="12700">
            <a:solidFill>
              <a:srgbClr val="DB70D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7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9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B136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64D8"/>
          </a:solidFill>
          <a:ln w="12700">
            <a:solidFill>
              <a:srgbClr val="B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847D1"/>
          </a:solidFill>
          <a:ln w="12700">
            <a:solidFill>
              <a:srgbClr val="9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2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4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12-kaf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