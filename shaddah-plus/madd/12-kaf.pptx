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6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7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1D1"/>
          </a:solidFill>
          <a:ln w="12700">
            <a:solidFill>
              <a:srgbClr val="478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27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بَآكَّ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تَآكِّ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719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ثَآكُّ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47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جَآكَّ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65E"/>
          </a:solidFill>
          <a:ln w="12700">
            <a:solidFill>
              <a:srgbClr val="ED7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حَآكِّ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7E0"/>
          </a:solidFill>
          <a:ln w="12700">
            <a:solidFill>
              <a:srgbClr val="52B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719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خَآكُّ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69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دَآكَّ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ذَآكِّ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53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رَآكُّ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60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زَآكَّ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سَآكِّ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719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شَآكُّ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D864"/>
          </a:solidFill>
          <a:ln w="12700">
            <a:solidFill>
              <a:srgbClr val="B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69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صَآكَّ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ضَآكِّ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719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طَآكُّ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69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ظَآكَّ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EED"/>
          </a:solidFill>
          <a:ln w="12700">
            <a:solidFill>
              <a:srgbClr val="5E8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عَآكِّ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352"/>
          </a:solidFill>
          <a:ln w="12700">
            <a:solidFill>
              <a:srgbClr val="E0C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CDB"/>
          </a:solidFill>
          <a:ln w="12700">
            <a:solidFill>
              <a:srgbClr val="70B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719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غَآكُّ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69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فَآكَّ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1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قَآكِّ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52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2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C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C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C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E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E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E3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F"/>
          </a:solidFill>
          <a:ln w="12700">
            <a:solidFill>
              <a:srgbClr val="52E09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9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1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47D1"/>
          </a:solidFill>
          <a:ln w="12700">
            <a:solidFill>
              <a:srgbClr val="9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2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4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12-kaf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