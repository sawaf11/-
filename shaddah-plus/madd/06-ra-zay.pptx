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C"/>
          </a:solidFill>
          <a:ln w="12700">
            <a:solidFill>
              <a:srgbClr val="ED5E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4"/>
          </a:solidFill>
          <a:ln w="12700">
            <a:solidFill>
              <a:srgbClr val="52E0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70DB"/>
          </a:solidFill>
          <a:ln w="12700">
            <a:solidFill>
              <a:srgbClr val="C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6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7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64D8"/>
          </a:solidFill>
          <a:ln w="12700">
            <a:solidFill>
              <a:srgbClr val="9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47D1"/>
          </a:solidFill>
          <a:ln w="12700">
            <a:solidFill>
              <a:srgbClr val="6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بَآرَّ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تَآرِّ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ثَآرُّ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جَآرَّ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A5E"/>
          </a:solidFill>
          <a:ln w="12700">
            <a:solidFill>
              <a:srgbClr val="EDD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حَآرِّ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3E0"/>
          </a:solidFill>
          <a:ln w="12700">
            <a:solidFill>
              <a:srgbClr val="525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570"/>
          </a:solidFill>
          <a:ln w="12700">
            <a:solidFill>
              <a:srgbClr val="DBA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47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2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2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38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خَآرُّ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B64"/>
          </a:solidFill>
          <a:ln w="12700">
            <a:solidFill>
              <a:srgbClr val="D87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C47"/>
          </a:solidFill>
          <a:ln w="12700">
            <a:solidFill>
              <a:srgbClr val="D14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دَآرَّ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77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7653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ذَآرِّ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بَآزَّ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تَآزِّ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7"/>
          </a:solidFill>
          <a:ln w="12700">
            <a:solidFill>
              <a:srgbClr val="5EED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ثَآزُّ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6"/>
          </a:solidFill>
          <a:ln w="12700">
            <a:solidFill>
              <a:srgbClr val="E052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A"/>
          </a:solidFill>
          <a:ln w="12700">
            <a:solidFill>
              <a:srgbClr val="70DB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جَآزَّ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D864"/>
          </a:solidFill>
          <a:ln w="12700">
            <a:solidFill>
              <a:srgbClr val="6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D147"/>
          </a:solidFill>
          <a:ln w="12700">
            <a:solidFill>
              <a:srgbClr val="6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حَآزِّ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خَآزُّ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7934"/>
          </a:solidFill>
          <a:ln w="12700">
            <a:solidFill>
              <a:srgbClr val="7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82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87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دَآزَّ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342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ذَآزِّ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5EED"/>
          </a:solidFill>
          <a:ln w="12700">
            <a:solidFill>
              <a:srgbClr val="9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1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رَآزُّ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E052"/>
          </a:solidFill>
          <a:ln w="12700">
            <a:solidFill>
              <a:srgbClr val="9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1DB"/>
          </a:solidFill>
          <a:ln w="12700">
            <a:solidFill>
              <a:srgbClr val="707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71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1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7D8"/>
          </a:solidFill>
          <a:ln w="12700">
            <a:solidFill>
              <a:srgbClr val="648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7D1"/>
          </a:solidFill>
          <a:ln w="12700">
            <a:solidFill>
              <a:srgbClr val="478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E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E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E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0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0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0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4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92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6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2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5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2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5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4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5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06-ra-zay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