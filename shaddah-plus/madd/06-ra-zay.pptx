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6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7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بَآرَّ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تَآرِّ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ثَآرُّ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جَآرَّ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حَآرِّ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38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خَآرُّ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دَآرَّ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7653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ذَآرِّ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بَآزَّ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تَآزِّ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ثَآزُّ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جَآزَّ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حَآزِّ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خَآزُّ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87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دَآزَّ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342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ذَآزِّ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رَآزُّ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7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E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0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4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92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6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2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2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5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4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5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06-ra-zay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