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1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2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4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ED5E"/>
          </a:solidFill>
          <a:ln w="12700">
            <a:solidFill>
              <a:srgbClr val="C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0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بَآعَّ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تَآعِّ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ثَآعُّ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0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جَآعَّ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حَآعِّ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خَآعُّ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B"/>
          </a:solidFill>
          <a:ln w="12700">
            <a:solidFill>
              <a:srgbClr val="5EEDE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0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دَآعَّ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152"/>
          </a:solidFill>
          <a:ln w="12700">
            <a:solidFill>
              <a:srgbClr val="E06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1"/>
          </a:solidFill>
          <a:ln w="12700">
            <a:solidFill>
              <a:srgbClr val="70DBB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ذَآعِّ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C"/>
          </a:solidFill>
          <a:ln w="12700">
            <a:solidFill>
              <a:srgbClr val="47D15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رَآعُّ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0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زَآعَّ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7934"/>
          </a:solidFill>
          <a:ln w="12700">
            <a:solidFill>
              <a:srgbClr val="5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0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سَآعِّ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شَآعُّ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75EED"/>
          </a:solidFill>
          <a:ln w="12700">
            <a:solidFill>
              <a:srgbClr val="C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930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صَآعَّ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6E052"/>
          </a:solidFill>
          <a:ln w="12700">
            <a:solidFill>
              <a:srgbClr val="6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00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0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ضَآعِّ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5D1"/>
          </a:solidFill>
          <a:ln w="12700">
            <a:solidFill>
              <a:srgbClr val="475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57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طَآعُّ</a:t>
            </a:r>
            <a:endParaRPr lang="ar-SA" sz="5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71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067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0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ظَآعَّ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95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2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بَآغَّ</a:t>
            </a:r>
            <a:endParaRPr lang="ar-SA" sz="5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8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8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تَآغِّ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45E"/>
          </a:solidFill>
          <a:ln w="12700">
            <a:solidFill>
              <a:srgbClr val="EDA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57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4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ثَآغُّ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9E0"/>
          </a:solidFill>
          <a:ln w="12700">
            <a:solidFill>
              <a:srgbClr val="528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C70"/>
          </a:solidFill>
          <a:ln w="12700">
            <a:solidFill>
              <a:srgbClr val="DB7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2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جَآغَّ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9"/>
          </a:solidFill>
          <a:ln w="12700">
            <a:solidFill>
              <a:srgbClr val="D8647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7"/>
          </a:solidFill>
          <a:ln w="12700">
            <a:solidFill>
              <a:srgbClr val="D147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833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8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حَآغِّ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6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4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خَآغُّ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83479"/>
          </a:solidFill>
          <a:ln w="12700">
            <a:solidFill>
              <a:srgbClr val="7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5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2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دَآغَّ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7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8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ذَآغِّ</a:t>
            </a:r>
            <a:endParaRPr lang="ar-SA" sz="5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0"/>
          </a:solidFill>
          <a:ln w="12700">
            <a:solidFill>
              <a:srgbClr val="5EED8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45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4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رَآغُّ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D"/>
          </a:solidFill>
          <a:ln w="12700">
            <a:solidFill>
              <a:srgbClr val="E052A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DB70"/>
          </a:solidFill>
          <a:ln w="12700">
            <a:solidFill>
              <a:srgbClr val="7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985"/>
          </a:solidFill>
          <a:ln w="12700">
            <a:solidFill>
              <a:srgbClr val="477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0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2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زَآغَّ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D864"/>
          </a:solidFill>
          <a:ln w="12700">
            <a:solidFill>
              <a:srgbClr val="9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AD147"/>
          </a:solidFill>
          <a:ln w="12700">
            <a:solidFill>
              <a:srgbClr val="9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09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8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سَآغِّ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03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94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شَآغُّ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82B"/>
          </a:solidFill>
          <a:ln w="12700">
            <a:solidFill>
              <a:srgbClr val="643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62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صَآغَّ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7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8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ضَآغِّ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0ED"/>
          </a:solidFill>
          <a:ln w="12700">
            <a:solidFill>
              <a:srgbClr val="5E6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16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0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94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طَآغُّ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E052"/>
          </a:solidFill>
          <a:ln w="12700">
            <a:solidFill>
              <a:srgbClr val="D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ADB"/>
          </a:solidFill>
          <a:ln w="12700">
            <a:solidFill>
              <a:srgbClr val="709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4785"/>
          </a:solidFill>
          <a:ln w="12700">
            <a:solidFill>
              <a:srgbClr val="8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67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26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0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628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ظَآغَّ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3D8"/>
          </a:solidFill>
          <a:ln w="12700">
            <a:solidFill>
              <a:srgbClr val="64B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CD1"/>
          </a:solidFill>
          <a:ln w="12700">
            <a:solidFill>
              <a:srgbClr val="47B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41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497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486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30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787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عَآغِّ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E2364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E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642B"/>
          </a:solidFill>
          <a:ln w="12700">
            <a:solidFill>
              <a:srgbClr val="2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1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6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1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3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3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3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4"/>
          </a:solidFill>
          <a:ln w="12700">
            <a:solidFill>
              <a:srgbClr val="ED5E8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5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20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36E2B5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22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536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D"/>
          </a:solidFill>
          <a:ln w="12700">
            <a:solidFill>
              <a:srgbClr val="52E0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D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7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D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9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DE2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10-ain-ghain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