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notesMasterIdLst>
    <p:notesMasterId r:id="rId5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Word panel"/>
          <p:cNvSpPr/>
          <p:nvPr/>
        </p:nvSpPr>
        <p:spPr>
          <a:xfrm>
            <a:off x="1828800" y="1005840"/>
            <a:ext cx="5486400" cy="173736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0">
            <a:solidFill>
              <a:srgbClr val="F59F00"/>
            </a:solidFill>
            <a:prstDash val="solid"/>
          </a:ln>
        </p:spPr>
      </p:sp>
      <p:sp>
        <p:nvSpPr>
          <p:cNvPr id="13" name="C1 W word"/>
          <p:cNvSpPr txBox="1"/>
          <p:nvPr/>
        </p:nvSpPr>
        <p:spPr>
          <a:xfrm>
            <a:off x="1828800" y="1114386"/>
            <a:ext cx="548640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5900" dirty="0"/>
          </a:p>
        </p:txBody>
      </p:sp>
      <p:sp>
        <p:nvSpPr>
          <p:cNvPr id="14" name="C2 bead 1"/>
          <p:cNvSpPr/>
          <p:nvPr/>
        </p:nvSpPr>
        <p:spPr>
          <a:xfrm>
            <a:off x="6748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C2 number 1"/>
          <p:cNvSpPr/>
          <p:nvPr/>
        </p:nvSpPr>
        <p:spPr>
          <a:xfrm>
            <a:off x="6748272" y="315944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16" name="C3 bead 2"/>
          <p:cNvSpPr/>
          <p:nvPr/>
        </p:nvSpPr>
        <p:spPr>
          <a:xfrm>
            <a:off x="58338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C3 number 2"/>
          <p:cNvSpPr/>
          <p:nvPr/>
        </p:nvSpPr>
        <p:spPr>
          <a:xfrm>
            <a:off x="5833872" y="31623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C4 bead 3"/>
          <p:cNvSpPr/>
          <p:nvPr/>
        </p:nvSpPr>
        <p:spPr>
          <a:xfrm>
            <a:off x="49194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C4 number 3"/>
          <p:cNvSpPr/>
          <p:nvPr/>
        </p:nvSpPr>
        <p:spPr>
          <a:xfrm>
            <a:off x="49194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C5 bead 4"/>
          <p:cNvSpPr/>
          <p:nvPr/>
        </p:nvSpPr>
        <p:spPr>
          <a:xfrm>
            <a:off x="40050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C5 number 4"/>
          <p:cNvSpPr/>
          <p:nvPr/>
        </p:nvSpPr>
        <p:spPr>
          <a:xfrm>
            <a:off x="40050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C6 bead 5"/>
          <p:cNvSpPr/>
          <p:nvPr/>
        </p:nvSpPr>
        <p:spPr>
          <a:xfrm>
            <a:off x="30906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C6 number 5"/>
          <p:cNvSpPr/>
          <p:nvPr/>
        </p:nvSpPr>
        <p:spPr>
          <a:xfrm>
            <a:off x="3090672" y="31562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4" name="C7 bead 6"/>
          <p:cNvSpPr/>
          <p:nvPr/>
        </p:nvSpPr>
        <p:spPr>
          <a:xfrm>
            <a:off x="2176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C7 number 6"/>
          <p:cNvSpPr/>
          <p:nvPr/>
        </p:nvSpPr>
        <p:spPr>
          <a:xfrm>
            <a:off x="2176272" y="315906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44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بَآنَّ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CED"/>
          </a:solidFill>
          <a:ln w="12700">
            <a:solidFill>
              <a:srgbClr val="5EB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752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تَآنِّ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452"/>
          </a:solidFill>
          <a:ln w="12700">
            <a:solidFill>
              <a:srgbClr val="E09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8"/>
          </a:solidFill>
          <a:ln w="12700">
            <a:solidFill>
              <a:srgbClr val="70DB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96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ثَآنُّ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3"/>
          </a:solidFill>
          <a:ln w="12700">
            <a:solidFill>
              <a:srgbClr val="64D8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D"/>
          </a:solidFill>
          <a:ln w="12700">
            <a:solidFill>
              <a:srgbClr val="47D1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44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جَآنَّ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752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حَآنِّ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96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خَآنُّ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44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دَآنَّ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752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ذَآنِّ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1"/>
          </a:solidFill>
          <a:ln w="12700">
            <a:solidFill>
              <a:srgbClr val="52E0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870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رَآنُّ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664D8"/>
          </a:solidFill>
          <a:ln w="12700">
            <a:solidFill>
              <a:srgbClr val="9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56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زَآنَّ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752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سَآنِّ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96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شَآنُّ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44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صَآنَّ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75E"/>
          </a:solidFill>
          <a:ln w="12700">
            <a:solidFill>
              <a:srgbClr val="EDD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752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ضَآنِّ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270"/>
          </a:solidFill>
          <a:ln w="12700">
            <a:solidFill>
              <a:srgbClr val="DBA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8547"/>
          </a:solidFill>
          <a:ln w="12700">
            <a:solidFill>
              <a:srgbClr val="5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96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طَآنُّ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964"/>
          </a:solidFill>
          <a:ln w="12700">
            <a:solidFill>
              <a:srgbClr val="D87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947"/>
          </a:solidFill>
          <a:ln w="12700">
            <a:solidFill>
              <a:srgbClr val="D14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44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ظَآنَّ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752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عَآنِّ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2"/>
          </a:solidFill>
          <a:ln w="12700">
            <a:solidFill>
              <a:srgbClr val="7934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96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غَآنُّ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70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فَآنَّ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752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قَآنِّ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A"/>
          </a:solidFill>
          <a:ln w="12700">
            <a:solidFill>
              <a:srgbClr val="E052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8"/>
          </a:solidFill>
          <a:ln w="12700">
            <a:solidFill>
              <a:srgbClr val="70DB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96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كَآنُّ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D864"/>
          </a:solidFill>
          <a:ln w="12700">
            <a:solidFill>
              <a:srgbClr val="6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D147"/>
          </a:solidFill>
          <a:ln w="12700">
            <a:solidFill>
              <a:srgbClr val="6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2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4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18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لَآنَّ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251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752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مَآنِّ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65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بَآيَّ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5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تَآيِّ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5EED"/>
          </a:solidFill>
          <a:ln w="12700">
            <a:solidFill>
              <a:srgbClr val="9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863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ثَآيُّ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DE052"/>
          </a:solidFill>
          <a:ln w="12700">
            <a:solidFill>
              <a:srgbClr val="9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3DB"/>
          </a:solidFill>
          <a:ln w="12700">
            <a:solidFill>
              <a:srgbClr val="707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65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جَآيَّ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9D8"/>
          </a:solidFill>
          <a:ln w="12700">
            <a:solidFill>
              <a:srgbClr val="648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BD1"/>
          </a:solidFill>
          <a:ln w="12700">
            <a:solidFill>
              <a:srgbClr val="478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5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حَآيِّ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69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خَآيُّ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F"/>
          </a:solidFill>
          <a:ln w="12700">
            <a:solidFill>
              <a:srgbClr val="3479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65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دَآيَّ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5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ذَآيِّ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69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رَآيُّ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65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زَآيَّ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6"/>
          </a:solidFill>
          <a:ln w="12700">
            <a:solidFill>
              <a:srgbClr val="D864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5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سَآيِّ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69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شَآيُّ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3479"/>
          </a:solidFill>
          <a:ln w="12700">
            <a:solidFill>
              <a:srgbClr val="5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65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صَآيَّ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5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ضَآيِّ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ED5E"/>
          </a:solidFill>
          <a:ln w="12700">
            <a:solidFill>
              <a:srgbClr val="7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69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طَآيُّ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C52E0"/>
          </a:solidFill>
          <a:ln w="12700">
            <a:solidFill>
              <a:srgbClr val="D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DB70"/>
          </a:solidFill>
          <a:ln w="12700">
            <a:solidFill>
              <a:srgbClr val="A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65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ظَآيَّ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D864"/>
          </a:solidFill>
          <a:ln w="12700">
            <a:solidFill>
              <a:srgbClr val="C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D147"/>
          </a:solidFill>
          <a:ln w="12700">
            <a:solidFill>
              <a:srgbClr val="C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5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عَآيِّ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69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غَآيُّ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4"/>
          </a:solidFill>
          <a:ln w="12700">
            <a:solidFill>
              <a:srgbClr val="642B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804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فَآيَّ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804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قَآيِّ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8ED"/>
          </a:solidFill>
          <a:ln w="12700">
            <a:solidFill>
              <a:srgbClr val="5E9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669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كَآيُّ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952"/>
          </a:solidFill>
          <a:ln w="12700">
            <a:solidFill>
              <a:srgbClr val="E0B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3DB"/>
          </a:solidFill>
          <a:ln w="12700">
            <a:solidFill>
              <a:srgbClr val="70C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4785"/>
          </a:solidFill>
          <a:ln w="12700">
            <a:solidFill>
              <a:srgbClr val="6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6855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لَآيَّ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0"/>
          </a:solidFill>
          <a:ln w="12700">
            <a:solidFill>
              <a:srgbClr val="64D8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1"/>
          </a:solidFill>
          <a:ln w="12700">
            <a:solidFill>
              <a:srgbClr val="47D1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5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مَآيِّ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600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669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نَآيُّ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244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665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هَآيَّ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772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665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وَآيِّ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B"/>
          </a:solidFill>
          <a:ln w="12700">
            <a:solidFill>
              <a:srgbClr val="ED5E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278503" y="896112"/>
            <a:ext cx="1252785" cy="1371600"/>
          </a:xfrm>
          <a:prstGeom prst="roundRect">
            <a:avLst>
              <a:gd name="adj" fmla="val 29196"/>
            </a:avLst>
          </a:prstGeom>
          <a:solidFill>
            <a:srgbClr val="FFFFFF"/>
          </a:solidFill>
          <a:ln w="76200">
            <a:solidFill>
              <a:srgbClr val="E27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278503" y="896112"/>
            <a:ext cx="12527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2612713" y="896112"/>
            <a:ext cx="23457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12713" y="896112"/>
            <a:ext cx="23457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19615" y="2834640"/>
            <a:ext cx="31047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19615" y="2834640"/>
            <a:ext cx="31047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5"/>
          </a:solidFill>
          <a:ln w="12700">
            <a:solidFill>
              <a:srgbClr val="52E0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70DB"/>
          </a:solidFill>
          <a:ln w="12700">
            <a:solidFill>
              <a:srgbClr val="D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314477" y="896112"/>
            <a:ext cx="1523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4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314477" y="896112"/>
            <a:ext cx="1523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3989718" y="896112"/>
            <a:ext cx="2004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4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989718" y="896112"/>
            <a:ext cx="2004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400" dirty="0"/>
          </a:p>
        </p:txBody>
      </p:sp>
      <p:sp>
        <p:nvSpPr>
          <p:cNvPr id="19" name="C3 W3 pill"/>
          <p:cNvSpPr/>
          <p:nvPr/>
        </p:nvSpPr>
        <p:spPr>
          <a:xfrm>
            <a:off x="1306248" y="896112"/>
            <a:ext cx="2363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4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306248" y="896112"/>
            <a:ext cx="2363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ٱلصَّآخَّةُ</a:t>
            </a:r>
            <a:endParaRPr lang="ar-SA" sz="44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103705" y="2834640"/>
            <a:ext cx="49365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103705" y="2834640"/>
            <a:ext cx="49365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ٱلصَّآخَّةُ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64D8"/>
          </a:solidFill>
          <a:ln w="12700">
            <a:solidFill>
              <a:srgbClr val="B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E47D1"/>
          </a:solidFill>
          <a:ln w="12700">
            <a:solidFill>
              <a:srgbClr val="8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183639" y="896112"/>
            <a:ext cx="14546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7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183639" y="896112"/>
            <a:ext cx="14546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3971299" y="896112"/>
            <a:ext cx="1892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7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971299" y="896112"/>
            <a:ext cx="1892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1505739" y="896112"/>
            <a:ext cx="21455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7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505739" y="896112"/>
            <a:ext cx="21455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40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319398" y="2834640"/>
            <a:ext cx="4505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319398" y="2834640"/>
            <a:ext cx="4505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ٱلطَّآمَّةُ</a:t>
            </a:r>
            <a:endParaRPr lang="ar-SA" sz="4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460378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C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460378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3" name="C2 W2 pill"/>
          <p:cNvSpPr/>
          <p:nvPr/>
        </p:nvSpPr>
        <p:spPr>
          <a:xfrm>
            <a:off x="4003662" y="896112"/>
            <a:ext cx="1136675" cy="1371600"/>
          </a:xfrm>
          <a:prstGeom prst="roundRect">
            <a:avLst>
              <a:gd name="adj" fmla="val 32178"/>
            </a:avLst>
          </a:prstGeom>
          <a:solidFill>
            <a:srgbClr val="FFFFFF"/>
          </a:solidFill>
          <a:ln w="76200">
            <a:solidFill>
              <a:srgbClr val="36BC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4003662" y="896112"/>
            <a:ext cx="1136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4200" dirty="0"/>
          </a:p>
        </p:txBody>
      </p:sp>
      <p:sp>
        <p:nvSpPr>
          <p:cNvPr id="15" name="C3 W3 pill"/>
          <p:cNvSpPr/>
          <p:nvPr/>
        </p:nvSpPr>
        <p:spPr>
          <a:xfrm>
            <a:off x="1623975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C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623975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384268" y="2834640"/>
            <a:ext cx="4375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384268" y="2834640"/>
            <a:ext cx="4375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 مَا ٱلۡحَآقَّةُ</a:t>
            </a:r>
            <a:endParaRPr lang="ar-SA" sz="4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738204" y="896112"/>
            <a:ext cx="1519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A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738204" y="896112"/>
            <a:ext cx="1519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</a:t>
            </a:r>
            <a:endParaRPr lang="ar-SA" sz="5100" dirty="0"/>
          </a:p>
        </p:txBody>
      </p:sp>
      <p:sp>
        <p:nvSpPr>
          <p:cNvPr id="14" name="C2 W2 pill"/>
          <p:cNvSpPr/>
          <p:nvPr/>
        </p:nvSpPr>
        <p:spPr>
          <a:xfrm>
            <a:off x="3892070" y="896112"/>
            <a:ext cx="15260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A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892070" y="896112"/>
            <a:ext cx="15260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100" dirty="0"/>
          </a:p>
        </p:txBody>
      </p:sp>
      <p:sp>
        <p:nvSpPr>
          <p:cNvPr id="16" name="C3 W3 pill"/>
          <p:cNvSpPr/>
          <p:nvPr/>
        </p:nvSpPr>
        <p:spPr>
          <a:xfrm>
            <a:off x="1886152" y="896112"/>
            <a:ext cx="16858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AE236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886152" y="896112"/>
            <a:ext cx="16858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دَآبَّةٍ</a:t>
            </a:r>
            <a:endParaRPr lang="ar-SA" sz="51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579189" y="2834640"/>
            <a:ext cx="39856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579189" y="2834640"/>
            <a:ext cx="39856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 مِن دَآبَّةٍ</a:t>
            </a:r>
            <a:endParaRPr lang="ar-SA" sz="5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madd 03-noon-ya</dc:title>
  <dc:subject>PptxGenJS Presentation</dc:subject>
  <dc:creator>PptxGenJS</dc:creator>
  <cp:lastModifiedBy>PptxGenJS</cp:lastModifiedBy>
  <cp:revision>1</cp:revision>
  <dcterms:created xsi:type="dcterms:W3CDTF">2026-10-21T19:04:31Z</dcterms:created>
  <dcterms:modified xsi:type="dcterms:W3CDTF">2026-10-21T19:04:31Z</dcterms:modified>
</cp:coreProperties>
</file>