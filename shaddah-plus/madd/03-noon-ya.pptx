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2"/>
          </a:solidFill>
          <a:ln w="12700">
            <a:solidFill>
              <a:srgbClr val="642B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3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4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6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بَآنَّ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CED"/>
          </a:solidFill>
          <a:ln w="12700">
            <a:solidFill>
              <a:srgbClr val="5EB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752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تَآنِّ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452"/>
          </a:solidFill>
          <a:ln w="12700">
            <a:solidFill>
              <a:srgbClr val="E09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8"/>
          </a:solidFill>
          <a:ln w="12700">
            <a:solidFill>
              <a:srgbClr val="70DB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4785"/>
          </a:solidFill>
          <a:ln w="12700">
            <a:solidFill>
              <a:srgbClr val="5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61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ثَآنُّ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3"/>
          </a:solidFill>
          <a:ln w="12700">
            <a:solidFill>
              <a:srgbClr val="64D8B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D"/>
          </a:solidFill>
          <a:ln w="12700">
            <a:solidFill>
              <a:srgbClr val="47D18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جَآنَّ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752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حَآنِّ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642B"/>
          </a:solidFill>
          <a:ln w="12700">
            <a:solidFill>
              <a:srgbClr val="5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7934"/>
          </a:solidFill>
          <a:ln w="12700">
            <a:solidFill>
              <a:srgbClr val="3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61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خَآنُّ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دَآنَّ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0"/>
          </a:solidFill>
          <a:ln w="12700">
            <a:solidFill>
              <a:srgbClr val="ED5EE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752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ذَآنِّ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1"/>
          </a:solidFill>
          <a:ln w="12700">
            <a:solidFill>
              <a:srgbClr val="52E07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D70DB"/>
          </a:solidFill>
          <a:ln w="12700">
            <a:solidFill>
              <a:srgbClr val="B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B47"/>
          </a:solidFill>
          <a:ln w="12700">
            <a:solidFill>
              <a:srgbClr val="854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70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رَآنُّ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664D8"/>
          </a:solidFill>
          <a:ln w="12700">
            <a:solidFill>
              <a:srgbClr val="9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B47D1"/>
          </a:solidFill>
          <a:ln w="12700">
            <a:solidFill>
              <a:srgbClr val="6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5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زَآنَّ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752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سَآنِّ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079"/>
          </a:solidFill>
          <a:ln w="12700">
            <a:solidFill>
              <a:srgbClr val="345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61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شَآنُّ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صَآنَّ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75E"/>
          </a:solidFill>
          <a:ln w="12700">
            <a:solidFill>
              <a:srgbClr val="EDD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752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ضَآنِّ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6E0"/>
          </a:solidFill>
          <a:ln w="12700">
            <a:solidFill>
              <a:srgbClr val="525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270"/>
          </a:solidFill>
          <a:ln w="12700">
            <a:solidFill>
              <a:srgbClr val="DBA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8547"/>
          </a:solidFill>
          <a:ln w="12700">
            <a:solidFill>
              <a:srgbClr val="5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61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طَآنُّ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964"/>
          </a:solidFill>
          <a:ln w="12700">
            <a:solidFill>
              <a:srgbClr val="D87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947"/>
          </a:solidFill>
          <a:ln w="12700">
            <a:solidFill>
              <a:srgbClr val="D14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4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ظَآنَّ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752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عَآنِّ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2B64"/>
          </a:solidFill>
          <a:ln w="12700">
            <a:solidFill>
              <a:srgbClr val="5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2"/>
          </a:solidFill>
          <a:ln w="12700">
            <a:solidFill>
              <a:srgbClr val="7934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61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غَآنُّ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70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فَآنَّ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3"/>
          </a:solidFill>
          <a:ln w="12700">
            <a:solidFill>
              <a:srgbClr val="5EED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752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قَآنِّ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A"/>
          </a:solidFill>
          <a:ln w="12700">
            <a:solidFill>
              <a:srgbClr val="E0527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8"/>
          </a:solidFill>
          <a:ln w="12700">
            <a:solidFill>
              <a:srgbClr val="70DB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385"/>
          </a:solidFill>
          <a:ln w="12700">
            <a:solidFill>
              <a:srgbClr val="476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61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كَآنُّ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CD864"/>
          </a:solidFill>
          <a:ln w="12700">
            <a:solidFill>
              <a:srgbClr val="6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D147"/>
          </a:solidFill>
          <a:ln w="12700">
            <a:solidFill>
              <a:srgbClr val="6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18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لَآنَّ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251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752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مَآنِّ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D2B"/>
          </a:solidFill>
          <a:ln w="12700">
            <a:solidFill>
              <a:srgbClr val="644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7934"/>
          </a:solidFill>
          <a:ln w="12700">
            <a:solidFill>
              <a:srgbClr val="7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بَآيَّ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تَآيِّ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05EED"/>
          </a:solidFill>
          <a:ln w="12700">
            <a:solidFill>
              <a:srgbClr val="9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863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ثَآيُّ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DE052"/>
          </a:solidFill>
          <a:ln w="12700">
            <a:solidFill>
              <a:srgbClr val="9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3DB"/>
          </a:solidFill>
          <a:ln w="12700">
            <a:solidFill>
              <a:srgbClr val="707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2"/>
          </a:solidFill>
          <a:ln w="12700">
            <a:solidFill>
              <a:srgbClr val="8547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جَآيَّ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9D8"/>
          </a:solidFill>
          <a:ln w="12700">
            <a:solidFill>
              <a:srgbClr val="648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BD1"/>
          </a:solidFill>
          <a:ln w="12700">
            <a:solidFill>
              <a:srgbClr val="478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حَآيِّ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69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خَآيُّ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F"/>
          </a:solidFill>
          <a:ln w="12700">
            <a:solidFill>
              <a:srgbClr val="2B64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F"/>
          </a:solidFill>
          <a:ln w="12700">
            <a:solidFill>
              <a:srgbClr val="3479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دَآيَّ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ذَآيِّ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C5E"/>
          </a:solidFill>
          <a:ln w="12700">
            <a:solidFill>
              <a:srgbClr val="ED6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69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رَآيُّ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1E0"/>
          </a:solidFill>
          <a:ln w="12700">
            <a:solidFill>
              <a:srgbClr val="52C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E"/>
          </a:solidFill>
          <a:ln w="12700">
            <a:solidFill>
              <a:srgbClr val="DB70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8547"/>
          </a:solidFill>
          <a:ln w="12700">
            <a:solidFill>
              <a:srgbClr val="8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زَآيَّ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6"/>
          </a:solidFill>
          <a:ln w="12700">
            <a:solidFill>
              <a:srgbClr val="D864A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D"/>
          </a:solidFill>
          <a:ln w="12700">
            <a:solidFill>
              <a:srgbClr val="D147A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سَآيِّ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69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شَآيُّ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3479"/>
          </a:solidFill>
          <a:ln w="12700">
            <a:solidFill>
              <a:srgbClr val="5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صَآيَّ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ضَآيِّ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ED5E"/>
          </a:solidFill>
          <a:ln w="12700">
            <a:solidFill>
              <a:srgbClr val="7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69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طَآيُّ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C52E0"/>
          </a:solidFill>
          <a:ln w="12700">
            <a:solidFill>
              <a:srgbClr val="D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DB70"/>
          </a:solidFill>
          <a:ln w="12700">
            <a:solidFill>
              <a:srgbClr val="A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9"/>
          </a:solidFill>
          <a:ln w="12700">
            <a:solidFill>
              <a:srgbClr val="4785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ظَآيَّ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D864"/>
          </a:solidFill>
          <a:ln w="12700">
            <a:solidFill>
              <a:srgbClr val="C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D147"/>
          </a:solidFill>
          <a:ln w="12700">
            <a:solidFill>
              <a:srgbClr val="C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عَآيِّ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69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غَآيُّ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4"/>
          </a:solidFill>
          <a:ln w="12700">
            <a:solidFill>
              <a:srgbClr val="642B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C34"/>
          </a:solidFill>
          <a:ln w="12700">
            <a:solidFill>
              <a:srgbClr val="794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804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فَآيَّ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804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قَآيِّ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8ED"/>
          </a:solidFill>
          <a:ln w="12700">
            <a:solidFill>
              <a:srgbClr val="5E9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69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كَآيُّ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952"/>
          </a:solidFill>
          <a:ln w="12700">
            <a:solidFill>
              <a:srgbClr val="E0B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3DB"/>
          </a:solidFill>
          <a:ln w="12700">
            <a:solidFill>
              <a:srgbClr val="70C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4785"/>
          </a:solidFill>
          <a:ln w="12700">
            <a:solidFill>
              <a:srgbClr val="6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855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لَآيَّ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0"/>
          </a:solidFill>
          <a:ln w="12700">
            <a:solidFill>
              <a:srgbClr val="64D8D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1"/>
          </a:solidFill>
          <a:ln w="12700">
            <a:solidFill>
              <a:srgbClr val="47D1B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مَآيِّ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69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نَآيُّ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642B"/>
          </a:solidFill>
          <a:ln w="12700">
            <a:solidFill>
              <a:srgbClr val="4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B"/>
          </a:solidFill>
          <a:ln w="12700">
            <a:solidFill>
              <a:srgbClr val="34793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2443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هَآيَّ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72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5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وَآيِّ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B"/>
          </a:solidFill>
          <a:ln w="12700">
            <a:solidFill>
              <a:srgbClr val="ED5EB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E27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5"/>
          </a:solidFill>
          <a:ln w="12700">
            <a:solidFill>
              <a:srgbClr val="52E09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870DB"/>
          </a:solidFill>
          <a:ln w="12700">
            <a:solidFill>
              <a:srgbClr val="D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A47"/>
          </a:solidFill>
          <a:ln w="12700">
            <a:solidFill>
              <a:srgbClr val="855A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4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4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9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4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64D8"/>
          </a:solidFill>
          <a:ln w="12700">
            <a:solidFill>
              <a:srgbClr val="B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E47D1"/>
          </a:solidFill>
          <a:ln w="12700">
            <a:solidFill>
              <a:srgbClr val="8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7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7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7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C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3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36BC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5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C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064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E79"/>
          </a:solidFill>
          <a:ln w="12700">
            <a:solidFill>
              <a:srgbClr val="343E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A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4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A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6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AE2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03-noon-ya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