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2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3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5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9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تَآبَّ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02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ثَآبِّ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31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جَآبُّ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9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حَآبَّ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141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9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خَآبِّ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031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دَآبُّ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72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بَآتَّ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19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ثَآتِّ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5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جَآتُّ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56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حَآتَّ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8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0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خَآتِّ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0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دَآتُّ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6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بَآثَّ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8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تَآثِّ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31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جَآثُّ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02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حَآثَّ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8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8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خَآثِّ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54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دَآثُّ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E27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1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22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0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7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36B0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9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0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D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2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D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4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D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02-ba-ta-tha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