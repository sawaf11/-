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B"/>
          </a:solidFill>
          <a:ln w="12700">
            <a:solidFill>
              <a:srgbClr val="64D8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E"/>
          </a:solidFill>
          <a:ln w="12700">
            <a:solidFill>
              <a:srgbClr val="47D15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2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3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5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42B"/>
          </a:solidFill>
          <a:ln w="12700">
            <a:solidFill>
              <a:srgbClr val="6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9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تَآبَّ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022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ثَآبِّ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5EED"/>
          </a:solidFill>
          <a:ln w="12700">
            <a:solidFill>
              <a:srgbClr val="C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31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جَآبُّ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3E052"/>
          </a:solidFill>
          <a:ln w="12700">
            <a:solidFill>
              <a:srgbClr val="6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70DB"/>
          </a:solidFill>
          <a:ln w="12700">
            <a:solidFill>
              <a:srgbClr val="9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9"/>
          </a:solidFill>
          <a:ln w="12700">
            <a:solidFill>
              <a:srgbClr val="8547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9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حَآبَّ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E64D8"/>
          </a:solidFill>
          <a:ln w="12700">
            <a:solidFill>
              <a:srgbClr val="6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3D1"/>
          </a:solidFill>
          <a:ln w="12700">
            <a:solidFill>
              <a:srgbClr val="475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141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9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خَآبِّ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4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29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0312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دَآبُّ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6"/>
          </a:solidFill>
          <a:ln w="12700">
            <a:solidFill>
              <a:srgbClr val="2B64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879"/>
          </a:solidFill>
          <a:ln w="12700">
            <a:solidFill>
              <a:srgbClr val="346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72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بَآتَّ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19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ثَآتِّ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65E"/>
          </a:solidFill>
          <a:ln w="12700">
            <a:solidFill>
              <a:srgbClr val="EDA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56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جَآتُّ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7E0"/>
          </a:solidFill>
          <a:ln w="12700">
            <a:solidFill>
              <a:srgbClr val="528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E70"/>
          </a:solidFill>
          <a:ln w="12700">
            <a:solidFill>
              <a:srgbClr val="DB7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56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حَآتَّ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7"/>
          </a:solidFill>
          <a:ln w="12700">
            <a:solidFill>
              <a:srgbClr val="D864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5"/>
          </a:solidFill>
          <a:ln w="12700">
            <a:solidFill>
              <a:srgbClr val="D1477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8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0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خَآتِّ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55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3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56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02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دَآتُّ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65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بَآثَّ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18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تَآثِّ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2"/>
          </a:solidFill>
          <a:ln w="12700">
            <a:solidFill>
              <a:srgbClr val="5EED8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531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جَآثُّ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B"/>
          </a:solidFill>
          <a:ln w="12700">
            <a:solidFill>
              <a:srgbClr val="E052A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DB70"/>
          </a:solidFill>
          <a:ln w="12700">
            <a:solidFill>
              <a:srgbClr val="7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027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حَآثَّ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4D864"/>
          </a:solidFill>
          <a:ln w="12700">
            <a:solidFill>
              <a:srgbClr val="9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D147"/>
          </a:solidFill>
          <a:ln w="12700">
            <a:solidFill>
              <a:srgbClr val="9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8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18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خَآثِّ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7492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64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354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دَآثُّ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E27E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E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4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1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5EED"/>
          </a:solidFill>
          <a:ln w="12700">
            <a:solidFill>
              <a:srgbClr val="5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22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EE052"/>
          </a:solidFill>
          <a:ln w="12700">
            <a:solidFill>
              <a:srgbClr val="C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8DB"/>
          </a:solidFill>
          <a:ln w="12700">
            <a:solidFill>
              <a:srgbClr val="709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0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7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36B0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9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0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1D8"/>
          </a:solidFill>
          <a:ln w="12700">
            <a:solidFill>
              <a:srgbClr val="64B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AD1"/>
          </a:solidFill>
          <a:ln w="12700">
            <a:solidFill>
              <a:srgbClr val="47B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D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2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D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4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D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02-ba-ta-tha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