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1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2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4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ED5E"/>
          </a:solidFill>
          <a:ln w="12700">
            <a:solidFill>
              <a:srgbClr val="6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بَآجَّ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تَآجِّ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D864"/>
          </a:solidFill>
          <a:ln w="12700">
            <a:solidFill>
              <a:srgbClr val="B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D147"/>
          </a:solidFill>
          <a:ln w="12700">
            <a:solidFill>
              <a:srgbClr val="C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ثَآجُّ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حَآجَّ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خَآجِّ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دَآجُّ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BED"/>
          </a:solidFill>
          <a:ln w="12700">
            <a:solidFill>
              <a:srgbClr val="5E8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بَآحَّ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552"/>
          </a:solidFill>
          <a:ln w="12700">
            <a:solidFill>
              <a:srgbClr val="E0C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ADB"/>
          </a:solidFill>
          <a:ln w="12700">
            <a:solidFill>
              <a:srgbClr val="70B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تَآحِّ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6D8"/>
          </a:solidFill>
          <a:ln w="12700">
            <a:solidFill>
              <a:srgbClr val="64D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D"/>
          </a:solidFill>
          <a:ln w="12700">
            <a:solidFill>
              <a:srgbClr val="47D1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ثَآحُّ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جَآحَّ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خَآحِّ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4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دَآحُّ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F"/>
          </a:solidFill>
          <a:ln w="12700">
            <a:solidFill>
              <a:srgbClr val="ED5E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37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بَآخَّ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2"/>
          </a:solidFill>
          <a:ln w="12700">
            <a:solidFill>
              <a:srgbClr val="52E0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5"/>
          </a:solidFill>
          <a:ln w="12700">
            <a:solidFill>
              <a:srgbClr val="DB70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15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تَآخِّ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64D8"/>
          </a:solidFill>
          <a:ln w="12700">
            <a:solidFill>
              <a:srgbClr val="B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A47D1"/>
          </a:solidFill>
          <a:ln w="12700">
            <a:solidFill>
              <a:srgbClr val="9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97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ثَآخُّ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37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جَآخَّ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15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حَآخِّ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51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97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دَآخُّ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3ED5E"/>
          </a:solidFill>
          <a:ln w="12700">
            <a:solidFill>
              <a:srgbClr val="D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36E25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52E0"/>
          </a:solidFill>
          <a:ln w="12700">
            <a:solidFill>
              <a:srgbClr val="7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770"/>
          </a:solidFill>
          <a:ln w="12700">
            <a:solidFill>
              <a:srgbClr val="DBC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8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8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9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8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064"/>
          </a:solidFill>
          <a:ln w="12700">
            <a:solidFill>
              <a:srgbClr val="D8A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847"/>
          </a:solidFill>
          <a:ln w="12700">
            <a:solidFill>
              <a:srgbClr val="D17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B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B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B3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3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E236D8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5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4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6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6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04-jeem-ha-kha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