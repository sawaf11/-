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1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2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4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بَآجَّ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تَآجِّ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ثَآجُّ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حَآجَّ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خَآجِّ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دَآجُّ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بَآحَّ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تَآحِّ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ثَآحُّ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جَآحَّ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7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3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خَآحِّ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4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دَآحُّ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37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بَآخَّ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1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تَآخِّ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9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ثَآخُّ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37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جَآخَّ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86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1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حَآخِّ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51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9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دَآخُّ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36E25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8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B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3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E236D8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5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4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6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6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04-jeem-ha-kha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