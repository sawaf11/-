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9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20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22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91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بَآدَّ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05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تَآدِّ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4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51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ثَآدُّ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14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جَآدَّ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42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05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حَآدِّ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31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38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51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خَآدُّ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40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بَآذَّ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3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تَآذِّ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4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ثَآذُّ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61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جَآذَّ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98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3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حَآذِّ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2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4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خَآذُّ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52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دَآذَّ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367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7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8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4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A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20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22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05-dal-dhal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