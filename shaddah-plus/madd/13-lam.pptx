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552"/>
          </a:solidFill>
          <a:ln w="12700">
            <a:solidFill>
              <a:srgbClr val="E06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4"/>
          </a:solidFill>
          <a:ln w="12700">
            <a:solidFill>
              <a:srgbClr val="70DBB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985"/>
          </a:solidFill>
          <a:ln w="12700">
            <a:solidFill>
              <a:srgbClr val="474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46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ضَآلِّ</a:t>
            </a:r>
            <a:endParaRPr lang="ar-SA" sz="5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C"/>
          </a:solidFill>
          <a:ln w="12700">
            <a:solidFill>
              <a:srgbClr val="64D88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0"/>
          </a:solidFill>
          <a:ln w="12700">
            <a:solidFill>
              <a:srgbClr val="47D16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Word panel"/>
          <p:cNvSpPr/>
          <p:nvPr/>
        </p:nvSpPr>
        <p:spPr>
          <a:xfrm>
            <a:off x="1828800" y="1005840"/>
            <a:ext cx="54864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0">
            <a:solidFill>
              <a:srgbClr val="F59F00"/>
            </a:solidFill>
            <a:prstDash val="solid"/>
          </a:ln>
        </p:spPr>
      </p:sp>
      <p:sp>
        <p:nvSpPr>
          <p:cNvPr id="11" name="C1 W word"/>
          <p:cNvSpPr txBox="1"/>
          <p:nvPr/>
        </p:nvSpPr>
        <p:spPr>
          <a:xfrm>
            <a:off x="1828800" y="1114386"/>
            <a:ext cx="548640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5900" dirty="0"/>
          </a:p>
        </p:txBody>
      </p:sp>
      <p:sp>
        <p:nvSpPr>
          <p:cNvPr id="12" name="C2 bead 1"/>
          <p:cNvSpPr/>
          <p:nvPr/>
        </p:nvSpPr>
        <p:spPr>
          <a:xfrm>
            <a:off x="6748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C2 number 1"/>
          <p:cNvSpPr/>
          <p:nvPr/>
        </p:nvSpPr>
        <p:spPr>
          <a:xfrm>
            <a:off x="6748272" y="315944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14" name="C3 bead 2"/>
          <p:cNvSpPr/>
          <p:nvPr/>
        </p:nvSpPr>
        <p:spPr>
          <a:xfrm>
            <a:off x="58338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C3 number 2"/>
          <p:cNvSpPr/>
          <p:nvPr/>
        </p:nvSpPr>
        <p:spPr>
          <a:xfrm>
            <a:off x="5833872" y="31623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C4 bead 3"/>
          <p:cNvSpPr/>
          <p:nvPr/>
        </p:nvSpPr>
        <p:spPr>
          <a:xfrm>
            <a:off x="49194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C4 number 3"/>
          <p:cNvSpPr/>
          <p:nvPr/>
        </p:nvSpPr>
        <p:spPr>
          <a:xfrm>
            <a:off x="49194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C5 bead 4"/>
          <p:cNvSpPr/>
          <p:nvPr/>
        </p:nvSpPr>
        <p:spPr>
          <a:xfrm>
            <a:off x="40050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C5 number 4"/>
          <p:cNvSpPr/>
          <p:nvPr/>
        </p:nvSpPr>
        <p:spPr>
          <a:xfrm>
            <a:off x="40050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C6 bead 5"/>
          <p:cNvSpPr/>
          <p:nvPr/>
        </p:nvSpPr>
        <p:spPr>
          <a:xfrm>
            <a:off x="30906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C6 number 5"/>
          <p:cNvSpPr/>
          <p:nvPr/>
        </p:nvSpPr>
        <p:spPr>
          <a:xfrm>
            <a:off x="3090672" y="31562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C7 bead 6"/>
          <p:cNvSpPr/>
          <p:nvPr/>
        </p:nvSpPr>
        <p:spPr>
          <a:xfrm>
            <a:off x="2176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C7 number 6"/>
          <p:cNvSpPr/>
          <p:nvPr/>
        </p:nvSpPr>
        <p:spPr>
          <a:xfrm>
            <a:off x="2176272" y="315906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310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بَآلَّ</a:t>
            </a:r>
            <a:endParaRPr lang="ar-SA" sz="6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642B"/>
          </a:solidFill>
          <a:ln w="12700">
            <a:solidFill>
              <a:srgbClr val="6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67934"/>
          </a:solidFill>
          <a:ln w="12700">
            <a:solidFill>
              <a:srgbClr val="5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46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تَآلِّ</a:t>
            </a:r>
            <a:endParaRPr lang="ar-SA" sz="5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603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ثَآلُّ</a:t>
            </a:r>
            <a:endParaRPr lang="ar-SA" sz="5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B5EED"/>
          </a:solidFill>
          <a:ln w="12700">
            <a:solidFill>
              <a:srgbClr val="C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310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جَآلَّ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2E052"/>
          </a:solidFill>
          <a:ln w="12700">
            <a:solidFill>
              <a:srgbClr val="6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970DB"/>
          </a:solidFill>
          <a:ln w="12700">
            <a:solidFill>
              <a:srgbClr val="9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9"/>
          </a:solidFill>
          <a:ln w="12700">
            <a:solidFill>
              <a:srgbClr val="8547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46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حَآلِّ</a:t>
            </a:r>
            <a:endParaRPr lang="ar-SA" sz="5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F64D8"/>
          </a:solidFill>
          <a:ln w="12700">
            <a:solidFill>
              <a:srgbClr val="6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2D1"/>
          </a:solidFill>
          <a:ln w="12700">
            <a:solidFill>
              <a:srgbClr val="475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603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خَآلُّ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310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دَآلَّ</a:t>
            </a:r>
            <a:endParaRPr lang="ar-SA" sz="6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6"/>
          </a:solidFill>
          <a:ln w="12700">
            <a:solidFill>
              <a:srgbClr val="2B64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779"/>
          </a:solidFill>
          <a:ln w="12700">
            <a:solidFill>
              <a:srgbClr val="346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83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983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46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ذَآلِّ</a:t>
            </a:r>
            <a:endParaRPr lang="ar-SA" sz="5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24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24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568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رَآلُّ</a:t>
            </a:r>
            <a:endParaRPr lang="ar-SA" sz="5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75E"/>
          </a:solidFill>
          <a:ln w="12700">
            <a:solidFill>
              <a:srgbClr val="EDA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2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2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257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زَآلَّ</a:t>
            </a:r>
            <a:endParaRPr lang="ar-SA" sz="5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6E0"/>
          </a:solidFill>
          <a:ln w="12700">
            <a:solidFill>
              <a:srgbClr val="528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F70"/>
          </a:solidFill>
          <a:ln w="12700">
            <a:solidFill>
              <a:srgbClr val="DB7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8547"/>
          </a:solidFill>
          <a:ln w="12700">
            <a:solidFill>
              <a:srgbClr val="6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8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8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46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سَآلِّ</a:t>
            </a:r>
            <a:endParaRPr lang="ar-SA" sz="5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6"/>
          </a:solidFill>
          <a:ln w="12700">
            <a:solidFill>
              <a:srgbClr val="D8647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4"/>
          </a:solidFill>
          <a:ln w="12700">
            <a:solidFill>
              <a:srgbClr val="D1477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0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0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603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شَآلُّ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69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69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310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صَآلَّ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2B64"/>
          </a:solidFill>
          <a:ln w="12700">
            <a:solidFill>
              <a:srgbClr val="4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9"/>
          </a:solidFill>
          <a:ln w="12700">
            <a:solidFill>
              <a:srgbClr val="7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46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ضَآلِّ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603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طَآلُّ</a:t>
            </a:r>
            <a:endParaRPr lang="ar-SA" sz="5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4"/>
          </a:solidFill>
          <a:ln w="12700">
            <a:solidFill>
              <a:srgbClr val="5EED8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310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ظَآلَّ</a:t>
            </a:r>
            <a:endParaRPr lang="ar-SA" sz="6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9"/>
          </a:solidFill>
          <a:ln w="12700">
            <a:solidFill>
              <a:srgbClr val="E052A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CDB70"/>
          </a:solidFill>
          <a:ln w="12700">
            <a:solidFill>
              <a:srgbClr val="7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785"/>
          </a:solidFill>
          <a:ln w="12700">
            <a:solidFill>
              <a:srgbClr val="477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20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20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46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عَآلِّ</a:t>
            </a:r>
            <a:endParaRPr lang="ar-SA" sz="5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3D864"/>
          </a:solidFill>
          <a:ln w="12700">
            <a:solidFill>
              <a:srgbClr val="9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6D147"/>
          </a:solidFill>
          <a:ln w="12700">
            <a:solidFill>
              <a:srgbClr val="9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1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1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603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غَآلُّ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1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01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310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فَآلَّ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A2B"/>
          </a:solidFill>
          <a:ln w="12700">
            <a:solidFill>
              <a:srgbClr val="643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934"/>
          </a:solidFill>
          <a:ln w="12700">
            <a:solidFill>
              <a:srgbClr val="796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09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09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46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قَآلِّ</a:t>
            </a:r>
            <a:endParaRPr lang="ar-SA" sz="5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1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1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603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كَآلُّ</a:t>
            </a:r>
            <a:endParaRPr lang="ar-SA" sz="5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05EED"/>
          </a:solidFill>
          <a:ln w="12700">
            <a:solidFill>
              <a:srgbClr val="6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278503" y="896112"/>
            <a:ext cx="1252785" cy="1371600"/>
          </a:xfrm>
          <a:prstGeom prst="roundRect">
            <a:avLst>
              <a:gd name="adj" fmla="val 29196"/>
            </a:avLst>
          </a:prstGeom>
          <a:solidFill>
            <a:srgbClr val="FFFFFF"/>
          </a:solidFill>
          <a:ln w="76200">
            <a:solidFill>
              <a:srgbClr val="E236E0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278503" y="896112"/>
            <a:ext cx="12527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</a:t>
            </a:r>
            <a:endParaRPr lang="ar-SA" sz="4000" dirty="0"/>
          </a:p>
        </p:txBody>
      </p:sp>
      <p:sp>
        <p:nvSpPr>
          <p:cNvPr id="20" name="C2 W2 pill"/>
          <p:cNvSpPr/>
          <p:nvPr/>
        </p:nvSpPr>
        <p:spPr>
          <a:xfrm>
            <a:off x="2612713" y="896112"/>
            <a:ext cx="234575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0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612713" y="896112"/>
            <a:ext cx="234575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40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3019615" y="2834640"/>
            <a:ext cx="31047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3019615" y="2834640"/>
            <a:ext cx="31047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 ٱلضَّآلِّينَ</a:t>
            </a:r>
            <a:endParaRPr lang="ar-SA" sz="4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3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DE052"/>
          </a:solidFill>
          <a:ln w="12700">
            <a:solidFill>
              <a:srgbClr val="C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7DB"/>
          </a:solidFill>
          <a:ln w="12700">
            <a:solidFill>
              <a:srgbClr val="709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34785"/>
          </a:solidFill>
          <a:ln w="12700">
            <a:solidFill>
              <a:srgbClr val="83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6314477" y="896112"/>
            <a:ext cx="15232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EE2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6314477" y="896112"/>
            <a:ext cx="15232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3989718" y="896112"/>
            <a:ext cx="20047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E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989718" y="896112"/>
            <a:ext cx="20047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400" dirty="0"/>
          </a:p>
        </p:txBody>
      </p:sp>
      <p:sp>
        <p:nvSpPr>
          <p:cNvPr id="19" name="C3 W3 pill"/>
          <p:cNvSpPr/>
          <p:nvPr/>
        </p:nvSpPr>
        <p:spPr>
          <a:xfrm>
            <a:off x="1306248" y="896112"/>
            <a:ext cx="2363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E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306248" y="896112"/>
            <a:ext cx="2363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ٱلصَّآخَّةُ</a:t>
            </a:r>
            <a:endParaRPr lang="ar-SA" sz="44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2103705" y="2834640"/>
            <a:ext cx="493659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2103705" y="2834640"/>
            <a:ext cx="493659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ٱلصَّآخَّةُ</a:t>
            </a:r>
            <a:endParaRPr lang="ar-SA" sz="4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0D8"/>
          </a:solidFill>
          <a:ln w="12700">
            <a:solidFill>
              <a:srgbClr val="64B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9D1"/>
          </a:solidFill>
          <a:ln w="12700">
            <a:solidFill>
              <a:srgbClr val="47B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183639" y="896112"/>
            <a:ext cx="14546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C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183639" y="896112"/>
            <a:ext cx="14546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3971299" y="896112"/>
            <a:ext cx="18922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C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971299" y="896112"/>
            <a:ext cx="18922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000" dirty="0"/>
          </a:p>
        </p:txBody>
      </p:sp>
      <p:sp>
        <p:nvSpPr>
          <p:cNvPr id="14" name="C3 W3 pill"/>
          <p:cNvSpPr/>
          <p:nvPr/>
        </p:nvSpPr>
        <p:spPr>
          <a:xfrm>
            <a:off x="1505739" y="896112"/>
            <a:ext cx="21455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CE2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505739" y="896112"/>
            <a:ext cx="21455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ٱلطَّآمَّةُ</a:t>
            </a:r>
            <a:endParaRPr lang="ar-SA" sz="40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319398" y="2834640"/>
            <a:ext cx="450520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319398" y="2834640"/>
            <a:ext cx="450520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ٱلطَّآمَّةُ</a:t>
            </a:r>
            <a:endParaRPr lang="ar-SA" sz="4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460378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A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460378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3" name="C2 W2 pill"/>
          <p:cNvSpPr/>
          <p:nvPr/>
        </p:nvSpPr>
        <p:spPr>
          <a:xfrm>
            <a:off x="4003662" y="896112"/>
            <a:ext cx="1136675" cy="1371600"/>
          </a:xfrm>
          <a:prstGeom prst="roundRect">
            <a:avLst>
              <a:gd name="adj" fmla="val 32178"/>
            </a:avLst>
          </a:prstGeom>
          <a:solidFill>
            <a:srgbClr val="FFFFFF"/>
          </a:solidFill>
          <a:ln w="76200">
            <a:solidFill>
              <a:srgbClr val="4A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4003662" y="896112"/>
            <a:ext cx="11366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4200" dirty="0"/>
          </a:p>
        </p:txBody>
      </p:sp>
      <p:sp>
        <p:nvSpPr>
          <p:cNvPr id="15" name="C3 W3 pill"/>
          <p:cNvSpPr/>
          <p:nvPr/>
        </p:nvSpPr>
        <p:spPr>
          <a:xfrm>
            <a:off x="1623975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AE2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1623975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7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S panel"/>
          <p:cNvSpPr/>
          <p:nvPr/>
        </p:nvSpPr>
        <p:spPr>
          <a:xfrm>
            <a:off x="2384268" y="2834640"/>
            <a:ext cx="437546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4 S sentence"/>
          <p:cNvSpPr txBox="1"/>
          <p:nvPr/>
        </p:nvSpPr>
        <p:spPr>
          <a:xfrm>
            <a:off x="2384268" y="2834640"/>
            <a:ext cx="437546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 مَا ٱلۡحَآقَّةُ</a:t>
            </a:r>
            <a:endParaRPr lang="ar-SA" sz="4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C"/>
          </a:solidFill>
          <a:ln w="12700">
            <a:solidFill>
              <a:srgbClr val="2B64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8"/>
          </a:solidFill>
          <a:ln w="12700">
            <a:solidFill>
              <a:srgbClr val="347958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738204" y="896112"/>
            <a:ext cx="15196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5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738204" y="896112"/>
            <a:ext cx="15196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</a:t>
            </a:r>
            <a:endParaRPr lang="ar-SA" sz="5100" dirty="0"/>
          </a:p>
        </p:txBody>
      </p:sp>
      <p:sp>
        <p:nvSpPr>
          <p:cNvPr id="14" name="C2 W2 pill"/>
          <p:cNvSpPr/>
          <p:nvPr/>
        </p:nvSpPr>
        <p:spPr>
          <a:xfrm>
            <a:off x="3892070" y="896112"/>
            <a:ext cx="152609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53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3892070" y="896112"/>
            <a:ext cx="152609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100" dirty="0"/>
          </a:p>
        </p:txBody>
      </p:sp>
      <p:sp>
        <p:nvSpPr>
          <p:cNvPr id="16" name="C3 W3 pill"/>
          <p:cNvSpPr/>
          <p:nvPr/>
        </p:nvSpPr>
        <p:spPr>
          <a:xfrm>
            <a:off x="1886152" y="896112"/>
            <a:ext cx="16858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536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1886152" y="896112"/>
            <a:ext cx="16858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دَآبَّةٍ</a:t>
            </a:r>
            <a:endParaRPr lang="ar-SA" sz="51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2579189" y="2834640"/>
            <a:ext cx="39856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2579189" y="2834640"/>
            <a:ext cx="39856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 مِن دَآبَّةٍ</a:t>
            </a:r>
            <a:endParaRPr lang="ar-SA" sz="5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madd 13-lam</dc:title>
  <dc:subject>PptxGenJS Presentation</dc:subject>
  <dc:creator>PptxGenJS</dc:creator>
  <cp:lastModifiedBy>PptxGenJS</cp:lastModifiedBy>
  <cp:revision>1</cp:revision>
  <dcterms:created xsi:type="dcterms:W3CDTF">2026-10-21T19:04:31Z</dcterms:created>
  <dcterms:modified xsi:type="dcterms:W3CDTF">2026-10-21T19:04:31Z</dcterms:modified>
</cp:coreProperties>
</file>