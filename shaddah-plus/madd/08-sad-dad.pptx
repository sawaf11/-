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D147"/>
          </a:solidFill>
          <a:ln w="12700">
            <a:solidFill>
              <a:srgbClr val="9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2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3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5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بَآصَّ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تَآصِّ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ثَآصُّ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3DB"/>
          </a:solidFill>
          <a:ln w="12700">
            <a:solidFill>
              <a:srgbClr val="709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31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جَآصَّ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3D1"/>
          </a:solidFill>
          <a:ln w="12700">
            <a:solidFill>
              <a:srgbClr val="47B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31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حَآصِّ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7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خَآصُّ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دَآصَّ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ذَآصِّ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B"/>
          </a:solidFill>
          <a:ln w="12700">
            <a:solidFill>
              <a:srgbClr val="ED5E7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480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رَآصُّ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6"/>
          </a:solidFill>
          <a:ln w="12700">
            <a:solidFill>
              <a:srgbClr val="52E0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زَآصَّ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9"/>
          </a:solidFill>
          <a:ln w="12700">
            <a:solidFill>
              <a:srgbClr val="D864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35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سَآصِّ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9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67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شَآصُّ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78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بَآضَّ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تَآضِّ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40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ثَآضُّ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52E0"/>
          </a:solidFill>
          <a:ln w="12700">
            <a:solidFill>
              <a:srgbClr val="B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778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جَآضَّ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A47"/>
          </a:solidFill>
          <a:ln w="12700">
            <a:solidFill>
              <a:srgbClr val="D1A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حَآضِّ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40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خَآضُّ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78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دَآضَّ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ذَآضِّ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2ED"/>
          </a:solidFill>
          <a:ln w="12700">
            <a:solidFill>
              <a:srgbClr val="5EC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40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رَآضُّ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778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زَآضَّ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E"/>
          </a:solidFill>
          <a:ln w="12700">
            <a:solidFill>
              <a:srgbClr val="64D8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8"/>
          </a:solidFill>
          <a:ln w="12700">
            <a:solidFill>
              <a:srgbClr val="47D1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37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سَآضِّ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64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27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شَآضُّ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9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28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صَآضَّ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365F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F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F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F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22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F36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B"/>
          </a:solidFill>
          <a:ln w="12700">
            <a:solidFill>
              <a:srgbClr val="52E0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2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64D8"/>
          </a:solidFill>
          <a:ln w="12700">
            <a:solidFill>
              <a:srgbClr val="9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4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2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E2A4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4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4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6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3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5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6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08-sad-dad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