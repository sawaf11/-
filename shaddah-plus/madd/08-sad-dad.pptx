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2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3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5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بَآصَّ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تَآصِّ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ثَآصُّ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31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جَآصَّ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1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حَآصِّ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7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خَآصُّ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دَآصَّ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ذَآصِّ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48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رَآصُّ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زَآصَّ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سَآصِّ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1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67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شَآصُّ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78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بَآضَّ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تَآضِّ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0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ثَآضُّ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778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جَآضَّ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حَآضِّ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40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خَآضُّ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78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دَآضَّ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ذَآضِّ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0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رَآضُّ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778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زَآضَّ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7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سَآضِّ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64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27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شَآضُّ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9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28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صَآضَّ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365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F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F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4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6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3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5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08-sad-dad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