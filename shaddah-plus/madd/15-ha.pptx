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2B64"/>
          </a:solidFill>
          <a:ln w="12700">
            <a:solidFill>
              <a:srgbClr val="3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3479"/>
          </a:solidFill>
          <a:ln w="12700">
            <a:solidFill>
              <a:srgbClr val="643479"/>
            </a:solidFill>
            <a:prstDash val="solid"/>
          </a:ln>
        </p:spPr>
      </p:sp>
      <p:sp>
        <p:nvSpPr>
          <p:cNvPr id="12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3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14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6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91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بَآهَّ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7ED5E"/>
          </a:solidFill>
          <a:ln w="12700">
            <a:solidFill>
              <a:srgbClr val="6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63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تَآهِّ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7"/>
          </a:solidFill>
          <a:ln w="12700">
            <a:solidFill>
              <a:srgbClr val="E052D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DB70"/>
          </a:solidFill>
          <a:ln w="12700">
            <a:solidFill>
              <a:srgbClr val="9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F"/>
          </a:solidFill>
          <a:ln w="12700">
            <a:solidFill>
              <a:srgbClr val="4785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835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ثَآهُّ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8D864"/>
          </a:solidFill>
          <a:ln w="12700">
            <a:solidFill>
              <a:srgbClr val="B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2D147"/>
          </a:solidFill>
          <a:ln w="12700">
            <a:solidFill>
              <a:srgbClr val="C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14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جَآهَّ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63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حَآهِّ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E"/>
          </a:solidFill>
          <a:ln w="12700">
            <a:solidFill>
              <a:srgbClr val="642B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334"/>
          </a:solidFill>
          <a:ln w="12700">
            <a:solidFill>
              <a:srgbClr val="795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47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47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07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07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8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835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خَآهُّ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80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دَآهَّ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AED"/>
          </a:solidFill>
          <a:ln w="12700">
            <a:solidFill>
              <a:srgbClr val="5E8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63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ذَآهِّ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652"/>
          </a:solidFill>
          <a:ln w="12700">
            <a:solidFill>
              <a:srgbClr val="E0C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9DB"/>
          </a:solidFill>
          <a:ln w="12700">
            <a:solidFill>
              <a:srgbClr val="70B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4785"/>
          </a:solidFill>
          <a:ln w="12700">
            <a:solidFill>
              <a:srgbClr val="6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704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رَآهُّ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5D8"/>
          </a:solidFill>
          <a:ln w="12700">
            <a:solidFill>
              <a:srgbClr val="64D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E"/>
          </a:solidFill>
          <a:ln w="12700">
            <a:solidFill>
              <a:srgbClr val="47D1B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زَآهَّ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63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سَآهِّ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642B"/>
          </a:solidFill>
          <a:ln w="12700">
            <a:solidFill>
              <a:srgbClr val="3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1"/>
          </a:solidFill>
          <a:ln w="12700">
            <a:solidFill>
              <a:srgbClr val="3479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8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78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835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شَآهُّ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53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53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3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3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2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2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6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6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7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80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صَآهَّ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E"/>
          </a:solidFill>
          <a:ln w="12700">
            <a:solidFill>
              <a:srgbClr val="ED5EA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675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675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63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ضَآهِّ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3"/>
          </a:solidFill>
          <a:ln w="12700">
            <a:solidFill>
              <a:srgbClr val="52E0A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4"/>
          </a:solidFill>
          <a:ln w="12700">
            <a:solidFill>
              <a:srgbClr val="DB70D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047"/>
          </a:solidFill>
          <a:ln w="12700">
            <a:solidFill>
              <a:srgbClr val="856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835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طَآهُّ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E64D8"/>
          </a:solidFill>
          <a:ln w="12700">
            <a:solidFill>
              <a:srgbClr val="B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B47D1"/>
          </a:solidFill>
          <a:ln w="12700">
            <a:solidFill>
              <a:srgbClr val="9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80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ظَآهَّ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63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عَآهِّ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B64"/>
          </a:solidFill>
          <a:ln w="12700">
            <a:solidFill>
              <a:srgbClr val="2B4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879"/>
          </a:solidFill>
          <a:ln w="12700">
            <a:solidFill>
              <a:srgbClr val="343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79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79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835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غَآهُّ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33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فَآهَّ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1ED5E"/>
          </a:solidFill>
          <a:ln w="12700">
            <a:solidFill>
              <a:srgbClr val="D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63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قَآهِّ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F52E0"/>
          </a:solidFill>
          <a:ln w="12700">
            <a:solidFill>
              <a:srgbClr val="7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870"/>
          </a:solidFill>
          <a:ln w="12700">
            <a:solidFill>
              <a:srgbClr val="DBC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1"/>
          </a:solidFill>
          <a:ln w="12700">
            <a:solidFill>
              <a:srgbClr val="4785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835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كَآهُّ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164"/>
          </a:solidFill>
          <a:ln w="12700">
            <a:solidFill>
              <a:srgbClr val="D8A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947"/>
          </a:solidFill>
          <a:ln w="12700">
            <a:solidFill>
              <a:srgbClr val="D17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74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لَآهَّ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63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مَآهِّ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9"/>
          </a:solidFill>
          <a:ln w="12700">
            <a:solidFill>
              <a:srgbClr val="642B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9"/>
          </a:solidFill>
          <a:ln w="12700">
            <a:solidFill>
              <a:srgbClr val="7934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6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835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نَآهُّ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72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2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5"/>
          </a:solidFill>
          <a:ln w="12700">
            <a:solidFill>
              <a:srgbClr val="5EEDE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0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0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22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0E236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C52"/>
          </a:solidFill>
          <a:ln w="12700">
            <a:solidFill>
              <a:srgbClr val="E05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D"/>
          </a:solidFill>
          <a:ln w="12700">
            <a:solidFill>
              <a:srgbClr val="70DBA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D85"/>
          </a:solidFill>
          <a:ln w="12700">
            <a:solidFill>
              <a:srgbClr val="474D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F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F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19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F36E2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4"/>
          </a:solidFill>
          <a:ln w="12700">
            <a:solidFill>
              <a:srgbClr val="64D88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7"/>
          </a:solidFill>
          <a:ln w="12700">
            <a:solidFill>
              <a:srgbClr val="47D15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2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91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4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1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3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13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3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15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3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15-ha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