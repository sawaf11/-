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9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20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22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9"/>
          </a:solidFill>
          <a:ln w="12700">
            <a:solidFill>
              <a:srgbClr val="52E0D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8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بَآفَّ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6"/>
          </a:solidFill>
          <a:ln w="12700">
            <a:solidFill>
              <a:srgbClr val="D864C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47D1"/>
          </a:solidFill>
          <a:ln w="12700">
            <a:solidFill>
              <a:srgbClr val="D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64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تَآفِّ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07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ثَآفُّ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0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جَآفَّ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64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حَآفِّ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BED5E"/>
          </a:solidFill>
          <a:ln w="12700">
            <a:solidFill>
              <a:srgbClr val="9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07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خَآفُّ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52E0"/>
          </a:solidFill>
          <a:ln w="12700">
            <a:solidFill>
              <a:srgbClr val="B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DB70"/>
          </a:solidFill>
          <a:ln w="12700">
            <a:solidFill>
              <a:srgbClr val="C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08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دَآفَّ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E64"/>
          </a:solidFill>
          <a:ln w="12700">
            <a:solidFill>
              <a:srgbClr val="D8C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E47"/>
          </a:solidFill>
          <a:ln w="12700">
            <a:solidFill>
              <a:srgbClr val="D1A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64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ذَآفِّ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29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رَآفُّ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زَآفَّ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64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سَآفِّ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07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شَآفُّ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252"/>
          </a:solidFill>
          <a:ln w="12700">
            <a:solidFill>
              <a:srgbClr val="E09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6"/>
          </a:solidFill>
          <a:ln w="12700">
            <a:solidFill>
              <a:srgbClr val="70DB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15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صَآفَّ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1"/>
          </a:solidFill>
          <a:ln w="12700">
            <a:solidFill>
              <a:srgbClr val="64D8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B"/>
          </a:solidFill>
          <a:ln w="12700">
            <a:solidFill>
              <a:srgbClr val="47D18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64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ضَآفِّ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07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طَآفُّ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208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ظَآفَّ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64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عَآفِّ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2"/>
          </a:solidFill>
          <a:ln w="12700">
            <a:solidFill>
              <a:srgbClr val="ED5EE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166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07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غَآفُّ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F"/>
          </a:solidFill>
          <a:ln w="12700">
            <a:solidFill>
              <a:srgbClr val="52E0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70DB"/>
          </a:solidFill>
          <a:ln w="12700">
            <a:solidFill>
              <a:srgbClr val="B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6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بَآقَّ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64D8"/>
          </a:solidFill>
          <a:ln w="12700">
            <a:solidFill>
              <a:srgbClr val="9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47D1"/>
          </a:solidFill>
          <a:ln w="12700">
            <a:solidFill>
              <a:srgbClr val="6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39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تَآقِّ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02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ثَآقُّ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179"/>
          </a:solidFill>
          <a:ln w="12700">
            <a:solidFill>
              <a:srgbClr val="345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6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جَآقَّ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39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حَآقِّ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55E"/>
          </a:solidFill>
          <a:ln w="12700">
            <a:solidFill>
              <a:srgbClr val="EDD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02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خَآقُّ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8E0"/>
          </a:solidFill>
          <a:ln w="12700">
            <a:solidFill>
              <a:srgbClr val="525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170"/>
          </a:solidFill>
          <a:ln w="12700">
            <a:solidFill>
              <a:srgbClr val="DBA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6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دَآقَّ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764"/>
          </a:solidFill>
          <a:ln w="12700">
            <a:solidFill>
              <a:srgbClr val="D87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8"/>
          </a:solidFill>
          <a:ln w="12700">
            <a:solidFill>
              <a:srgbClr val="D1474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39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ذَآقِّ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72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رَآقُّ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3"/>
          </a:solidFill>
          <a:ln w="12700">
            <a:solidFill>
              <a:srgbClr val="7934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33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زَآقَّ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39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سَآقِّ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1"/>
          </a:solidFill>
          <a:ln w="12700">
            <a:solidFill>
              <a:srgbClr val="5EED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02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شَآقُّ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C"/>
          </a:solidFill>
          <a:ln w="12700">
            <a:solidFill>
              <a:srgbClr val="E0527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6"/>
          </a:solidFill>
          <a:ln w="12700">
            <a:solidFill>
              <a:srgbClr val="70DB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6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صَآقَّ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D864"/>
          </a:solidFill>
          <a:ln w="12700">
            <a:solidFill>
              <a:srgbClr val="6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AD147"/>
          </a:solidFill>
          <a:ln w="12700">
            <a:solidFill>
              <a:srgbClr val="6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39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ضَآقِّ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02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طَآقُّ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6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ظَآقَّ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39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عَآقِّ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D5EED"/>
          </a:solidFill>
          <a:ln w="12700">
            <a:solidFill>
              <a:srgbClr val="8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71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02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غَآقُّ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E052"/>
          </a:solidFill>
          <a:ln w="12700">
            <a:solidFill>
              <a:srgbClr val="9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5DB"/>
          </a:solidFill>
          <a:ln w="12700">
            <a:solidFill>
              <a:srgbClr val="707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6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فَآقَّ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BD8"/>
          </a:solidFill>
          <a:ln w="12700">
            <a:solidFill>
              <a:srgbClr val="648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DD1"/>
          </a:solidFill>
          <a:ln w="12700">
            <a:solidFill>
              <a:srgbClr val="478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3645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5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5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A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E"/>
          </a:solidFill>
          <a:ln w="12700">
            <a:solidFill>
              <a:srgbClr val="34796E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C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C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E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2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4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E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A5E"/>
          </a:solidFill>
          <a:ln w="12700">
            <a:solidFill>
              <a:srgbClr val="ED6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4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20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4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22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4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11-fa-qaf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