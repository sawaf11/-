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1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2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4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B5E"/>
          </a:solidFill>
          <a:ln w="12700">
            <a:solidFill>
              <a:srgbClr val="EDA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بَآوَّ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2E0"/>
          </a:solidFill>
          <a:ln w="12700">
            <a:solidFill>
              <a:srgbClr val="528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170"/>
          </a:solidFill>
          <a:ln w="12700">
            <a:solidFill>
              <a:srgbClr val="DB8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تَآوِّ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3"/>
          </a:solidFill>
          <a:ln w="12700">
            <a:solidFill>
              <a:srgbClr val="D8647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1"/>
          </a:solidFill>
          <a:ln w="12700">
            <a:solidFill>
              <a:srgbClr val="D147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ثَآوُّ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جَآوَّ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حَآوِّ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47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86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8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خَآوُّ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7"/>
          </a:solidFill>
          <a:ln w="12700">
            <a:solidFill>
              <a:srgbClr val="5EED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دَآوَّ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6"/>
          </a:solidFill>
          <a:ln w="12700">
            <a:solidFill>
              <a:srgbClr val="E052A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DB70"/>
          </a:solidFill>
          <a:ln w="12700">
            <a:solidFill>
              <a:srgbClr val="7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ذَآوِّ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0D864"/>
          </a:solidFill>
          <a:ln w="12700">
            <a:solidFill>
              <a:srgbClr val="9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D147"/>
          </a:solidFill>
          <a:ln w="12700">
            <a:solidFill>
              <a:srgbClr val="9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رَآوُّ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زَآوَّ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سَآوِّ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01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32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5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شَآوُّ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35EED"/>
          </a:solidFill>
          <a:ln w="12700">
            <a:solidFill>
              <a:srgbClr val="6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3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3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7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صَآوَّ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8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88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34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ضَآوِّ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DD8"/>
          </a:solidFill>
          <a:ln w="12700">
            <a:solidFill>
              <a:srgbClr val="64A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5D1"/>
          </a:solidFill>
          <a:ln w="12700">
            <a:solidFill>
              <a:srgbClr val="47B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طَآوُّ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ظَآوَّ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عَآوِّ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01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6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غَآوُّ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D"/>
          </a:solidFill>
          <a:ln w="12700">
            <a:solidFill>
              <a:srgbClr val="ED5E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فَآوَّ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4"/>
          </a:solidFill>
          <a:ln w="12700">
            <a:solidFill>
              <a:srgbClr val="52E0D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F"/>
          </a:solidFill>
          <a:ln w="12700">
            <a:solidFill>
              <a:srgbClr val="DB70A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قَآوِّ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A"/>
          </a:solidFill>
          <a:ln w="12700">
            <a:solidFill>
              <a:srgbClr val="D864C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47D1"/>
          </a:solidFill>
          <a:ln w="12700">
            <a:solidFill>
              <a:srgbClr val="C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كَآوُّ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لَآوَّ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758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وِ</a:t>
            </a:r>
            <a:endParaRPr lang="ar-SA" sz="40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مَآوِّ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895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40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74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نَآوُّ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0ED5E"/>
          </a:solidFill>
          <a:ln w="12700">
            <a:solidFill>
              <a:srgbClr val="A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177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702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40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32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هَآوَّ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52E0"/>
          </a:solidFill>
          <a:ln w="12700">
            <a:solidFill>
              <a:srgbClr val="B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DB70"/>
          </a:solidFill>
          <a:ln w="12700">
            <a:solidFill>
              <a:srgbClr val="C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C5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7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5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964"/>
          </a:solidFill>
          <a:ln w="12700">
            <a:solidFill>
              <a:srgbClr val="D8C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847"/>
          </a:solidFill>
          <a:ln w="12700">
            <a:solidFill>
              <a:srgbClr val="D1A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E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E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B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3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B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5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BE2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4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69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6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9E2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7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2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7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4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7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16-waw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