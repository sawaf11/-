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2B64"/>
          </a:solidFill>
          <a:ln w="12700">
            <a:solidFill>
              <a:srgbClr val="5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E"/>
          </a:solidFill>
          <a:ln w="12700">
            <a:solidFill>
              <a:srgbClr val="79345E"/>
            </a:solidFill>
            <a:prstDash val="solid"/>
          </a:ln>
        </p:spPr>
      </p:sp>
      <p:sp>
        <p:nvSpPr>
          <p:cNvPr id="12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3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14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6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56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بَآطَّ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A"/>
          </a:solidFill>
          <a:ln w="12700">
            <a:solidFill>
              <a:srgbClr val="5EEDB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تَآطِّ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3"/>
          </a:solidFill>
          <a:ln w="12700">
            <a:solidFill>
              <a:srgbClr val="E0527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D"/>
          </a:solidFill>
          <a:ln w="12700">
            <a:solidFill>
              <a:srgbClr val="70DB8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085"/>
          </a:solidFill>
          <a:ln w="12700">
            <a:solidFill>
              <a:srgbClr val="476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ثَآطُّ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7D864"/>
          </a:solidFill>
          <a:ln w="12700">
            <a:solidFill>
              <a:srgbClr val="6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2D147"/>
          </a:solidFill>
          <a:ln w="12700">
            <a:solidFill>
              <a:srgbClr val="6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75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جَآطَّ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حَآطِّ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7934"/>
          </a:solidFill>
          <a:ln w="12700">
            <a:solidFill>
              <a:srgbClr val="6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خَآطُّ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دَآطَّ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65EED"/>
          </a:solidFill>
          <a:ln w="12700">
            <a:solidFill>
              <a:srgbClr val="9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ذَآطِّ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6E052"/>
          </a:solidFill>
          <a:ln w="12700">
            <a:solidFill>
              <a:srgbClr val="9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270DB"/>
          </a:solidFill>
          <a:ln w="12700">
            <a:solidFill>
              <a:srgbClr val="7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F"/>
          </a:solidFill>
          <a:ln w="12700">
            <a:solidFill>
              <a:srgbClr val="8547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رَآطُّ</a:t>
            </a:r>
            <a:endParaRPr lang="ar-SA" sz="5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4D8"/>
          </a:solidFill>
          <a:ln w="12700">
            <a:solidFill>
              <a:srgbClr val="648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4D1"/>
          </a:solidFill>
          <a:ln w="12700">
            <a:solidFill>
              <a:srgbClr val="478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زَآطَّ</a:t>
            </a:r>
            <a:endParaRPr lang="ar-SA" sz="5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سَآطِّ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1"/>
          </a:solidFill>
          <a:ln w="12700">
            <a:solidFill>
              <a:srgbClr val="2B64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2"/>
          </a:solidFill>
          <a:ln w="12700">
            <a:solidFill>
              <a:srgbClr val="3479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شَآطُّ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صَآطَّ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35E"/>
          </a:solidFill>
          <a:ln w="12700">
            <a:solidFill>
              <a:srgbClr val="ED7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ضَآطِّ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AE0"/>
          </a:solidFill>
          <a:ln w="12700">
            <a:solidFill>
              <a:srgbClr val="52B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9"/>
          </a:solidFill>
          <a:ln w="12700">
            <a:solidFill>
              <a:srgbClr val="DB708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8547"/>
          </a:solidFill>
          <a:ln w="12700">
            <a:solidFill>
              <a:srgbClr val="7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656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بَآظَّ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1"/>
          </a:solidFill>
          <a:ln w="12700">
            <a:solidFill>
              <a:srgbClr val="D864A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6"/>
          </a:solidFill>
          <a:ln w="12700">
            <a:solidFill>
              <a:srgbClr val="D147A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تَآظِّ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ثَآظُّ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2B64"/>
          </a:solidFill>
          <a:ln w="12700">
            <a:solidFill>
              <a:srgbClr val="3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3479"/>
          </a:solidFill>
          <a:ln w="12700">
            <a:solidFill>
              <a:srgbClr val="6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675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جَآظَّ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حَآظِّ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DED5E"/>
          </a:solidFill>
          <a:ln w="12700">
            <a:solidFill>
              <a:srgbClr val="6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خَآظُّ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E"/>
          </a:solidFill>
          <a:ln w="12700">
            <a:solidFill>
              <a:srgbClr val="E052D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4DB70"/>
          </a:solidFill>
          <a:ln w="12700">
            <a:solidFill>
              <a:srgbClr val="A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5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دَآظَّ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ED864"/>
          </a:solidFill>
          <a:ln w="12700">
            <a:solidFill>
              <a:srgbClr val="B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9D147"/>
          </a:solidFill>
          <a:ln w="12700">
            <a:solidFill>
              <a:srgbClr val="C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ذَآظِّ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رَآظُّ</a:t>
            </a:r>
            <a:endParaRPr lang="ar-SA" sz="5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1"/>
          </a:solidFill>
          <a:ln w="12700">
            <a:solidFill>
              <a:srgbClr val="642B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F34"/>
          </a:solidFill>
          <a:ln w="12700">
            <a:solidFill>
              <a:srgbClr val="794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زَآظَّ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سَآظِّ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1ED"/>
          </a:solidFill>
          <a:ln w="12700">
            <a:solidFill>
              <a:srgbClr val="5E9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شَآظُّ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052"/>
          </a:solidFill>
          <a:ln w="12700">
            <a:solidFill>
              <a:srgbClr val="E0C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EDB"/>
          </a:solidFill>
          <a:ln w="12700">
            <a:solidFill>
              <a:srgbClr val="70B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4785"/>
          </a:solidFill>
          <a:ln w="12700">
            <a:solidFill>
              <a:srgbClr val="6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5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صَآظَّ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6"/>
          </a:solidFill>
          <a:ln w="12700">
            <a:solidFill>
              <a:srgbClr val="64D8D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7"/>
          </a:solidFill>
          <a:ln w="12700">
            <a:solidFill>
              <a:srgbClr val="47D1B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ضَآظِّ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طَآظُّ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642B"/>
          </a:solidFill>
          <a:ln w="12700">
            <a:solidFill>
              <a:srgbClr val="3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E"/>
          </a:solidFill>
          <a:ln w="12700">
            <a:solidFill>
              <a:srgbClr val="34793E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56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8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8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14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8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5"/>
          </a:solidFill>
          <a:ln w="12700">
            <a:solidFill>
              <a:srgbClr val="ED5EB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A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A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22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A36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C"/>
          </a:solidFill>
          <a:ln w="12700">
            <a:solidFill>
              <a:srgbClr val="52E09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9"/>
          </a:solidFill>
          <a:ln w="12700">
            <a:solidFill>
              <a:srgbClr val="DB70D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D47"/>
          </a:solidFill>
          <a:ln w="12700">
            <a:solidFill>
              <a:srgbClr val="855D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D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7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AD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9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D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964D8"/>
          </a:solidFill>
          <a:ln w="12700">
            <a:solidFill>
              <a:srgbClr val="B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547D1"/>
          </a:solidFill>
          <a:ln w="12700">
            <a:solidFill>
              <a:srgbClr val="9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F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12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F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14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F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09-ta-dha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