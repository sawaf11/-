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3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14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16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4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56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بَآطَّ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A"/>
          </a:solidFill>
          <a:ln w="12700">
            <a:solidFill>
              <a:srgbClr val="5EED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تَآطِّ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3"/>
          </a:solidFill>
          <a:ln w="12700">
            <a:solidFill>
              <a:srgbClr val="E052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ثَآطُّ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D864"/>
          </a:solidFill>
          <a:ln w="12700">
            <a:solidFill>
              <a:srgbClr val="6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2D147"/>
          </a:solidFill>
          <a:ln w="12700">
            <a:solidFill>
              <a:srgbClr val="6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75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جَآطَّ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حَآطِّ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خَآطُّ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دَآطَّ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65EED"/>
          </a:solidFill>
          <a:ln w="12700">
            <a:solidFill>
              <a:srgbClr val="9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ذَآطِّ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70DB"/>
          </a:solidFill>
          <a:ln w="12700">
            <a:solidFill>
              <a:srgbClr val="7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رَآطُّ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4D8"/>
          </a:solidFill>
          <a:ln w="12700">
            <a:solidFill>
              <a:srgbClr val="648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4D1"/>
          </a:solidFill>
          <a:ln w="12700">
            <a:solidFill>
              <a:srgbClr val="478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زَآطَّ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سَآطِّ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شَآطُّ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صَآطَّ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35E"/>
          </a:solidFill>
          <a:ln w="12700">
            <a:solidFill>
              <a:srgbClr val="ED7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ضَآطِّ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AE0"/>
          </a:solidFill>
          <a:ln w="12700">
            <a:solidFill>
              <a:srgbClr val="52B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9"/>
          </a:solidFill>
          <a:ln w="12700">
            <a:solidFill>
              <a:srgbClr val="DB70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656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بَآظَّ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1"/>
          </a:solidFill>
          <a:ln w="12700">
            <a:solidFill>
              <a:srgbClr val="D864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تَآظِّ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ثَآظُّ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675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جَآظَّ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حَآظِّ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خَآظُّ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E"/>
          </a:solidFill>
          <a:ln w="12700">
            <a:solidFill>
              <a:srgbClr val="E052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DB70"/>
          </a:solidFill>
          <a:ln w="12700">
            <a:solidFill>
              <a:srgbClr val="A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5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دَآظَّ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D864"/>
          </a:solidFill>
          <a:ln w="12700">
            <a:solidFill>
              <a:srgbClr val="B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9D147"/>
          </a:solidFill>
          <a:ln w="12700">
            <a:solidFill>
              <a:srgbClr val="C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ذَآظِّ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رَآظُّ</a:t>
            </a:r>
            <a:endParaRPr lang="ar-SA" sz="5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زَآظَّ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سَآظِّ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1ED"/>
          </a:solidFill>
          <a:ln w="12700">
            <a:solidFill>
              <a:srgbClr val="5E9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شَآظُّ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5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صَآظَّ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7"/>
          </a:solidFill>
          <a:ln w="12700">
            <a:solidFill>
              <a:srgbClr val="47D1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ضَآظِّ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5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طَآظُّ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8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14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8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5"/>
          </a:solidFill>
          <a:ln w="12700">
            <a:solidFill>
              <a:srgbClr val="ED5E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A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A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22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A36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C"/>
          </a:solidFill>
          <a:ln w="12700">
            <a:solidFill>
              <a:srgbClr val="52E0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9"/>
          </a:solidFill>
          <a:ln w="12700">
            <a:solidFill>
              <a:srgbClr val="DB70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D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7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AD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9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D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47D1"/>
          </a:solidFill>
          <a:ln w="12700">
            <a:solidFill>
              <a:srgbClr val="9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F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12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F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14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F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09-ta-dha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