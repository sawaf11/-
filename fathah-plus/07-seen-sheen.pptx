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</p:sldIdLst>
  <p:notesMasterIdLst>
    <p:notesMasterId r:id="rId7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notesMaster" Target="notesMasters/notesMaster1.xml"/><Relationship Id="rId78" Type="http://schemas.openxmlformats.org/officeDocument/2006/relationships/presProps" Target="presProps.xml"/><Relationship Id="rId79" Type="http://schemas.openxmlformats.org/officeDocument/2006/relationships/viewProps" Target="viewProps.xml"/><Relationship Id="rId80" Type="http://schemas.openxmlformats.org/officeDocument/2006/relationships/theme" Target="theme/theme1.xml"/><Relationship Id="rId8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3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2.png"/><Relationship Id="rId2" Type="http://schemas.openxmlformats.org/officeDocument/2006/relationships/image" Target="../media/image-5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5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image" Target="../media/image-7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image" Target="../media/image-7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2.png"/><Relationship Id="rId2" Type="http://schemas.openxmlformats.org/officeDocument/2006/relationships/image" Target="../media/image-7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C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2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11200" dirty="0"/>
          </a:p>
        </p:txBody>
      </p:sp>
      <p:sp>
        <p:nvSpPr>
          <p:cNvPr id="13" name="C2 F1 fath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11200" dirty="0"/>
          </a:p>
        </p:txBody>
      </p:sp>
      <p:pic>
        <p:nvPicPr>
          <p:cNvPr id="1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1751259" cy="1645920"/>
          </a:xfrm>
          <a:prstGeom prst="rect">
            <a:avLst/>
          </a:prstGeom>
        </p:spPr>
      </p:pic>
      <p:pic>
        <p:nvPicPr>
          <p:cNvPr id="1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4399" y="1783080"/>
            <a:ext cx="1468161" cy="1645920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0"/>
          </a:solidFill>
          <a:ln w="12700">
            <a:solidFill>
              <a:srgbClr val="2B643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D"/>
          </a:solidFill>
          <a:ln w="12700">
            <a:solidFill>
              <a:srgbClr val="34795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سَأَ</a:t>
            </a:r>
            <a:endParaRPr lang="ar-SA" sz="66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80314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7436" y="3515868"/>
            <a:ext cx="945124" cy="15544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5C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سَبَ</a:t>
            </a:r>
            <a:endParaRPr lang="ar-SA" sz="95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370548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3402" y="3515868"/>
            <a:ext cx="1859158" cy="15544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C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5"/>
          </a:solidFill>
          <a:ln w="12700">
            <a:solidFill>
              <a:srgbClr val="ED5E7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سَتَ</a:t>
            </a:r>
            <a:endParaRPr lang="ar-SA" sz="10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4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C"/>
          </a:solidFill>
          <a:ln w="12700">
            <a:solidFill>
              <a:srgbClr val="52E0D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3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9"/>
          </a:solidFill>
          <a:ln w="12700">
            <a:solidFill>
              <a:srgbClr val="DB70A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847"/>
          </a:solidFill>
          <a:ln w="12700">
            <a:solidFill>
              <a:srgbClr val="8578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سَثَ</a:t>
            </a:r>
            <a:endParaRPr lang="ar-SA" sz="100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90188"/>
            <a:ext cx="916595" cy="128016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0295" y="4064508"/>
            <a:ext cx="562265" cy="10058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4"/>
          </a:solidFill>
          <a:ln w="12700">
            <a:solidFill>
              <a:srgbClr val="D864C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D0"/>
          </a:solidFill>
          <a:ln w="12700">
            <a:solidFill>
              <a:srgbClr val="D147D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سَجَ</a:t>
            </a:r>
            <a:endParaRPr lang="ar-SA" sz="74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01573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2230" y="3515868"/>
            <a:ext cx="1450330" cy="15544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سَحَ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3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464"/>
          </a:solidFill>
          <a:ln w="12700">
            <a:solidFill>
              <a:srgbClr val="2B34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C3479"/>
          </a:solidFill>
          <a:ln w="12700">
            <a:solidFill>
              <a:srgbClr val="4C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سَخَ</a:t>
            </a:r>
            <a:endParaRPr lang="ar-SA" sz="74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29920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2163" y="3515868"/>
            <a:ext cx="710397" cy="15544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C5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سَدَ</a:t>
            </a:r>
            <a:endParaRPr lang="ar-SA" sz="110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350706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5785" y="3515868"/>
            <a:ext cx="806775" cy="15544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8ED5E"/>
          </a:solidFill>
          <a:ln w="12700">
            <a:solidFill>
              <a:srgbClr val="98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سَذَ</a:t>
            </a:r>
            <a:endParaRPr lang="ar-SA" sz="93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103120"/>
            <a:ext cx="520019" cy="10058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852E0"/>
          </a:solidFill>
          <a:ln w="12700">
            <a:solidFill>
              <a:srgbClr val="B8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4DB70"/>
          </a:solidFill>
          <a:ln w="12700">
            <a:solidFill>
              <a:srgbClr val="C4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9"/>
          </a:solidFill>
          <a:ln w="12700">
            <a:solidFill>
              <a:srgbClr val="47856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سَرَ</a:t>
            </a:r>
            <a:endParaRPr lang="ar-SA" sz="90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7311" y="3835908"/>
            <a:ext cx="575249" cy="12344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D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D064"/>
          </a:solidFill>
          <a:ln w="12700">
            <a:solidFill>
              <a:srgbClr val="D8D0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047"/>
          </a:solidFill>
          <a:ln w="12700">
            <a:solidFill>
              <a:srgbClr val="D1B0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سَزَ</a:t>
            </a:r>
            <a:endParaRPr lang="ar-SA" sz="90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60471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6540" y="3515868"/>
            <a:ext cx="1256020" cy="15544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أَسَبَ</a:t>
            </a:r>
            <a:endParaRPr lang="ar-SA" sz="62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73068"/>
            <a:ext cx="1088502" cy="109728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4756" y="4155948"/>
            <a:ext cx="717804" cy="91440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31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2"/>
          </a:solidFill>
          <a:ln w="12700">
            <a:solidFill>
              <a:srgbClr val="642B4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A34"/>
          </a:solidFill>
          <a:ln w="12700">
            <a:solidFill>
              <a:srgbClr val="793A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بَسَتَ</a:t>
            </a:r>
            <a:endParaRPr lang="ar-SA" sz="72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93608" cy="1508760"/>
          </a:xfrm>
          <a:prstGeom prst="rect">
            <a:avLst/>
          </a:prstGeom>
        </p:spPr>
      </p:pic>
      <p:pic>
        <p:nvPicPr>
          <p:cNvPr id="27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7599" y="3332988"/>
            <a:ext cx="1104961" cy="173736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تَسَثَ</a:t>
            </a:r>
            <a:endParaRPr lang="ar-SA" sz="72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629461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3894" y="3332988"/>
            <a:ext cx="2588666" cy="173736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5D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CED"/>
          </a:solidFill>
          <a:ln w="12700">
            <a:solidFill>
              <a:srgbClr val="5EBC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ثَسَجَ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4314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552"/>
          </a:solidFill>
          <a:ln w="12700">
            <a:solidFill>
              <a:srgbClr val="E095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F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8"/>
          </a:solidFill>
          <a:ln w="12700">
            <a:solidFill>
              <a:srgbClr val="70DBD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A4785"/>
          </a:solidFill>
          <a:ln w="12700">
            <a:solidFill>
              <a:srgbClr val="5A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جَسَحَ</a:t>
            </a:r>
            <a:endParaRPr lang="ar-SA" sz="6600" dirty="0"/>
          </a:p>
        </p:txBody>
      </p:sp>
      <p:pic>
        <p:nvPicPr>
          <p:cNvPr id="29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4508"/>
            <a:ext cx="909279" cy="1005840"/>
          </a:xfrm>
          <a:prstGeom prst="rect">
            <a:avLst/>
          </a:prstGeom>
        </p:spPr>
      </p:pic>
      <p:pic>
        <p:nvPicPr>
          <p:cNvPr id="30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7710" y="3881628"/>
            <a:ext cx="584850" cy="118872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F7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3"/>
          </a:solidFill>
          <a:ln w="12700">
            <a:solidFill>
              <a:srgbClr val="64D8B3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E"/>
          </a:solidFill>
          <a:ln w="12700">
            <a:solidFill>
              <a:srgbClr val="47D18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حَسَخَ</a:t>
            </a:r>
            <a:endParaRPr lang="ar-SA" sz="66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42310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0429" y="3332988"/>
            <a:ext cx="1322131" cy="173736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خَسَدَ</a:t>
            </a:r>
            <a:endParaRPr lang="ar-SA" sz="81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90188"/>
            <a:ext cx="1094537" cy="128016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433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0642B"/>
          </a:solidFill>
          <a:ln w="12700">
            <a:solidFill>
              <a:srgbClr val="50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F7934"/>
          </a:solidFill>
          <a:ln w="12700">
            <a:solidFill>
              <a:srgbClr val="3F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دَسَذَ</a:t>
            </a:r>
            <a:endParaRPr lang="ar-SA" sz="82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675924" cy="1508760"/>
          </a:xfrm>
          <a:prstGeom prst="rect">
            <a:avLst/>
          </a:prstGeom>
        </p:spPr>
      </p:pic>
      <p:pic>
        <p:nvPicPr>
          <p:cNvPr id="27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3497" y="3332988"/>
            <a:ext cx="919063" cy="173736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5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ذَسَرَ</a:t>
            </a:r>
            <a:endParaRPr lang="ar-SA" sz="80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558549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4677" y="3332988"/>
            <a:ext cx="2077883" cy="173736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C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E0"/>
          </a:solidFill>
          <a:ln w="12700">
            <a:solidFill>
              <a:srgbClr val="ED5EE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رَسَزَ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1"/>
          </a:solidFill>
          <a:ln w="12700">
            <a:solidFill>
              <a:srgbClr val="52E07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D70DB"/>
          </a:solidFill>
          <a:ln w="12700">
            <a:solidFill>
              <a:srgbClr val="BD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B47"/>
          </a:solidFill>
          <a:ln w="12700">
            <a:solidFill>
              <a:srgbClr val="854B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زَسَأَ</a:t>
            </a:r>
            <a:endParaRPr lang="ar-SA" sz="5900" dirty="0"/>
          </a:p>
        </p:txBody>
      </p:sp>
      <p:pic>
        <p:nvPicPr>
          <p:cNvPr id="29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55948"/>
            <a:ext cx="914400" cy="914400"/>
          </a:xfrm>
          <a:prstGeom prst="rect">
            <a:avLst/>
          </a:prstGeom>
        </p:spPr>
      </p:pic>
      <p:pic>
        <p:nvPicPr>
          <p:cNvPr id="30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7186" y="3835908"/>
            <a:ext cx="565374" cy="12344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664D8"/>
          </a:solidFill>
          <a:ln w="12700">
            <a:solidFill>
              <a:srgbClr val="96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B47D1"/>
          </a:solidFill>
          <a:ln w="12700">
            <a:solidFill>
              <a:srgbClr val="6B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أَسَ</a:t>
            </a:r>
            <a:endParaRPr lang="ar-SA" sz="70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61888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8976" y="3515868"/>
            <a:ext cx="1243584" cy="15544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D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بَسَ</a:t>
            </a:r>
            <a:endParaRPr lang="ar-SA" sz="9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4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F64"/>
          </a:solidFill>
          <a:ln w="12700">
            <a:solidFill>
              <a:srgbClr val="2B5F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079"/>
          </a:solidFill>
          <a:ln w="12700">
            <a:solidFill>
              <a:srgbClr val="3450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تَسَ</a:t>
            </a:r>
            <a:endParaRPr lang="ar-SA" sz="90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44881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378" y="3515868"/>
            <a:ext cx="861182" cy="15544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ثَسَ</a:t>
            </a:r>
            <a:endParaRPr lang="ar-SA" sz="85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564721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5785" y="3515868"/>
            <a:ext cx="806775" cy="15544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75E"/>
          </a:solidFill>
          <a:ln w="12700">
            <a:solidFill>
              <a:srgbClr val="EDD7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جَسَ</a:t>
            </a:r>
            <a:endParaRPr lang="ar-SA" sz="90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80260"/>
            <a:ext cx="517368" cy="105156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2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6E0"/>
          </a:solidFill>
          <a:ln w="12700">
            <a:solidFill>
              <a:srgbClr val="5256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C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370"/>
          </a:solidFill>
          <a:ln w="12700">
            <a:solidFill>
              <a:srgbClr val="DBA3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38547"/>
          </a:solidFill>
          <a:ln w="12700">
            <a:solidFill>
              <a:srgbClr val="53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حَسَ</a:t>
            </a:r>
            <a:endParaRPr lang="ar-SA" sz="90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0087" y="3790188"/>
            <a:ext cx="582473" cy="128016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C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964"/>
          </a:solidFill>
          <a:ln w="12700">
            <a:solidFill>
              <a:srgbClr val="D879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947"/>
          </a:solidFill>
          <a:ln w="12700">
            <a:solidFill>
              <a:srgbClr val="D149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خَسَ</a:t>
            </a:r>
            <a:endParaRPr lang="ar-SA" sz="90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40629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2487" y="3515868"/>
            <a:ext cx="1500073" cy="155448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5F7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دَسَ</a:t>
            </a:r>
            <a:endParaRPr lang="ar-SA" sz="9000" dirty="0"/>
          </a:p>
        </p:txBody>
      </p:sp>
      <p:pic>
        <p:nvPicPr>
          <p:cNvPr id="21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7408" y="4064508"/>
            <a:ext cx="715152" cy="10058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B2B64"/>
          </a:solidFill>
          <a:ln w="12700">
            <a:solidFill>
              <a:srgbClr val="5B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1"/>
          </a:solidFill>
          <a:ln w="12700">
            <a:solidFill>
              <a:srgbClr val="79346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ذَسَ</a:t>
            </a:r>
            <a:endParaRPr lang="ar-SA" sz="90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68975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3334" y="3515868"/>
            <a:ext cx="1119226" cy="15544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E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رَسَ</a:t>
            </a:r>
            <a:endParaRPr lang="ar-SA" sz="90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2172752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385" y="3515868"/>
            <a:ext cx="2316175" cy="15544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3"/>
          </a:solidFill>
          <a:ln w="12700">
            <a:solidFill>
              <a:srgbClr val="5EEDB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زَسَ</a:t>
            </a:r>
            <a:endParaRPr lang="ar-SA" sz="90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080260"/>
            <a:ext cx="504749" cy="105156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4314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9"/>
          </a:solidFill>
          <a:ln w="12700">
            <a:solidFill>
              <a:srgbClr val="E0527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3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8"/>
          </a:solidFill>
          <a:ln w="12700">
            <a:solidFill>
              <a:srgbClr val="70DB8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385"/>
          </a:solidFill>
          <a:ln w="12700">
            <a:solidFill>
              <a:srgbClr val="4763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11200" dirty="0"/>
          </a:p>
        </p:txBody>
      </p:sp>
      <p:sp>
        <p:nvSpPr>
          <p:cNvPr id="17" name="C2 F1 fath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11200" dirty="0"/>
          </a:p>
        </p:txBody>
      </p:sp>
      <p:pic>
        <p:nvPicPr>
          <p:cNvPr id="18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1206459" cy="1645920"/>
          </a:xfrm>
          <a:prstGeom prst="rect">
            <a:avLst/>
          </a:prstGeom>
        </p:spPr>
      </p:pic>
      <p:pic>
        <p:nvPicPr>
          <p:cNvPr id="19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6433" y="1783080"/>
            <a:ext cx="836127" cy="164592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D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CD864"/>
          </a:solidFill>
          <a:ln w="12700">
            <a:solidFill>
              <a:srgbClr val="6C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8D147"/>
          </a:solidFill>
          <a:ln w="12700">
            <a:solidFill>
              <a:srgbClr val="68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شَأَ</a:t>
            </a:r>
            <a:endParaRPr lang="ar-SA" sz="66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97321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8463" y="3515868"/>
            <a:ext cx="1144097" cy="15544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5C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شَبَ</a:t>
            </a:r>
            <a:endParaRPr lang="ar-SA" sz="95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4508"/>
            <a:ext cx="1083290" cy="10058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431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D2B"/>
          </a:solidFill>
          <a:ln w="12700">
            <a:solidFill>
              <a:srgbClr val="644D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37934"/>
          </a:solidFill>
          <a:ln w="12700">
            <a:solidFill>
              <a:srgbClr val="73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شَتَ</a:t>
            </a:r>
            <a:endParaRPr lang="ar-SA" sz="95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42676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773" y="3515868"/>
            <a:ext cx="949787" cy="15544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5F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شَثَ</a:t>
            </a:r>
            <a:endParaRPr lang="ar-SA" sz="95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323777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3402" y="3515868"/>
            <a:ext cx="1859158" cy="15544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05EED"/>
          </a:solidFill>
          <a:ln w="12700">
            <a:solidFill>
              <a:srgbClr val="90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شَجَ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434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DE052"/>
          </a:solidFill>
          <a:ln w="12700">
            <a:solidFill>
              <a:srgbClr val="9D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F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3DB"/>
          </a:solidFill>
          <a:ln w="12700">
            <a:solidFill>
              <a:srgbClr val="7073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2"/>
          </a:solidFill>
          <a:ln w="12700">
            <a:solidFill>
              <a:srgbClr val="85477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شَحَ</a:t>
            </a:r>
            <a:endParaRPr lang="ar-SA" sz="74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1974" y="3881628"/>
            <a:ext cx="570586" cy="118872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5E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9D8"/>
          </a:solidFill>
          <a:ln w="12700">
            <a:solidFill>
              <a:srgbClr val="6489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AD1"/>
          </a:solidFill>
          <a:ln w="12700">
            <a:solidFill>
              <a:srgbClr val="478A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شَخَ</a:t>
            </a:r>
            <a:endParaRPr lang="ar-SA" sz="74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800786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7325" y="3515868"/>
            <a:ext cx="1105235" cy="15544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C5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شَدَ</a:t>
            </a:r>
            <a:endParaRPr lang="ar-SA" sz="95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790188"/>
            <a:ext cx="1112459" cy="1280160"/>
          </a:xfrm>
          <a:prstGeom prst="rect">
            <a:avLst/>
          </a:prstGeom>
        </p:spPr>
      </p:pic>
      <p:pic>
        <p:nvPicPr>
          <p:cNvPr id="22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4814" y="4155948"/>
            <a:ext cx="707746" cy="91440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F"/>
          </a:solidFill>
          <a:ln w="12700">
            <a:solidFill>
              <a:srgbClr val="2B643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F"/>
          </a:solidFill>
          <a:ln w="12700">
            <a:solidFill>
              <a:srgbClr val="3479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شَذَ</a:t>
            </a:r>
            <a:endParaRPr lang="ar-SA" sz="93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959526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5480" y="3515868"/>
            <a:ext cx="687080" cy="155448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شَرَ</a:t>
            </a:r>
            <a:endParaRPr lang="ar-SA" sz="90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279840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5785" y="3515868"/>
            <a:ext cx="806775" cy="155448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D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6C5E"/>
          </a:solidFill>
          <a:ln w="12700">
            <a:solidFill>
              <a:srgbClr val="ED6C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شَزَ</a:t>
            </a:r>
            <a:endParaRPr lang="ar-SA" sz="9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443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C1E0"/>
          </a:solidFill>
          <a:ln w="12700">
            <a:solidFill>
              <a:srgbClr val="52C1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9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E"/>
          </a:solidFill>
          <a:ln w="12700">
            <a:solidFill>
              <a:srgbClr val="DB708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18547"/>
          </a:solidFill>
          <a:ln w="12700">
            <a:solidFill>
              <a:srgbClr val="81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شَسَ</a:t>
            </a:r>
            <a:endParaRPr lang="ar-SA" sz="9000" dirty="0"/>
          </a:p>
        </p:txBody>
      </p:sp>
      <p:pic>
        <p:nvPicPr>
          <p:cNvPr id="25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9767" y="4110228"/>
            <a:ext cx="582793" cy="96012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C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6"/>
          </a:solidFill>
          <a:ln w="12700">
            <a:solidFill>
              <a:srgbClr val="D864A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D"/>
          </a:solidFill>
          <a:ln w="12700">
            <a:solidFill>
              <a:srgbClr val="D147AD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أَشَبَ</a:t>
            </a:r>
            <a:endParaRPr lang="ar-SA" sz="62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146658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8651" y="3332988"/>
            <a:ext cx="1283909" cy="173736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بَشَتَ</a:t>
            </a:r>
            <a:endParaRPr lang="ar-SA" sz="72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27348"/>
            <a:ext cx="1112139" cy="114300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42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02B64"/>
          </a:solidFill>
          <a:ln w="12700">
            <a:solidFill>
              <a:srgbClr val="30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E3479"/>
          </a:solidFill>
          <a:ln w="12700">
            <a:solidFill>
              <a:srgbClr val="5E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تَشَثَ</a:t>
            </a:r>
            <a:endParaRPr lang="ar-SA" sz="72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42310" cy="1508760"/>
          </a:xfrm>
          <a:prstGeom prst="rect">
            <a:avLst/>
          </a:prstGeom>
        </p:spPr>
      </p:pic>
      <p:pic>
        <p:nvPicPr>
          <p:cNvPr id="27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7599" y="3332988"/>
            <a:ext cx="1104961" cy="173736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C5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ثَشَجَ</a:t>
            </a:r>
            <a:endParaRPr lang="ar-SA" sz="66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532900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3894" y="3332988"/>
            <a:ext cx="2588666" cy="173736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5F7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4ED5E"/>
          </a:solidFill>
          <a:ln w="12700">
            <a:solidFill>
              <a:srgbClr val="74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جَشَحَ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2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D52E0"/>
          </a:solidFill>
          <a:ln w="12700">
            <a:solidFill>
              <a:srgbClr val="DD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9DB70"/>
          </a:solidFill>
          <a:ln w="12700">
            <a:solidFill>
              <a:srgbClr val="A9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9"/>
          </a:solidFill>
          <a:ln w="12700">
            <a:solidFill>
              <a:srgbClr val="47857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حَشَخَ</a:t>
            </a:r>
            <a:endParaRPr lang="ar-SA" sz="6600" dirty="0"/>
          </a:p>
        </p:txBody>
      </p:sp>
      <p:pic>
        <p:nvPicPr>
          <p:cNvPr id="29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7344" y="4155948"/>
            <a:ext cx="585216" cy="91440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E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3D864"/>
          </a:solidFill>
          <a:ln w="12700">
            <a:solidFill>
              <a:srgbClr val="C3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FD147"/>
          </a:solidFill>
          <a:ln w="12700">
            <a:solidFill>
              <a:srgbClr val="CF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خَشَدَ</a:t>
            </a:r>
            <a:endParaRPr lang="ar-SA" sz="8100" dirty="0"/>
          </a:p>
        </p:txBody>
      </p:sp>
      <p:pic>
        <p:nvPicPr>
          <p:cNvPr id="24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686486" cy="1508760"/>
          </a:xfrm>
          <a:prstGeom prst="rect">
            <a:avLst/>
          </a:prstGeom>
        </p:spPr>
      </p:pic>
      <p:pic>
        <p:nvPicPr>
          <p:cNvPr id="25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2411" y="3332988"/>
            <a:ext cx="1560149" cy="173736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5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16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000" dirty="0"/>
          </a:p>
        </p:txBody>
      </p:sp>
      <p:sp>
        <p:nvSpPr>
          <p:cNvPr id="19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22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دَشَذَ</a:t>
            </a:r>
            <a:endParaRPr lang="ar-SA" sz="82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927348"/>
            <a:ext cx="1099566" cy="114300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431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3"/>
          </a:solidFill>
          <a:ln w="12700">
            <a:solidFill>
              <a:srgbClr val="642B3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C34"/>
          </a:solidFill>
          <a:ln w="12700">
            <a:solidFill>
              <a:srgbClr val="794C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17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000" dirty="0"/>
          </a:p>
        </p:txBody>
      </p:sp>
      <p:sp>
        <p:nvSpPr>
          <p:cNvPr id="20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23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0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ذَشَرَ</a:t>
            </a:r>
            <a:endParaRPr lang="ar-SA" sz="8000" dirty="0"/>
          </a:p>
        </p:txBody>
      </p:sp>
      <p:pic>
        <p:nvPicPr>
          <p:cNvPr id="26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712135" cy="1508760"/>
          </a:xfrm>
          <a:prstGeom prst="rect">
            <a:avLst/>
          </a:prstGeom>
        </p:spPr>
      </p:pic>
      <p:pic>
        <p:nvPicPr>
          <p:cNvPr id="27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5577" y="3332988"/>
            <a:ext cx="826983" cy="173736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D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15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000" dirty="0"/>
          </a:p>
        </p:txBody>
      </p:sp>
      <p:sp>
        <p:nvSpPr>
          <p:cNvPr id="18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21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رَشَزَ</a:t>
            </a:r>
            <a:endParaRPr lang="ar-SA" sz="8000" dirty="0"/>
          </a:p>
        </p:txBody>
      </p:sp>
      <p:pic>
        <p:nvPicPr>
          <p:cNvPr id="24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984019" cy="1508760"/>
          </a:xfrm>
          <a:prstGeom prst="rect">
            <a:avLst/>
          </a:prstGeom>
        </p:spPr>
      </p:pic>
      <p:pic>
        <p:nvPicPr>
          <p:cNvPr id="25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4677" y="3332988"/>
            <a:ext cx="2077883" cy="173736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5C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8ED"/>
          </a:solidFill>
          <a:ln w="12700">
            <a:solidFill>
              <a:srgbClr val="5E98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23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000" dirty="0"/>
          </a:p>
        </p:txBody>
      </p:sp>
      <p:sp>
        <p:nvSpPr>
          <p:cNvPr id="26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9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زَشَسَ</a:t>
            </a:r>
            <a:endParaRPr lang="ar-SA" sz="6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431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952"/>
          </a:solidFill>
          <a:ln w="12700">
            <a:solidFill>
              <a:srgbClr val="E0B9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B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3DB"/>
          </a:solidFill>
          <a:ln w="12700">
            <a:solidFill>
              <a:srgbClr val="70C3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A4785"/>
          </a:solidFill>
          <a:ln w="12700">
            <a:solidFill>
              <a:srgbClr val="6A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0" name="C2 F1 fath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4000" dirty="0"/>
          </a:p>
        </p:txBody>
      </p:sp>
      <p:sp>
        <p:nvSpPr>
          <p:cNvPr id="23" name="C5 F2 fath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000" dirty="0"/>
          </a:p>
        </p:txBody>
      </p:sp>
      <p:sp>
        <p:nvSpPr>
          <p:cNvPr id="26" name="C8 F3 fath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سَشَأَ</a:t>
            </a:r>
            <a:endParaRPr lang="ar-SA" sz="5900" dirty="0"/>
          </a:p>
        </p:txBody>
      </p:sp>
      <p:pic>
        <p:nvPicPr>
          <p:cNvPr id="29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7918" y="3881628"/>
            <a:ext cx="564642" cy="118872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5F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D0"/>
          </a:solidFill>
          <a:ln w="12700">
            <a:solidFill>
              <a:srgbClr val="64D8D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1"/>
          </a:solidFill>
          <a:ln w="12700">
            <a:solidFill>
              <a:srgbClr val="47D1B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أَشَ</a:t>
            </a:r>
            <a:endParaRPr lang="ar-SA" sz="70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68975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562" y="3515868"/>
            <a:ext cx="1768998" cy="155448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E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بَشَ</a:t>
            </a:r>
            <a:endParaRPr lang="ar-SA" sz="90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81628"/>
            <a:ext cx="1106698" cy="118872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3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2642B"/>
          </a:solidFill>
          <a:ln w="12700">
            <a:solidFill>
              <a:srgbClr val="42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B"/>
          </a:solidFill>
          <a:ln w="12700">
            <a:solidFill>
              <a:srgbClr val="34793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تَشَ</a:t>
            </a:r>
            <a:endParaRPr lang="ar-SA" sz="90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73227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1843" y="3515868"/>
            <a:ext cx="890717" cy="155448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C5E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ثَشَ</a:t>
            </a:r>
            <a:endParaRPr lang="ar-SA" sz="85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540627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5785" y="3515868"/>
            <a:ext cx="806775" cy="15544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C5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B"/>
          </a:solidFill>
          <a:ln w="12700">
            <a:solidFill>
              <a:srgbClr val="ED5EB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جَشَ</a:t>
            </a:r>
            <a:endParaRPr lang="ar-SA" sz="90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103120"/>
            <a:ext cx="510967" cy="10058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5"/>
          </a:solidFill>
          <a:ln w="12700">
            <a:solidFill>
              <a:srgbClr val="52E09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F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970DB"/>
          </a:solidFill>
          <a:ln w="12700">
            <a:solidFill>
              <a:srgbClr val="D9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A47"/>
          </a:solidFill>
          <a:ln w="12700">
            <a:solidFill>
              <a:srgbClr val="855A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حَشَ</a:t>
            </a:r>
            <a:endParaRPr lang="ar-SA" sz="90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64508"/>
            <a:ext cx="899221" cy="100584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0087" y="3790188"/>
            <a:ext cx="582473" cy="128016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D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364D8"/>
          </a:solidFill>
          <a:ln w="12700">
            <a:solidFill>
              <a:srgbClr val="B3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F47D1"/>
          </a:solidFill>
          <a:ln w="12700">
            <a:solidFill>
              <a:srgbClr val="8F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خَشَ</a:t>
            </a:r>
            <a:endParaRPr lang="ar-SA" sz="9000" dirty="0"/>
          </a:p>
        </p:txBody>
      </p:sp>
      <p:pic>
        <p:nvPicPr>
          <p:cNvPr id="20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629290" cy="1417320"/>
          </a:xfrm>
          <a:prstGeom prst="rect">
            <a:avLst/>
          </a:prstGeom>
        </p:spPr>
      </p:pic>
      <p:pic>
        <p:nvPicPr>
          <p:cNvPr id="21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283" y="3515868"/>
            <a:ext cx="2490277" cy="155448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E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800" dirty="0"/>
          </a:p>
        </p:txBody>
      </p:sp>
      <p:sp>
        <p:nvSpPr>
          <p:cNvPr id="15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8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دَشَ</a:t>
            </a:r>
            <a:endParaRPr lang="ar-SA" sz="9000" dirty="0"/>
          </a:p>
        </p:txBody>
      </p:sp>
      <p:pic>
        <p:nvPicPr>
          <p:cNvPr id="21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110228"/>
            <a:ext cx="1070534" cy="96012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443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064"/>
          </a:solidFill>
          <a:ln w="12700">
            <a:solidFill>
              <a:srgbClr val="2B50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E79"/>
          </a:solidFill>
          <a:ln w="12700">
            <a:solidFill>
              <a:srgbClr val="343E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800" dirty="0"/>
          </a:p>
        </p:txBody>
      </p:sp>
      <p:sp>
        <p:nvSpPr>
          <p:cNvPr id="16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9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ذَشَ</a:t>
            </a:r>
            <a:endParaRPr lang="ar-SA" sz="9000" dirty="0"/>
          </a:p>
        </p:txBody>
      </p:sp>
      <p:pic>
        <p:nvPicPr>
          <p:cNvPr id="22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754014" cy="1417320"/>
          </a:xfrm>
          <a:prstGeom prst="rect">
            <a:avLst/>
          </a:prstGeom>
        </p:spPr>
      </p:pic>
      <p:pic>
        <p:nvPicPr>
          <p:cNvPr id="23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4327" y="3515868"/>
            <a:ext cx="948233" cy="15544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C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4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17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رَشَ</a:t>
            </a:r>
            <a:endParaRPr lang="ar-SA" sz="9000" dirty="0"/>
          </a:p>
        </p:txBody>
      </p:sp>
      <p:pic>
        <p:nvPicPr>
          <p:cNvPr id="20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302517" cy="1417320"/>
          </a:xfrm>
          <a:prstGeom prst="rect">
            <a:avLst/>
          </a:prstGeom>
        </p:spPr>
      </p:pic>
      <p:pic>
        <p:nvPicPr>
          <p:cNvPr id="21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385" y="3515868"/>
            <a:ext cx="2316175" cy="15544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E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FED5E"/>
          </a:solidFill>
          <a:ln w="12700">
            <a:solidFill>
              <a:srgbClr val="DF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22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25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زَشَ</a:t>
            </a:r>
            <a:endParaRPr lang="ar-SA" sz="9000" dirty="0"/>
          </a:p>
        </p:txBody>
      </p:sp>
      <p:pic>
        <p:nvPicPr>
          <p:cNvPr id="28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148840"/>
            <a:ext cx="511150" cy="91440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42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252E0"/>
          </a:solidFill>
          <a:ln w="12700">
            <a:solidFill>
              <a:srgbClr val="72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6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E70"/>
          </a:solidFill>
          <a:ln w="12700">
            <a:solidFill>
              <a:srgbClr val="DBBE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B"/>
          </a:solidFill>
          <a:ln w="12700">
            <a:solidFill>
              <a:srgbClr val="47854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9" name="C2 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800" dirty="0"/>
          </a:p>
        </p:txBody>
      </p:sp>
      <p:sp>
        <p:nvSpPr>
          <p:cNvPr id="22" name="C5 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سَشَ</a:t>
            </a:r>
            <a:endParaRPr lang="ar-SA" sz="9000" dirty="0"/>
          </a:p>
        </p:txBody>
      </p:sp>
      <p:pic>
        <p:nvPicPr>
          <p:cNvPr id="25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881628"/>
            <a:ext cx="916503" cy="1188720"/>
          </a:xfrm>
          <a:prstGeom prst="rect">
            <a:avLst/>
          </a:prstGeom>
        </p:spPr>
      </p:pic>
      <p:pic>
        <p:nvPicPr>
          <p:cNvPr id="26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6305" y="4018788"/>
            <a:ext cx="576255" cy="105156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7C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664"/>
          </a:solidFill>
          <a:ln w="12700">
            <a:solidFill>
              <a:srgbClr val="D896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6C47"/>
          </a:solidFill>
          <a:ln w="12700">
            <a:solidFill>
              <a:srgbClr val="D16C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867639" y="896112"/>
            <a:ext cx="217888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AC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867639" y="896112"/>
            <a:ext cx="217888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جَلَسَ</a:t>
            </a:r>
            <a:endParaRPr lang="ar-SA" sz="5300" dirty="0"/>
          </a:p>
        </p:txBody>
      </p:sp>
      <p:sp>
        <p:nvSpPr>
          <p:cNvPr id="12" name="C2 W2 pill"/>
          <p:cNvSpPr/>
          <p:nvPr/>
        </p:nvSpPr>
        <p:spPr>
          <a:xfrm>
            <a:off x="2097476" y="896112"/>
            <a:ext cx="245012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AC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097476" y="896112"/>
            <a:ext cx="245012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وَدَرَسَ</a:t>
            </a:r>
            <a:endParaRPr lang="ar-SA" sz="53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5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384642" y="2834640"/>
            <a:ext cx="437471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384642" y="2834640"/>
            <a:ext cx="437471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جَلَسَ وَدَرَسَ</a:t>
            </a:r>
            <a:endParaRPr lang="ar-SA" sz="5400" dirty="0"/>
          </a:p>
        </p:txBody>
      </p:sp>
      <p:pic>
        <p:nvPicPr>
          <p:cNvPr id="17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241548"/>
            <a:ext cx="1040587" cy="1828800"/>
          </a:xfrm>
          <a:prstGeom prst="rect">
            <a:avLst/>
          </a:prstGeom>
        </p:spPr>
      </p:pic>
      <p:pic>
        <p:nvPicPr>
          <p:cNvPr id="18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1270" y="3241548"/>
            <a:ext cx="1631290" cy="182880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C5F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831699" y="896112"/>
            <a:ext cx="198873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DE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831699" y="896112"/>
            <a:ext cx="198873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غَسَلَ</a:t>
            </a:r>
            <a:endParaRPr lang="ar-SA" sz="4600" dirty="0"/>
          </a:p>
        </p:txBody>
      </p:sp>
      <p:sp>
        <p:nvSpPr>
          <p:cNvPr id="13" name="C2 W2 pill"/>
          <p:cNvSpPr/>
          <p:nvPr/>
        </p:nvSpPr>
        <p:spPr>
          <a:xfrm>
            <a:off x="2323569" y="896112"/>
            <a:ext cx="218809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E36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323569" y="896112"/>
            <a:ext cx="218809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وَمَسَحَ</a:t>
            </a:r>
            <a:endParaRPr lang="ar-SA" sz="46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636447" y="2834640"/>
            <a:ext cx="387110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636447" y="2834640"/>
            <a:ext cx="387110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غَسَلَ وَمَسَحَ</a:t>
            </a:r>
            <a:endParaRPr lang="ar-SA" sz="4700" dirty="0"/>
          </a:p>
        </p:txBody>
      </p:sp>
      <p:pic>
        <p:nvPicPr>
          <p:cNvPr id="18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783080"/>
            <a:ext cx="1613002" cy="1645920"/>
          </a:xfrm>
          <a:prstGeom prst="rect">
            <a:avLst/>
          </a:prstGeom>
        </p:spPr>
      </p:pic>
      <p:pic>
        <p:nvPicPr>
          <p:cNvPr id="19" name="Image 1" descr="anim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659" y="1783080"/>
            <a:ext cx="1673901" cy="164592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3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E"/>
          </a:solidFill>
          <a:ln w="12700">
            <a:solidFill>
              <a:srgbClr val="642B5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0"/>
          </a:solidFill>
          <a:ln w="12700">
            <a:solidFill>
              <a:srgbClr val="793450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906622" y="896112"/>
            <a:ext cx="166955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B4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906622" y="896112"/>
            <a:ext cx="166955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سَأَلَ</a:t>
            </a:r>
            <a:endParaRPr lang="ar-SA" sz="4100" dirty="0"/>
          </a:p>
        </p:txBody>
      </p:sp>
      <p:sp>
        <p:nvSpPr>
          <p:cNvPr id="14" name="C2 W2 pill"/>
          <p:cNvSpPr/>
          <p:nvPr/>
        </p:nvSpPr>
        <p:spPr>
          <a:xfrm>
            <a:off x="2567820" y="896112"/>
            <a:ext cx="201876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4E236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567820" y="896112"/>
            <a:ext cx="201876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وَشَكَرَ</a:t>
            </a:r>
            <a:endParaRPr lang="ar-SA" sz="41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892267" y="2834640"/>
            <a:ext cx="335946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892267" y="2834640"/>
            <a:ext cx="335946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سَأَلَ وَشَكَرَ</a:t>
            </a:r>
            <a:endParaRPr lang="ar-SA" sz="4200" dirty="0"/>
          </a:p>
        </p:txBody>
      </p:sp>
      <p:pic>
        <p:nvPicPr>
          <p:cNvPr id="19" name="Image 0" descr="k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241548"/>
            <a:ext cx="1022299" cy="1828800"/>
          </a:xfrm>
          <a:prstGeom prst="rect">
            <a:avLst/>
          </a:prstGeom>
        </p:spPr>
      </p:pic>
      <p:pic>
        <p:nvPicPr>
          <p:cNvPr id="20" name="Image 1" descr="ki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4658" y="3241548"/>
            <a:ext cx="1047902" cy="182880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7F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863191" y="896112"/>
            <a:ext cx="187063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2E2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863191" y="896112"/>
            <a:ext cx="187063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شَرَحَ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410172" y="896112"/>
            <a:ext cx="213297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82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410172" y="896112"/>
            <a:ext cx="213297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وَرَسَمَ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7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716748" y="2834640"/>
            <a:ext cx="371050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716748" y="2834640"/>
            <a:ext cx="371050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شَرَحَ وَرَسَمَ</a:t>
            </a:r>
            <a:endParaRPr lang="ar-SA" sz="4700" dirty="0"/>
          </a:p>
        </p:txBody>
      </p:sp>
      <p:pic>
        <p:nvPicPr>
          <p:cNvPr id="17" name="Image 0" descr="anim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241548"/>
            <a:ext cx="2445106" cy="1828800"/>
          </a:xfrm>
          <a:prstGeom prst="rect">
            <a:avLst/>
          </a:prstGeom>
        </p:spPr>
      </p:pic>
      <p:pic>
        <p:nvPicPr>
          <p:cNvPr id="18" name="Image 1" descr="se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315" y="3241548"/>
            <a:ext cx="2187245" cy="182880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75</Slides>
  <Notes>75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7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reading 07-seen-sheen</dc:title>
  <dc:subject>PptxGenJS Presentation</dc:subject>
  <dc:creator>PptxGenJS</dc:creator>
  <cp:lastModifiedBy>PptxGenJS</cp:lastModifiedBy>
  <cp:revision>1</cp:revision>
  <dcterms:created xsi:type="dcterms:W3CDTF">2026-10-20T23:35:40Z</dcterms:created>
  <dcterms:modified xsi:type="dcterms:W3CDTF">2026-10-20T23:35:40Z</dcterms:modified>
</cp:coreProperties>
</file>