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745772" cy="109728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920240"/>
            <a:ext cx="137160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3424428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400" y="3378708"/>
            <a:ext cx="959160" cy="1691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645188" cy="11887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08" y="3881628"/>
            <a:ext cx="574152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231" y="4155948"/>
            <a:ext cx="57332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162" y="3332988"/>
            <a:ext cx="80439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1217" cy="16459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1943100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421" y="1897380"/>
            <a:ext cx="120613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77768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2011680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