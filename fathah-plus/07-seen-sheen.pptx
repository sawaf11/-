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1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064"/>
          </a:solidFill>
          <a:ln w="12700">
            <a:solidFill>
              <a:srgbClr val="D8D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047"/>
          </a:solidFill>
          <a:ln w="12700">
            <a:solidFill>
              <a:srgbClr val="D1B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CED"/>
          </a:solidFill>
          <a:ln w="12700">
            <a:solidFill>
              <a:srgbClr val="5EB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552"/>
          </a:solidFill>
          <a:ln w="12700">
            <a:solidFill>
              <a:srgbClr val="E09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3"/>
          </a:solidFill>
          <a:ln w="12700">
            <a:solidFill>
              <a:srgbClr val="64D8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E"/>
          </a:solidFill>
          <a:ln w="12700">
            <a:solidFill>
              <a:srgbClr val="47D1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خَسَدَ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دَسَذَ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1"/>
          </a:solidFill>
          <a:ln w="12700">
            <a:solidFill>
              <a:srgbClr val="52E0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64D8"/>
          </a:solidFill>
          <a:ln w="12700">
            <a:solidFill>
              <a:srgbClr val="9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75E"/>
          </a:solidFill>
          <a:ln w="12700">
            <a:solidFill>
              <a:srgbClr val="EDD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964"/>
          </a:solidFill>
          <a:ln w="12700">
            <a:solidFill>
              <a:srgbClr val="D87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9"/>
          </a:solidFill>
          <a:ln w="12700">
            <a:solidFill>
              <a:srgbClr val="E052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8"/>
          </a:solidFill>
          <a:ln w="12700">
            <a:solidFill>
              <a:srgbClr val="70DB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12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1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D864"/>
          </a:solidFill>
          <a:ln w="12700">
            <a:solidFill>
              <a:srgbClr val="6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D147"/>
          </a:solidFill>
          <a:ln w="12700">
            <a:solidFill>
              <a:srgbClr val="6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5EED"/>
          </a:solidFill>
          <a:ln w="12700">
            <a:solidFill>
              <a:srgbClr val="9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E052"/>
          </a:solidFill>
          <a:ln w="12700">
            <a:solidFill>
              <a:srgbClr val="9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3DB"/>
          </a:solidFill>
          <a:ln w="12700">
            <a:solidFill>
              <a:srgbClr val="707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9D8"/>
          </a:solidFill>
          <a:ln w="12700">
            <a:solidFill>
              <a:srgbClr val="648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AD1"/>
          </a:solidFill>
          <a:ln w="12700">
            <a:solidFill>
              <a:srgbClr val="478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شَزَ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شَسَ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تَشَثَ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ثَشَجَ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خَشَدَ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دَشَذَ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رَشَزَ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زَشَسَ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763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763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097476" y="896112"/>
            <a:ext cx="24501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97476" y="896112"/>
            <a:ext cx="24501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وَدَرَسَ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4642" y="2834640"/>
            <a:ext cx="43747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4642" y="2834640"/>
            <a:ext cx="43747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وَدَرَسَ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4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4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3191" y="896112"/>
            <a:ext cx="1870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3191" y="896112"/>
            <a:ext cx="1870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1017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017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6748" y="2834640"/>
            <a:ext cx="37105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6748" y="2834640"/>
            <a:ext cx="37105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 وَرَسَمَ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07-seen-sheen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