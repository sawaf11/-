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</p:sldIdLst>
  <p:notesMasterIdLst>
    <p:notesMasterId r:id="rId7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notesMaster" Target="notesMasters/notesMaster1.xml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80" Type="http://schemas.openxmlformats.org/officeDocument/2006/relationships/theme" Target="theme/theme1.xml"/><Relationship Id="rId8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7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1200" dirty="0"/>
          </a:p>
        </p:txBody>
      </p:sp>
      <p:sp>
        <p:nvSpPr>
          <p:cNvPr id="13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11200" dirty="0"/>
          </a:p>
        </p:txBody>
      </p:sp>
      <p:pic>
        <p:nvPicPr>
          <p:cNvPr id="1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593342" cy="1554480"/>
          </a:xfrm>
          <a:prstGeom prst="rect">
            <a:avLst/>
          </a:prstGeom>
        </p:spPr>
      </p:pic>
      <p:pic>
        <p:nvPicPr>
          <p:cNvPr id="1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2182" y="1783080"/>
            <a:ext cx="1380378" cy="1554480"/>
          </a:xfrm>
          <a:prstGeom prst="rect">
            <a:avLst/>
          </a:prstGeom>
        </p:spPr>
      </p:pic>
      <p:pic>
        <p:nvPicPr>
          <p:cNvPr id="1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0"/>
          </a:solidFill>
          <a:ln w="12700">
            <a:solidFill>
              <a:srgbClr val="2B64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D"/>
          </a:solidFill>
          <a:ln w="12700">
            <a:solidFill>
              <a:srgbClr val="3479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</a:t>
            </a:r>
            <a:endParaRPr lang="ar-SA" sz="66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3520440"/>
            <a:ext cx="1453439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</a:t>
            </a:r>
            <a:endParaRPr lang="ar-SA" sz="95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082" y="3520440"/>
            <a:ext cx="1397478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5"/>
          </a:solidFill>
          <a:ln w="12700">
            <a:solidFill>
              <a:srgbClr val="ED5E7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سَتَ</a:t>
            </a:r>
            <a:endParaRPr lang="ar-SA" sz="101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C"/>
          </a:solidFill>
          <a:ln w="12700">
            <a:solidFill>
              <a:srgbClr val="52E0D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9"/>
          </a:solidFill>
          <a:ln w="12700">
            <a:solidFill>
              <a:srgbClr val="DB70A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847"/>
          </a:solidFill>
          <a:ln w="12700">
            <a:solidFill>
              <a:srgbClr val="857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سَثَ</a:t>
            </a:r>
            <a:endParaRPr lang="ar-SA" sz="100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706" y="4343400"/>
            <a:ext cx="569854" cy="73152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4"/>
          </a:solidFill>
          <a:ln w="12700">
            <a:solidFill>
              <a:srgbClr val="D864C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D0"/>
          </a:solidFill>
          <a:ln w="12700">
            <a:solidFill>
              <a:srgbClr val="D147D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سَجَ</a:t>
            </a:r>
            <a:endParaRPr lang="ar-SA" sz="74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سَحَ</a:t>
            </a:r>
            <a:endParaRPr lang="ar-SA" sz="74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749" y="4114800"/>
            <a:ext cx="726811" cy="96012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464"/>
          </a:solidFill>
          <a:ln w="12700">
            <a:solidFill>
              <a:srgbClr val="2B3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3479"/>
          </a:solidFill>
          <a:ln w="12700">
            <a:solidFill>
              <a:srgbClr val="4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سَخَ</a:t>
            </a:r>
            <a:endParaRPr lang="ar-SA" sz="74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3520440"/>
            <a:ext cx="1077255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سَدَ</a:t>
            </a:r>
            <a:endParaRPr lang="ar-SA" sz="110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2182" y="3520440"/>
            <a:ext cx="1380378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8ED5E"/>
          </a:solidFill>
          <a:ln w="12700">
            <a:solidFill>
              <a:srgbClr val="9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سَذَ</a:t>
            </a:r>
            <a:endParaRPr lang="ar-SA" sz="93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852E0"/>
          </a:solidFill>
          <a:ln w="12700">
            <a:solidFill>
              <a:srgbClr val="B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4DB70"/>
          </a:solidFill>
          <a:ln w="12700">
            <a:solidFill>
              <a:srgbClr val="C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9"/>
          </a:solidFill>
          <a:ln w="12700">
            <a:solidFill>
              <a:srgbClr val="4785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سَرَ</a:t>
            </a:r>
            <a:endParaRPr lang="ar-SA" sz="90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064"/>
          </a:solidFill>
          <a:ln w="12700">
            <a:solidFill>
              <a:srgbClr val="D8D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047"/>
          </a:solidFill>
          <a:ln w="12700">
            <a:solidFill>
              <a:srgbClr val="D1B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سَزَ</a:t>
            </a:r>
            <a:endParaRPr lang="ar-SA" sz="90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أَسَبَ</a:t>
            </a:r>
            <a:endParaRPr lang="ar-SA" sz="62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242" y="4160520"/>
            <a:ext cx="712318" cy="91440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2"/>
          </a:solidFill>
          <a:ln w="12700">
            <a:solidFill>
              <a:srgbClr val="642B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A34"/>
          </a:solidFill>
          <a:ln w="12700">
            <a:solidFill>
              <a:srgbClr val="793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بَسَتَ</a:t>
            </a:r>
            <a:endParaRPr lang="ar-SA" sz="7200" dirty="0"/>
          </a:p>
        </p:txBody>
      </p:sp>
      <p:pic>
        <p:nvPicPr>
          <p:cNvPr id="26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7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227" y="3337560"/>
            <a:ext cx="1294333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تَسَثَ</a:t>
            </a:r>
            <a:endParaRPr lang="ar-SA" sz="72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378" y="3337560"/>
            <a:ext cx="1315182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CED"/>
          </a:solidFill>
          <a:ln w="12700">
            <a:solidFill>
              <a:srgbClr val="5EB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ثَسَجَ</a:t>
            </a:r>
            <a:endParaRPr lang="ar-SA" sz="6600" dirty="0"/>
          </a:p>
        </p:txBody>
      </p:sp>
      <p:pic>
        <p:nvPicPr>
          <p:cNvPr id="32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552"/>
          </a:solidFill>
          <a:ln w="12700">
            <a:solidFill>
              <a:srgbClr val="E09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8"/>
          </a:solidFill>
          <a:ln w="12700">
            <a:solidFill>
              <a:srgbClr val="70DBD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A4785"/>
          </a:solidFill>
          <a:ln w="12700">
            <a:solidFill>
              <a:srgbClr val="5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جَسَحَ</a:t>
            </a:r>
            <a:endParaRPr lang="ar-SA" sz="6600" dirty="0"/>
          </a:p>
        </p:txBody>
      </p:sp>
      <p:pic>
        <p:nvPicPr>
          <p:cNvPr id="29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30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3"/>
          </a:solidFill>
          <a:ln w="12700">
            <a:solidFill>
              <a:srgbClr val="64D8B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E"/>
          </a:solidFill>
          <a:ln w="12700">
            <a:solidFill>
              <a:srgbClr val="47D18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حَسَخَ</a:t>
            </a:r>
            <a:endParaRPr lang="ar-SA" sz="66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8128" y="3337560"/>
            <a:ext cx="1624432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خَسَدَ</a:t>
            </a:r>
            <a:endParaRPr lang="ar-SA" sz="81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6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3821" y="4297680"/>
            <a:ext cx="698739" cy="77724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0642B"/>
          </a:solidFill>
          <a:ln w="12700">
            <a:solidFill>
              <a:srgbClr val="5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F7934"/>
          </a:solidFill>
          <a:ln w="12700">
            <a:solidFill>
              <a:srgbClr val="3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دَسَذَ</a:t>
            </a:r>
            <a:endParaRPr lang="ar-SA" sz="82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7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0755" y="3337560"/>
            <a:ext cx="1641805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ذَسَرَ</a:t>
            </a:r>
            <a:endParaRPr lang="ar-SA" sz="80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9157" y="3337560"/>
            <a:ext cx="1353403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0"/>
          </a:solidFill>
          <a:ln w="12700">
            <a:solidFill>
              <a:srgbClr val="ED5EE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رَسَزَ</a:t>
            </a:r>
            <a:endParaRPr lang="ar-SA" sz="8000" dirty="0"/>
          </a:p>
        </p:txBody>
      </p:sp>
      <p:pic>
        <p:nvPicPr>
          <p:cNvPr id="32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1"/>
          </a:solidFill>
          <a:ln w="12700">
            <a:solidFill>
              <a:srgbClr val="52E07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D70DB"/>
          </a:solidFill>
          <a:ln w="12700">
            <a:solidFill>
              <a:srgbClr val="B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B47"/>
          </a:solidFill>
          <a:ln w="12700">
            <a:solidFill>
              <a:srgbClr val="854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زَسَأَ</a:t>
            </a:r>
            <a:endParaRPr lang="ar-SA" sz="5900" dirty="0"/>
          </a:p>
        </p:txBody>
      </p:sp>
      <p:pic>
        <p:nvPicPr>
          <p:cNvPr id="2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30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8799" y="4343400"/>
            <a:ext cx="553761" cy="731520"/>
          </a:xfrm>
          <a:prstGeom prst="rect">
            <a:avLst/>
          </a:prstGeom>
        </p:spPr>
      </p:pic>
      <p:pic>
        <p:nvPicPr>
          <p:cNvPr id="31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664D8"/>
          </a:solidFill>
          <a:ln w="12700">
            <a:solidFill>
              <a:srgbClr val="9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B47D1"/>
          </a:solidFill>
          <a:ln w="12700">
            <a:solidFill>
              <a:srgbClr val="6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</a:t>
            </a:r>
            <a:endParaRPr lang="ar-SA" sz="70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3520440"/>
            <a:ext cx="1077255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</a:t>
            </a:r>
            <a:endParaRPr lang="ar-SA" sz="90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772" y="4251960"/>
            <a:ext cx="730788" cy="82296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F64"/>
          </a:solidFill>
          <a:ln w="12700">
            <a:solidFill>
              <a:srgbClr val="2B5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079"/>
          </a:solidFill>
          <a:ln w="12700">
            <a:solidFill>
              <a:srgbClr val="345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</a:t>
            </a:r>
            <a:endParaRPr lang="ar-SA" sz="90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3520440"/>
            <a:ext cx="1453439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</a:t>
            </a:r>
            <a:endParaRPr lang="ar-SA" sz="85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082" y="3520440"/>
            <a:ext cx="1397478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75E"/>
          </a:solidFill>
          <a:ln w="12700">
            <a:solidFill>
              <a:srgbClr val="EDD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</a:t>
            </a:r>
            <a:endParaRPr lang="ar-SA" sz="90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6E0"/>
          </a:solidFill>
          <a:ln w="12700">
            <a:solidFill>
              <a:srgbClr val="525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370"/>
          </a:solidFill>
          <a:ln w="12700">
            <a:solidFill>
              <a:srgbClr val="DBA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8547"/>
          </a:solidFill>
          <a:ln w="12700">
            <a:solidFill>
              <a:srgbClr val="5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</a:t>
            </a:r>
            <a:endParaRPr lang="ar-SA" sz="90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706" y="4343400"/>
            <a:ext cx="569854" cy="73152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964"/>
          </a:solidFill>
          <a:ln w="12700">
            <a:solidFill>
              <a:srgbClr val="D87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947"/>
          </a:solidFill>
          <a:ln w="12700">
            <a:solidFill>
              <a:srgbClr val="D14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</a:t>
            </a:r>
            <a:endParaRPr lang="ar-SA" sz="90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دَسَ</a:t>
            </a:r>
            <a:endParaRPr lang="ar-SA" sz="90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749" y="4114800"/>
            <a:ext cx="726811" cy="960120"/>
          </a:xfrm>
          <a:prstGeom prst="rect">
            <a:avLst/>
          </a:prstGeom>
        </p:spPr>
      </p:pic>
      <p:pic>
        <p:nvPicPr>
          <p:cNvPr id="23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2B64"/>
          </a:solidFill>
          <a:ln w="12700">
            <a:solidFill>
              <a:srgbClr val="5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1"/>
          </a:solidFill>
          <a:ln w="12700">
            <a:solidFill>
              <a:srgbClr val="7934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ذَسَ</a:t>
            </a:r>
            <a:endParaRPr lang="ar-SA" sz="90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3520440"/>
            <a:ext cx="107725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</a:t>
            </a:r>
            <a:endParaRPr lang="ar-SA" sz="90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2182" y="3520440"/>
            <a:ext cx="1380378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3"/>
          </a:solidFill>
          <a:ln w="12700">
            <a:solidFill>
              <a:srgbClr val="5EEDB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زَسَ</a:t>
            </a:r>
            <a:endParaRPr lang="ar-SA" sz="90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9"/>
          </a:solidFill>
          <a:ln w="12700">
            <a:solidFill>
              <a:srgbClr val="E0527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8"/>
          </a:solidFill>
          <a:ln w="12700">
            <a:solidFill>
              <a:srgbClr val="70DB8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385"/>
          </a:solidFill>
          <a:ln w="12700">
            <a:solidFill>
              <a:srgbClr val="476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1200" dirty="0"/>
          </a:p>
        </p:txBody>
      </p:sp>
      <p:sp>
        <p:nvSpPr>
          <p:cNvPr id="17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11200" dirty="0"/>
          </a:p>
        </p:txBody>
      </p:sp>
      <p:pic>
        <p:nvPicPr>
          <p:cNvPr id="18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932219" cy="1554480"/>
          </a:xfrm>
          <a:prstGeom prst="rect">
            <a:avLst/>
          </a:prstGeom>
        </p:spPr>
      </p:pic>
      <p:pic>
        <p:nvPicPr>
          <p:cNvPr id="19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082" y="1783080"/>
            <a:ext cx="1397478" cy="1554480"/>
          </a:xfrm>
          <a:prstGeom prst="rect">
            <a:avLst/>
          </a:prstGeom>
        </p:spPr>
      </p:pic>
      <p:pic>
        <p:nvPicPr>
          <p:cNvPr id="20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CD864"/>
          </a:solidFill>
          <a:ln w="12700">
            <a:solidFill>
              <a:srgbClr val="6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8D147"/>
          </a:solidFill>
          <a:ln w="12700">
            <a:solidFill>
              <a:srgbClr val="6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شَأَ</a:t>
            </a:r>
            <a:endParaRPr lang="ar-SA" sz="66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شَبَ</a:t>
            </a:r>
            <a:endParaRPr lang="ar-SA" sz="95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242" y="4160520"/>
            <a:ext cx="712318" cy="91440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D2B"/>
          </a:solidFill>
          <a:ln w="12700">
            <a:solidFill>
              <a:srgbClr val="644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7934"/>
          </a:solidFill>
          <a:ln w="12700">
            <a:solidFill>
              <a:srgbClr val="7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شَتَ</a:t>
            </a:r>
            <a:endParaRPr lang="ar-SA" sz="95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شَثَ</a:t>
            </a:r>
            <a:endParaRPr lang="ar-SA" sz="95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819" y="3520440"/>
            <a:ext cx="1176741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05EED"/>
          </a:solidFill>
          <a:ln w="12700">
            <a:solidFill>
              <a:srgbClr val="9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شَجَ</a:t>
            </a:r>
            <a:endParaRPr lang="ar-SA" sz="74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DE052"/>
          </a:solidFill>
          <a:ln w="12700">
            <a:solidFill>
              <a:srgbClr val="9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3DB"/>
          </a:solidFill>
          <a:ln w="12700">
            <a:solidFill>
              <a:srgbClr val="707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2"/>
          </a:solidFill>
          <a:ln w="12700">
            <a:solidFill>
              <a:srgbClr val="85477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شَحَ</a:t>
            </a:r>
            <a:endParaRPr lang="ar-SA" sz="74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9D8"/>
          </a:solidFill>
          <a:ln w="12700">
            <a:solidFill>
              <a:srgbClr val="648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AD1"/>
          </a:solidFill>
          <a:ln w="12700">
            <a:solidFill>
              <a:srgbClr val="478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شَخَ</a:t>
            </a:r>
            <a:endParaRPr lang="ar-SA" sz="74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3520440"/>
            <a:ext cx="1453439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شَدَ</a:t>
            </a:r>
            <a:endParaRPr lang="ar-SA" sz="95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3821" y="4297680"/>
            <a:ext cx="698739" cy="77724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F"/>
          </a:solidFill>
          <a:ln w="12700">
            <a:solidFill>
              <a:srgbClr val="2B64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F"/>
          </a:solidFill>
          <a:ln w="12700">
            <a:solidFill>
              <a:srgbClr val="3479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شَذَ</a:t>
            </a:r>
            <a:endParaRPr lang="ar-SA" sz="93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شَرَ</a:t>
            </a:r>
            <a:endParaRPr lang="ar-SA" sz="90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1620" y="3520440"/>
            <a:ext cx="1210940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C5E"/>
          </a:solidFill>
          <a:ln w="12700">
            <a:solidFill>
              <a:srgbClr val="ED6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شَزَ</a:t>
            </a:r>
            <a:endParaRPr lang="ar-SA" sz="90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1E0"/>
          </a:solidFill>
          <a:ln w="12700">
            <a:solidFill>
              <a:srgbClr val="52C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E"/>
          </a:solidFill>
          <a:ln w="12700">
            <a:solidFill>
              <a:srgbClr val="DB708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18547"/>
          </a:solidFill>
          <a:ln w="12700">
            <a:solidFill>
              <a:srgbClr val="8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شَسَ</a:t>
            </a:r>
            <a:endParaRPr lang="ar-SA" sz="90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8799" y="4343400"/>
            <a:ext cx="553761" cy="73152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6"/>
          </a:solidFill>
          <a:ln w="12700">
            <a:solidFill>
              <a:srgbClr val="D864A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D"/>
          </a:solidFill>
          <a:ln w="12700">
            <a:solidFill>
              <a:srgbClr val="D147A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أَشَبَ</a:t>
            </a:r>
            <a:endParaRPr lang="ar-SA" sz="62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8570" y="3337560"/>
            <a:ext cx="1203990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بَشَتَ</a:t>
            </a:r>
            <a:endParaRPr lang="ar-SA" sz="72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6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772" y="4251960"/>
            <a:ext cx="730788" cy="82296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2B64"/>
          </a:solidFill>
          <a:ln w="12700">
            <a:solidFill>
              <a:srgbClr val="3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3479"/>
          </a:solidFill>
          <a:ln w="12700">
            <a:solidFill>
              <a:srgbClr val="5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تَشَثَ</a:t>
            </a:r>
            <a:endParaRPr lang="ar-SA" sz="72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7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8128" y="3337560"/>
            <a:ext cx="1624432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ثَشَجَ</a:t>
            </a:r>
            <a:endParaRPr lang="ar-SA" sz="66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673" y="3337560"/>
            <a:ext cx="1561887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4ED5E"/>
          </a:solidFill>
          <a:ln w="12700">
            <a:solidFill>
              <a:srgbClr val="7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جَشَحَ</a:t>
            </a:r>
            <a:endParaRPr lang="ar-SA" sz="6600" dirty="0"/>
          </a:p>
        </p:txBody>
      </p:sp>
      <p:pic>
        <p:nvPicPr>
          <p:cNvPr id="32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D52E0"/>
          </a:solidFill>
          <a:ln w="12700">
            <a:solidFill>
              <a:srgbClr val="D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9DB70"/>
          </a:solidFill>
          <a:ln w="12700">
            <a:solidFill>
              <a:srgbClr val="A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9"/>
          </a:solidFill>
          <a:ln w="12700">
            <a:solidFill>
              <a:srgbClr val="4785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حَشَخَ</a:t>
            </a:r>
            <a:endParaRPr lang="ar-SA" sz="6600" dirty="0"/>
          </a:p>
        </p:txBody>
      </p:sp>
      <p:pic>
        <p:nvPicPr>
          <p:cNvPr id="29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30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706" y="4343400"/>
            <a:ext cx="569854" cy="731520"/>
          </a:xfrm>
          <a:prstGeom prst="rect">
            <a:avLst/>
          </a:prstGeom>
        </p:spPr>
      </p:pic>
      <p:pic>
        <p:nvPicPr>
          <p:cNvPr id="31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3D864"/>
          </a:solidFill>
          <a:ln w="12700">
            <a:solidFill>
              <a:srgbClr val="C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FD147"/>
          </a:solidFill>
          <a:ln w="12700">
            <a:solidFill>
              <a:srgbClr val="C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خَشَدَ</a:t>
            </a:r>
            <a:endParaRPr lang="ar-SA" sz="81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227" y="3337560"/>
            <a:ext cx="1294333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دَشَذَ</a:t>
            </a:r>
            <a:endParaRPr lang="ar-SA" sz="82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749" y="4114800"/>
            <a:ext cx="726811" cy="96012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3"/>
          </a:solidFill>
          <a:ln w="12700">
            <a:solidFill>
              <a:srgbClr val="642B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C34"/>
          </a:solidFill>
          <a:ln w="12700">
            <a:solidFill>
              <a:srgbClr val="794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ذَشَرَ</a:t>
            </a:r>
            <a:endParaRPr lang="ar-SA" sz="8000" dirty="0"/>
          </a:p>
        </p:txBody>
      </p:sp>
      <p:pic>
        <p:nvPicPr>
          <p:cNvPr id="26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7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8570" y="3337560"/>
            <a:ext cx="1203990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رَشَزَ</a:t>
            </a:r>
            <a:endParaRPr lang="ar-SA" sz="80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9784" y="3337560"/>
            <a:ext cx="1542776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8ED"/>
          </a:solidFill>
          <a:ln w="12700">
            <a:solidFill>
              <a:srgbClr val="5E9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زَشَسَ</a:t>
            </a:r>
            <a:endParaRPr lang="ar-SA" sz="6000" dirty="0"/>
          </a:p>
        </p:txBody>
      </p:sp>
      <p:pic>
        <p:nvPicPr>
          <p:cNvPr id="32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952"/>
          </a:solidFill>
          <a:ln w="12700">
            <a:solidFill>
              <a:srgbClr val="E0B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3DB"/>
          </a:solidFill>
          <a:ln w="12700">
            <a:solidFill>
              <a:srgbClr val="70C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4785"/>
          </a:solidFill>
          <a:ln w="12700">
            <a:solidFill>
              <a:srgbClr val="6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سَشَأَ</a:t>
            </a:r>
            <a:endParaRPr lang="ar-SA" sz="5900" dirty="0"/>
          </a:p>
        </p:txBody>
      </p:sp>
      <p:pic>
        <p:nvPicPr>
          <p:cNvPr id="29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30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0"/>
          </a:solidFill>
          <a:ln w="12700">
            <a:solidFill>
              <a:srgbClr val="64D8D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1"/>
          </a:solidFill>
          <a:ln w="12700">
            <a:solidFill>
              <a:srgbClr val="47D1B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</a:t>
            </a:r>
            <a:endParaRPr lang="ar-SA" sz="70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</a:t>
            </a:r>
            <a:endParaRPr lang="ar-SA" sz="90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242" y="4160520"/>
            <a:ext cx="712318" cy="914400"/>
          </a:xfrm>
          <a:prstGeom prst="rect">
            <a:avLst/>
          </a:prstGeom>
        </p:spPr>
      </p:pic>
      <p:pic>
        <p:nvPicPr>
          <p:cNvPr id="23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642B"/>
          </a:solidFill>
          <a:ln w="12700">
            <a:solidFill>
              <a:srgbClr val="4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B"/>
          </a:solidFill>
          <a:ln w="12700">
            <a:solidFill>
              <a:srgbClr val="34793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</a:t>
            </a:r>
            <a:endParaRPr lang="ar-SA" sz="90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</a:t>
            </a:r>
            <a:endParaRPr lang="ar-SA" sz="85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819" y="3520440"/>
            <a:ext cx="1176741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B"/>
          </a:solidFill>
          <a:ln w="12700">
            <a:solidFill>
              <a:srgbClr val="ED5EB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</a:t>
            </a:r>
            <a:endParaRPr lang="ar-SA" sz="90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5"/>
          </a:solidFill>
          <a:ln w="12700">
            <a:solidFill>
              <a:srgbClr val="52E09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970DB"/>
          </a:solidFill>
          <a:ln w="12700">
            <a:solidFill>
              <a:srgbClr val="D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A47"/>
          </a:solidFill>
          <a:ln w="12700">
            <a:solidFill>
              <a:srgbClr val="855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</a:t>
            </a:r>
            <a:endParaRPr lang="ar-SA" sz="90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364D8"/>
          </a:solidFill>
          <a:ln w="12700">
            <a:solidFill>
              <a:srgbClr val="B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F47D1"/>
          </a:solidFill>
          <a:ln w="12700">
            <a:solidFill>
              <a:srgbClr val="8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</a:t>
            </a:r>
            <a:endParaRPr lang="ar-SA" sz="90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3520440"/>
            <a:ext cx="1453439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دَشَ</a:t>
            </a:r>
            <a:endParaRPr lang="ar-SA" sz="90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3821" y="4297680"/>
            <a:ext cx="698739" cy="77724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064"/>
          </a:solidFill>
          <a:ln w="12700">
            <a:solidFill>
              <a:srgbClr val="2B5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E79"/>
          </a:solidFill>
          <a:ln w="12700">
            <a:solidFill>
              <a:srgbClr val="343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ذَشَ</a:t>
            </a:r>
            <a:endParaRPr lang="ar-SA" sz="90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رَشَ</a:t>
            </a:r>
            <a:endParaRPr lang="ar-SA" sz="90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1620" y="3520440"/>
            <a:ext cx="1210940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FED5E"/>
          </a:solidFill>
          <a:ln w="12700">
            <a:solidFill>
              <a:srgbClr val="D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زَشَ</a:t>
            </a:r>
            <a:endParaRPr lang="ar-SA" sz="90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252E0"/>
          </a:solidFill>
          <a:ln w="12700">
            <a:solidFill>
              <a:srgbClr val="7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E70"/>
          </a:solidFill>
          <a:ln w="12700">
            <a:solidFill>
              <a:srgbClr val="DBB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B"/>
          </a:solidFill>
          <a:ln w="12700">
            <a:solidFill>
              <a:srgbClr val="47854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سَشَ</a:t>
            </a:r>
            <a:endParaRPr lang="ar-SA" sz="90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8799" y="4343400"/>
            <a:ext cx="553761" cy="73152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664"/>
          </a:solidFill>
          <a:ln w="12700">
            <a:solidFill>
              <a:srgbClr val="D89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C47"/>
          </a:solidFill>
          <a:ln w="12700">
            <a:solidFill>
              <a:srgbClr val="D16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67639" y="896112"/>
            <a:ext cx="21788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C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67639" y="896112"/>
            <a:ext cx="21788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097476" y="896112"/>
            <a:ext cx="24501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C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097476" y="896112"/>
            <a:ext cx="24501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وَدَرَسَ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384642" y="2834640"/>
            <a:ext cx="437471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384642" y="2834640"/>
            <a:ext cx="437471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 وَدَرَسَ</a:t>
            </a:r>
            <a:endParaRPr lang="ar-SA" sz="5400" dirty="0"/>
          </a:p>
        </p:txBody>
      </p:sp>
      <p:pic>
        <p:nvPicPr>
          <p:cNvPr id="17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78824" cy="1554480"/>
          </a:xfrm>
          <a:prstGeom prst="rect">
            <a:avLst/>
          </a:prstGeom>
        </p:spPr>
      </p:pic>
      <p:pic>
        <p:nvPicPr>
          <p:cNvPr id="18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1783080"/>
            <a:ext cx="1077255" cy="1554480"/>
          </a:xfrm>
          <a:prstGeom prst="rect">
            <a:avLst/>
          </a:prstGeom>
        </p:spPr>
      </p:pic>
      <p:pic>
        <p:nvPicPr>
          <p:cNvPr id="19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31699" y="896112"/>
            <a:ext cx="19887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E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31699" y="896112"/>
            <a:ext cx="19887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323569" y="896112"/>
            <a:ext cx="21880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E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23569" y="896112"/>
            <a:ext cx="21880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وَمَسَحَ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36447" y="2834640"/>
            <a:ext cx="387110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36447" y="2834640"/>
            <a:ext cx="387110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 وَمَسَحَ</a:t>
            </a:r>
            <a:endParaRPr lang="ar-SA" sz="4700" dirty="0"/>
          </a:p>
        </p:txBody>
      </p:sp>
      <p:pic>
        <p:nvPicPr>
          <p:cNvPr id="18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593342" cy="1554480"/>
          </a:xfrm>
          <a:prstGeom prst="rect">
            <a:avLst/>
          </a:prstGeom>
        </p:spPr>
      </p:pic>
      <p:pic>
        <p:nvPicPr>
          <p:cNvPr id="19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2182" y="1783080"/>
            <a:ext cx="1380378" cy="1554480"/>
          </a:xfrm>
          <a:prstGeom prst="rect">
            <a:avLst/>
          </a:prstGeom>
        </p:spPr>
      </p:pic>
      <p:pic>
        <p:nvPicPr>
          <p:cNvPr id="20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E"/>
          </a:solidFill>
          <a:ln w="12700">
            <a:solidFill>
              <a:srgbClr val="642B5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0"/>
          </a:solidFill>
          <a:ln w="12700">
            <a:solidFill>
              <a:srgbClr val="793450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06622" y="896112"/>
            <a:ext cx="166955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4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06622" y="896112"/>
            <a:ext cx="166955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</a:t>
            </a:r>
            <a:endParaRPr lang="ar-SA" sz="4100" dirty="0"/>
          </a:p>
        </p:txBody>
      </p:sp>
      <p:sp>
        <p:nvSpPr>
          <p:cNvPr id="14" name="C2 W2 pill"/>
          <p:cNvSpPr/>
          <p:nvPr/>
        </p:nvSpPr>
        <p:spPr>
          <a:xfrm>
            <a:off x="2567820" y="896112"/>
            <a:ext cx="201876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4E2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67820" y="896112"/>
            <a:ext cx="201876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1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892267" y="2834640"/>
            <a:ext cx="335946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892267" y="2834640"/>
            <a:ext cx="335946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 وَشَكَرَ</a:t>
            </a:r>
            <a:endParaRPr lang="ar-SA" sz="4200" dirty="0"/>
          </a:p>
        </p:txBody>
      </p:sp>
      <p:pic>
        <p:nvPicPr>
          <p:cNvPr id="19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162751" cy="1554480"/>
          </a:xfrm>
          <a:prstGeom prst="rect">
            <a:avLst/>
          </a:prstGeom>
        </p:spPr>
      </p:pic>
      <p:pic>
        <p:nvPicPr>
          <p:cNvPr id="20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1783080"/>
            <a:ext cx="1453439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63191" y="896112"/>
            <a:ext cx="18706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2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63191" y="896112"/>
            <a:ext cx="18706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شَرَحَ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10172" y="896112"/>
            <a:ext cx="21329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2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10172" y="896112"/>
            <a:ext cx="21329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16748" y="2834640"/>
            <a:ext cx="37105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16748" y="2834640"/>
            <a:ext cx="37105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شَرَحَ وَرَسَمَ</a:t>
            </a:r>
            <a:endParaRPr lang="ar-SA" sz="4700" dirty="0"/>
          </a:p>
        </p:txBody>
      </p:sp>
      <p:pic>
        <p:nvPicPr>
          <p:cNvPr id="17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932219" cy="1554480"/>
          </a:xfrm>
          <a:prstGeom prst="rect">
            <a:avLst/>
          </a:prstGeom>
        </p:spPr>
      </p:pic>
      <p:pic>
        <p:nvPicPr>
          <p:cNvPr id="18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082" y="1783080"/>
            <a:ext cx="1397478" cy="1554480"/>
          </a:xfrm>
          <a:prstGeom prst="rect">
            <a:avLst/>
          </a:prstGeom>
        </p:spPr>
      </p:pic>
      <p:pic>
        <p:nvPicPr>
          <p:cNvPr id="19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75</Slides>
  <Notes>75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7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07-seen-sheen</dc:title>
  <dc:subject>PptxGenJS Presentation</dc:subject>
  <dc:creator>PptxGenJS</dc:creator>
  <cp:lastModifiedBy>PptxGenJS</cp:lastModifiedBy>
  <cp:revision>1</cp:revision>
  <dcterms:created xsi:type="dcterms:W3CDTF">2026-10-20T22:49:31Z</dcterms:created>
  <dcterms:modified xsi:type="dcterms:W3CDTF">2026-10-20T22:49:31Z</dcterms:modified>
</cp:coreProperties>
</file>