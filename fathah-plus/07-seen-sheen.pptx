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12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3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26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12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1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3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9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7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12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12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1200" dirty="0"/>
          </a:p>
        </p:txBody>
      </p:sp>
      <p:pic>
        <p:nvPicPr>
          <p:cNvPr id="14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372332" cy="1463040"/>
          </a:xfrm>
          <a:prstGeom prst="rect">
            <a:avLst/>
          </a:prstGeom>
        </p:spPr>
      </p:pic>
      <p:pic>
        <p:nvPicPr>
          <p:cNvPr id="15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2611" y="1828800"/>
            <a:ext cx="1149949" cy="1463040"/>
          </a:xfrm>
          <a:prstGeom prst="rect">
            <a:avLst/>
          </a:prstGeom>
        </p:spPr>
      </p:pic>
      <p:pic>
        <p:nvPicPr>
          <p:cNvPr id="1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0"/>
          </a:solidFill>
          <a:ln w="12700">
            <a:solidFill>
              <a:srgbClr val="2B64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D"/>
          </a:solidFill>
          <a:ln w="12700">
            <a:solidFill>
              <a:srgbClr val="34795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66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</a:t>
            </a:r>
            <a:endParaRPr lang="ar-SA" sz="95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5"/>
          </a:solidFill>
          <a:ln w="12700">
            <a:solidFill>
              <a:srgbClr val="ED5E7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101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C"/>
          </a:solidFill>
          <a:ln w="12700">
            <a:solidFill>
              <a:srgbClr val="52E0D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9"/>
          </a:solidFill>
          <a:ln w="12700">
            <a:solidFill>
              <a:srgbClr val="DB70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سَثَ</a:t>
            </a:r>
            <a:endParaRPr lang="ar-SA" sz="100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4"/>
          </a:solidFill>
          <a:ln w="12700">
            <a:solidFill>
              <a:srgbClr val="D864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0"/>
          </a:solidFill>
          <a:ln w="12700">
            <a:solidFill>
              <a:srgbClr val="D147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74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74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464"/>
          </a:solidFill>
          <a:ln w="12700">
            <a:solidFill>
              <a:srgbClr val="2B3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3479"/>
          </a:solidFill>
          <a:ln w="12700">
            <a:solidFill>
              <a:srgbClr val="4C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74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سَدَ</a:t>
            </a:r>
            <a:endParaRPr lang="ar-SA" sz="110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8ED5E"/>
          </a:solidFill>
          <a:ln w="12700">
            <a:solidFill>
              <a:srgbClr val="9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سَذَ</a:t>
            </a:r>
            <a:endParaRPr lang="ar-SA" sz="93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52E0"/>
          </a:solidFill>
          <a:ln w="12700">
            <a:solidFill>
              <a:srgbClr val="B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4DB70"/>
          </a:solidFill>
          <a:ln w="12700">
            <a:solidFill>
              <a:srgbClr val="C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9"/>
          </a:solidFill>
          <a:ln w="12700">
            <a:solidFill>
              <a:srgbClr val="4785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سَرَ</a:t>
            </a:r>
            <a:endParaRPr lang="ar-SA" sz="90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064"/>
          </a:solidFill>
          <a:ln w="12700">
            <a:solidFill>
              <a:srgbClr val="D8D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047"/>
          </a:solidFill>
          <a:ln w="12700">
            <a:solidFill>
              <a:srgbClr val="D1B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سَزَ</a:t>
            </a:r>
            <a:endParaRPr lang="ar-SA" sz="90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أَسَبَ</a:t>
            </a:r>
            <a:endParaRPr lang="ar-SA" sz="62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2"/>
          </a:solidFill>
          <a:ln w="12700">
            <a:solidFill>
              <a:srgbClr val="642B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بَسَتَ</a:t>
            </a:r>
            <a:endParaRPr lang="ar-SA" sz="7200" dirty="0"/>
          </a:p>
        </p:txBody>
      </p:sp>
      <p:pic>
        <p:nvPicPr>
          <p:cNvPr id="26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7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8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تَسَثَ</a:t>
            </a:r>
            <a:endParaRPr lang="ar-SA" sz="7200" dirty="0"/>
          </a:p>
        </p:txBody>
      </p:sp>
      <p:pic>
        <p:nvPicPr>
          <p:cNvPr id="24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1936" y="3332988"/>
            <a:ext cx="280062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CED"/>
          </a:solidFill>
          <a:ln w="12700">
            <a:solidFill>
              <a:srgbClr val="5EB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ثَسَجَ</a:t>
            </a:r>
            <a:endParaRPr lang="ar-SA" sz="66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552"/>
          </a:solidFill>
          <a:ln w="12700">
            <a:solidFill>
              <a:srgbClr val="E09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8"/>
          </a:solidFill>
          <a:ln w="12700">
            <a:solidFill>
              <a:srgbClr val="70DB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4785"/>
          </a:solidFill>
          <a:ln w="12700">
            <a:solidFill>
              <a:srgbClr val="5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جَسَحَ</a:t>
            </a:r>
            <a:endParaRPr lang="ar-SA" sz="6600" dirty="0"/>
          </a:p>
        </p:txBody>
      </p:sp>
      <p:pic>
        <p:nvPicPr>
          <p:cNvPr id="29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3"/>
          </a:solidFill>
          <a:ln w="12700">
            <a:solidFill>
              <a:srgbClr val="64D8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E"/>
          </a:solidFill>
          <a:ln w="12700">
            <a:solidFill>
              <a:srgbClr val="47D18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حَسَخَ</a:t>
            </a:r>
            <a:endParaRPr lang="ar-SA" sz="6600" dirty="0"/>
          </a:p>
        </p:txBody>
      </p:sp>
      <p:pic>
        <p:nvPicPr>
          <p:cNvPr id="24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5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خَسَدَ</a:t>
            </a:r>
            <a:endParaRPr lang="ar-SA" sz="81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7934"/>
          </a:solidFill>
          <a:ln w="12700">
            <a:solidFill>
              <a:srgbClr val="3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دَسَذَ</a:t>
            </a:r>
            <a:endParaRPr lang="ar-SA" sz="82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7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ذَسَرَ</a:t>
            </a:r>
            <a:endParaRPr lang="ar-SA" sz="80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0"/>
          </a:solidFill>
          <a:ln w="12700">
            <a:solidFill>
              <a:srgbClr val="ED5E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رَسَزَ</a:t>
            </a:r>
            <a:endParaRPr lang="ar-SA" sz="80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1"/>
          </a:solidFill>
          <a:ln w="12700">
            <a:solidFill>
              <a:srgbClr val="52E07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D70DB"/>
          </a:solidFill>
          <a:ln w="12700">
            <a:solidFill>
              <a:srgbClr val="B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زَسَأَ</a:t>
            </a:r>
            <a:endParaRPr lang="ar-SA" sz="59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664D8"/>
          </a:solidFill>
          <a:ln w="12700">
            <a:solidFill>
              <a:srgbClr val="9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B47D1"/>
          </a:solidFill>
          <a:ln w="12700">
            <a:solidFill>
              <a:srgbClr val="6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7000" dirty="0"/>
          </a:p>
        </p:txBody>
      </p:sp>
      <p:pic>
        <p:nvPicPr>
          <p:cNvPr id="20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2280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endParaRPr lang="ar-SA" sz="9000" dirty="0"/>
          </a:p>
        </p:txBody>
      </p:sp>
      <p:pic>
        <p:nvPicPr>
          <p:cNvPr id="21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F64"/>
          </a:solidFill>
          <a:ln w="12700">
            <a:solidFill>
              <a:srgbClr val="2B5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079"/>
          </a:solidFill>
          <a:ln w="12700">
            <a:solidFill>
              <a:srgbClr val="345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9000" dirty="0"/>
          </a:p>
        </p:txBody>
      </p:sp>
      <p:pic>
        <p:nvPicPr>
          <p:cNvPr id="22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3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endParaRPr lang="ar-SA" sz="85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75E"/>
          </a:solidFill>
          <a:ln w="12700">
            <a:solidFill>
              <a:srgbClr val="EDD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0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6E0"/>
          </a:solidFill>
          <a:ln w="12700">
            <a:solidFill>
              <a:srgbClr val="525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370"/>
          </a:solidFill>
          <a:ln w="12700">
            <a:solidFill>
              <a:srgbClr val="DBA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000" dirty="0"/>
          </a:p>
        </p:txBody>
      </p:sp>
      <p:pic>
        <p:nvPicPr>
          <p:cNvPr id="25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964"/>
          </a:solidFill>
          <a:ln w="12700">
            <a:solidFill>
              <a:srgbClr val="D87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947"/>
          </a:solidFill>
          <a:ln w="12700">
            <a:solidFill>
              <a:srgbClr val="D14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0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endParaRPr lang="ar-SA" sz="90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2B64"/>
          </a:solidFill>
          <a:ln w="12700">
            <a:solidFill>
              <a:srgbClr val="5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endParaRPr lang="ar-SA" sz="90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endParaRPr lang="ar-SA" sz="90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3"/>
          </a:solidFill>
          <a:ln w="12700">
            <a:solidFill>
              <a:srgbClr val="5EEDB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endParaRPr lang="ar-SA" sz="9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9"/>
          </a:solidFill>
          <a:ln w="12700">
            <a:solidFill>
              <a:srgbClr val="E0527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8"/>
          </a:solidFill>
          <a:ln w="12700">
            <a:solidFill>
              <a:srgbClr val="70DB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385"/>
          </a:solidFill>
          <a:ln w="12700">
            <a:solidFill>
              <a:srgbClr val="476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1200" dirty="0"/>
          </a:p>
        </p:txBody>
      </p:sp>
      <p:sp>
        <p:nvSpPr>
          <p:cNvPr id="17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1200" dirty="0"/>
          </a:p>
        </p:txBody>
      </p:sp>
      <p:pic>
        <p:nvPicPr>
          <p:cNvPr id="18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9" name="Image 1" descr="d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955" y="1828800"/>
            <a:ext cx="1638605" cy="1463040"/>
          </a:xfrm>
          <a:prstGeom prst="rect">
            <a:avLst/>
          </a:prstGeom>
        </p:spPr>
      </p:pic>
      <p:pic>
        <p:nvPicPr>
          <p:cNvPr id="20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D864"/>
          </a:solidFill>
          <a:ln w="12700">
            <a:solidFill>
              <a:srgbClr val="6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D147"/>
          </a:solidFill>
          <a:ln w="12700">
            <a:solidFill>
              <a:srgbClr val="6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شَأَ</a:t>
            </a:r>
            <a:endParaRPr lang="ar-SA" sz="66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95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D2B"/>
          </a:solidFill>
          <a:ln w="12700">
            <a:solidFill>
              <a:srgbClr val="644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7934"/>
          </a:solidFill>
          <a:ln w="12700">
            <a:solidFill>
              <a:srgbClr val="7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</a:t>
            </a:r>
            <a:endParaRPr lang="ar-SA" sz="95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شَثَ</a:t>
            </a:r>
            <a:endParaRPr lang="ar-SA" sz="95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05EED"/>
          </a:solidFill>
          <a:ln w="12700">
            <a:solidFill>
              <a:srgbClr val="9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DE052"/>
          </a:solidFill>
          <a:ln w="12700">
            <a:solidFill>
              <a:srgbClr val="9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3DB"/>
          </a:solidFill>
          <a:ln w="12700">
            <a:solidFill>
              <a:srgbClr val="707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2"/>
          </a:solidFill>
          <a:ln w="12700">
            <a:solidFill>
              <a:srgbClr val="8547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شَحَ</a:t>
            </a:r>
            <a:endParaRPr lang="ar-SA" sz="74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9D8"/>
          </a:solidFill>
          <a:ln w="12700">
            <a:solidFill>
              <a:srgbClr val="648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AD1"/>
          </a:solidFill>
          <a:ln w="12700">
            <a:solidFill>
              <a:srgbClr val="478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شَخَ</a:t>
            </a:r>
            <a:endParaRPr lang="ar-SA" sz="7400" dirty="0"/>
          </a:p>
        </p:txBody>
      </p:sp>
      <p:pic>
        <p:nvPicPr>
          <p:cNvPr id="20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2284720" cy="1417320"/>
          </a:xfrm>
          <a:prstGeom prst="rect">
            <a:avLst/>
          </a:prstGeom>
        </p:spPr>
      </p:pic>
      <p:pic>
        <p:nvPicPr>
          <p:cNvPr id="21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شَدَ</a:t>
            </a:r>
            <a:endParaRPr lang="ar-SA" sz="9500" dirty="0"/>
          </a:p>
        </p:txBody>
      </p:sp>
      <p:pic>
        <p:nvPicPr>
          <p:cNvPr id="21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F"/>
          </a:solidFill>
          <a:ln w="12700">
            <a:solidFill>
              <a:srgbClr val="34796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شَذَ</a:t>
            </a:r>
            <a:endParaRPr lang="ar-SA" sz="9300" dirty="0"/>
          </a:p>
        </p:txBody>
      </p:sp>
      <p:pic>
        <p:nvPicPr>
          <p:cNvPr id="22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3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</a:t>
            </a:r>
            <a:endParaRPr lang="ar-SA" sz="90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C5E"/>
          </a:solidFill>
          <a:ln w="12700">
            <a:solidFill>
              <a:srgbClr val="ED6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شَزَ</a:t>
            </a:r>
            <a:endParaRPr lang="ar-SA" sz="90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1E0"/>
          </a:solidFill>
          <a:ln w="12700">
            <a:solidFill>
              <a:srgbClr val="52C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E"/>
          </a:solidFill>
          <a:ln w="12700">
            <a:solidFill>
              <a:srgbClr val="DB708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8547"/>
          </a:solidFill>
          <a:ln w="12700">
            <a:solidFill>
              <a:srgbClr val="8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شَسَ</a:t>
            </a:r>
            <a:endParaRPr lang="ar-SA" sz="9000" dirty="0"/>
          </a:p>
        </p:txBody>
      </p:sp>
      <p:pic>
        <p:nvPicPr>
          <p:cNvPr id="25" name="Image 0" descr="chipmu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01668"/>
            <a:ext cx="900821" cy="86868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6"/>
          </a:solidFill>
          <a:ln w="12700">
            <a:solidFill>
              <a:srgbClr val="D864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D"/>
          </a:solidFill>
          <a:ln w="12700">
            <a:solidFill>
              <a:srgbClr val="D147A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أَشَبَ</a:t>
            </a:r>
            <a:endParaRPr lang="ar-SA" sz="6200" dirty="0"/>
          </a:p>
        </p:txBody>
      </p:sp>
      <p:pic>
        <p:nvPicPr>
          <p:cNvPr id="24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78342" cy="1508760"/>
          </a:xfrm>
          <a:prstGeom prst="rect">
            <a:avLst/>
          </a:prstGeom>
        </p:spPr>
      </p:pic>
      <p:pic>
        <p:nvPicPr>
          <p:cNvPr id="25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بَشَتَ</a:t>
            </a:r>
            <a:endParaRPr lang="ar-SA" sz="72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  <p:pic>
        <p:nvPicPr>
          <p:cNvPr id="26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385" y="4384548"/>
            <a:ext cx="711175" cy="685800"/>
          </a:xfrm>
          <a:prstGeom prst="rect">
            <a:avLst/>
          </a:prstGeom>
        </p:spPr>
      </p:pic>
      <p:pic>
        <p:nvPicPr>
          <p:cNvPr id="27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2B64"/>
          </a:solidFill>
          <a:ln w="12700">
            <a:solidFill>
              <a:srgbClr val="3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تَشَثَ</a:t>
            </a:r>
            <a:endParaRPr lang="ar-SA" sz="7200" dirty="0"/>
          </a:p>
        </p:txBody>
      </p:sp>
      <p:pic>
        <p:nvPicPr>
          <p:cNvPr id="26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7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ثَشَجَ</a:t>
            </a:r>
            <a:endParaRPr lang="ar-SA" sz="66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4ED5E"/>
          </a:solidFill>
          <a:ln w="12700">
            <a:solidFill>
              <a:srgbClr val="7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جَشَحَ</a:t>
            </a:r>
            <a:endParaRPr lang="ar-SA" sz="66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D52E0"/>
          </a:solidFill>
          <a:ln w="12700">
            <a:solidFill>
              <a:srgbClr val="D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DB70"/>
          </a:solidFill>
          <a:ln w="12700">
            <a:solidFill>
              <a:srgbClr val="A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حَشَخَ</a:t>
            </a:r>
            <a:endParaRPr lang="ar-SA" sz="66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D864"/>
          </a:solidFill>
          <a:ln w="12700">
            <a:solidFill>
              <a:srgbClr val="C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D147"/>
          </a:solidFill>
          <a:ln w="12700">
            <a:solidFill>
              <a:srgbClr val="C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خَشَدَ</a:t>
            </a:r>
            <a:endParaRPr lang="ar-SA" sz="8100" dirty="0"/>
          </a:p>
        </p:txBody>
      </p:sp>
      <p:pic>
        <p:nvPicPr>
          <p:cNvPr id="24" name="Image 0" descr="peac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09847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دَشَذَ</a:t>
            </a:r>
            <a:endParaRPr lang="ar-SA" sz="82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s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8354416" y="4384548"/>
            <a:ext cx="698144" cy="68580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C34"/>
          </a:solidFill>
          <a:ln w="12700">
            <a:solidFill>
              <a:srgbClr val="794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ذَشَرَ</a:t>
            </a:r>
            <a:endParaRPr lang="ar-SA" sz="8000" dirty="0"/>
          </a:p>
        </p:txBody>
      </p:sp>
      <p:pic>
        <p:nvPicPr>
          <p:cNvPr id="26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7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رَشَزَ</a:t>
            </a:r>
            <a:endParaRPr lang="ar-SA" sz="80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8ED"/>
          </a:solidFill>
          <a:ln w="12700">
            <a:solidFill>
              <a:srgbClr val="5E9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زَشَسَ</a:t>
            </a:r>
            <a:endParaRPr lang="ar-SA" sz="60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952"/>
          </a:solidFill>
          <a:ln w="12700">
            <a:solidFill>
              <a:srgbClr val="E0B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3DB"/>
          </a:solidFill>
          <a:ln w="12700">
            <a:solidFill>
              <a:srgbClr val="70C3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سَشَأَ</a:t>
            </a:r>
            <a:endParaRPr lang="ar-SA" sz="5900" dirty="0"/>
          </a:p>
        </p:txBody>
      </p:sp>
      <p:pic>
        <p:nvPicPr>
          <p:cNvPr id="29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247388"/>
            <a:ext cx="886328" cy="82296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0"/>
          </a:solidFill>
          <a:ln w="12700">
            <a:solidFill>
              <a:srgbClr val="64D8D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1"/>
          </a:solidFill>
          <a:ln w="12700">
            <a:solidFill>
              <a:srgbClr val="47D1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endParaRPr lang="ar-SA" sz="7000" dirty="0"/>
          </a:p>
        </p:txBody>
      </p:sp>
      <p:pic>
        <p:nvPicPr>
          <p:cNvPr id="20" name="Image 0" descr="c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98107" cy="1417320"/>
          </a:xfrm>
          <a:prstGeom prst="rect">
            <a:avLst/>
          </a:prstGeom>
        </p:spPr>
      </p:pic>
      <p:pic>
        <p:nvPicPr>
          <p:cNvPr id="21" name="Image 1" descr="cam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9000" dirty="0"/>
          </a:p>
        </p:txBody>
      </p:sp>
      <p:pic>
        <p:nvPicPr>
          <p:cNvPr id="21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881628"/>
            <a:ext cx="1115019" cy="1188720"/>
          </a:xfrm>
          <a:prstGeom prst="rect">
            <a:avLst/>
          </a:prstGeom>
        </p:spPr>
      </p:pic>
      <p:pic>
        <p:nvPicPr>
          <p:cNvPr id="22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3842" y="4155948"/>
            <a:ext cx="718718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642B"/>
          </a:solidFill>
          <a:ln w="12700">
            <a:solidFill>
              <a:srgbClr val="4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B"/>
          </a:solidFill>
          <a:ln w="12700">
            <a:solidFill>
              <a:srgbClr val="34793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endParaRPr lang="ar-SA" sz="9000" dirty="0"/>
          </a:p>
        </p:txBody>
      </p:sp>
      <p:pic>
        <p:nvPicPr>
          <p:cNvPr id="22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3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endParaRPr lang="ar-SA" sz="85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B"/>
          </a:solidFill>
          <a:ln w="12700">
            <a:solidFill>
              <a:srgbClr val="ED5E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endParaRPr lang="ar-SA" sz="90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5"/>
          </a:solidFill>
          <a:ln w="12700">
            <a:solidFill>
              <a:srgbClr val="52E09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970DB"/>
          </a:solidFill>
          <a:ln w="12700">
            <a:solidFill>
              <a:srgbClr val="D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A47"/>
          </a:solidFill>
          <a:ln w="12700">
            <a:solidFill>
              <a:srgbClr val="855A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endParaRPr lang="ar-SA" sz="9000" dirty="0"/>
          </a:p>
        </p:txBody>
      </p:sp>
      <p:pic>
        <p:nvPicPr>
          <p:cNvPr id="25" name="Image 0" descr="ew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64D8"/>
          </a:solidFill>
          <a:ln w="12700">
            <a:solidFill>
              <a:srgbClr val="B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47D1"/>
          </a:solidFill>
          <a:ln w="12700">
            <a:solidFill>
              <a:srgbClr val="8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endParaRPr lang="ar-SA" sz="9000" dirty="0"/>
          </a:p>
        </p:txBody>
      </p:sp>
      <p:pic>
        <p:nvPicPr>
          <p:cNvPr id="20" name="Image 0" descr="hor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17320" cy="1417320"/>
          </a:xfrm>
          <a:prstGeom prst="rect">
            <a:avLst/>
          </a:prstGeom>
        </p:spPr>
      </p:pic>
      <p:pic>
        <p:nvPicPr>
          <p:cNvPr id="21" name="Image 1" descr="roos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041" y="3515868"/>
            <a:ext cx="1498519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endParaRPr lang="ar-SA" sz="9000" dirty="0"/>
          </a:p>
        </p:txBody>
      </p:sp>
      <p:pic>
        <p:nvPicPr>
          <p:cNvPr id="21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109350" cy="1097280"/>
          </a:xfrm>
          <a:prstGeom prst="rect">
            <a:avLst/>
          </a:prstGeom>
        </p:spPr>
      </p:pic>
      <p:pic>
        <p:nvPicPr>
          <p:cNvPr id="22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064"/>
          </a:solidFill>
          <a:ln w="12700">
            <a:solidFill>
              <a:srgbClr val="2B5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E79"/>
          </a:solidFill>
          <a:ln w="12700">
            <a:solidFill>
              <a:srgbClr val="343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endParaRPr lang="ar-SA" sz="9000" dirty="0"/>
          </a:p>
        </p:txBody>
      </p:sp>
      <p:pic>
        <p:nvPicPr>
          <p:cNvPr id="22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3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endParaRPr lang="ar-SA" sz="90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FED5E"/>
          </a:solidFill>
          <a:ln w="12700">
            <a:solidFill>
              <a:srgbClr val="D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endParaRPr lang="ar-SA" sz="90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2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252E0"/>
          </a:solidFill>
          <a:ln w="12700">
            <a:solidFill>
              <a:srgbClr val="7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E70"/>
          </a:solidFill>
          <a:ln w="12700">
            <a:solidFill>
              <a:srgbClr val="DBB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B"/>
          </a:solidFill>
          <a:ln w="12700">
            <a:solidFill>
              <a:srgbClr val="4785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endParaRPr lang="ar-SA" sz="9000" dirty="0"/>
          </a:p>
        </p:txBody>
      </p:sp>
      <p:pic>
        <p:nvPicPr>
          <p:cNvPr id="25" name="Image 0" descr="parr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honey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664"/>
          </a:solidFill>
          <a:ln w="12700">
            <a:solidFill>
              <a:srgbClr val="D89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C47"/>
          </a:solidFill>
          <a:ln w="12700">
            <a:solidFill>
              <a:srgbClr val="D16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7639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C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7639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097476" y="896112"/>
            <a:ext cx="24501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097476" y="896112"/>
            <a:ext cx="24501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وَدَرَسَ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384642" y="2834640"/>
            <a:ext cx="437471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384642" y="2834640"/>
            <a:ext cx="437471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وَدَرَسَ</a:t>
            </a:r>
            <a:endParaRPr lang="ar-SA" sz="5400" dirty="0"/>
          </a:p>
        </p:txBody>
      </p:sp>
      <p:pic>
        <p:nvPicPr>
          <p:cNvPr id="17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965960"/>
            <a:ext cx="1916217" cy="1188720"/>
          </a:xfrm>
          <a:prstGeom prst="rect">
            <a:avLst/>
          </a:prstGeom>
        </p:spPr>
      </p:pic>
      <p:pic>
        <p:nvPicPr>
          <p:cNvPr id="18" name="Image 1" descr="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7620" y="1828800"/>
            <a:ext cx="1664940" cy="1463040"/>
          </a:xfrm>
          <a:prstGeom prst="rect">
            <a:avLst/>
          </a:prstGeom>
        </p:spPr>
      </p:pic>
      <p:pic>
        <p:nvPicPr>
          <p:cNvPr id="19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E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E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  <p:pic>
        <p:nvPicPr>
          <p:cNvPr id="18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3040" cy="1463040"/>
          </a:xfrm>
          <a:prstGeom prst="rect">
            <a:avLst/>
          </a:prstGeom>
        </p:spPr>
      </p:pic>
      <p:pic>
        <p:nvPicPr>
          <p:cNvPr id="19" name="Image 1" descr="eleph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0819" y="1828800"/>
            <a:ext cx="1771741" cy="1463040"/>
          </a:xfrm>
          <a:prstGeom prst="rect">
            <a:avLst/>
          </a:prstGeom>
        </p:spPr>
      </p:pic>
      <p:pic>
        <p:nvPicPr>
          <p:cNvPr id="20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E"/>
          </a:solidFill>
          <a:ln w="12700">
            <a:solidFill>
              <a:srgbClr val="642B5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0"/>
          </a:solidFill>
          <a:ln w="12700">
            <a:solidFill>
              <a:srgbClr val="793450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06622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4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06622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4" name="C2 W2 pill"/>
          <p:cNvSpPr/>
          <p:nvPr/>
        </p:nvSpPr>
        <p:spPr>
          <a:xfrm>
            <a:off x="2567820" y="896112"/>
            <a:ext cx="201876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4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567820" y="896112"/>
            <a:ext cx="201876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1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892267" y="2834640"/>
            <a:ext cx="335946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892267" y="2834640"/>
            <a:ext cx="335946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وَشَكَرَ</a:t>
            </a:r>
            <a:endParaRPr lang="ar-SA" sz="4200" dirty="0"/>
          </a:p>
        </p:txBody>
      </p:sp>
      <p:pic>
        <p:nvPicPr>
          <p:cNvPr id="19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6916" cy="1463040"/>
          </a:xfrm>
          <a:prstGeom prst="rect">
            <a:avLst/>
          </a:prstGeom>
        </p:spPr>
      </p:pic>
      <p:pic>
        <p:nvPicPr>
          <p:cNvPr id="20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866" y="1828800"/>
            <a:ext cx="1575694" cy="1463040"/>
          </a:xfrm>
          <a:prstGeom prst="rect">
            <a:avLst/>
          </a:prstGeom>
        </p:spPr>
      </p:pic>
      <p:pic>
        <p:nvPicPr>
          <p:cNvPr id="21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63191" y="896112"/>
            <a:ext cx="18706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63191" y="896112"/>
            <a:ext cx="18706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1017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1017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16748" y="2834640"/>
            <a:ext cx="37105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16748" y="2834640"/>
            <a:ext cx="37105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شَرَحَ وَرَسَمَ</a:t>
            </a:r>
            <a:endParaRPr lang="ar-SA" sz="4700" dirty="0"/>
          </a:p>
        </p:txBody>
      </p:sp>
      <p:pic>
        <p:nvPicPr>
          <p:cNvPr id="17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75694" cy="1463040"/>
          </a:xfrm>
          <a:prstGeom prst="rect">
            <a:avLst/>
          </a:prstGeom>
        </p:spPr>
      </p:pic>
      <p:pic>
        <p:nvPicPr>
          <p:cNvPr id="18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1541" y="1874520"/>
            <a:ext cx="2211019" cy="137160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07-seen-sheen</dc:title>
  <dc:subject>PptxGenJS Presentation</dc:subject>
  <dc:creator>PptxGenJS</dc:creator>
  <cp:lastModifiedBy>PptxGenJS</cp:lastModifiedBy>
  <cp:revision>1</cp:revision>
  <dcterms:created xsi:type="dcterms:W3CDTF">2026-10-20T23:11:11Z</dcterms:created>
  <dcterms:modified xsi:type="dcterms:W3CDTF">2026-10-20T23:11:11Z</dcterms:modified>
</cp:coreProperties>
</file>