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12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745772" cy="109728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920240"/>
            <a:ext cx="1371600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6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10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84" y="4064508"/>
            <a:ext cx="58137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11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064"/>
          </a:solidFill>
          <a:ln w="12700">
            <a:solidFill>
              <a:srgbClr val="D8D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047"/>
          </a:solidFill>
          <a:ln w="12700">
            <a:solidFill>
              <a:srgbClr val="D1B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731" y="3424428"/>
            <a:ext cx="1097829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تَسَثَ</a:t>
            </a:r>
            <a:endParaRPr lang="ar-SA" sz="7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CED"/>
          </a:solidFill>
          <a:ln w="12700">
            <a:solidFill>
              <a:srgbClr val="5EB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552"/>
          </a:solidFill>
          <a:ln w="12700">
            <a:solidFill>
              <a:srgbClr val="E09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جَسَحَ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8898" y="3881628"/>
            <a:ext cx="583662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3"/>
          </a:solidFill>
          <a:ln w="12700">
            <a:solidFill>
              <a:srgbClr val="64D8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E"/>
          </a:solidFill>
          <a:ln w="12700">
            <a:solidFill>
              <a:srgbClr val="47D1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خَسَدَ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دَسَذَ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400" y="3378708"/>
            <a:ext cx="959160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1"/>
          </a:solidFill>
          <a:ln w="12700">
            <a:solidFill>
              <a:srgbClr val="52E0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زَسَأَ</a:t>
            </a:r>
            <a:endParaRPr lang="ar-SA" sz="5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64D8"/>
          </a:solidFill>
          <a:ln w="12700">
            <a:solidFill>
              <a:srgbClr val="9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75E"/>
          </a:solidFill>
          <a:ln w="12700">
            <a:solidFill>
              <a:srgbClr val="EDD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048" y="3790188"/>
            <a:ext cx="573512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964"/>
          </a:solidFill>
          <a:ln w="12700">
            <a:solidFill>
              <a:srgbClr val="D87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9"/>
          </a:solidFill>
          <a:ln w="12700">
            <a:solidFill>
              <a:srgbClr val="E052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8"/>
          </a:solidFill>
          <a:ln w="12700">
            <a:solidFill>
              <a:srgbClr val="70DB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12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12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645188" cy="11887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915" y="1783080"/>
            <a:ext cx="768645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D864"/>
          </a:solidFill>
          <a:ln w="12700">
            <a:solidFill>
              <a:srgbClr val="6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D147"/>
          </a:solidFill>
          <a:ln w="12700">
            <a:solidFill>
              <a:srgbClr val="6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6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603" y="3515868"/>
            <a:ext cx="102595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5EED"/>
          </a:solidFill>
          <a:ln w="12700">
            <a:solidFill>
              <a:srgbClr val="9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E052"/>
          </a:solidFill>
          <a:ln w="12700">
            <a:solidFill>
              <a:srgbClr val="9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3DB"/>
          </a:solidFill>
          <a:ln w="12700">
            <a:solidFill>
              <a:srgbClr val="707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08" y="3881628"/>
            <a:ext cx="574152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9D8"/>
          </a:solidFill>
          <a:ln w="12700">
            <a:solidFill>
              <a:srgbClr val="648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AD1"/>
          </a:solidFill>
          <a:ln w="12700">
            <a:solidFill>
              <a:srgbClr val="478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شَزَ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شَسَ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916" y="4155948"/>
            <a:ext cx="580644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تَشَثَ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424428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حَشَخَ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231" y="4155948"/>
            <a:ext cx="573329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خَشَدَ</a:t>
            </a:r>
            <a:endParaRPr lang="ar-SA" sz="8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دَشَذَ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8162" y="3332988"/>
            <a:ext cx="80439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رَشَزَ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زَشَسَ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سَشَأَ</a:t>
            </a:r>
            <a:endParaRPr lang="ar-SA" sz="5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110228"/>
            <a:ext cx="702808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072" y="3973068"/>
            <a:ext cx="569488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763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763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097476" y="896112"/>
            <a:ext cx="24501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97476" y="896112"/>
            <a:ext cx="24501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وَدَرَسَ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4642" y="2834640"/>
            <a:ext cx="43747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4642" y="2834640"/>
            <a:ext cx="43747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وَدَرَسَ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1217" cy="16459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1943100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421" y="1897380"/>
            <a:ext cx="120613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4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4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77768" cy="169164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3191" y="896112"/>
            <a:ext cx="1870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3191" y="896112"/>
            <a:ext cx="1870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1017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017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6748" y="2834640"/>
            <a:ext cx="37105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6748" y="2834640"/>
            <a:ext cx="37105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 وَرَسَمَ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865376" cy="15544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2011680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07-seen-sheen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