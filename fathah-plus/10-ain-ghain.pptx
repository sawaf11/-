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3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2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5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47649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07085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0890" y="4110228"/>
            <a:ext cx="56167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6307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10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049" y="3515868"/>
            <a:ext cx="102751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812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9084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11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332" y="3515868"/>
            <a:ext cx="127622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86261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978" y="3515868"/>
            <a:ext cx="108658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133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4" y="3927348"/>
            <a:ext cx="585216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0447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0288" y="3515868"/>
            <a:ext cx="892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87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8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238" y="3332988"/>
            <a:ext cx="1433322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963" y="3332988"/>
            <a:ext cx="112059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592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8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974" y="3881628"/>
            <a:ext cx="570586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026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6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2988"/>
            <a:ext cx="124568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82590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3806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237" y="4064508"/>
            <a:ext cx="572323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773" y="3332988"/>
            <a:ext cx="140378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4699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728" y="3332988"/>
            <a:ext cx="847832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89711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266" y="3973068"/>
            <a:ext cx="567294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14836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7" y="3515868"/>
            <a:ext cx="84408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6636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3635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644" y="3515868"/>
            <a:ext cx="92491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55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3872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409" y="3744468"/>
            <a:ext cx="566151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93348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5645" cy="182880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4658" y="3241548"/>
            <a:ext cx="1047902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463" y="3515868"/>
            <a:ext cx="114409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243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6112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918" y="3881628"/>
            <a:ext cx="564642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4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7492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9396" cy="10972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08" y="3515868"/>
            <a:ext cx="71195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4394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85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1951" cy="9601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3973068"/>
            <a:ext cx="57497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08260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196" y="3332988"/>
            <a:ext cx="1221364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8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5770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0890" y="4110228"/>
            <a:ext cx="56167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6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6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233" y="3332988"/>
            <a:ext cx="74532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7255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2376" cy="12344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391" y="3973068"/>
            <a:ext cx="57716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424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9" y="3332988"/>
            <a:ext cx="2783251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6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780" y="3332988"/>
            <a:ext cx="102678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609" y="3790188"/>
            <a:ext cx="570951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5301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15868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0626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305" y="4018788"/>
            <a:ext cx="576255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971" y="3515868"/>
            <a:ext cx="915589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899" y="3515868"/>
            <a:ext cx="113166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49578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5771" y="3287268"/>
            <a:ext cx="2656789" cy="17830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47649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60347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60347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6763" y="896112"/>
            <a:ext cx="23135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763" y="896112"/>
            <a:ext cx="23135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وَغَرَسَ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9668" y="2834640"/>
            <a:ext cx="366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9668" y="2834640"/>
            <a:ext cx="366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وَغَرَسَ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12642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1783080"/>
            <a:ext cx="730788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4635" y="896112"/>
            <a:ext cx="14273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4635" y="896112"/>
            <a:ext cx="14273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32013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32013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57284" y="2834640"/>
            <a:ext cx="3029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57284" y="2834640"/>
            <a:ext cx="3029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 وَرَجَعَ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45490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241548"/>
            <a:ext cx="182880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113361" cy="16459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4" y="1988820"/>
            <a:ext cx="2312106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10-ain-ghain</dc:title>
  <dc:subject>PptxGenJS Presentation</dc:subject>
  <dc:creator>PptxGenJS</dc:creator>
  <cp:lastModifiedBy>PptxGenJS</cp:lastModifiedBy>
  <cp:revision>1</cp:revision>
  <dcterms:created xsi:type="dcterms:W3CDTF">2026-10-20T23:35:40Z</dcterms:created>
  <dcterms:modified xsi:type="dcterms:W3CDTF">2026-10-20T23:35:40Z</dcterms:modified>
</cp:coreProperties>
</file>