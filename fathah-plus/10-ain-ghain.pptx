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notesMaster" Target="notesMasters/notesMaster1.xml"/><Relationship Id="rId115" Type="http://schemas.openxmlformats.org/officeDocument/2006/relationships/presProps" Target="presProps.xml"/><Relationship Id="rId116" Type="http://schemas.openxmlformats.org/officeDocument/2006/relationships/viewProps" Target="viewProps.xml"/><Relationship Id="rId117" Type="http://schemas.openxmlformats.org/officeDocument/2006/relationships/theme" Target="theme/theme1.xml"/><Relationship Id="rId1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image" Target="../media/image-5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2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7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7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image" Target="../media/image-8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2.png"/><Relationship Id="rId2" Type="http://schemas.openxmlformats.org/officeDocument/2006/relationships/image" Target="../media/image-8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2.png"/><Relationship Id="rId2" Type="http://schemas.openxmlformats.org/officeDocument/2006/relationships/image" Target="../media/image-8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image" Target="../media/image-8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image" Target="../media/image-9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image" Target="../media/image-9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0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image" Target="../media/image-10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image" Target="../media/image-2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10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10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10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0-1.png"/><Relationship Id="rId2" Type="http://schemas.openxmlformats.org/officeDocument/2006/relationships/image" Target="../media/image-6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1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ED5E"/>
          </a:solidFill>
          <a:ln w="12700">
            <a:solidFill>
              <a:srgbClr val="9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11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11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732754" cy="141732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1874520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C52E0"/>
          </a:solidFill>
          <a:ln w="12700">
            <a:solidFill>
              <a:srgbClr val="B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DB70"/>
          </a:solidFill>
          <a:ln w="12700">
            <a:solidFill>
              <a:srgbClr val="C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B"/>
          </a:solidFill>
          <a:ln w="12700">
            <a:solidFill>
              <a:srgbClr val="47856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عَأَ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6445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8408" y="4110228"/>
            <a:ext cx="574152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264"/>
          </a:solidFill>
          <a:ln w="12700">
            <a:solidFill>
              <a:srgbClr val="D8D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347"/>
          </a:solidFill>
          <a:ln w="12700">
            <a:solidFill>
              <a:srgbClr val="D1B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4566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5476" y="3653028"/>
            <a:ext cx="1087084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عَتَ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73562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C34"/>
          </a:solidFill>
          <a:ln w="12700">
            <a:solidFill>
              <a:srgbClr val="793C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عَثَ</a:t>
            </a:r>
            <a:endParaRPr lang="ar-SA" sz="10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5722" y="3515868"/>
            <a:ext cx="103683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عَجَ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9ED"/>
          </a:solidFill>
          <a:ln w="12700">
            <a:solidFill>
              <a:srgbClr val="5EB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عَحَ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7903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852"/>
          </a:solidFill>
          <a:ln w="12700">
            <a:solidFill>
              <a:srgbClr val="E09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B"/>
          </a:solidFill>
          <a:ln w="12700">
            <a:solidFill>
              <a:srgbClr val="70D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عَخَ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5"/>
          </a:solidFill>
          <a:ln w="12700">
            <a:solidFill>
              <a:srgbClr val="64D8B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1"/>
          </a:solidFill>
          <a:ln w="12700">
            <a:solidFill>
              <a:srgbClr val="47D19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عَدَ</a:t>
            </a:r>
            <a:endParaRPr lang="ar-SA" sz="11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716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2591" y="3744468"/>
            <a:ext cx="1309969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عَذَ</a:t>
            </a:r>
            <a:endParaRPr lang="ar-SA" sz="9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3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F642B"/>
          </a:solidFill>
          <a:ln w="12700">
            <a:solidFill>
              <a:srgbClr val="4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7934"/>
          </a:solidFill>
          <a:ln w="12700">
            <a:solidFill>
              <a:srgbClr val="3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عَرَ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3230" y="3744468"/>
            <a:ext cx="94933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عَزَ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322222" cy="13716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C"/>
          </a:solidFill>
          <a:ln w="12700">
            <a:solidFill>
              <a:srgbClr val="ED5ED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عَسَ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20065" cy="11430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4"/>
          </a:solidFill>
          <a:ln w="12700">
            <a:solidFill>
              <a:srgbClr val="52E0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070DB"/>
          </a:solidFill>
          <a:ln w="12700">
            <a:solidFill>
              <a:srgbClr val="C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C47"/>
          </a:solidFill>
          <a:ln w="12700">
            <a:solidFill>
              <a:srgbClr val="854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عَشَ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12754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964D8"/>
          </a:solidFill>
          <a:ln w="12700">
            <a:solidFill>
              <a:srgbClr val="9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F47D1"/>
          </a:solidFill>
          <a:ln w="12700">
            <a:solidFill>
              <a:srgbClr val="6F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عَصَ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409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0643" y="3561588"/>
            <a:ext cx="1621917" cy="15087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عَضَ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D64"/>
          </a:solidFill>
          <a:ln w="12700">
            <a:solidFill>
              <a:srgbClr val="2B5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E79"/>
          </a:solidFill>
          <a:ln w="12700">
            <a:solidFill>
              <a:srgbClr val="344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9872" y="3515868"/>
            <a:ext cx="932688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85108" cy="105156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4018788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A5E"/>
          </a:solidFill>
          <a:ln w="12700">
            <a:solidFill>
              <a:srgbClr val="EDD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2E0"/>
          </a:solidFill>
          <a:ln w="12700">
            <a:solidFill>
              <a:srgbClr val="5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570"/>
          </a:solidFill>
          <a:ln w="12700">
            <a:solidFill>
              <a:srgbClr val="DBA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28547"/>
          </a:solidFill>
          <a:ln w="12700">
            <a:solidFill>
              <a:srgbClr val="5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بَعَتَ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54380" cy="15087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9173" y="4064508"/>
            <a:ext cx="583387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C64"/>
          </a:solidFill>
          <a:ln w="12700">
            <a:solidFill>
              <a:srgbClr val="D87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C47"/>
          </a:solidFill>
          <a:ln w="12700">
            <a:solidFill>
              <a:srgbClr val="D14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تَعَثَ</a:t>
            </a:r>
            <a:endParaRPr lang="ar-SA" sz="8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9842" y="3698748"/>
            <a:ext cx="1172718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ثَعَجَ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0"/>
          </a:solidFill>
          <a:ln w="12700">
            <a:solidFill>
              <a:srgbClr val="79346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جَعَحَ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3174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7020" y="3378708"/>
            <a:ext cx="1165540" cy="1691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E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حَعَخَ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58748" cy="137160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1529" y="3927348"/>
            <a:ext cx="1391031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7"/>
          </a:solidFill>
          <a:ln w="12700">
            <a:solidFill>
              <a:srgbClr val="5EEDB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6"/>
          </a:solidFill>
          <a:ln w="12700">
            <a:solidFill>
              <a:srgbClr val="E0527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A"/>
          </a:solidFill>
          <a:ln w="12700">
            <a:solidFill>
              <a:srgbClr val="70DB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185"/>
          </a:solidFill>
          <a:ln w="12700">
            <a:solidFill>
              <a:srgbClr val="476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دَعَذَ</a:t>
            </a:r>
            <a:endParaRPr lang="ar-SA" sz="82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0786" y="3881628"/>
            <a:ext cx="571774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9D864"/>
          </a:solidFill>
          <a:ln w="12700">
            <a:solidFill>
              <a:srgbClr val="6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5D147"/>
          </a:solidFill>
          <a:ln w="12700">
            <a:solidFill>
              <a:srgbClr val="6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ذَعَرَ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7592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61" y="3653028"/>
            <a:ext cx="1661099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رَعَزَ</a:t>
            </a:r>
            <a:endParaRPr lang="ar-SA" sz="8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7934"/>
          </a:solidFill>
          <a:ln w="12700">
            <a:solidFill>
              <a:srgbClr val="7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زَعَسَ</a:t>
            </a:r>
            <a:endParaRPr lang="ar-SA" sz="67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8170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9412" y="3653028"/>
            <a:ext cx="1043148" cy="14173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سَعَشَ</a:t>
            </a:r>
            <a:endParaRPr lang="ar-SA" sz="63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723644" cy="132588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0043" y="3653028"/>
            <a:ext cx="1482517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35EED"/>
          </a:solidFill>
          <a:ln w="12700">
            <a:solidFill>
              <a:srgbClr val="9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شَعَصَ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E052"/>
          </a:solidFill>
          <a:ln w="12700">
            <a:solidFill>
              <a:srgbClr val="9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1DB"/>
          </a:solidFill>
          <a:ln w="12700">
            <a:solidFill>
              <a:srgbClr val="707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صَعَضَ</a:t>
            </a:r>
            <a:endParaRPr lang="ar-SA" sz="58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29579" cy="118872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850" y="4110228"/>
            <a:ext cx="560710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6D8"/>
          </a:solidFill>
          <a:ln w="12700">
            <a:solidFill>
              <a:srgbClr val="648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7D1"/>
          </a:solidFill>
          <a:ln w="12700">
            <a:solidFill>
              <a:srgbClr val="478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ضَعَطَ</a:t>
            </a:r>
            <a:endParaRPr lang="ar-SA" sz="71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7" y="3744468"/>
            <a:ext cx="1180033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طَعَظَ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108344" cy="10515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0"/>
          </a:solidFill>
          <a:ln w="12700">
            <a:solidFill>
              <a:srgbClr val="2B644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2567" y="3332988"/>
            <a:ext cx="859993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أَعَ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48526" cy="9601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86187" y="3790188"/>
            <a:ext cx="1066373" cy="12801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05E"/>
          </a:solidFill>
          <a:ln w="12700">
            <a:solidFill>
              <a:srgbClr val="ED7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بَعَ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1594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DE0"/>
          </a:solidFill>
          <a:ln w="12700">
            <a:solidFill>
              <a:srgbClr val="52B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B"/>
          </a:solidFill>
          <a:ln w="12700">
            <a:solidFill>
              <a:srgbClr val="DB708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930768" cy="11887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060" y="3927348"/>
            <a:ext cx="571500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3"/>
          </a:solidFill>
          <a:ln w="12700">
            <a:solidFill>
              <a:srgbClr val="D864A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9"/>
          </a:solidFill>
          <a:ln w="12700">
            <a:solidFill>
              <a:srgbClr val="D147A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125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555" y="4018788"/>
            <a:ext cx="1183005" cy="10515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8260" cy="10058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2B64"/>
          </a:solidFill>
          <a:ln w="12700">
            <a:solidFill>
              <a:srgbClr val="3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3479"/>
          </a:solidFill>
          <a:ln w="12700">
            <a:solidFill>
              <a:srgbClr val="5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9999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3141" y="3515868"/>
            <a:ext cx="839419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92596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6521" y="3881628"/>
            <a:ext cx="586039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1ED5E"/>
          </a:solidFill>
          <a:ln w="12700">
            <a:solidFill>
              <a:srgbClr val="7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دَعَ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E0"/>
          </a:solidFill>
          <a:ln w="12700">
            <a:solidFill>
              <a:srgbClr val="E0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6DB70"/>
          </a:solidFill>
          <a:ln w="12700">
            <a:solidFill>
              <a:srgbClr val="A6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A"/>
          </a:solidFill>
          <a:ln w="12700">
            <a:solidFill>
              <a:srgbClr val="47857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04250" cy="13258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0D864"/>
          </a:solidFill>
          <a:ln w="12700">
            <a:solidFill>
              <a:srgbClr val="C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CD147"/>
          </a:solidFill>
          <a:ln w="12700">
            <a:solidFill>
              <a:srgbClr val="C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0346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108253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2"/>
          </a:solidFill>
          <a:ln w="12700">
            <a:solidFill>
              <a:srgbClr val="642B3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E34"/>
          </a:solidFill>
          <a:ln w="12700">
            <a:solidFill>
              <a:srgbClr val="794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654" y="3515868"/>
            <a:ext cx="938906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شَعَ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984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4ED"/>
          </a:solidFill>
          <a:ln w="12700">
            <a:solidFill>
              <a:srgbClr val="5E9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صَعَ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C52"/>
          </a:solidFill>
          <a:ln w="12700">
            <a:solidFill>
              <a:srgbClr val="E0B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1DB"/>
          </a:solidFill>
          <a:ln w="12700">
            <a:solidFill>
              <a:srgbClr val="70C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B4785"/>
          </a:solidFill>
          <a:ln w="12700">
            <a:solidFill>
              <a:srgbClr val="6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ضَعَ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336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68258" y="3698748"/>
            <a:ext cx="584302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3"/>
          </a:solidFill>
          <a:ln w="12700">
            <a:solidFill>
              <a:srgbClr val="64D8D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4"/>
          </a:solidFill>
          <a:ln w="12700">
            <a:solidFill>
              <a:srgbClr val="47D1B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طَعَ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6156" y="3698748"/>
            <a:ext cx="946404" cy="13716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ظَعَ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7679" cy="13716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D"/>
          </a:solidFill>
          <a:ln w="12700">
            <a:solidFill>
              <a:srgbClr val="34793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11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111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747705" cy="1691640"/>
          </a:xfrm>
          <a:prstGeom prst="rect">
            <a:avLst/>
          </a:prstGeom>
        </p:spPr>
      </p:pic>
      <p:pic>
        <p:nvPicPr>
          <p:cNvPr id="1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343" y="3378708"/>
            <a:ext cx="1008217" cy="16916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E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85900" cy="11887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8"/>
          </a:solidFill>
          <a:ln w="12700">
            <a:solidFill>
              <a:srgbClr val="ED5EB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6819" cy="10972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9"/>
          </a:solidFill>
          <a:ln w="12700">
            <a:solidFill>
              <a:srgbClr val="52E09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B"/>
          </a:solidFill>
          <a:ln w="12700">
            <a:solidFill>
              <a:srgbClr val="D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C47"/>
          </a:solidFill>
          <a:ln w="12700">
            <a:solidFill>
              <a:srgbClr val="855C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غَتَ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0087" y="3881628"/>
            <a:ext cx="582473" cy="11887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664D8"/>
          </a:solidFill>
          <a:ln w="12700">
            <a:solidFill>
              <a:srgbClr val="B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247D1"/>
          </a:solidFill>
          <a:ln w="12700">
            <a:solidFill>
              <a:srgbClr val="9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غَثَ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061" y="3744468"/>
            <a:ext cx="978499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غَجَ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110996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F64"/>
          </a:solidFill>
          <a:ln w="12700">
            <a:solidFill>
              <a:srgbClr val="2B4F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D79"/>
          </a:solidFill>
          <a:ln w="12700">
            <a:solidFill>
              <a:srgbClr val="343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غَحَ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0769" y="3744468"/>
            <a:ext cx="1341791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غَخَ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8787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BED5E"/>
          </a:solidFill>
          <a:ln w="12700">
            <a:solidFill>
              <a:srgbClr val="D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غَدَ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1058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52E0"/>
          </a:solidFill>
          <a:ln w="12700">
            <a:solidFill>
              <a:srgbClr val="7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170"/>
          </a:solidFill>
          <a:ln w="12700">
            <a:solidFill>
              <a:srgbClr val="DBC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C"/>
          </a:solidFill>
          <a:ln w="12700">
            <a:solidFill>
              <a:srgbClr val="4785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غَذَ</a:t>
            </a:r>
            <a:endParaRPr lang="ar-SA" sz="9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454" y="3744468"/>
            <a:ext cx="574106" cy="13258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964"/>
          </a:solidFill>
          <a:ln w="12700">
            <a:solidFill>
              <a:srgbClr val="D89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047"/>
          </a:solidFill>
          <a:ln w="12700">
            <a:solidFill>
              <a:srgbClr val="D17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غَرَ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3790188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غَزَ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D"/>
          </a:solidFill>
          <a:ln w="12700">
            <a:solidFill>
              <a:srgbClr val="642B5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E"/>
          </a:solidFill>
          <a:ln w="12700">
            <a:solidFill>
              <a:srgbClr val="7934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4584" y="3515868"/>
            <a:ext cx="997976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غَشَ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70078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B"/>
          </a:solidFill>
          <a:ln w="12700">
            <a:solidFill>
              <a:srgbClr val="5EEDD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غَصَ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5206" cy="11887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2"/>
          </a:solidFill>
          <a:ln w="12700">
            <a:solidFill>
              <a:srgbClr val="E05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6"/>
          </a:solidFill>
          <a:ln w="12700">
            <a:solidFill>
              <a:srgbClr val="70DBA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285"/>
          </a:solidFill>
          <a:ln w="12700">
            <a:solidFill>
              <a:srgbClr val="475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غَضَ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898032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266" y="3973068"/>
            <a:ext cx="567294" cy="10972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C"/>
          </a:solidFill>
          <a:ln w="12700">
            <a:solidFill>
              <a:srgbClr val="64D87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D"/>
          </a:solidFill>
          <a:ln w="12700">
            <a:solidFill>
              <a:srgbClr val="47D14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0607" y="3561588"/>
            <a:ext cx="1541953" cy="15087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غَظَ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7110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D2B"/>
          </a:solidFill>
          <a:ln w="12700">
            <a:solidFill>
              <a:srgbClr val="645D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F7934"/>
          </a:solidFill>
          <a:ln w="12700">
            <a:solidFill>
              <a:srgbClr val="5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غَعَ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172" y="3515868"/>
            <a:ext cx="72438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أَغَبَ</a:t>
            </a:r>
            <a:endParaRPr lang="ar-SA" sz="62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787743" cy="9601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85EED"/>
          </a:solidFill>
          <a:ln w="12700">
            <a:solidFill>
              <a:srgbClr val="B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بَغَتَ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5E052"/>
          </a:solidFill>
          <a:ln w="12700">
            <a:solidFill>
              <a:srgbClr val="7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70DB"/>
          </a:solidFill>
          <a:ln w="12700">
            <a:solidFill>
              <a:srgbClr val="8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1"/>
          </a:solidFill>
          <a:ln w="12700">
            <a:solidFill>
              <a:srgbClr val="85476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تَغَثَ</a:t>
            </a:r>
            <a:endParaRPr lang="ar-SA" sz="85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78683" y="3973068"/>
            <a:ext cx="573877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D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9D8"/>
          </a:solidFill>
          <a:ln w="12700">
            <a:solidFill>
              <a:srgbClr val="646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4D1"/>
          </a:solidFill>
          <a:ln w="12700">
            <a:solidFill>
              <a:srgbClr val="476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2628" y="4018788"/>
            <a:ext cx="1099932" cy="10515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جَغَحَ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78992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179"/>
          </a:solidFill>
          <a:ln w="12700">
            <a:solidFill>
              <a:srgbClr val="347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59019" y="3653028"/>
            <a:ext cx="993541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خَغَدَ</a:t>
            </a:r>
            <a:endParaRPr lang="ar-SA" sz="88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400312" cy="118872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45E"/>
          </a:solidFill>
          <a:ln w="12700">
            <a:solidFill>
              <a:srgbClr val="ED9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دَغَذَ</a:t>
            </a:r>
            <a:endParaRPr lang="ar-SA" sz="8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9E0"/>
          </a:solidFill>
          <a:ln w="12700">
            <a:solidFill>
              <a:srgbClr val="529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0"/>
          </a:solidFill>
          <a:ln w="12700">
            <a:solidFill>
              <a:srgbClr val="DB7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08547"/>
          </a:solidFill>
          <a:ln w="12700">
            <a:solidFill>
              <a:srgbClr val="7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ذَغَرَ</a:t>
            </a:r>
            <a:endParaRPr lang="ar-SA" sz="8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916595" cy="128016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118" y="4155948"/>
            <a:ext cx="561442" cy="9144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6"/>
          </a:solidFill>
          <a:ln w="12700">
            <a:solidFill>
              <a:srgbClr val="D8648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6"/>
          </a:solidFill>
          <a:ln w="12700">
            <a:solidFill>
              <a:srgbClr val="D1478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رَغَزَ</a:t>
            </a:r>
            <a:endParaRPr lang="ar-SA" sz="80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3226" y="3927348"/>
            <a:ext cx="1529334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زَغَسَ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2B64"/>
          </a:solidFill>
          <a:ln w="12700">
            <a:solidFill>
              <a:srgbClr val="40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13479"/>
          </a:solidFill>
          <a:ln w="12700">
            <a:solidFill>
              <a:srgbClr val="7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سَغَشَ</a:t>
            </a:r>
            <a:endParaRPr lang="ar-SA" sz="63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6808" y="3332988"/>
            <a:ext cx="755752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شَغَصَ</a:t>
            </a:r>
            <a:endParaRPr lang="ar-SA" sz="61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99510" cy="12801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1"/>
          </a:solidFill>
          <a:ln w="12700">
            <a:solidFill>
              <a:srgbClr val="5EED7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صَغَضَ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C"/>
          </a:solidFill>
          <a:ln w="12700">
            <a:solidFill>
              <a:srgbClr val="E052B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BDB70"/>
          </a:solidFill>
          <a:ln w="12700">
            <a:solidFill>
              <a:srgbClr val="8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F85"/>
          </a:solidFill>
          <a:ln w="12700">
            <a:solidFill>
              <a:srgbClr val="477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9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ضَغَطَ</a:t>
            </a:r>
            <a:endParaRPr lang="ar-SA" sz="7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914400" cy="1143000"/>
          </a:xfrm>
          <a:prstGeom prst="rect">
            <a:avLst/>
          </a:prstGeom>
        </p:spPr>
      </p:pic>
      <p:pic>
        <p:nvPicPr>
          <p:cNvPr id="30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6488" y="3973068"/>
            <a:ext cx="576072" cy="10972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3D864"/>
          </a:solidFill>
          <a:ln w="12700">
            <a:solidFill>
              <a:srgbClr val="A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9D147"/>
          </a:solidFill>
          <a:ln w="12700">
            <a:solidFill>
              <a:srgbClr val="A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طَغَظَ</a:t>
            </a:r>
            <a:endParaRPr lang="ar-SA" sz="75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ظَغَعَ</a:t>
            </a:r>
            <a:endParaRPr lang="ar-SA" sz="66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77255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22B"/>
          </a:solidFill>
          <a:ln w="12700">
            <a:solidFill>
              <a:srgbClr val="643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034"/>
          </a:solidFill>
          <a:ln w="12700">
            <a:solidFill>
              <a:srgbClr val="796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6486" cy="1508760"/>
          </a:xfrm>
          <a:prstGeom prst="rect">
            <a:avLst/>
          </a:prstGeom>
        </p:spPr>
      </p:pic>
      <p:pic>
        <p:nvPicPr>
          <p:cNvPr id="27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8051" y="3424428"/>
            <a:ext cx="964509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أَغَ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633347" cy="114300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70ED"/>
          </a:solidFill>
          <a:ln w="12700">
            <a:solidFill>
              <a:srgbClr val="5E7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496519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E052"/>
          </a:solidFill>
          <a:ln w="12700">
            <a:solidFill>
              <a:srgbClr val="E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5DB"/>
          </a:solidFill>
          <a:ln w="12700">
            <a:solidFill>
              <a:srgbClr val="70A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تَغَ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86729" y="3790188"/>
            <a:ext cx="565831" cy="12801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0D8"/>
          </a:solidFill>
          <a:ln w="12700">
            <a:solidFill>
              <a:srgbClr val="64C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BD1"/>
          </a:solidFill>
          <a:ln w="12700">
            <a:solidFill>
              <a:srgbClr val="47C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3754" y="3790188"/>
            <a:ext cx="1328806" cy="12801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جَغَ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103498" cy="128016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2642B"/>
          </a:solidFill>
          <a:ln w="12700">
            <a:solidFill>
              <a:srgbClr val="3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E"/>
          </a:solidFill>
          <a:ln w="12700">
            <a:solidFill>
              <a:srgbClr val="34794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5819" y="3515868"/>
            <a:ext cx="1176741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5653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93"/>
          </a:solidFill>
          <a:ln w="12700">
            <a:solidFill>
              <a:srgbClr val="ED5E9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دَغَ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BD"/>
          </a:solidFill>
          <a:ln w="12700">
            <a:solidFill>
              <a:srgbClr val="52E0B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0"/>
          </a:solidFill>
          <a:ln w="12700">
            <a:solidFill>
              <a:srgbClr val="DB70C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B47"/>
          </a:solidFill>
          <a:ln w="12700">
            <a:solidFill>
              <a:srgbClr val="856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ذَغَ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03290" cy="105156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1563" y="4018788"/>
            <a:ext cx="570997" cy="10515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464D8"/>
          </a:solidFill>
          <a:ln w="12700">
            <a:solidFill>
              <a:srgbClr val="D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547D1"/>
          </a:solidFill>
          <a:ln w="12700">
            <a:solidFill>
              <a:srgbClr val="B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3698748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زَغَ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064"/>
          </a:solidFill>
          <a:ln w="12700">
            <a:solidFill>
              <a:srgbClr val="2B4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D3479"/>
          </a:solidFill>
          <a:ln w="12700">
            <a:solidFill>
              <a:srgbClr val="3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8734" y="3515868"/>
            <a:ext cx="893826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شَغَ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745772" cy="10972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7ED5E"/>
          </a:solidFill>
          <a:ln w="12700">
            <a:solidFill>
              <a:srgbClr val="B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صَغَ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07903" cy="10515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A52E0"/>
          </a:solidFill>
          <a:ln w="12700">
            <a:solidFill>
              <a:srgbClr val="9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DB70"/>
          </a:solidFill>
          <a:ln w="12700">
            <a:solidFill>
              <a:srgbClr val="D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C"/>
          </a:solidFill>
          <a:ln w="12700">
            <a:solidFill>
              <a:srgbClr val="47855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ضَغَ</a:t>
            </a:r>
            <a:endParaRPr lang="ar-SA" sz="7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899221" cy="100584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6729" y="3881628"/>
            <a:ext cx="565831" cy="11887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764"/>
          </a:solidFill>
          <a:ln w="12700">
            <a:solidFill>
              <a:srgbClr val="D8B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347"/>
          </a:solidFill>
          <a:ln w="12700">
            <a:solidFill>
              <a:srgbClr val="D19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طَغَ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34014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8626" y="3653028"/>
            <a:ext cx="1303934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ظَغَ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12241" cy="13716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E"/>
          </a:solidFill>
          <a:ln w="12700">
            <a:solidFill>
              <a:srgbClr val="642B4E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C"/>
          </a:solidFill>
          <a:ln w="12700">
            <a:solidFill>
              <a:srgbClr val="79343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عَغَ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9762" cy="141732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8262" y="3744468"/>
            <a:ext cx="1014298" cy="13258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01596" y="896112"/>
            <a:ext cx="16152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2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01596" y="896112"/>
            <a:ext cx="16152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27161" y="896112"/>
            <a:ext cx="215439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2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27161" y="896112"/>
            <a:ext cx="215439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وَسَجَدَ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42249" y="2834640"/>
            <a:ext cx="34595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42249" y="2834640"/>
            <a:ext cx="34595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رَكَعَ وَسَجَدَ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943100"/>
            <a:ext cx="1422669" cy="132588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2011680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AED"/>
          </a:solidFill>
          <a:ln w="12700">
            <a:solidFill>
              <a:srgbClr val="5ED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31699" y="896112"/>
            <a:ext cx="198873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D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31699" y="896112"/>
            <a:ext cx="198873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23569" y="896112"/>
            <a:ext cx="21880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D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23569" y="896112"/>
            <a:ext cx="21880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وَمَسَحَ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36447" y="2834640"/>
            <a:ext cx="387110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36447" y="2834640"/>
            <a:ext cx="387110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غَسَلَ وَمَسَحَ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717164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475" y="1943100"/>
            <a:ext cx="1408085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652"/>
          </a:solidFill>
          <a:ln w="12700">
            <a:solidFill>
              <a:srgbClr val="E07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1"/>
          </a:solidFill>
          <a:ln w="12700">
            <a:solidFill>
              <a:srgbClr val="70DBC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D4785"/>
          </a:solidFill>
          <a:ln w="12700">
            <a:solidFill>
              <a:srgbClr val="4D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60347" y="896112"/>
            <a:ext cx="16568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F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60347" y="896112"/>
            <a:ext cx="16568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26763" y="896112"/>
            <a:ext cx="231354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F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26763" y="896112"/>
            <a:ext cx="231354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وَغَرَسَ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39668" y="2834640"/>
            <a:ext cx="36646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39668" y="2834640"/>
            <a:ext cx="36646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زَرَعَ وَغَرَسَ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1673352" cy="1143000"/>
          </a:xfrm>
          <a:prstGeom prst="rect">
            <a:avLst/>
          </a:prstGeom>
        </p:spPr>
      </p:pic>
      <p:pic>
        <p:nvPicPr>
          <p:cNvPr id="23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3044" y="1783080"/>
            <a:ext cx="699516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C5F7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A"/>
          </a:solidFill>
          <a:ln w="12700">
            <a:solidFill>
              <a:srgbClr val="64D89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0"/>
          </a:solidFill>
          <a:ln w="12700">
            <a:solidFill>
              <a:srgbClr val="47D17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84635" y="896112"/>
            <a:ext cx="14273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84635" y="896112"/>
            <a:ext cx="14273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732013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1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732013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3057284" y="2834640"/>
            <a:ext cx="302943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3057284" y="2834640"/>
            <a:ext cx="302943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بَلَغَ وَرَجَعَ</a:t>
            </a:r>
            <a:endParaRPr lang="ar-SA" sz="4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378708"/>
            <a:ext cx="845820" cy="169164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9545" y="1965960"/>
            <a:ext cx="1083015" cy="12801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23233" y="896112"/>
            <a:ext cx="1731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E1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23233" y="896112"/>
            <a:ext cx="1731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89326" y="896112"/>
            <a:ext cx="211386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1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89326" y="896112"/>
            <a:ext cx="211386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وَحَمَلَ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815126" y="2834640"/>
            <a:ext cx="351374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815126" y="2834640"/>
            <a:ext cx="351374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جَمَعَ وَحَمَلَ</a:t>
            </a:r>
            <a:endParaRPr lang="ar-SA" sz="4700" dirty="0"/>
          </a:p>
        </p:txBody>
      </p:sp>
      <p:pic>
        <p:nvPicPr>
          <p:cNvPr id="18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19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2914" y="2034540"/>
            <a:ext cx="1739646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112</Slides>
  <Notes>112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112</vt:i4>
      </vt:variant>
    </vt:vector>
  </HeadingPairs>
  <TitlesOfParts>
    <vt:vector size="1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10-ain-ghain</dc:title>
  <dc:subject>PptxGenJS Presentation</dc:subject>
  <dc:creator>PptxGenJS</dc:creator>
  <cp:lastModifiedBy>PptxGenJS</cp:lastModifiedBy>
  <cp:revision>1</cp:revision>
  <dcterms:created xsi:type="dcterms:W3CDTF">2026-10-21T00:09:40Z</dcterms:created>
  <dcterms:modified xsi:type="dcterms:W3CDTF">2026-10-21T00:09:40Z</dcterms:modified>
</cp:coreProperties>
</file>