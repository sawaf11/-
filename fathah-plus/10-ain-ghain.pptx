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2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  <p:pic>
        <p:nvPicPr>
          <p:cNvPr id="1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1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31213" cy="1463040"/>
          </a:xfrm>
          <a:prstGeom prst="rect">
            <a:avLst/>
          </a:prstGeom>
        </p:spPr>
      </p:pic>
      <p:pic>
        <p:nvPicPr>
          <p:cNvPr id="18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061" y="1828800"/>
            <a:ext cx="1385499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5644" y="1828800"/>
            <a:ext cx="1566916" cy="146304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  <p:pic>
        <p:nvPicPr>
          <p:cNvPr id="17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8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9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2026-10-20T23:11:12Z</dcterms:created>
  <dcterms:modified xsi:type="dcterms:W3CDTF">2026-10-20T23:11:12Z</dcterms:modified>
</cp:coreProperties>
</file>