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2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7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2.png"/><Relationship Id="rId2" Type="http://schemas.openxmlformats.org/officeDocument/2006/relationships/image" Target="../media/image-8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0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0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6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5ED5E"/>
          </a:solidFill>
          <a:ln w="12700">
            <a:solidFill>
              <a:srgbClr val="9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1100" dirty="0"/>
          </a:p>
        </p:txBody>
      </p:sp>
      <p:sp>
        <p:nvSpPr>
          <p:cNvPr id="20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11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732754" cy="14173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1874520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52E0"/>
          </a:solidFill>
          <a:ln w="12700">
            <a:solidFill>
              <a:srgbClr val="B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DB70"/>
          </a:solidFill>
          <a:ln w="12700">
            <a:solidFill>
              <a:srgbClr val="C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عَأَ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6445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408" y="4110228"/>
            <a:ext cx="574152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264"/>
          </a:solidFill>
          <a:ln w="12700">
            <a:solidFill>
              <a:srgbClr val="D8D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347"/>
          </a:solidFill>
          <a:ln w="12700">
            <a:solidFill>
              <a:srgbClr val="D1B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</a:t>
            </a:r>
            <a:endParaRPr lang="ar-SA" sz="11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C34"/>
          </a:solidFill>
          <a:ln w="12700">
            <a:solidFill>
              <a:srgbClr val="793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</a:t>
            </a:r>
            <a:endParaRPr lang="ar-SA" sz="10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722" y="3515868"/>
            <a:ext cx="1036838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9ED"/>
          </a:solidFill>
          <a:ln w="12700">
            <a:solidFill>
              <a:srgbClr val="5EB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عَحَ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507903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852"/>
          </a:solidFill>
          <a:ln w="12700">
            <a:solidFill>
              <a:srgbClr val="E09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0786" y="3881628"/>
            <a:ext cx="571774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5"/>
          </a:solidFill>
          <a:ln w="12700">
            <a:solidFill>
              <a:srgbClr val="64D8B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1"/>
          </a:solidFill>
          <a:ln w="12700">
            <a:solidFill>
              <a:srgbClr val="47D1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endParaRPr lang="ar-SA" sz="11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عَذَ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642B"/>
          </a:solidFill>
          <a:ln w="12700">
            <a:solidFill>
              <a:srgbClr val="4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230" y="3744468"/>
            <a:ext cx="949330" cy="13258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322222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C"/>
          </a:solidFill>
          <a:ln w="12700">
            <a:solidFill>
              <a:srgbClr val="ED5E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20065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4"/>
          </a:solidFill>
          <a:ln w="12700">
            <a:solidFill>
              <a:srgbClr val="52E0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70DB"/>
          </a:solidFill>
          <a:ln w="12700">
            <a:solidFill>
              <a:srgbClr val="C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C47"/>
          </a:solidFill>
          <a:ln w="12700">
            <a:solidFill>
              <a:srgbClr val="854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12754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29" y="3881628"/>
            <a:ext cx="565831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964D8"/>
          </a:solidFill>
          <a:ln w="12700">
            <a:solidFill>
              <a:srgbClr val="9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F47D1"/>
          </a:solidFill>
          <a:ln w="12700">
            <a:solidFill>
              <a:srgbClr val="6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3515868"/>
            <a:ext cx="93268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عَظَ</a:t>
            </a:r>
            <a:endParaRPr lang="ar-SA" sz="93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85108" cy="10515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A5E"/>
          </a:solidFill>
          <a:ln w="12700">
            <a:solidFill>
              <a:srgbClr val="EDD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570"/>
          </a:solidFill>
          <a:ln w="12700">
            <a:solidFill>
              <a:srgbClr val="DBA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8547"/>
          </a:solidFill>
          <a:ln w="12700">
            <a:solidFill>
              <a:srgbClr val="5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بَعَتَ</a:t>
            </a:r>
            <a:endParaRPr lang="ar-SA" sz="87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54380" cy="15087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173" y="4064508"/>
            <a:ext cx="583387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C64"/>
          </a:solidFill>
          <a:ln w="12700">
            <a:solidFill>
              <a:srgbClr val="D87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C47"/>
          </a:solidFill>
          <a:ln w="12700">
            <a:solidFill>
              <a:srgbClr val="D14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تَعَثَ</a:t>
            </a:r>
            <a:endParaRPr lang="ar-SA" sz="85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ثَعَجَ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15065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0"/>
          </a:solidFill>
          <a:ln w="12700">
            <a:solidFill>
              <a:srgbClr val="7934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جَعَحَ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1749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020" y="3378708"/>
            <a:ext cx="1165540" cy="1691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958748" cy="137160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7"/>
          </a:solidFill>
          <a:ln w="12700">
            <a:solidFill>
              <a:srgbClr val="5EED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خَعَدَ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6"/>
          </a:solidFill>
          <a:ln w="12700">
            <a:solidFill>
              <a:srgbClr val="E052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A"/>
          </a:solidFill>
          <a:ln w="12700">
            <a:solidFill>
              <a:srgbClr val="70DB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دَعَذَ</a:t>
            </a:r>
            <a:endParaRPr lang="ar-SA" sz="82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0786" y="3881628"/>
            <a:ext cx="571774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D864"/>
          </a:solidFill>
          <a:ln w="12700">
            <a:solidFill>
              <a:srgbClr val="6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D147"/>
          </a:solidFill>
          <a:ln w="12700">
            <a:solidFill>
              <a:srgbClr val="6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ذَعَرَ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7592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رَعَزَ</a:t>
            </a:r>
            <a:endParaRPr lang="ar-SA" sz="8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48050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7934"/>
          </a:solidFill>
          <a:ln w="12700">
            <a:solidFill>
              <a:srgbClr val="7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زَعَسَ</a:t>
            </a:r>
            <a:endParaRPr lang="ar-SA" sz="6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817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412" y="3653028"/>
            <a:ext cx="1043148" cy="14173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سَعَشَ</a:t>
            </a:r>
            <a:endParaRPr lang="ar-SA" sz="63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723644" cy="13258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5EED"/>
          </a:solidFill>
          <a:ln w="12700">
            <a:solidFill>
              <a:srgbClr val="9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شَعَصَ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E052"/>
          </a:solidFill>
          <a:ln w="12700">
            <a:solidFill>
              <a:srgbClr val="9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1DB"/>
          </a:solidFill>
          <a:ln w="12700">
            <a:solidFill>
              <a:srgbClr val="707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0"/>
          </a:solidFill>
          <a:ln w="12700">
            <a:solidFill>
              <a:srgbClr val="8547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58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29579" cy="118872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850" y="4110228"/>
            <a:ext cx="560710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6D8"/>
          </a:solidFill>
          <a:ln w="12700">
            <a:solidFill>
              <a:srgbClr val="648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7D1"/>
          </a:solidFill>
          <a:ln w="12700">
            <a:solidFill>
              <a:srgbClr val="478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ضَعَطَ</a:t>
            </a:r>
            <a:endParaRPr lang="ar-SA" sz="7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طَعَظَ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08344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0"/>
          </a:solidFill>
          <a:ln w="12700">
            <a:solidFill>
              <a:srgbClr val="2B64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ظَعَأَ</a:t>
            </a:r>
            <a:endParaRPr lang="ar-SA" sz="59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67" y="3332988"/>
            <a:ext cx="859993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648526" cy="9601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05E"/>
          </a:solidFill>
          <a:ln w="12700">
            <a:solidFill>
              <a:srgbClr val="ED7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1594" cy="10515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DE0"/>
          </a:solidFill>
          <a:ln w="12700">
            <a:solidFill>
              <a:srgbClr val="52B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B"/>
          </a:solidFill>
          <a:ln w="12700">
            <a:solidFill>
              <a:srgbClr val="DB708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30768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060" y="3927348"/>
            <a:ext cx="571500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3"/>
          </a:solidFill>
          <a:ln w="12700">
            <a:solidFill>
              <a:srgbClr val="D864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9"/>
          </a:solidFill>
          <a:ln w="12700">
            <a:solidFill>
              <a:srgbClr val="D147A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8260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2B64"/>
          </a:solidFill>
          <a:ln w="12700">
            <a:solidFill>
              <a:srgbClr val="3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3479"/>
          </a:solidFill>
          <a:ln w="12700">
            <a:solidFill>
              <a:srgbClr val="5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9999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141" y="3515868"/>
            <a:ext cx="839419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9259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ED5E"/>
          </a:solidFill>
          <a:ln w="12700">
            <a:solidFill>
              <a:srgbClr val="7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E0"/>
          </a:solidFill>
          <a:ln w="12700">
            <a:solidFill>
              <a:srgbClr val="E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DB70"/>
          </a:solidFill>
          <a:ln w="12700">
            <a:solidFill>
              <a:srgbClr val="A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A"/>
          </a:solidFill>
          <a:ln w="12700">
            <a:solidFill>
              <a:srgbClr val="4785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04250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D864"/>
          </a:solidFill>
          <a:ln w="12700">
            <a:solidFill>
              <a:srgbClr val="C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D147"/>
          </a:solidFill>
          <a:ln w="12700">
            <a:solidFill>
              <a:srgbClr val="C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0346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8253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2"/>
          </a:solidFill>
          <a:ln w="12700">
            <a:solidFill>
              <a:srgbClr val="642B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E34"/>
          </a:solidFill>
          <a:ln w="12700">
            <a:solidFill>
              <a:srgbClr val="794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654" y="3515868"/>
            <a:ext cx="938906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4ED"/>
          </a:solidFill>
          <a:ln w="12700">
            <a:solidFill>
              <a:srgbClr val="5E9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C52"/>
          </a:solidFill>
          <a:ln w="12700">
            <a:solidFill>
              <a:srgbClr val="E0B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1DB"/>
          </a:solidFill>
          <a:ln w="12700">
            <a:solidFill>
              <a:srgbClr val="70C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2336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258" y="3698748"/>
            <a:ext cx="584302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3"/>
          </a:solidFill>
          <a:ln w="12700">
            <a:solidFill>
              <a:srgbClr val="64D8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4"/>
          </a:solidFill>
          <a:ln w="12700">
            <a:solidFill>
              <a:srgbClr val="47D1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3698748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87679" cy="13716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1100" dirty="0"/>
          </a:p>
        </p:txBody>
      </p:sp>
      <p:sp>
        <p:nvSpPr>
          <p:cNvPr id="14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11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47705" cy="1691640"/>
          </a:xfrm>
          <a:prstGeom prst="rect">
            <a:avLst/>
          </a:prstGeom>
        </p:spPr>
      </p:pic>
      <p:pic>
        <p:nvPicPr>
          <p:cNvPr id="1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343" y="3378708"/>
            <a:ext cx="1008217" cy="1691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غَأَ</a:t>
            </a:r>
            <a:endParaRPr lang="ar-SA" sz="6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85900" cy="11887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8"/>
          </a:solidFill>
          <a:ln w="12700">
            <a:solidFill>
              <a:srgbClr val="ED5E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غَبَ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6819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9"/>
          </a:solidFill>
          <a:ln w="12700">
            <a:solidFill>
              <a:srgbClr val="52E0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95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087" y="3881628"/>
            <a:ext cx="582473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64D8"/>
          </a:solidFill>
          <a:ln w="12700">
            <a:solidFill>
              <a:srgbClr val="B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47D1"/>
          </a:solidFill>
          <a:ln w="12700">
            <a:solidFill>
              <a:srgbClr val="9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غَثَ</a:t>
            </a:r>
            <a:endParaRPr lang="ar-SA" sz="95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61" y="3744468"/>
            <a:ext cx="978499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غَجَ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110996" cy="1371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غَحَ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8787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ED5E"/>
          </a:solidFill>
          <a:ln w="12700">
            <a:solidFill>
              <a:srgbClr val="D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1058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52E0"/>
          </a:solidFill>
          <a:ln w="12700">
            <a:solidFill>
              <a:srgbClr val="7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170"/>
          </a:solidFill>
          <a:ln w="12700">
            <a:solidFill>
              <a:srgbClr val="DBC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غَذَ</a:t>
            </a:r>
            <a:endParaRPr lang="ar-SA" sz="93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454" y="3744468"/>
            <a:ext cx="574106" cy="13258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964"/>
          </a:solidFill>
          <a:ln w="12700">
            <a:solidFill>
              <a:srgbClr val="D89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047"/>
          </a:solidFill>
          <a:ln w="12700">
            <a:solidFill>
              <a:srgbClr val="D17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92" y="3790188"/>
            <a:ext cx="1182868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584" y="3515868"/>
            <a:ext cx="997976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غَشَ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7007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B"/>
          </a:solidFill>
          <a:ln w="12700">
            <a:solidFill>
              <a:srgbClr val="5EED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11680"/>
            <a:ext cx="505206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6"/>
          </a:solidFill>
          <a:ln w="12700">
            <a:solidFill>
              <a:srgbClr val="70DB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898032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266" y="3973068"/>
            <a:ext cx="567294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C"/>
          </a:solidFill>
          <a:ln w="12700">
            <a:solidFill>
              <a:srgbClr val="64D87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D"/>
          </a:solidFill>
          <a:ln w="12700">
            <a:solidFill>
              <a:srgbClr val="47D14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غَطَ</a:t>
            </a:r>
            <a:endParaRPr lang="ar-SA" sz="93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574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607" y="3561588"/>
            <a:ext cx="1541953" cy="15087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غَظَ</a:t>
            </a:r>
            <a:endParaRPr lang="ar-SA" sz="93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107110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غَعَ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172" y="3515868"/>
            <a:ext cx="724388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6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787743" cy="9601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5EED"/>
          </a:solidFill>
          <a:ln w="12700">
            <a:solidFill>
              <a:srgbClr val="B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بَغَتَ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E052"/>
          </a:solidFill>
          <a:ln w="12700">
            <a:solidFill>
              <a:srgbClr val="7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70DB"/>
          </a:solidFill>
          <a:ln w="12700">
            <a:solidFill>
              <a:srgbClr val="8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تَغَثَ</a:t>
            </a:r>
            <a:endParaRPr lang="ar-SA" sz="85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8683" y="3973068"/>
            <a:ext cx="573877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9D8"/>
          </a:solidFill>
          <a:ln w="12700">
            <a:solidFill>
              <a:srgbClr val="646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4D1"/>
          </a:solidFill>
          <a:ln w="12700">
            <a:solidFill>
              <a:srgbClr val="476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ثَغَجَ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72063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4018788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جَغَحَ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78992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حَغَخَ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26379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019" y="3653028"/>
            <a:ext cx="993541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خَغَدَ</a:t>
            </a:r>
            <a:endParaRPr lang="ar-SA" sz="8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400312" cy="11887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45E"/>
          </a:solidFill>
          <a:ln w="12700">
            <a:solidFill>
              <a:srgbClr val="ED9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دَغَذَ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9E0"/>
          </a:solidFill>
          <a:ln w="12700">
            <a:solidFill>
              <a:srgbClr val="529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0"/>
          </a:solidFill>
          <a:ln w="12700">
            <a:solidFill>
              <a:srgbClr val="DB7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8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16595" cy="128016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118" y="4155948"/>
            <a:ext cx="561442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6"/>
          </a:solidFill>
          <a:ln w="12700">
            <a:solidFill>
              <a:srgbClr val="D864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6"/>
          </a:solidFill>
          <a:ln w="12700">
            <a:solidFill>
              <a:srgbClr val="D1478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رَغَزَ</a:t>
            </a:r>
            <a:endParaRPr lang="ar-SA" sz="8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9553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226" y="3927348"/>
            <a:ext cx="1529334" cy="11430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زَغَسَ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سَغَشَ</a:t>
            </a:r>
            <a:endParaRPr lang="ar-SA" sz="63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02238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808" y="3332988"/>
            <a:ext cx="755752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شَغَصَ</a:t>
            </a:r>
            <a:endParaRPr lang="ar-SA" sz="6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99510" cy="12801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1"/>
          </a:solidFill>
          <a:ln w="12700">
            <a:solidFill>
              <a:srgbClr val="5EED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صَغَضَ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C"/>
          </a:solidFill>
          <a:ln w="12700">
            <a:solidFill>
              <a:srgbClr val="E052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DB70"/>
          </a:solidFill>
          <a:ln w="12700">
            <a:solidFill>
              <a:srgbClr val="8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ضَغَطَ</a:t>
            </a:r>
            <a:endParaRPr lang="ar-SA" sz="71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14400" cy="114300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3973068"/>
            <a:ext cx="576072" cy="10972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D864"/>
          </a:solidFill>
          <a:ln w="12700">
            <a:solidFill>
              <a:srgbClr val="A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D147"/>
          </a:solidFill>
          <a:ln w="12700">
            <a:solidFill>
              <a:srgbClr val="A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طَغَظَ</a:t>
            </a:r>
            <a:endParaRPr lang="ar-SA" sz="75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4273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213" y="3927348"/>
            <a:ext cx="1633347" cy="11430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7255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عَغَأَ</a:t>
            </a:r>
            <a:endParaRPr lang="ar-SA" sz="59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051" y="3424428"/>
            <a:ext cx="964509" cy="16459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endParaRPr lang="ar-SA" sz="7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33347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0ED"/>
          </a:solidFill>
          <a:ln w="12700">
            <a:solidFill>
              <a:srgbClr val="5E7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496519" cy="9144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729" y="3790188"/>
            <a:ext cx="565831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0D8"/>
          </a:solidFill>
          <a:ln w="12700">
            <a:solidFill>
              <a:srgbClr val="64C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BD1"/>
          </a:solidFill>
          <a:ln w="12700">
            <a:solidFill>
              <a:srgbClr val="47C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88132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03498" cy="128016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91" y="4110228"/>
            <a:ext cx="708569" cy="9601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15868"/>
            <a:ext cx="1176741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56533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7" y="4018788"/>
            <a:ext cx="1512143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3"/>
          </a:solidFill>
          <a:ln w="12700">
            <a:solidFill>
              <a:srgbClr val="ED5E9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D"/>
          </a:solidFill>
          <a:ln w="12700">
            <a:solidFill>
              <a:srgbClr val="52E0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0"/>
          </a:solidFill>
          <a:ln w="12700">
            <a:solidFill>
              <a:srgbClr val="DB70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3290" cy="10515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563" y="4018788"/>
            <a:ext cx="570997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47D1"/>
          </a:solidFill>
          <a:ln w="12700">
            <a:solidFill>
              <a:srgbClr val="B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54985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15" y="3698748"/>
            <a:ext cx="1272845" cy="13716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734" y="3515868"/>
            <a:ext cx="893826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745772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16" y="3835908"/>
            <a:ext cx="1722044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ED5E"/>
          </a:solidFill>
          <a:ln w="12700">
            <a:solidFill>
              <a:srgbClr val="B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7903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52E0"/>
          </a:solidFill>
          <a:ln w="12700">
            <a:solidFill>
              <a:srgbClr val="9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29" y="3881628"/>
            <a:ext cx="565831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347"/>
          </a:solidFill>
          <a:ln w="12700">
            <a:solidFill>
              <a:srgbClr val="D19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3401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626" y="3653028"/>
            <a:ext cx="130393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12241" cy="13716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62" y="3744468"/>
            <a:ext cx="1014298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422669" cy="132588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52" y="2011680"/>
            <a:ext cx="95810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D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D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717164" cy="141732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1943100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652"/>
          </a:solidFill>
          <a:ln w="12700">
            <a:solidFill>
              <a:srgbClr val="E07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60347" y="896112"/>
            <a:ext cx="16568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F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60347" y="896112"/>
            <a:ext cx="16568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6763" y="896112"/>
            <a:ext cx="23135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F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6763" y="896112"/>
            <a:ext cx="23135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وَغَرَسَ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9668" y="2834640"/>
            <a:ext cx="366466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9668" y="2834640"/>
            <a:ext cx="366466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 وَغَرَسَ</a:t>
            </a:r>
            <a:endParaRPr lang="ar-SA" sz="4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1673352" cy="114300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044" y="1783080"/>
            <a:ext cx="699516" cy="16459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84635" y="896112"/>
            <a:ext cx="14273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84635" y="896112"/>
            <a:ext cx="14273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732013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732013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57284" y="2834640"/>
            <a:ext cx="30294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57284" y="2834640"/>
            <a:ext cx="30294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بَلَغَ وَرَجَعَ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845820" cy="169164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1965960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 وَحَمَلَ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28800"/>
            <a:ext cx="1339962" cy="155448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914" y="2034540"/>
            <a:ext cx="1739646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10-ain-ghain</dc:title>
  <dc:subject>PptxGenJS Presentation</dc:subject>
  <dc:creator>PptxGenJS</dc:creator>
  <cp:lastModifiedBy>PptxGenJS</cp:lastModifiedBy>
  <cp:revision>1</cp:revision>
  <dcterms:created xsi:type="dcterms:W3CDTF">2026-10-21T00:09:40Z</dcterms:created>
  <dcterms:modified xsi:type="dcterms:W3CDTF">2026-10-21T00:09:40Z</dcterms:modified>
</cp:coreProperties>
</file>