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7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7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11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2379" y="4064508"/>
            <a:ext cx="720181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DB70"/>
          </a:solidFill>
          <a:ln w="12700">
            <a:solidFill>
              <a:srgbClr val="C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10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252"/>
          </a:solidFill>
          <a:ln w="12700">
            <a:solidFill>
              <a:srgbClr val="E09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6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547" y="3378708"/>
            <a:ext cx="746013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467" y="3424428"/>
            <a:ext cx="971093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5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741" y="3332988"/>
            <a:ext cx="1158819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1"/>
          </a:solidFill>
          <a:ln w="12700">
            <a:solidFill>
              <a:srgbClr val="5EED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C"/>
          </a:solidFill>
          <a:ln w="12700">
            <a:solidFill>
              <a:srgbClr val="E052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6"/>
          </a:solidFill>
          <a:ln w="12700">
            <a:solidFill>
              <a:srgbClr val="70DB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D864"/>
          </a:solidFill>
          <a:ln w="12700">
            <a:solidFill>
              <a:srgbClr val="6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D147"/>
          </a:solidFill>
          <a:ln w="12700">
            <a:solidFill>
              <a:srgbClr val="6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8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10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3E0"/>
          </a:solidFill>
          <a:ln w="12700">
            <a:solidFill>
              <a:srgbClr val="52C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F"/>
          </a:solidFill>
          <a:ln w="12700">
            <a:solidFill>
              <a:srgbClr val="D147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10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3653028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909" y="4110228"/>
            <a:ext cx="730651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10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AED"/>
          </a:solidFill>
          <a:ln w="12700">
            <a:solidFill>
              <a:srgbClr val="5E9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3"/>
          </a:solidFill>
          <a:ln w="12700">
            <a:solidFill>
              <a:srgbClr val="52E0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3141" y="3515868"/>
            <a:ext cx="83941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E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1217066" cy="100584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920240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2993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1851660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240" y="896112"/>
            <a:ext cx="22296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240" y="896112"/>
            <a:ext cx="22296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19149" y="896112"/>
            <a:ext cx="25560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19149" y="896112"/>
            <a:ext cx="25560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39075" y="2834640"/>
            <a:ext cx="44658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39075" y="2834640"/>
            <a:ext cx="44658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وَذَهَبَ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5028" y="896112"/>
            <a:ext cx="22168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5028" y="896112"/>
            <a:ext cx="22168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172163" y="896112"/>
            <a:ext cx="226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2163" y="896112"/>
            <a:ext cx="226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7964" y="2834640"/>
            <a:ext cx="4108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7964" y="2834640"/>
            <a:ext cx="4108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 وَرَزَقَ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5311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1897380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15-ha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