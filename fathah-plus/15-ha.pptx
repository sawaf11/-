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notesMaster" Target="notesMasters/notesMaster1.xml"/><Relationship Id="rId83" Type="http://schemas.openxmlformats.org/officeDocument/2006/relationships/presProps" Target="presProps.xml"/><Relationship Id="rId84" Type="http://schemas.openxmlformats.org/officeDocument/2006/relationships/viewProps" Target="viewProps.xml"/><Relationship Id="rId85" Type="http://schemas.openxmlformats.org/officeDocument/2006/relationships/theme" Target="theme/theme1.xml"/><Relationship Id="rId8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7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7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DB70"/>
          </a:solidFill>
          <a:ln w="12700">
            <a:solidFill>
              <a:srgbClr val="7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D864"/>
          </a:solidFill>
          <a:ln w="12700">
            <a:solidFill>
              <a:srgbClr val="8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11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5EED"/>
          </a:solidFill>
          <a:ln w="12700">
            <a:solidFill>
              <a:srgbClr val="6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E052"/>
          </a:solidFill>
          <a:ln w="12700">
            <a:solidFill>
              <a:srgbClr val="C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هَدَ</a:t>
            </a:r>
            <a:endParaRPr lang="ar-SA" sz="11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9D8"/>
          </a:solidFill>
          <a:ln w="12700">
            <a:solidFill>
              <a:srgbClr val="64A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0D1"/>
          </a:solidFill>
          <a:ln w="12700">
            <a:solidFill>
              <a:srgbClr val="47B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هَرَ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2379" y="4064508"/>
            <a:ext cx="720181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6"/>
          </a:solidFill>
          <a:ln w="12700">
            <a:solidFill>
              <a:srgbClr val="D864C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047D1"/>
          </a:solidFill>
          <a:ln w="12700">
            <a:solidFill>
              <a:srgbClr val="D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هَطَ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هَظَ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BED5E"/>
          </a:solidFill>
          <a:ln w="12700">
            <a:solidFill>
              <a:srgbClr val="9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DB70"/>
          </a:solidFill>
          <a:ln w="12700">
            <a:solidFill>
              <a:srgbClr val="C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27" y="3515868"/>
            <a:ext cx="94823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هَكَ</a:t>
            </a:r>
            <a:endParaRPr lang="ar-SA" sz="10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252"/>
          </a:solidFill>
          <a:ln w="12700">
            <a:solidFill>
              <a:srgbClr val="E09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6"/>
          </a:solidFill>
          <a:ln w="12700">
            <a:solidFill>
              <a:srgbClr val="70DB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أَهَبَ</a:t>
            </a:r>
            <a:endParaRPr lang="ar-SA" sz="6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547" y="3378708"/>
            <a:ext cx="746013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تَهَثَ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97793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642B"/>
          </a:solidFill>
          <a:ln w="12700">
            <a:solidFill>
              <a:srgbClr val="5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7934"/>
          </a:solidFill>
          <a:ln w="12700">
            <a:solidFill>
              <a:srgbClr val="4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ثَهَجَ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400" y="3332988"/>
            <a:ext cx="1421160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جَهَحَ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2"/>
          </a:solidFill>
          <a:ln w="12700">
            <a:solidFill>
              <a:srgbClr val="ED5EE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حَهَخَ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F"/>
          </a:solidFill>
          <a:ln w="12700">
            <a:solidFill>
              <a:srgbClr val="52E06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70DB"/>
          </a:solidFill>
          <a:ln w="12700">
            <a:solidFill>
              <a:srgbClr val="B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A47"/>
          </a:solidFill>
          <a:ln w="12700">
            <a:solidFill>
              <a:srgbClr val="854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خَهَدَ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64D8"/>
          </a:solidFill>
          <a:ln w="12700">
            <a:solidFill>
              <a:srgbClr val="9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947D1"/>
          </a:solidFill>
          <a:ln w="12700">
            <a:solidFill>
              <a:srgbClr val="6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دَهَذَ</a:t>
            </a:r>
            <a:endParaRPr lang="ar-SA" sz="8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467" y="3424428"/>
            <a:ext cx="971093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ذَهَرَ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179"/>
          </a:solidFill>
          <a:ln w="12700">
            <a:solidFill>
              <a:srgbClr val="345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رَهَزَ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زَهَسَ</a:t>
            </a:r>
            <a:endParaRPr lang="ar-SA" sz="6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55E"/>
          </a:solidFill>
          <a:ln w="12700">
            <a:solidFill>
              <a:srgbClr val="EDD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سَهَشَ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8E0"/>
          </a:solidFill>
          <a:ln w="12700">
            <a:solidFill>
              <a:srgbClr val="525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170"/>
          </a:solidFill>
          <a:ln w="12700">
            <a:solidFill>
              <a:srgbClr val="DBA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شَهَصَ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764"/>
          </a:solidFill>
          <a:ln w="12700">
            <a:solidFill>
              <a:srgbClr val="D87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8"/>
          </a:solidFill>
          <a:ln w="12700">
            <a:solidFill>
              <a:srgbClr val="D1474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صَهَضَ</a:t>
            </a:r>
            <a:endParaRPr lang="ar-SA" sz="5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741" y="3332988"/>
            <a:ext cx="1158819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ضَهَطَ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2B64"/>
          </a:solidFill>
          <a:ln w="12700">
            <a:solidFill>
              <a:srgbClr val="5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طَهَظَ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ظَهَعَ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22096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1"/>
          </a:solidFill>
          <a:ln w="12700">
            <a:solidFill>
              <a:srgbClr val="5EED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عَهَغَ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C"/>
          </a:solidFill>
          <a:ln w="12700">
            <a:solidFill>
              <a:srgbClr val="E0527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6"/>
          </a:solidFill>
          <a:ln w="12700">
            <a:solidFill>
              <a:srgbClr val="70DB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485"/>
          </a:solidFill>
          <a:ln w="12700">
            <a:solidFill>
              <a:srgbClr val="476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غَهَفَ</a:t>
            </a:r>
            <a:endParaRPr lang="ar-SA" sz="7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D864"/>
          </a:solidFill>
          <a:ln w="12700">
            <a:solidFill>
              <a:srgbClr val="6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AD147"/>
          </a:solidFill>
          <a:ln w="12700">
            <a:solidFill>
              <a:srgbClr val="6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3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فَهَقَ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قَهَكَ</a:t>
            </a:r>
            <a:endParaRPr lang="ar-SA" sz="7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C2B"/>
          </a:solidFill>
          <a:ln w="12700">
            <a:solidFill>
              <a:srgbClr val="644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7934"/>
          </a:solidFill>
          <a:ln w="12700">
            <a:solidFill>
              <a:srgbClr val="7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كَهَلَ</a:t>
            </a:r>
            <a:endParaRPr lang="ar-SA" sz="7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لَهَمَ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E5EED"/>
          </a:solidFill>
          <a:ln w="12700">
            <a:solidFill>
              <a:srgbClr val="8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مَهَنَ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E052"/>
          </a:solidFill>
          <a:ln w="12700">
            <a:solidFill>
              <a:srgbClr val="9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5DB"/>
          </a:solidFill>
          <a:ln w="12700">
            <a:solidFill>
              <a:srgbClr val="707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3"/>
          </a:solidFill>
          <a:ln w="12700">
            <a:solidFill>
              <a:srgbClr val="8547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نَهَأَ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BD8"/>
          </a:solidFill>
          <a:ln w="12700">
            <a:solidFill>
              <a:srgbClr val="648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CD1"/>
          </a:solidFill>
          <a:ln w="12700">
            <a:solidFill>
              <a:srgbClr val="478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8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E"/>
          </a:solidFill>
          <a:ln w="12700">
            <a:solidFill>
              <a:srgbClr val="2B643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E"/>
          </a:solidFill>
          <a:ln w="12700">
            <a:solidFill>
              <a:srgbClr val="3479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10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8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A5E"/>
          </a:solidFill>
          <a:ln w="12700">
            <a:solidFill>
              <a:srgbClr val="ED6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3E0"/>
          </a:solidFill>
          <a:ln w="12700">
            <a:solidFill>
              <a:srgbClr val="52C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0"/>
          </a:solidFill>
          <a:ln w="12700">
            <a:solidFill>
              <a:srgbClr val="DB709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8547"/>
          </a:solidFill>
          <a:ln w="12700">
            <a:solidFill>
              <a:srgbClr val="8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8"/>
          </a:solidFill>
          <a:ln w="12700">
            <a:solidFill>
              <a:srgbClr val="D864A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F"/>
          </a:solidFill>
          <a:ln w="12700">
            <a:solidFill>
              <a:srgbClr val="D147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10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3479"/>
          </a:solidFill>
          <a:ln w="12700">
            <a:solidFill>
              <a:srgbClr val="5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4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4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6ED5E"/>
          </a:solidFill>
          <a:ln w="12700">
            <a:solidFill>
              <a:srgbClr val="7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52E0"/>
          </a:solidFill>
          <a:ln w="12700">
            <a:solidFill>
              <a:srgbClr val="D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ADB70"/>
          </a:solidFill>
          <a:ln w="12700">
            <a:solidFill>
              <a:srgbClr val="A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8"/>
          </a:solidFill>
          <a:ln w="12700">
            <a:solidFill>
              <a:srgbClr val="47857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D864"/>
          </a:solidFill>
          <a:ln w="12700">
            <a:solidFill>
              <a:srgbClr val="C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D147"/>
          </a:solidFill>
          <a:ln w="12700">
            <a:solidFill>
              <a:srgbClr val="D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3653028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909" y="4110228"/>
            <a:ext cx="730651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B34"/>
          </a:solidFill>
          <a:ln w="12700">
            <a:solidFill>
              <a:srgbClr val="794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endParaRPr lang="ar-SA" sz="10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AED"/>
          </a:solidFill>
          <a:ln w="12700">
            <a:solidFill>
              <a:srgbClr val="5E9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752"/>
          </a:solidFill>
          <a:ln w="12700">
            <a:solidFill>
              <a:srgbClr val="E0B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5DB"/>
          </a:solidFill>
          <a:ln w="12700">
            <a:solidFill>
              <a:srgbClr val="70C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endParaRPr lang="ar-SA" sz="11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F"/>
          </a:solidFill>
          <a:ln w="12700">
            <a:solidFill>
              <a:srgbClr val="64D8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F"/>
          </a:solidFill>
          <a:ln w="12700">
            <a:solidFill>
              <a:srgbClr val="47D1A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2" y="3515868"/>
            <a:ext cx="7694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endParaRPr lang="ar-SA" sz="87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642B"/>
          </a:solidFill>
          <a:ln w="12700">
            <a:solidFill>
              <a:srgbClr val="4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A"/>
          </a:solidFill>
          <a:ln w="12700">
            <a:solidFill>
              <a:srgbClr val="3479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endParaRPr lang="ar-SA" sz="9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D"/>
          </a:solidFill>
          <a:ln w="12700">
            <a:solidFill>
              <a:srgbClr val="ED5EB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214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3"/>
          </a:solidFill>
          <a:ln w="12700">
            <a:solidFill>
              <a:srgbClr val="52E09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70DB"/>
          </a:solidFill>
          <a:ln w="12700">
            <a:solidFill>
              <a:srgbClr val="D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947"/>
          </a:solidFill>
          <a:ln w="12700">
            <a:solidFill>
              <a:srgbClr val="855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64D8"/>
          </a:solidFill>
          <a:ln w="12700">
            <a:solidFill>
              <a:srgbClr val="B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C47D1"/>
          </a:solidFill>
          <a:ln w="12700">
            <a:solidFill>
              <a:srgbClr val="8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3141" y="3515868"/>
            <a:ext cx="83941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E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1217066" cy="100584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1920240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164"/>
          </a:solidFill>
          <a:ln w="12700">
            <a:solidFill>
              <a:srgbClr val="2B5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F79"/>
          </a:solidFill>
          <a:ln w="12700">
            <a:solidFill>
              <a:srgbClr val="343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992993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1851660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240" y="896112"/>
            <a:ext cx="222961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240" y="896112"/>
            <a:ext cx="222961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019149" y="896112"/>
            <a:ext cx="25560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19149" y="896112"/>
            <a:ext cx="25560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وَذَهَبَ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39075" y="2834640"/>
            <a:ext cx="446585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39075" y="2834640"/>
            <a:ext cx="446585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نَهَضَ وَذَهَبَ</a:t>
            </a:r>
            <a:endParaRPr lang="ar-SA" sz="5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1ED5E"/>
          </a:solidFill>
          <a:ln w="12700">
            <a:solidFill>
              <a:srgbClr val="E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5028" y="896112"/>
            <a:ext cx="22168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5028" y="896112"/>
            <a:ext cx="22168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172163" y="896112"/>
            <a:ext cx="22628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72163" y="896112"/>
            <a:ext cx="22628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7964" y="2834640"/>
            <a:ext cx="41080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7964" y="2834640"/>
            <a:ext cx="41080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وَهَبَ وَرَزَقَ</a:t>
            </a:r>
            <a:endParaRPr lang="ar-SA" sz="5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5311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1897380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80</Slides>
  <Notes>80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15-ha</dc:title>
  <dc:subject>PptxGenJS Presentation</dc:subject>
  <dc:creator>PptxGenJS</dc:creator>
  <cp:lastModifiedBy>PptxGenJS</cp:lastModifiedBy>
  <cp:revision>1</cp:revision>
  <dcterms:created xsi:type="dcterms:W3CDTF">2026-10-21T00:09:41Z</dcterms:created>
  <dcterms:modified xsi:type="dcterms:W3CDTF">2026-10-21T00:09:41Z</dcterms:modified>
</cp:coreProperties>
</file>