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75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75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2598725" cy="182880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6947" y="1874520"/>
            <a:ext cx="2845613" cy="14630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هَأَ</a:t>
            </a:r>
            <a:endParaRPr lang="ar-SA" sz="6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07492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هَبَ</a:t>
            </a:r>
            <a:endParaRPr lang="ar-SA" sz="9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1951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D864"/>
          </a:solidFill>
          <a:ln w="12700">
            <a:solidFill>
              <a:srgbClr val="8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هَتَ</a:t>
            </a:r>
            <a:endParaRPr lang="ar-SA" sz="11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5401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4327" y="3515868"/>
            <a:ext cx="948233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هَثَ</a:t>
            </a:r>
            <a:endParaRPr lang="ar-SA" sz="10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082604" cy="123444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155948"/>
            <a:ext cx="707746" cy="9144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هَجَ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838" y="3515868"/>
            <a:ext cx="184672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5117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5EED"/>
          </a:solidFill>
          <a:ln w="12700">
            <a:solidFill>
              <a:srgbClr val="6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هَخَ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20294" cy="9144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E052"/>
          </a:solidFill>
          <a:ln w="12700">
            <a:solidFill>
              <a:srgbClr val="C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هَدَ</a:t>
            </a:r>
            <a:endParaRPr lang="ar-SA" sz="11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9D8"/>
          </a:solidFill>
          <a:ln w="12700">
            <a:solidFill>
              <a:srgbClr val="64A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0D1"/>
          </a:solidFill>
          <a:ln w="12700">
            <a:solidFill>
              <a:srgbClr val="47B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هَذَ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1843" y="3515868"/>
            <a:ext cx="890717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هَرَ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68202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هَزَ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هَسَ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330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هَشَ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A"/>
          </a:solidFill>
          <a:ln w="12700">
            <a:solidFill>
              <a:srgbClr val="52E0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هَصَ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902376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6"/>
          </a:solidFill>
          <a:ln w="12700">
            <a:solidFill>
              <a:srgbClr val="D864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47D1"/>
          </a:solidFill>
          <a:ln w="12700">
            <a:solidFill>
              <a:srgbClr val="D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هَضَ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3126" y="3515868"/>
            <a:ext cx="113943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هَطَ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هَظَ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845" y="3515868"/>
            <a:ext cx="137571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هَعَ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691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BED5E"/>
          </a:solidFill>
          <a:ln w="12700">
            <a:solidFill>
              <a:srgbClr val="9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هَغَ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8922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52E0"/>
          </a:solidFill>
          <a:ln w="12700">
            <a:solidFill>
              <a:srgbClr val="B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DB70"/>
          </a:solidFill>
          <a:ln w="12700">
            <a:solidFill>
              <a:srgbClr val="C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هَفَ</a:t>
            </a:r>
            <a:endParaRPr lang="ar-SA" sz="9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30859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E64"/>
          </a:solidFill>
          <a:ln w="12700">
            <a:solidFill>
              <a:srgbClr val="D8C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E47"/>
          </a:solidFill>
          <a:ln w="12700">
            <a:solidFill>
              <a:srgbClr val="D1A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هَقَ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5196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2516" y="3515868"/>
            <a:ext cx="90004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2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هَكَ</a:t>
            </a:r>
            <a:endParaRPr lang="ar-SA" sz="10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85301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هَلَ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913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637" y="3515868"/>
            <a:ext cx="1395923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هَمَ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7889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هَنَ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01091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252"/>
          </a:solidFill>
          <a:ln w="12700">
            <a:solidFill>
              <a:srgbClr val="E09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6"/>
          </a:solidFill>
          <a:ln w="12700">
            <a:solidFill>
              <a:srgbClr val="70DB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أَهَبَ</a:t>
            </a:r>
            <a:endParaRPr lang="ar-SA" sz="62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890626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1"/>
          </a:solidFill>
          <a:ln w="12700">
            <a:solidFill>
              <a:srgbClr val="64D8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بَهَتَ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26800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0283" y="3332988"/>
            <a:ext cx="752277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تَهَثَ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69437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ثَهَجَ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3434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293" y="3332988"/>
            <a:ext cx="1956267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جَهَحَ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6090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2"/>
          </a:solidFill>
          <a:ln w="12700">
            <a:solidFill>
              <a:srgbClr val="ED5EE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حَهَخَ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F"/>
          </a:solidFill>
          <a:ln w="12700">
            <a:solidFill>
              <a:srgbClr val="52E0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70DB"/>
          </a:solidFill>
          <a:ln w="12700">
            <a:solidFill>
              <a:srgbClr val="B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خَهَدَ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64D8"/>
          </a:solidFill>
          <a:ln w="12700">
            <a:solidFill>
              <a:srgbClr val="9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47D1"/>
          </a:solidFill>
          <a:ln w="12700">
            <a:solidFill>
              <a:srgbClr val="6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دَهَذَ</a:t>
            </a:r>
            <a:endParaRPr lang="ar-SA" sz="8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11713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0992" y="3332988"/>
            <a:ext cx="1021568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ذَهَرَ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71641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179"/>
          </a:solidFill>
          <a:ln w="12700">
            <a:solidFill>
              <a:srgbClr val="345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رَهَزَ</a:t>
            </a:r>
            <a:endParaRPr lang="ar-SA" sz="8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834" y="3332988"/>
            <a:ext cx="1377726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زَهَسَ</a:t>
            </a:r>
            <a:endParaRPr lang="ar-SA" sz="6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6090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395" y="3332988"/>
            <a:ext cx="3379165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55E"/>
          </a:solidFill>
          <a:ln w="12700">
            <a:solidFill>
              <a:srgbClr val="EDD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سَهَشَ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8E0"/>
          </a:solidFill>
          <a:ln w="12700">
            <a:solidFill>
              <a:srgbClr val="525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170"/>
          </a:solidFill>
          <a:ln w="12700">
            <a:solidFill>
              <a:srgbClr val="DBA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شَهَصَ</a:t>
            </a:r>
            <a:endParaRPr lang="ar-SA" sz="6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27202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764"/>
          </a:solidFill>
          <a:ln w="12700">
            <a:solidFill>
              <a:srgbClr val="D87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8"/>
          </a:solidFill>
          <a:ln w="12700">
            <a:solidFill>
              <a:srgbClr val="D1474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صَهَضَ</a:t>
            </a:r>
            <a:endParaRPr lang="ar-SA" sz="5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5957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165" y="3332988"/>
            <a:ext cx="1148395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ضَهَطَ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طَهَظَ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683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2353" y="3332988"/>
            <a:ext cx="1930207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ظَهَعَ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25378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3332988"/>
            <a:ext cx="2432304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1"/>
          </a:solidFill>
          <a:ln w="12700">
            <a:solidFill>
              <a:srgbClr val="5EED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عَهَغَ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C"/>
          </a:solidFill>
          <a:ln w="12700">
            <a:solidFill>
              <a:srgbClr val="E0527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6"/>
          </a:solidFill>
          <a:ln w="12700">
            <a:solidFill>
              <a:srgbClr val="70DB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غَهَفَ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D864"/>
          </a:solidFill>
          <a:ln w="12700">
            <a:solidFill>
              <a:srgbClr val="6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AD147"/>
          </a:solidFill>
          <a:ln w="12700">
            <a:solidFill>
              <a:srgbClr val="6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فَهَقَ</a:t>
            </a:r>
            <a:endParaRPr lang="ar-SA" sz="7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0029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145" y="3332988"/>
            <a:ext cx="1214415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قَهَكَ</a:t>
            </a:r>
            <a:endParaRPr lang="ar-SA" sz="7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69437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كَهَلَ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308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2289" y="3332988"/>
            <a:ext cx="1440271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لَهَمَ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112264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5EED"/>
          </a:solidFill>
          <a:ln w="12700">
            <a:solidFill>
              <a:srgbClr val="8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مَهَنَ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E052"/>
          </a:solidFill>
          <a:ln w="12700">
            <a:solidFill>
              <a:srgbClr val="9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5DB"/>
          </a:solidFill>
          <a:ln w="12700">
            <a:solidFill>
              <a:srgbClr val="707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نَهَأَ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BD8"/>
          </a:solidFill>
          <a:ln w="12700">
            <a:solidFill>
              <a:srgbClr val="648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CD1"/>
          </a:solidFill>
          <a:ln w="12700">
            <a:solidFill>
              <a:srgbClr val="478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0288" y="3515868"/>
            <a:ext cx="89227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endParaRPr lang="ar-SA" sz="98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109899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endParaRPr lang="ar-SA" sz="10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15868"/>
            <a:ext cx="139747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endParaRPr lang="ar-SA" sz="8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2220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A5E"/>
          </a:solidFill>
          <a:ln w="12700">
            <a:solidFill>
              <a:srgbClr val="ED6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endParaRPr lang="ar-SA" sz="9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2064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3E0"/>
          </a:solidFill>
          <a:ln w="12700">
            <a:solidFill>
              <a:srgbClr val="52C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0"/>
          </a:solidFill>
          <a:ln w="12700">
            <a:solidFill>
              <a:srgbClr val="DB70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endParaRPr lang="ar-SA" sz="11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8"/>
          </a:solidFill>
          <a:ln w="12700">
            <a:solidFill>
              <a:srgbClr val="D864A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F"/>
          </a:solidFill>
          <a:ln w="12700">
            <a:solidFill>
              <a:srgbClr val="D147A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endParaRPr lang="ar-SA" sz="10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023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9920" y="3515868"/>
            <a:ext cx="1002640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endParaRPr lang="ar-SA" sz="11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4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518" y="3515868"/>
            <a:ext cx="202704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905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6ED5E"/>
          </a:solidFill>
          <a:ln w="12700">
            <a:solidFill>
              <a:srgbClr val="7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52E0"/>
          </a:solidFill>
          <a:ln w="12700">
            <a:solidFill>
              <a:srgbClr val="D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DB70"/>
          </a:solidFill>
          <a:ln w="12700">
            <a:solidFill>
              <a:srgbClr val="A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8"/>
          </a:solidFill>
          <a:ln w="12700">
            <a:solidFill>
              <a:srgbClr val="4785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endParaRPr lang="ar-SA" sz="11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14857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D864"/>
          </a:solidFill>
          <a:ln w="12700">
            <a:solidFill>
              <a:srgbClr val="C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147"/>
          </a:solidFill>
          <a:ln w="12700">
            <a:solidFill>
              <a:srgbClr val="D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15868"/>
            <a:ext cx="111456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endParaRPr lang="ar-SA" sz="11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8710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endParaRPr lang="ar-SA" sz="10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062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048" y="3515868"/>
            <a:ext cx="166951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46613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AED"/>
          </a:solidFill>
          <a:ln w="12700">
            <a:solidFill>
              <a:srgbClr val="5E9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7916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752"/>
          </a:solidFill>
          <a:ln w="12700">
            <a:solidFill>
              <a:srgbClr val="E0B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5DB"/>
          </a:solidFill>
          <a:ln w="12700">
            <a:solidFill>
              <a:srgbClr val="70C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endParaRPr lang="ar-SA" sz="11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7384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F"/>
          </a:solidFill>
          <a:ln w="12700">
            <a:solidFill>
              <a:srgbClr val="64D8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F"/>
          </a:solidFill>
          <a:ln w="12700">
            <a:solidFill>
              <a:srgbClr val="47D1A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974" y="3515868"/>
            <a:ext cx="758586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6856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A"/>
          </a:solidFill>
          <a:ln w="12700">
            <a:solidFill>
              <a:srgbClr val="3479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039" y="3515868"/>
            <a:ext cx="1655521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endParaRPr lang="ar-SA" sz="9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614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D"/>
          </a:solidFill>
          <a:ln w="12700">
            <a:solidFill>
              <a:srgbClr val="ED5EB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3103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3"/>
          </a:solidFill>
          <a:ln w="12700">
            <a:solidFill>
              <a:srgbClr val="52E09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70DB"/>
          </a:solidFill>
          <a:ln w="12700">
            <a:solidFill>
              <a:srgbClr val="D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64D8"/>
          </a:solidFill>
          <a:ln w="12700">
            <a:solidFill>
              <a:srgbClr val="B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C47D1"/>
          </a:solidFill>
          <a:ln w="12700">
            <a:solidFill>
              <a:srgbClr val="8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endParaRPr lang="ar-SA" sz="10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6031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8477" y="3515868"/>
            <a:ext cx="844083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07572" y="896112"/>
            <a:ext cx="1981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07572" y="896112"/>
            <a:ext cx="1981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54950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E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54950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36431" y="2834640"/>
            <a:ext cx="34711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36431" y="2834640"/>
            <a:ext cx="34711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وَرَجَعَ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51259" cy="16459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513" y="1783080"/>
            <a:ext cx="1292047" cy="1645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3354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3354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375257" y="896112"/>
            <a:ext cx="22580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75257" y="896112"/>
            <a:ext cx="22580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16888" y="2834640"/>
            <a:ext cx="37102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16888" y="2834640"/>
            <a:ext cx="37102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 وَسَطَعَ</a:t>
            </a:r>
            <a:endParaRPr lang="ar-SA" sz="4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033272" cy="182880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9482" y="3241548"/>
            <a:ext cx="1313078" cy="1828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5240" y="896112"/>
            <a:ext cx="22296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5240" y="896112"/>
            <a:ext cx="22296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019149" y="896112"/>
            <a:ext cx="25560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19149" y="896112"/>
            <a:ext cx="25560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وَذَهَبَ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39075" y="2834640"/>
            <a:ext cx="44658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39075" y="2834640"/>
            <a:ext cx="44658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 وَذَهَبَ</a:t>
            </a:r>
            <a:endParaRPr lang="ar-SA" sz="5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768450" cy="18288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0296" y="3561588"/>
            <a:ext cx="2112264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1ED5E"/>
          </a:solidFill>
          <a:ln w="12700">
            <a:solidFill>
              <a:srgbClr val="E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55028" y="896112"/>
            <a:ext cx="22168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5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55028" y="896112"/>
            <a:ext cx="22168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وَهَبَ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172163" y="896112"/>
            <a:ext cx="22628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5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72163" y="896112"/>
            <a:ext cx="22628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وَرَزَقَ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7964" y="2834640"/>
            <a:ext cx="41080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7964" y="2834640"/>
            <a:ext cx="41080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وَهَبَ وَرَزَقَ</a:t>
            </a:r>
            <a:endParaRPr lang="ar-SA" sz="5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14288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9503" y="1783080"/>
            <a:ext cx="1873057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15-ha</dc:title>
  <dc:subject>PptxGenJS Presentation</dc:subject>
  <dc:creator>PptxGenJS</dc:creator>
  <cp:lastModifiedBy>PptxGenJS</cp:lastModifiedBy>
  <cp:revision>1</cp:revision>
  <dcterms:created xsi:type="dcterms:W3CDTF">2026-10-20T23:35:41Z</dcterms:created>
  <dcterms:modified xsi:type="dcterms:W3CDTF">2026-10-20T23:35:41Z</dcterms:modified>
</cp:coreProperties>
</file>