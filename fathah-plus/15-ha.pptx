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9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5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3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24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5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9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5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3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24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5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9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5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7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7500" dirty="0"/>
          </a:p>
        </p:txBody>
      </p:sp>
      <p:pic>
        <p:nvPicPr>
          <p:cNvPr id="13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4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140" y="1828800"/>
            <a:ext cx="2358420" cy="1463040"/>
          </a:xfrm>
          <a:prstGeom prst="rect">
            <a:avLst/>
          </a:prstGeom>
        </p:spPr>
      </p:pic>
      <p:pic>
        <p:nvPicPr>
          <p:cNvPr id="15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66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5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110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10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74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110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9D8"/>
          </a:solidFill>
          <a:ln w="12700">
            <a:solidFill>
              <a:srgbClr val="64A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هَذَ</a:t>
            </a:r>
            <a:endParaRPr lang="ar-SA" sz="93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هَرَ</a:t>
            </a:r>
            <a:endParaRPr lang="ar-SA" sz="90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هَزَ</a:t>
            </a:r>
            <a:endParaRPr lang="ar-SA" sz="90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هَسَ</a:t>
            </a:r>
            <a:endParaRPr lang="ar-SA" sz="90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هَشَ</a:t>
            </a:r>
            <a:endParaRPr lang="ar-SA" sz="9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هَصَ</a:t>
            </a:r>
            <a:endParaRPr lang="ar-SA" sz="90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هَضَ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هَطَ</a:t>
            </a:r>
            <a:endParaRPr lang="ar-SA" sz="93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هَظَ</a:t>
            </a:r>
            <a:endParaRPr lang="ar-SA" sz="93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هَعَ</a:t>
            </a:r>
            <a:endParaRPr lang="ar-SA" sz="74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ED5E"/>
          </a:solidFill>
          <a:ln w="12700">
            <a:solidFill>
              <a:srgbClr val="9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هَغَ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DB70"/>
          </a:solidFill>
          <a:ln w="12700">
            <a:solidFill>
              <a:srgbClr val="C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هَفَ</a:t>
            </a:r>
            <a:endParaRPr lang="ar-SA" sz="99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هَقَ</a:t>
            </a:r>
            <a:endParaRPr lang="ar-SA" sz="86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هَكَ</a:t>
            </a:r>
            <a:endParaRPr lang="ar-SA" sz="104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</a:t>
            </a:r>
            <a:endParaRPr lang="ar-SA" sz="86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هَمَ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هَنَ</a:t>
            </a:r>
            <a:endParaRPr lang="ar-SA" sz="90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252"/>
          </a:solidFill>
          <a:ln w="12700">
            <a:solidFill>
              <a:srgbClr val="E09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6"/>
          </a:solidFill>
          <a:ln w="12700">
            <a:solidFill>
              <a:srgbClr val="70DB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أَهَبَ</a:t>
            </a:r>
            <a:endParaRPr lang="ar-SA" sz="6200" dirty="0"/>
          </a:p>
        </p:txBody>
      </p:sp>
      <p:pic>
        <p:nvPicPr>
          <p:cNvPr id="29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30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8000" dirty="0"/>
          </a:p>
        </p:txBody>
      </p:sp>
      <p:pic>
        <p:nvPicPr>
          <p:cNvPr id="24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5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تَهَثَ</a:t>
            </a:r>
            <a:endParaRPr lang="ar-SA" sz="80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ثَهَجَ</a:t>
            </a:r>
            <a:endParaRPr lang="ar-SA" sz="66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0110" y="3332988"/>
            <a:ext cx="186245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جَهَحَ</a:t>
            </a:r>
            <a:endParaRPr lang="ar-SA" sz="66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2"/>
          </a:solidFill>
          <a:ln w="12700">
            <a:solidFill>
              <a:srgbClr val="ED5E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حَهَخَ</a:t>
            </a:r>
            <a:endParaRPr lang="ar-SA" sz="6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خَهَدَ</a:t>
            </a:r>
            <a:endParaRPr lang="ar-SA" sz="8000" dirty="0"/>
          </a:p>
        </p:txBody>
      </p:sp>
      <p:pic>
        <p:nvPicPr>
          <p:cNvPr id="29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64D8"/>
          </a:solidFill>
          <a:ln w="12700">
            <a:solidFill>
              <a:srgbClr val="9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47D1"/>
          </a:solidFill>
          <a:ln w="12700">
            <a:solidFill>
              <a:srgbClr val="6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دَهَذَ</a:t>
            </a:r>
            <a:endParaRPr lang="ar-SA" sz="8200" dirty="0"/>
          </a:p>
        </p:txBody>
      </p:sp>
      <p:pic>
        <p:nvPicPr>
          <p:cNvPr id="24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ذَهَرَ</a:t>
            </a:r>
            <a:endParaRPr lang="ar-SA" sz="8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رَهَزَ</a:t>
            </a:r>
            <a:endParaRPr lang="ar-SA" sz="8000" dirty="0"/>
          </a:p>
        </p:txBody>
      </p:sp>
      <p:pic>
        <p:nvPicPr>
          <p:cNvPr id="26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7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زَهَسَ</a:t>
            </a:r>
            <a:endParaRPr lang="ar-SA" sz="69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55E"/>
          </a:solidFill>
          <a:ln w="12700">
            <a:solidFill>
              <a:srgbClr val="EDD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سَهَشَ</a:t>
            </a:r>
            <a:endParaRPr lang="ar-SA" sz="63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8E0"/>
          </a:solidFill>
          <a:ln w="12700">
            <a:solidFill>
              <a:srgbClr val="525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170"/>
          </a:solidFill>
          <a:ln w="12700">
            <a:solidFill>
              <a:srgbClr val="DBA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شَهَصَ</a:t>
            </a:r>
            <a:endParaRPr lang="ar-SA" sz="6100" dirty="0"/>
          </a:p>
        </p:txBody>
      </p:sp>
      <p:pic>
        <p:nvPicPr>
          <p:cNvPr id="29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764"/>
          </a:solidFill>
          <a:ln w="12700">
            <a:solidFill>
              <a:srgbClr val="D87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8"/>
          </a:solidFill>
          <a:ln w="12700">
            <a:solidFill>
              <a:srgbClr val="D1474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صَهَضَ</a:t>
            </a:r>
            <a:endParaRPr lang="ar-SA" sz="5800" dirty="0"/>
          </a:p>
        </p:txBody>
      </p:sp>
      <p:pic>
        <p:nvPicPr>
          <p:cNvPr id="24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ضَهَطَ</a:t>
            </a:r>
            <a:endParaRPr lang="ar-SA" sz="72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6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طَهَظَ</a:t>
            </a:r>
            <a:endParaRPr lang="ar-SA" sz="7600" dirty="0"/>
          </a:p>
        </p:txBody>
      </p:sp>
      <p:pic>
        <p:nvPicPr>
          <p:cNvPr id="26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7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ظَهَعَ</a:t>
            </a:r>
            <a:endParaRPr lang="ar-SA" sz="66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1"/>
          </a:solidFill>
          <a:ln w="12700">
            <a:solidFill>
              <a:srgbClr val="5EED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عَهَغَ</a:t>
            </a:r>
            <a:endParaRPr lang="ar-SA" sz="66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C"/>
          </a:solidFill>
          <a:ln w="12700">
            <a:solidFill>
              <a:srgbClr val="E052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6"/>
          </a:solidFill>
          <a:ln w="12700">
            <a:solidFill>
              <a:srgbClr val="70DB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غَهَفَ</a:t>
            </a:r>
            <a:endParaRPr lang="ar-SA" sz="7700" dirty="0"/>
          </a:p>
        </p:txBody>
      </p:sp>
      <p:pic>
        <p:nvPicPr>
          <p:cNvPr id="29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D864"/>
          </a:solidFill>
          <a:ln w="12700">
            <a:solidFill>
              <a:srgbClr val="6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D147"/>
          </a:solidFill>
          <a:ln w="12700">
            <a:solidFill>
              <a:srgbClr val="6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فَهَقَ</a:t>
            </a:r>
            <a:endParaRPr lang="ar-SA" sz="7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5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قَهَكَ</a:t>
            </a:r>
            <a:endParaRPr lang="ar-SA" sz="77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كَهَلَ</a:t>
            </a:r>
            <a:endParaRPr lang="ar-SA" sz="7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7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لَهَمَ</a:t>
            </a:r>
            <a:endParaRPr lang="ar-SA" sz="66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مَهَنَ</a:t>
            </a:r>
            <a:endParaRPr lang="ar-SA" sz="80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E052"/>
          </a:solidFill>
          <a:ln w="12700">
            <a:solidFill>
              <a:srgbClr val="9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5DB"/>
          </a:solidFill>
          <a:ln w="12700">
            <a:solidFill>
              <a:srgbClr val="707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نَهَأَ</a:t>
            </a:r>
            <a:endParaRPr lang="ar-SA" sz="5900" dirty="0"/>
          </a:p>
        </p:txBody>
      </p:sp>
      <p:pic>
        <p:nvPicPr>
          <p:cNvPr id="29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BD8"/>
          </a:solidFill>
          <a:ln w="12700">
            <a:solidFill>
              <a:srgbClr val="648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7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8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100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85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A5E"/>
          </a:solidFill>
          <a:ln w="12700">
            <a:solidFill>
              <a:srgbClr val="ED6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9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3E0"/>
          </a:solidFill>
          <a:ln w="12700">
            <a:solidFill>
              <a:srgbClr val="52C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110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8"/>
          </a:solidFill>
          <a:ln w="12700">
            <a:solidFill>
              <a:srgbClr val="D864A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F"/>
          </a:solidFill>
          <a:ln w="12700">
            <a:solidFill>
              <a:srgbClr val="D147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109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endParaRPr lang="ar-SA" sz="110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endParaRPr lang="ar-SA" sz="93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endParaRPr lang="ar-SA" sz="9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6ED5E"/>
          </a:solidFill>
          <a:ln w="12700">
            <a:solidFill>
              <a:srgbClr val="7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endParaRPr lang="ar-SA" sz="9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52E0"/>
          </a:solidFill>
          <a:ln w="12700">
            <a:solidFill>
              <a:srgbClr val="D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endParaRPr lang="ar-SA" sz="110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D864"/>
          </a:solidFill>
          <a:ln w="12700">
            <a:solidFill>
              <a:srgbClr val="C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147"/>
          </a:solidFill>
          <a:ln w="12700">
            <a:solidFill>
              <a:srgbClr val="D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endParaRPr lang="ar-SA" sz="95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endParaRPr lang="ar-SA" sz="11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endParaRPr lang="ar-SA" sz="106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endParaRPr lang="ar-SA" sz="93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AED"/>
          </a:solidFill>
          <a:ln w="12700">
            <a:solidFill>
              <a:srgbClr val="5E9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endParaRPr lang="ar-SA" sz="93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752"/>
          </a:solidFill>
          <a:ln w="12700">
            <a:solidFill>
              <a:srgbClr val="E0B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5DB"/>
          </a:solidFill>
          <a:ln w="12700">
            <a:solidFill>
              <a:srgbClr val="70C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endParaRPr lang="ar-SA" sz="110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F"/>
          </a:solidFill>
          <a:ln w="12700">
            <a:solidFill>
              <a:srgbClr val="47D1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endParaRPr lang="ar-SA" sz="95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endParaRPr lang="ar-SA" sz="87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endParaRPr lang="ar-SA" sz="87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endParaRPr lang="ar-SA" sz="99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endParaRPr lang="ar-SA" sz="86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3"/>
          </a:solidFill>
          <a:ln w="12700">
            <a:solidFill>
              <a:srgbClr val="52E09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70DB"/>
          </a:solidFill>
          <a:ln w="12700">
            <a:solidFill>
              <a:srgbClr val="D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endParaRPr lang="ar-SA" sz="110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47D1"/>
          </a:solidFill>
          <a:ln w="12700">
            <a:solidFill>
              <a:srgbClr val="8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endParaRPr lang="ar-SA" sz="10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E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18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19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926" y="1828800"/>
            <a:ext cx="1142634" cy="1463040"/>
          </a:xfrm>
          <a:prstGeom prst="rect">
            <a:avLst/>
          </a:prstGeom>
        </p:spPr>
      </p:pic>
      <p:pic>
        <p:nvPicPr>
          <p:cNvPr id="20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  <p:pic>
        <p:nvPicPr>
          <p:cNvPr id="1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771741" cy="1463040"/>
          </a:xfrm>
          <a:prstGeom prst="rect">
            <a:avLst/>
          </a:prstGeom>
        </p:spPr>
      </p:pic>
      <p:pic>
        <p:nvPicPr>
          <p:cNvPr id="20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1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240" y="896112"/>
            <a:ext cx="22296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240" y="896112"/>
            <a:ext cx="22296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019149" y="896112"/>
            <a:ext cx="25560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19149" y="896112"/>
            <a:ext cx="25560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وَذَهَبَ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39075" y="2834640"/>
            <a:ext cx="44658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39075" y="2834640"/>
            <a:ext cx="44658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وَذَهَبَ</a:t>
            </a:r>
            <a:endParaRPr lang="ar-SA" sz="5700" dirty="0"/>
          </a:p>
        </p:txBody>
      </p:sp>
      <p:pic>
        <p:nvPicPr>
          <p:cNvPr id="17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780520" cy="146304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ED5E"/>
          </a:solidFill>
          <a:ln w="12700">
            <a:solidFill>
              <a:srgbClr val="E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55028" y="896112"/>
            <a:ext cx="22168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5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55028" y="896112"/>
            <a:ext cx="22168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172163" y="896112"/>
            <a:ext cx="22628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72163" y="896112"/>
            <a:ext cx="22628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7964" y="2834640"/>
            <a:ext cx="41080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7964" y="2834640"/>
            <a:ext cx="41080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 وَرَزَقَ</a:t>
            </a:r>
            <a:endParaRPr lang="ar-SA" sz="57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1064" cy="14630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15-ha</dc:title>
  <dc:subject>PptxGenJS Presentation</dc:subject>
  <dc:creator>PptxGenJS</dc:creator>
  <cp:lastModifiedBy>PptxGenJS</cp:lastModifiedBy>
  <cp:revision>1</cp:revision>
  <dcterms:created xsi:type="dcterms:W3CDTF">2026-10-20T23:11:13Z</dcterms:created>
  <dcterms:modified xsi:type="dcterms:W3CDTF">2026-10-20T23:11:13Z</dcterms:modified>
</cp:coreProperties>
</file>