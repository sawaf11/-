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image" Target="../media/image-14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5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11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11100" dirty="0"/>
          </a:p>
        </p:txBody>
      </p:sp>
      <p:pic>
        <p:nvPicPr>
          <p:cNvPr id="14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0819" y="1828800"/>
            <a:ext cx="1771741" cy="1463040"/>
          </a:xfrm>
          <a:prstGeom prst="rect">
            <a:avLst/>
          </a:prstGeom>
        </p:spPr>
      </p:pic>
      <p:pic>
        <p:nvPicPr>
          <p:cNvPr id="1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7000" dirty="0"/>
          </a:p>
        </p:txBody>
      </p:sp>
      <p:pic>
        <p:nvPicPr>
          <p:cNvPr id="22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3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70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70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70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F"/>
          </a:solidFill>
          <a:ln w="12700">
            <a:solidFill>
              <a:srgbClr val="D147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7000" dirty="0"/>
          </a:p>
        </p:txBody>
      </p:sp>
      <p:pic>
        <p:nvPicPr>
          <p:cNvPr id="20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1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7000" dirty="0"/>
          </a:p>
        </p:txBody>
      </p:sp>
      <p:pic>
        <p:nvPicPr>
          <p:cNvPr id="21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7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بَأَتَ</a:t>
            </a:r>
            <a:endParaRPr lang="ar-SA" sz="59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تَأَثَ</a:t>
            </a:r>
            <a:endParaRPr lang="ar-SA" sz="59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ثَأَجَ</a:t>
            </a:r>
            <a:endParaRPr lang="ar-SA" sz="59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جَأَحَ</a:t>
            </a:r>
            <a:endParaRPr lang="ar-SA" sz="5900" dirty="0"/>
          </a:p>
        </p:txBody>
      </p:sp>
      <p:pic>
        <p:nvPicPr>
          <p:cNvPr id="24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9847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حَأَخَ</a:t>
            </a:r>
            <a:endParaRPr lang="ar-SA" sz="59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خَأَدَ</a:t>
            </a:r>
            <a:endParaRPr lang="ar-SA" sz="59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7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228" y="3332988"/>
            <a:ext cx="2703332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دَأَبَ</a:t>
            </a:r>
            <a:endParaRPr lang="ar-SA" sz="62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5EED"/>
          </a:solidFill>
          <a:ln w="12700">
            <a:solidFill>
              <a:srgbClr val="6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66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E052"/>
          </a:solidFill>
          <a:ln w="12700">
            <a:solidFill>
              <a:srgbClr val="C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66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66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6600" dirty="0"/>
          </a:p>
        </p:txBody>
      </p:sp>
      <p:pic>
        <p:nvPicPr>
          <p:cNvPr id="21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2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6600" dirty="0"/>
          </a:p>
        </p:txBody>
      </p:sp>
      <p:pic>
        <p:nvPicPr>
          <p:cNvPr id="22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3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66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70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94470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3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94470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64156" y="896112"/>
            <a:ext cx="2110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3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4156" y="896112"/>
            <a:ext cx="2110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9124" y="2834640"/>
            <a:ext cx="33257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9124" y="2834640"/>
            <a:ext cx="33257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وَشَكَرَ</a:t>
            </a:r>
            <a:endParaRPr lang="ar-SA" sz="4400" dirty="0"/>
          </a:p>
        </p:txBody>
      </p:sp>
      <p:pic>
        <p:nvPicPr>
          <p:cNvPr id="22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1828800"/>
            <a:ext cx="1638605" cy="146304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10741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10741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6423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6423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69806" y="2834640"/>
            <a:ext cx="3004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69806" y="2834640"/>
            <a:ext cx="3004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</a:t>
            </a:r>
            <a:endParaRPr lang="ar-SA" sz="4400" dirty="0"/>
          </a:p>
        </p:txBody>
      </p:sp>
      <p:pic>
        <p:nvPicPr>
          <p:cNvPr id="17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8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2189" y="1828800"/>
            <a:ext cx="1410371" cy="1463040"/>
          </a:xfrm>
          <a:prstGeom prst="rect">
            <a:avLst/>
          </a:prstGeom>
        </p:spPr>
      </p:pic>
      <p:pic>
        <p:nvPicPr>
          <p:cNvPr id="19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46166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46166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3" name="C2 W2 pill"/>
          <p:cNvSpPr/>
          <p:nvPr/>
        </p:nvSpPr>
        <p:spPr>
          <a:xfrm>
            <a:off x="2728276" y="896112"/>
            <a:ext cx="16978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F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28276" y="896112"/>
            <a:ext cx="16978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وَأَخَذَ</a:t>
            </a:r>
            <a:endParaRPr lang="ar-SA" sz="4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56636" y="2834640"/>
            <a:ext cx="30307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56636" y="2834640"/>
            <a:ext cx="30307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وَأَخَذَ</a:t>
            </a:r>
            <a:endParaRPr lang="ar-SA" sz="4200" dirty="0"/>
          </a:p>
        </p:txBody>
      </p:sp>
      <p:pic>
        <p:nvPicPr>
          <p:cNvPr id="18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79133" cy="1463040"/>
          </a:xfrm>
          <a:prstGeom prst="rect">
            <a:avLst/>
          </a:prstGeom>
        </p:spPr>
      </p:pic>
      <p:pic>
        <p:nvPicPr>
          <p:cNvPr id="19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682" y="1828800"/>
            <a:ext cx="1904878" cy="1463040"/>
          </a:xfrm>
          <a:prstGeom prst="rect">
            <a:avLst/>
          </a:prstGeom>
        </p:spPr>
      </p:pic>
      <p:pic>
        <p:nvPicPr>
          <p:cNvPr id="20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64544" y="896112"/>
            <a:ext cx="154310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D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64544" y="896112"/>
            <a:ext cx="15431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736352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D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36352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85424" y="2834640"/>
            <a:ext cx="29731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85424" y="2834640"/>
            <a:ext cx="29731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 وَأَكَلَ</a:t>
            </a:r>
            <a:endParaRPr lang="ar-SA" sz="4400" dirty="0"/>
          </a:p>
        </p:txBody>
      </p:sp>
      <p:pic>
        <p:nvPicPr>
          <p:cNvPr id="19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20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21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01-alif</dc:title>
  <dc:subject>PptxGenJS Presentation</dc:subject>
  <dc:creator>PptxGenJS</dc:creator>
  <cp:lastModifiedBy>PptxGenJS</cp:lastModifiedBy>
  <cp:revision>1</cp:revision>
  <dcterms:created xsi:type="dcterms:W3CDTF">2026-10-20T23:11:09Z</dcterms:created>
  <dcterms:modified xsi:type="dcterms:W3CDTF">2026-10-20T23:11:09Z</dcterms:modified>
</cp:coreProperties>
</file>