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11100" dirty="0"/>
          </a:p>
        </p:txBody>
      </p:sp>
      <p:sp>
        <p:nvSpPr>
          <p:cNvPr id="13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111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4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8"/>
          </a:solidFill>
          <a:ln w="12700">
            <a:solidFill>
              <a:srgbClr val="2B645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579"/>
          </a:solidFill>
          <a:ln w="12700">
            <a:solidFill>
              <a:srgbClr val="346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أَتَ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C5E"/>
          </a:solidFill>
          <a:ln w="12700">
            <a:solidFill>
              <a:srgbClr val="EDA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أَثَ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1E0"/>
          </a:solidFill>
          <a:ln w="12700">
            <a:solidFill>
              <a:srgbClr val="5281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270"/>
          </a:solidFill>
          <a:ln w="12700">
            <a:solidFill>
              <a:srgbClr val="DB8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68547"/>
          </a:solidFill>
          <a:ln w="12700">
            <a:solidFill>
              <a:srgbClr val="66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أَجَ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2"/>
          </a:solidFill>
          <a:ln w="12700">
            <a:solidFill>
              <a:srgbClr val="D8647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F"/>
          </a:solidFill>
          <a:ln w="12700">
            <a:solidFill>
              <a:srgbClr val="D1476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أَحَ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A2B64"/>
          </a:solidFill>
          <a:ln w="12700">
            <a:solidFill>
              <a:srgbClr val="4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6"/>
          </a:solidFill>
          <a:ln w="12700">
            <a:solidFill>
              <a:srgbClr val="79347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أَدَ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بَأَتَ</a:t>
            </a:r>
            <a:endParaRPr lang="ar-SA" sz="5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8"/>
          </a:solidFill>
          <a:ln w="12700">
            <a:solidFill>
              <a:srgbClr val="5EED8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تَأَثَ</a:t>
            </a:r>
            <a:endParaRPr lang="ar-SA" sz="5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5"/>
          </a:solidFill>
          <a:ln w="12700">
            <a:solidFill>
              <a:srgbClr val="E052A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9DB70"/>
          </a:solidFill>
          <a:ln w="12700">
            <a:solidFill>
              <a:srgbClr val="7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585"/>
          </a:solidFill>
          <a:ln w="12700">
            <a:solidFill>
              <a:srgbClr val="4775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ثَأَجَ</a:t>
            </a:r>
            <a:endParaRPr lang="ar-SA" sz="5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FD864"/>
          </a:solidFill>
          <a:ln w="12700">
            <a:solidFill>
              <a:srgbClr val="8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2D147"/>
          </a:solidFill>
          <a:ln w="12700">
            <a:solidFill>
              <a:srgbClr val="9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جَأَحَ</a:t>
            </a:r>
            <a:endParaRPr lang="ar-SA" sz="5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حَأَخَ</a:t>
            </a:r>
            <a:endParaRPr lang="ar-SA" sz="5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31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C2B"/>
          </a:solidFill>
          <a:ln w="12700">
            <a:solidFill>
              <a:srgbClr val="643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B34"/>
          </a:solidFill>
          <a:ln w="12700">
            <a:solidFill>
              <a:srgbClr val="796B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خَأَدَ</a:t>
            </a:r>
            <a:endParaRPr lang="ar-SA" sz="59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دَأَبَ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55EED"/>
          </a:solidFill>
          <a:ln w="12700">
            <a:solidFill>
              <a:srgbClr val="6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بَأَ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33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8E052"/>
          </a:solidFill>
          <a:ln w="12700">
            <a:solidFill>
              <a:srgbClr val="C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4DB"/>
          </a:solidFill>
          <a:ln w="12700">
            <a:solidFill>
              <a:srgbClr val="709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4"/>
          </a:solidFill>
          <a:ln w="12700">
            <a:solidFill>
              <a:srgbClr val="85478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تَأَ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CD8"/>
          </a:solidFill>
          <a:ln w="12700">
            <a:solidFill>
              <a:srgbClr val="64A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4D1"/>
          </a:solidFill>
          <a:ln w="12700">
            <a:solidFill>
              <a:srgbClr val="47B4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ثَأَ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جَأَ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D"/>
          </a:solidFill>
          <a:ln w="12700">
            <a:solidFill>
              <a:srgbClr val="2B642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A"/>
          </a:solidFill>
          <a:ln w="12700">
            <a:solidFill>
              <a:srgbClr val="34795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حَأَ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خَأَ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C"/>
          </a:solidFill>
          <a:ln w="12700">
            <a:solidFill>
              <a:srgbClr val="ED5E7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دَأَ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4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5"/>
          </a:solidFill>
          <a:ln w="12700">
            <a:solidFill>
              <a:srgbClr val="52E0D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E"/>
          </a:solidFill>
          <a:ln w="12700">
            <a:solidFill>
              <a:srgbClr val="DB70A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547"/>
          </a:solidFill>
          <a:ln w="12700">
            <a:solidFill>
              <a:srgbClr val="8575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994470" y="896112"/>
            <a:ext cx="158537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D3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994470" y="896112"/>
            <a:ext cx="158537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أَكَلَ</a:t>
            </a:r>
            <a:endParaRPr lang="ar-SA" sz="4400" dirty="0"/>
          </a:p>
        </p:txBody>
      </p:sp>
      <p:sp>
        <p:nvSpPr>
          <p:cNvPr id="17" name="C2 W2 pill"/>
          <p:cNvSpPr/>
          <p:nvPr/>
        </p:nvSpPr>
        <p:spPr>
          <a:xfrm>
            <a:off x="2564156" y="896112"/>
            <a:ext cx="211027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D3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564156" y="896112"/>
            <a:ext cx="21102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44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3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909124" y="2834640"/>
            <a:ext cx="332575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909124" y="2834640"/>
            <a:ext cx="332575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أَكَلَ وَشَكَرَ</a:t>
            </a:r>
            <a:endParaRPr lang="ar-SA" sz="4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9"/>
          </a:solidFill>
          <a:ln w="12700">
            <a:solidFill>
              <a:srgbClr val="D864C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C47D1"/>
          </a:solidFill>
          <a:ln w="12700">
            <a:solidFill>
              <a:srgbClr val="C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010741" y="896112"/>
            <a:ext cx="146683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A1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010741" y="896112"/>
            <a:ext cx="146683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قَرَأَ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2666423" y="896112"/>
            <a:ext cx="202427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1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666423" y="896112"/>
            <a:ext cx="202427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وَكَتَبَ</a:t>
            </a:r>
            <a:endParaRPr lang="ar-SA" sz="44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069806" y="2834640"/>
            <a:ext cx="300438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069806" y="2834640"/>
            <a:ext cx="300438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قَرَأَ وَكَتَبَ</a:t>
            </a:r>
            <a:endParaRPr lang="ar-SA" sz="4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746166" y="896112"/>
            <a:ext cx="166955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FE2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746166" y="896112"/>
            <a:ext cx="166955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سَأَلَ</a:t>
            </a:r>
            <a:endParaRPr lang="ar-SA" sz="4100" dirty="0"/>
          </a:p>
        </p:txBody>
      </p:sp>
      <p:sp>
        <p:nvSpPr>
          <p:cNvPr id="13" name="C2 W2 pill"/>
          <p:cNvSpPr/>
          <p:nvPr/>
        </p:nvSpPr>
        <p:spPr>
          <a:xfrm>
            <a:off x="2728276" y="896112"/>
            <a:ext cx="169785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6F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728276" y="896112"/>
            <a:ext cx="169785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وَأَخَذَ</a:t>
            </a:r>
            <a:endParaRPr lang="ar-SA" sz="41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8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3056636" y="2834640"/>
            <a:ext cx="303072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3056636" y="2834640"/>
            <a:ext cx="303072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سَأَلَ وَأَخَذَ</a:t>
            </a:r>
            <a:endParaRPr lang="ar-SA" sz="4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764"/>
          </a:solidFill>
          <a:ln w="12700">
            <a:solidFill>
              <a:srgbClr val="2B37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83479"/>
          </a:solidFill>
          <a:ln w="12700">
            <a:solidFill>
              <a:srgbClr val="48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864544" y="896112"/>
            <a:ext cx="154310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3D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864544" y="896112"/>
            <a:ext cx="154310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أَخَذَ</a:t>
            </a:r>
            <a:endParaRPr lang="ar-SA" sz="4400" dirty="0"/>
          </a:p>
        </p:txBody>
      </p:sp>
      <p:sp>
        <p:nvSpPr>
          <p:cNvPr id="14" name="C2 W2 pill"/>
          <p:cNvSpPr/>
          <p:nvPr/>
        </p:nvSpPr>
        <p:spPr>
          <a:xfrm>
            <a:off x="2736352" y="896112"/>
            <a:ext cx="180815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3D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736352" y="896112"/>
            <a:ext cx="180815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وَأَكَلَ</a:t>
            </a:r>
            <a:endParaRPr lang="ar-SA" sz="44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B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3085424" y="2834640"/>
            <a:ext cx="297315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3085424" y="2834640"/>
            <a:ext cx="297315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أَخَذَ وَأَكَلَ</a:t>
            </a:r>
            <a:endParaRPr lang="ar-SA" sz="4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reading 01-alif</dc:title>
  <dc:subject>PptxGenJS Presentation</dc:subject>
  <dc:creator>PptxGenJS</dc:creator>
  <cp:lastModifiedBy>PptxGenJS</cp:lastModifiedBy>
  <cp:revision>1</cp:revision>
  <dcterms:created xsi:type="dcterms:W3CDTF">2026-10-20T22:26:59Z</dcterms:created>
  <dcterms:modified xsi:type="dcterms:W3CDTF">2026-10-20T22:26:59Z</dcterms:modified>
</cp:coreProperties>
</file>