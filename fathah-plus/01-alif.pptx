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67718" cy="1645920"/>
          </a:xfrm>
          <a:prstGeom prst="rect">
            <a:avLst/>
          </a:prstGeom>
        </p:spPr>
      </p:pic>
      <p:pic>
        <p:nvPicPr>
          <p:cNvPr id="1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199" y="1783080"/>
            <a:ext cx="211336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049" y="3515868"/>
            <a:ext cx="102751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978" y="3515868"/>
            <a:ext cx="108658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4104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31316" cy="9601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4" y="3927348"/>
            <a:ext cx="58521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315" y="3332988"/>
            <a:ext cx="99724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9107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20" y="3515868"/>
            <a:ext cx="100264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51259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18" y="1783080"/>
            <a:ext cx="790042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66" y="3287268"/>
            <a:ext cx="2856494" cy="17830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1605" cy="16459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659" y="1783080"/>
            <a:ext cx="1673901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310" y="3241548"/>
            <a:ext cx="1311250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2026-10-20T23:35:39Z</dcterms:created>
  <dcterms:modified xsi:type="dcterms:W3CDTF">2026-10-20T23:35:39Z</dcterms:modified>
</cp:coreProperties>
</file>