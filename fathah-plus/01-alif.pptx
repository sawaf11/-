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11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111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65960"/>
            <a:ext cx="1199510" cy="128016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5108" y="1965960"/>
            <a:ext cx="1377452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8"/>
          </a:solidFill>
          <a:ln w="12700">
            <a:solidFill>
              <a:srgbClr val="2B64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579"/>
          </a:solidFill>
          <a:ln w="12700">
            <a:solidFill>
              <a:srgbClr val="346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3385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C5E"/>
          </a:solidFill>
          <a:ln w="12700">
            <a:solidFill>
              <a:srgbClr val="EDA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7903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1E0"/>
          </a:solidFill>
          <a:ln w="12700">
            <a:solidFill>
              <a:srgbClr val="5281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270"/>
          </a:solidFill>
          <a:ln w="12700">
            <a:solidFill>
              <a:srgbClr val="DB8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8547"/>
          </a:solidFill>
          <a:ln w="12700">
            <a:solidFill>
              <a:srgbClr val="66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0786" y="3881628"/>
            <a:ext cx="571774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2"/>
          </a:solidFill>
          <a:ln w="12700">
            <a:solidFill>
              <a:srgbClr val="D8647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F"/>
          </a:solidFill>
          <a:ln w="12700">
            <a:solidFill>
              <a:srgbClr val="D1476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7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A2B64"/>
          </a:solidFill>
          <a:ln w="12700">
            <a:solidFill>
              <a:srgbClr val="4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6"/>
          </a:solidFill>
          <a:ln w="12700">
            <a:solidFill>
              <a:srgbClr val="79347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أَدَ</a:t>
            </a:r>
            <a:endParaRPr lang="ar-SA" sz="7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30" y="3744468"/>
            <a:ext cx="949330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</a:t>
            </a:r>
            <a:endParaRPr lang="ar-SA" sz="5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8"/>
          </a:solidFill>
          <a:ln w="12700">
            <a:solidFill>
              <a:srgbClr val="5EED8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تَأَثَ</a:t>
            </a:r>
            <a:endParaRPr lang="ar-SA" sz="59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5"/>
          </a:solidFill>
          <a:ln w="12700">
            <a:solidFill>
              <a:srgbClr val="E052A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9DB70"/>
          </a:solidFill>
          <a:ln w="12700">
            <a:solidFill>
              <a:srgbClr val="7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585"/>
          </a:solidFill>
          <a:ln w="12700">
            <a:solidFill>
              <a:srgbClr val="477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ثَأَجَ</a:t>
            </a:r>
            <a:endParaRPr lang="ar-SA" sz="59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FD864"/>
          </a:solidFill>
          <a:ln w="12700">
            <a:solidFill>
              <a:srgbClr val="8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D147"/>
          </a:solidFill>
          <a:ln w="12700">
            <a:solidFill>
              <a:srgbClr val="9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جَأَحَ</a:t>
            </a:r>
            <a:endParaRPr lang="ar-SA" sz="5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حَأَخَ</a:t>
            </a:r>
            <a:endParaRPr lang="ar-SA" sz="59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81918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C2B"/>
          </a:solidFill>
          <a:ln w="12700">
            <a:solidFill>
              <a:srgbClr val="643C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B34"/>
          </a:solidFill>
          <a:ln w="12700">
            <a:solidFill>
              <a:srgbClr val="796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خَأَدَ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0144" y="3332988"/>
            <a:ext cx="1042416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دَأَبَ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55EED"/>
          </a:solidFill>
          <a:ln w="12700">
            <a:solidFill>
              <a:srgbClr val="6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6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8E052"/>
          </a:solidFill>
          <a:ln w="12700">
            <a:solidFill>
              <a:srgbClr val="C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4DB"/>
          </a:solidFill>
          <a:ln w="12700">
            <a:solidFill>
              <a:srgbClr val="709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4"/>
          </a:solidFill>
          <a:ln w="12700">
            <a:solidFill>
              <a:srgbClr val="85478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9173" y="4064508"/>
            <a:ext cx="583387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CD8"/>
          </a:solidFill>
          <a:ln w="12700">
            <a:solidFill>
              <a:srgbClr val="64A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4D1"/>
          </a:solidFill>
          <a:ln w="12700">
            <a:solidFill>
              <a:srgbClr val="47B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6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5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66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D"/>
          </a:solidFill>
          <a:ln w="12700">
            <a:solidFill>
              <a:srgbClr val="2B642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A"/>
          </a:solidFill>
          <a:ln w="12700">
            <a:solidFill>
              <a:srgbClr val="34795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6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523" y="3515868"/>
            <a:ext cx="1071037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670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C"/>
          </a:solidFill>
          <a:ln w="12700">
            <a:solidFill>
              <a:srgbClr val="ED5E7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دَأَ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5"/>
          </a:solidFill>
          <a:ln w="12700">
            <a:solidFill>
              <a:srgbClr val="52E0D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E"/>
          </a:solidFill>
          <a:ln w="12700">
            <a:solidFill>
              <a:srgbClr val="DB70A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94470" y="896112"/>
            <a:ext cx="158537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3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94470" y="896112"/>
            <a:ext cx="158537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564156" y="896112"/>
            <a:ext cx="2110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3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64156" y="896112"/>
            <a:ext cx="2110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3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09124" y="2834640"/>
            <a:ext cx="33257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09124" y="2834640"/>
            <a:ext cx="33257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أَكَلَ وَشَكَرَ</a:t>
            </a:r>
            <a:endParaRPr lang="ar-SA" sz="44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20240"/>
            <a:ext cx="1012241" cy="13716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60872" y="1783080"/>
            <a:ext cx="791688" cy="1645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9"/>
          </a:solidFill>
          <a:ln w="12700">
            <a:solidFill>
              <a:srgbClr val="D864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47D1"/>
          </a:solidFill>
          <a:ln w="12700">
            <a:solidFill>
              <a:srgbClr val="C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10741" y="896112"/>
            <a:ext cx="1466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10741" y="896112"/>
            <a:ext cx="1466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666423" y="896112"/>
            <a:ext cx="202427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66423" y="896112"/>
            <a:ext cx="202427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وَكَتَبَ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69806" y="2834640"/>
            <a:ext cx="300438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69806" y="2834640"/>
            <a:ext cx="300438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قَرَأَ وَكَتَبَ</a:t>
            </a:r>
            <a:endParaRPr lang="ar-SA" sz="44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778337" cy="173736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1897380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46166" y="896112"/>
            <a:ext cx="166955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E236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46166" y="896112"/>
            <a:ext cx="166955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</a:t>
            </a:r>
            <a:endParaRPr lang="ar-SA" sz="4100" dirty="0"/>
          </a:p>
        </p:txBody>
      </p:sp>
      <p:sp>
        <p:nvSpPr>
          <p:cNvPr id="13" name="C2 W2 pill"/>
          <p:cNvSpPr/>
          <p:nvPr/>
        </p:nvSpPr>
        <p:spPr>
          <a:xfrm>
            <a:off x="2728276" y="896112"/>
            <a:ext cx="169785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F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728276" y="896112"/>
            <a:ext cx="169785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41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056636" y="2834640"/>
            <a:ext cx="303072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056636" y="2834640"/>
            <a:ext cx="303072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سَأَلَ وَأَخَذَ</a:t>
            </a:r>
            <a:endParaRPr lang="ar-SA" sz="42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422669" cy="132588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1897380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3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83479"/>
          </a:solidFill>
          <a:ln w="12700">
            <a:solidFill>
              <a:srgbClr val="48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64544" y="896112"/>
            <a:ext cx="154310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D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64544" y="896112"/>
            <a:ext cx="154310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736352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D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36352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B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85424" y="2834640"/>
            <a:ext cx="297315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85424" y="2834640"/>
            <a:ext cx="297315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أَخَذَ وَأَكَلَ</a:t>
            </a:r>
            <a:endParaRPr lang="ar-SA" sz="4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32988"/>
            <a:ext cx="826983" cy="1737360"/>
          </a:xfrm>
          <a:prstGeom prst="rect">
            <a:avLst/>
          </a:prstGeom>
        </p:spPr>
      </p:pic>
      <p:pic>
        <p:nvPicPr>
          <p:cNvPr id="2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412" y="1897380"/>
            <a:ext cx="104314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01-alif</dc:title>
  <dc:subject>PptxGenJS Presentation</dc:subject>
  <dc:creator>PptxGenJS</dc:creator>
  <cp:lastModifiedBy>PptxGenJS</cp:lastModifiedBy>
  <cp:revision>1</cp:revision>
  <dcterms:created xsi:type="dcterms:W3CDTF">2026-10-21T00:09:39Z</dcterms:created>
  <dcterms:modified xsi:type="dcterms:W3CDTF">2026-10-21T00:09:39Z</dcterms:modified>
</cp:coreProperties>
</file>