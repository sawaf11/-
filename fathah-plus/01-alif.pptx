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11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1100" dirty="0"/>
          </a:p>
        </p:txBody>
      </p:sp>
      <p:pic>
        <p:nvPicPr>
          <p:cNvPr id="1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59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59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59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59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59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59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1783080"/>
            <a:ext cx="182496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8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6166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6166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728276" y="896112"/>
            <a:ext cx="1697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28276" y="896112"/>
            <a:ext cx="1697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56636" y="2834640"/>
            <a:ext cx="3030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56636" y="2834640"/>
            <a:ext cx="3030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وَأَخَذَ</a:t>
            </a:r>
            <a:endParaRPr lang="ar-SA" sz="42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20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4544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D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4544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3635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3635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5424" y="2834640"/>
            <a:ext cx="29731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5424" y="2834640"/>
            <a:ext cx="29731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وَأَكَلَ</a:t>
            </a:r>
            <a:endParaRPr lang="ar-SA" sz="4400" dirty="0"/>
          </a:p>
        </p:txBody>
      </p:sp>
      <p:pic>
        <p:nvPicPr>
          <p:cNvPr id="1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78308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01-alif</dc:title>
  <dc:subject>PptxGenJS Presentation</dc:subject>
  <dc:creator>PptxGenJS</dc:creator>
  <cp:lastModifiedBy>PptxGenJS</cp:lastModifiedBy>
  <cp:revision>1</cp:revision>
  <dcterms:created xsi:type="dcterms:W3CDTF">2026-10-20T22:49:29Z</dcterms:created>
  <dcterms:modified xsi:type="dcterms:W3CDTF">2026-10-20T22:49:29Z</dcterms:modified>
</cp:coreProperties>
</file>