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8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8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738378" cy="1737360"/>
          </a:xfrm>
          <a:prstGeom prst="rect">
            <a:avLst/>
          </a:prstGeom>
        </p:spPr>
      </p:pic>
      <p:pic>
        <p:nvPicPr>
          <p:cNvPr id="14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714" y="3378708"/>
            <a:ext cx="779846" cy="1691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كَبَ</a:t>
            </a:r>
            <a:endParaRPr lang="ar-SA" sz="9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</a:t>
            </a:r>
            <a:endParaRPr lang="ar-SA" sz="9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315822" cy="9144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كَثَ</a:t>
            </a:r>
            <a:endParaRPr lang="ar-SA" sz="9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0E0"/>
          </a:solidFill>
          <a:ln w="12700">
            <a:solidFill>
              <a:srgbClr val="528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5556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020" y="3515868"/>
            <a:ext cx="98554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1179" cy="1280160"/>
          </a:xfrm>
          <a:prstGeom prst="rect">
            <a:avLst/>
          </a:prstGeom>
        </p:spPr>
      </p:pic>
      <p:pic>
        <p:nvPicPr>
          <p:cNvPr id="22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6" y="4018788"/>
            <a:ext cx="717164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2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كَدَ</a:t>
            </a:r>
            <a:endParaRPr lang="ar-SA" sz="9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921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9"/>
          </a:solidFill>
          <a:ln w="12700">
            <a:solidFill>
              <a:srgbClr val="5EED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465" y="3515868"/>
            <a:ext cx="98709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كَظَ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6790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كَعَ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204" y="3744468"/>
            <a:ext cx="1063356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كَفَ</a:t>
            </a:r>
            <a:endParaRPr lang="ar-SA" sz="9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377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كَقَ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6"/>
          </a:solidFill>
          <a:ln w="12700">
            <a:solidFill>
              <a:srgbClr val="52E0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تَكَثَ</a:t>
            </a:r>
            <a:endParaRPr lang="ar-SA" sz="85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888" y="3378708"/>
            <a:ext cx="1219672" cy="1691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ثَكَجَ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جَكَحَ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حَكَخَ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خَكَدَ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دَكَذَ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64" y="3332988"/>
            <a:ext cx="976396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زَكَسَ</a:t>
            </a:r>
            <a:endParaRPr lang="ar-SA" sz="7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سَكَشَ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شَكَصَ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صَكَضَ</a:t>
            </a:r>
            <a:endParaRPr lang="ar-SA" sz="58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17326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ضَكَطَ</a:t>
            </a:r>
            <a:endParaRPr lang="ar-SA" sz="7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456" y="3607308"/>
            <a:ext cx="926104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طَكَظَ</a:t>
            </a:r>
            <a:endParaRPr lang="ar-SA" sz="7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997793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ظَكَعَ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غَكَفَ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فَكَقَ</a:t>
            </a:r>
            <a:endParaRPr lang="ar-SA" sz="7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قَكَأَ</a:t>
            </a:r>
            <a:endParaRPr lang="ar-SA" sz="59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67" y="3332988"/>
            <a:ext cx="859993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endParaRPr lang="ar-SA" sz="7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1245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endParaRPr lang="ar-SA" sz="98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3835908"/>
            <a:ext cx="1086307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endParaRPr lang="ar-SA" sz="10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15E"/>
          </a:solidFill>
          <a:ln w="12700">
            <a:solidFill>
              <a:srgbClr val="EDD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endParaRPr lang="ar-SA" sz="8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20065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10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722" y="3515868"/>
            <a:ext cx="103683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endParaRPr lang="ar-SA" sz="104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2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endParaRPr lang="ar-SA" sz="10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790188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4802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6819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4138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D147"/>
          </a:solidFill>
          <a:ln w="12700">
            <a:solidFill>
              <a:srgbClr val="6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endParaRPr lang="ar-SA" sz="10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170" y="3515868"/>
            <a:ext cx="88139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9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100389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endParaRPr lang="ar-SA" sz="10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12" y="3515868"/>
            <a:ext cx="143944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endParaRPr lang="ar-SA" sz="10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5EED"/>
          </a:solidFill>
          <a:ln w="12700">
            <a:solidFill>
              <a:srgbClr val="8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5264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E052"/>
          </a:solidFill>
          <a:ln w="12700">
            <a:solidFill>
              <a:srgbClr val="A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0D1"/>
          </a:solidFill>
          <a:ln w="12700">
            <a:solidFill>
              <a:srgbClr val="479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endParaRPr lang="ar-SA" sz="10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952" y="3515868"/>
            <a:ext cx="887608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endParaRPr lang="ar-SA" sz="9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3257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endParaRPr lang="ar-SA" sz="8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endParaRPr lang="ar-SA" sz="8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69403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69403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16384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16384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74521" y="2834640"/>
            <a:ext cx="35949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74521" y="2834640"/>
            <a:ext cx="35949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 وَرَسَمَ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68645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1920240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94470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94470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64156" y="896112"/>
            <a:ext cx="2110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4156" y="896112"/>
            <a:ext cx="2110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9124" y="2834640"/>
            <a:ext cx="33257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9124" y="2834640"/>
            <a:ext cx="33257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وَشَكَرَ</a:t>
            </a:r>
            <a:endParaRPr lang="ar-SA" sz="4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1787743" cy="9601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58" y="1988820"/>
            <a:ext cx="1527002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835670" cy="173736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93" y="1920240"/>
            <a:ext cx="991667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60684" y="896112"/>
            <a:ext cx="24116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60684" y="896112"/>
            <a:ext cx="24116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071638" y="896112"/>
            <a:ext cx="22690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2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071638" y="896112"/>
            <a:ext cx="22690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379123" y="2834640"/>
            <a:ext cx="438575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379123" y="2834640"/>
            <a:ext cx="438575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 وَنَظَرَ</a:t>
            </a:r>
            <a:endParaRPr lang="ar-SA" sz="5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1426098" cy="128016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43100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207579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D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207579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3863261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63261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6" name="C3 W3 pill"/>
          <p:cNvSpPr/>
          <p:nvPr/>
        </p:nvSpPr>
        <p:spPr>
          <a:xfrm>
            <a:off x="1469585" y="896112"/>
            <a:ext cx="20736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469585" y="896112"/>
            <a:ext cx="20736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4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291087" y="2834640"/>
            <a:ext cx="45618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291087" y="2834640"/>
            <a:ext cx="45618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 وَرَسَمَ</a:t>
            </a:r>
            <a:endParaRPr lang="ar-SA" sz="4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835670" cy="173736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602" y="3241548"/>
            <a:ext cx="1495958" cy="18288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12-kaf</dc:title>
  <dc:subject>PptxGenJS Presentation</dc:subject>
  <dc:creator>PptxGenJS</dc:creator>
  <cp:lastModifiedBy>PptxGenJS</cp:lastModifiedBy>
  <cp:revision>1</cp:revision>
  <dcterms:created xsi:type="dcterms:W3CDTF">2026-10-21T00:09:41Z</dcterms:created>
  <dcterms:modified xsi:type="dcterms:W3CDTF">2026-10-21T00:09:41Z</dcterms:modified>
</cp:coreProperties>
</file>