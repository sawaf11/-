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كَدَ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كَقَ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تَكَثَ</a:t>
            </a:r>
            <a:endParaRPr lang="ar-SA" sz="8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ثَكَجَ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حَكَخَ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خَكَدَ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دَكَذَ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زَكَسَ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سَكَشَ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شَكَصَ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صَكَضَ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ضَكَطَ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طَكَظَ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ظَكَعَ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غَكَفَ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فَكَقَ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10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10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10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endParaRPr lang="ar-SA" sz="10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endParaRPr lang="ar-SA" sz="9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endParaRPr lang="ar-SA" sz="10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endParaRPr lang="ar-SA" sz="10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endParaRPr lang="ar-SA" sz="10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endParaRPr lang="ar-SA" sz="10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60684" y="896112"/>
            <a:ext cx="2411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60684" y="896112"/>
            <a:ext cx="2411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071638" y="896112"/>
            <a:ext cx="22690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071638" y="896112"/>
            <a:ext cx="22690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379123" y="2834640"/>
            <a:ext cx="43857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379123" y="2834640"/>
            <a:ext cx="43857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وَنَظَرَ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20757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20757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3863261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63261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6" name="C3 W3 pill"/>
          <p:cNvSpPr/>
          <p:nvPr/>
        </p:nvSpPr>
        <p:spPr>
          <a:xfrm>
            <a:off x="1469585" y="896112"/>
            <a:ext cx="20736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469585" y="896112"/>
            <a:ext cx="20736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4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291087" y="2834640"/>
            <a:ext cx="45618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291087" y="2834640"/>
            <a:ext cx="45618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 وَرَسَمَ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12-kaf</dc:title>
  <dc:subject>PptxGenJS Presentation</dc:subject>
  <dc:creator>PptxGenJS</dc:creator>
  <cp:lastModifiedBy>PptxGenJS</cp:lastModifiedBy>
  <cp:revision>1</cp:revision>
  <dcterms:created xsi:type="dcterms:W3CDTF">2026-10-20T22:26:59Z</dcterms:created>
  <dcterms:modified xsi:type="dcterms:W3CDTF">2026-10-20T22:26:59Z</dcterms:modified>
</cp:coreProperties>
</file>