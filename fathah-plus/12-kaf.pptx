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2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6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2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6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364D8"/>
          </a:solidFill>
          <a:ln w="12700">
            <a:solidFill>
              <a:srgbClr val="7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CD1"/>
          </a:solidFill>
          <a:ln w="12700">
            <a:solidFill>
              <a:srgbClr val="474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38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13800" dirty="0"/>
          </a:p>
        </p:txBody>
      </p:sp>
      <p:pic>
        <p:nvPicPr>
          <p:cNvPr id="13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62751" cy="1554480"/>
          </a:xfrm>
          <a:prstGeom prst="rect">
            <a:avLst/>
          </a:prstGeom>
        </p:spPr>
      </p:pic>
      <p:pic>
        <p:nvPicPr>
          <p:cNvPr id="14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1783080"/>
            <a:ext cx="1318199" cy="1554480"/>
          </a:xfrm>
          <a:prstGeom prst="rect">
            <a:avLst/>
          </a:prstGeom>
        </p:spPr>
      </p:pic>
      <p:pic>
        <p:nvPicPr>
          <p:cNvPr id="15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كَأَ</a:t>
            </a:r>
            <a:endParaRPr lang="ar-SA" sz="66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950" y="4206240"/>
            <a:ext cx="723610" cy="86868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كَبَ</a:t>
            </a:r>
            <a:endParaRPr lang="ar-SA" sz="95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2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</a:t>
            </a:r>
            <a:endParaRPr lang="ar-SA" sz="99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3520440"/>
            <a:ext cx="1248247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D5E"/>
          </a:solidFill>
          <a:ln w="12700">
            <a:solidFill>
              <a:srgbClr val="EDA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كَثَ</a:t>
            </a:r>
            <a:endParaRPr lang="ar-SA" sz="99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0E0"/>
          </a:solidFill>
          <a:ln w="12700">
            <a:solidFill>
              <a:srgbClr val="528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370"/>
          </a:solidFill>
          <a:ln w="12700">
            <a:solidFill>
              <a:srgbClr val="DB8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8547"/>
          </a:solidFill>
          <a:ln w="12700">
            <a:solidFill>
              <a:srgbClr val="6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كَجَ</a:t>
            </a:r>
            <a:endParaRPr lang="ar-SA" sz="74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1"/>
          </a:solidFill>
          <a:ln w="12700">
            <a:solidFill>
              <a:srgbClr val="D8647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E"/>
          </a:solidFill>
          <a:ln w="12700">
            <a:solidFill>
              <a:srgbClr val="D1476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كَحَ</a:t>
            </a:r>
            <a:endParaRPr lang="ar-SA" sz="74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كَخَ</a:t>
            </a:r>
            <a:endParaRPr lang="ar-SA" sz="74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2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كَدَ</a:t>
            </a:r>
            <a:endParaRPr lang="ar-SA" sz="99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2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كَذَ</a:t>
            </a:r>
            <a:endParaRPr lang="ar-SA" sz="93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3520440"/>
            <a:ext cx="1294882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9"/>
          </a:solidFill>
          <a:ln w="12700">
            <a:solidFill>
              <a:srgbClr val="5EED8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كَرَ</a:t>
            </a:r>
            <a:endParaRPr lang="ar-SA" sz="90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4"/>
          </a:solidFill>
          <a:ln w="12700">
            <a:solidFill>
              <a:srgbClr val="E052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DB70"/>
          </a:solidFill>
          <a:ln w="12700">
            <a:solidFill>
              <a:srgbClr val="7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كَزَ</a:t>
            </a:r>
            <a:endParaRPr lang="ar-SA" sz="90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ED864"/>
          </a:solidFill>
          <a:ln w="12700">
            <a:solidFill>
              <a:srgbClr val="8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1D147"/>
          </a:solidFill>
          <a:ln w="12700">
            <a:solidFill>
              <a:srgbClr val="9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كَسَ</a:t>
            </a:r>
            <a:endParaRPr lang="ar-SA" sz="90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كَشَ</a:t>
            </a:r>
            <a:endParaRPr lang="ar-SA" sz="90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C34"/>
          </a:solidFill>
          <a:ln w="12700">
            <a:solidFill>
              <a:srgbClr val="796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كَصَ</a:t>
            </a:r>
            <a:endParaRPr lang="ar-SA" sz="90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كَضَ</a:t>
            </a:r>
            <a:endParaRPr lang="ar-SA" sz="90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5EED"/>
          </a:solidFill>
          <a:ln w="12700">
            <a:solidFill>
              <a:srgbClr val="6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كَطَ</a:t>
            </a:r>
            <a:endParaRPr lang="ar-SA" sz="93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7E052"/>
          </a:solidFill>
          <a:ln w="12700">
            <a:solidFill>
              <a:srgbClr val="C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3DB"/>
          </a:solidFill>
          <a:ln w="12700">
            <a:solidFill>
              <a:srgbClr val="709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4"/>
          </a:solidFill>
          <a:ln w="12700">
            <a:solidFill>
              <a:srgbClr val="8547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كَظَ</a:t>
            </a:r>
            <a:endParaRPr lang="ar-SA" sz="93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BD8"/>
          </a:solidFill>
          <a:ln w="12700">
            <a:solidFill>
              <a:srgbClr val="64A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3D1"/>
          </a:solidFill>
          <a:ln w="12700">
            <a:solidFill>
              <a:srgbClr val="47B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كَعَ</a:t>
            </a:r>
            <a:endParaRPr lang="ar-SA" sz="74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كَغَ</a:t>
            </a:r>
            <a:endParaRPr lang="ar-SA" sz="74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5010" y="4206240"/>
            <a:ext cx="697550" cy="86868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E"/>
          </a:solidFill>
          <a:ln w="12700">
            <a:solidFill>
              <a:srgbClr val="2B64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1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كَفَ</a:t>
            </a:r>
            <a:endParaRPr lang="ar-SA" sz="99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كَقَ</a:t>
            </a:r>
            <a:endParaRPr lang="ar-SA" sz="86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A"/>
          </a:solidFill>
          <a:ln w="12700">
            <a:solidFill>
              <a:srgbClr val="ED5E7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أَكَبَ</a:t>
            </a:r>
            <a:endParaRPr lang="ar-SA" sz="62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6"/>
          </a:solidFill>
          <a:ln w="12700">
            <a:solidFill>
              <a:srgbClr val="52E0D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D"/>
          </a:solidFill>
          <a:ln w="12700">
            <a:solidFill>
              <a:srgbClr val="DB70A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647"/>
          </a:solidFill>
          <a:ln w="12700">
            <a:solidFill>
              <a:srgbClr val="857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بَكَتَ</a:t>
            </a:r>
            <a:endParaRPr lang="ar-SA" sz="8600" dirty="0"/>
          </a:p>
        </p:txBody>
      </p:sp>
      <p:pic>
        <p:nvPicPr>
          <p:cNvPr id="2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30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8"/>
          </a:solidFill>
          <a:ln w="12700">
            <a:solidFill>
              <a:srgbClr val="D864C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47D1"/>
          </a:solidFill>
          <a:ln w="12700">
            <a:solidFill>
              <a:srgbClr val="C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تَكَثَ</a:t>
            </a:r>
            <a:endParaRPr lang="ar-SA" sz="85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279" y="3337560"/>
            <a:ext cx="1473281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ثَكَجَ</a:t>
            </a:r>
            <a:endParaRPr lang="ar-SA" sz="66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950" y="4206240"/>
            <a:ext cx="723610" cy="86868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664"/>
          </a:solidFill>
          <a:ln w="12700">
            <a:solidFill>
              <a:srgbClr val="2B3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3479"/>
          </a:solidFill>
          <a:ln w="12700">
            <a:solidFill>
              <a:srgbClr val="4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جَكَحَ</a:t>
            </a:r>
            <a:endParaRPr lang="ar-SA" sz="66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8430" y="3337560"/>
            <a:ext cx="1494130" cy="1737360"/>
          </a:xfrm>
          <a:prstGeom prst="rect">
            <a:avLst/>
          </a:prstGeom>
        </p:spPr>
      </p:pic>
      <p:pic>
        <p:nvPicPr>
          <p:cNvPr id="28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حَكَخَ</a:t>
            </a:r>
            <a:endParaRPr lang="ar-SA" sz="66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7460" y="3337560"/>
            <a:ext cx="1395100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ED5E"/>
          </a:solidFill>
          <a:ln w="12700">
            <a:solidFill>
              <a:srgbClr val="9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خَكَدَ</a:t>
            </a:r>
            <a:endParaRPr lang="ar-SA" sz="8900" dirty="0"/>
          </a:p>
        </p:txBody>
      </p:sp>
      <p:pic>
        <p:nvPicPr>
          <p:cNvPr id="32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352E0"/>
          </a:solidFill>
          <a:ln w="12700">
            <a:solidFill>
              <a:srgbClr val="B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DB70"/>
          </a:solidFill>
          <a:ln w="12700">
            <a:solidFill>
              <a:srgbClr val="C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دَكَذَ</a:t>
            </a:r>
            <a:endParaRPr lang="ar-SA" sz="82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30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B64"/>
          </a:solidFill>
          <a:ln w="12700">
            <a:solidFill>
              <a:srgbClr val="D8C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B47"/>
          </a:solidFill>
          <a:ln w="12700">
            <a:solidFill>
              <a:srgbClr val="D1A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ذَكَرَ</a:t>
            </a:r>
            <a:endParaRPr lang="ar-SA" sz="80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617" y="3337560"/>
            <a:ext cx="2103943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رَكَزَ</a:t>
            </a:r>
            <a:endParaRPr lang="ar-SA" sz="80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834"/>
          </a:solidFill>
          <a:ln w="12700">
            <a:solidFill>
              <a:srgbClr val="793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زَكَسَ</a:t>
            </a:r>
            <a:endParaRPr lang="ar-SA" sz="70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279" y="3337560"/>
            <a:ext cx="1473281" cy="1737360"/>
          </a:xfrm>
          <a:prstGeom prst="rect">
            <a:avLst/>
          </a:prstGeom>
        </p:spPr>
      </p:pic>
      <p:pic>
        <p:nvPicPr>
          <p:cNvPr id="28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سَكَشَ</a:t>
            </a:r>
            <a:endParaRPr lang="ar-SA" sz="62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5339" y="3337560"/>
            <a:ext cx="1447221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2ED"/>
          </a:solidFill>
          <a:ln w="12700">
            <a:solidFill>
              <a:srgbClr val="5EC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شَكَصَ</a:t>
            </a:r>
            <a:endParaRPr lang="ar-SA" sz="6100" dirty="0"/>
          </a:p>
        </p:txBody>
      </p:sp>
      <p:pic>
        <p:nvPicPr>
          <p:cNvPr id="32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F52"/>
          </a:solidFill>
          <a:ln w="12700">
            <a:solidFill>
              <a:srgbClr val="E08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4"/>
          </a:solidFill>
          <a:ln w="12700">
            <a:solidFill>
              <a:srgbClr val="70DBD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صَكَضَ</a:t>
            </a:r>
            <a:endParaRPr lang="ar-SA" sz="58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30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E"/>
          </a:solidFill>
          <a:ln w="12700">
            <a:solidFill>
              <a:srgbClr val="64D8A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8"/>
          </a:solidFill>
          <a:ln w="12700">
            <a:solidFill>
              <a:srgbClr val="47D18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ضَكَطَ</a:t>
            </a:r>
            <a:endParaRPr lang="ar-SA" sz="71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857" y="3337560"/>
            <a:ext cx="1827703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طَكَظَ</a:t>
            </a:r>
            <a:endParaRPr lang="ar-SA" sz="73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ظَكَعَ</a:t>
            </a:r>
            <a:endParaRPr lang="ar-SA" sz="6600" dirty="0"/>
          </a:p>
        </p:txBody>
      </p:sp>
      <p:pic>
        <p:nvPicPr>
          <p:cNvPr id="26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7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617" y="3337560"/>
            <a:ext cx="2103943" cy="1737360"/>
          </a:xfrm>
          <a:prstGeom prst="rect">
            <a:avLst/>
          </a:prstGeom>
        </p:spPr>
      </p:pic>
      <p:pic>
        <p:nvPicPr>
          <p:cNvPr id="28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عَكَغَ</a:t>
            </a:r>
            <a:endParaRPr lang="ar-SA" sz="66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7560"/>
            <a:ext cx="1871137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5"/>
          </a:solidFill>
          <a:ln w="12700">
            <a:solidFill>
              <a:srgbClr val="ED5EE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غَكَفَ</a:t>
            </a:r>
            <a:endParaRPr lang="ar-SA" sz="77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B"/>
          </a:solidFill>
          <a:ln w="12700">
            <a:solidFill>
              <a:srgbClr val="52E06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970DB"/>
          </a:solidFill>
          <a:ln w="12700">
            <a:solidFill>
              <a:srgbClr val="B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فَكَقَ</a:t>
            </a:r>
            <a:endParaRPr lang="ar-SA" sz="7600" dirty="0"/>
          </a:p>
        </p:txBody>
      </p:sp>
      <p:pic>
        <p:nvPicPr>
          <p:cNvPr id="29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30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164D8"/>
          </a:solidFill>
          <a:ln w="12700">
            <a:solidFill>
              <a:srgbClr val="9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47D1"/>
          </a:solidFill>
          <a:ln w="12700">
            <a:solidFill>
              <a:srgbClr val="6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قَكَأَ</a:t>
            </a:r>
            <a:endParaRPr lang="ar-SA" sz="59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8430" y="3337560"/>
            <a:ext cx="1494130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</a:t>
            </a:r>
            <a:endParaRPr lang="ar-SA" sz="70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5010" y="4206240"/>
            <a:ext cx="697550" cy="86868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379"/>
          </a:solidFill>
          <a:ln w="12700">
            <a:solidFill>
              <a:srgbClr val="345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</a:t>
            </a:r>
            <a:endParaRPr lang="ar-SA" sz="98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2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</a:t>
            </a:r>
            <a:endParaRPr lang="ar-SA" sz="100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15E"/>
          </a:solidFill>
          <a:ln w="12700">
            <a:solidFill>
              <a:srgbClr val="EDD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</a:t>
            </a:r>
            <a:endParaRPr lang="ar-SA" sz="85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BE0"/>
          </a:solidFill>
          <a:ln w="12700">
            <a:solidFill>
              <a:srgbClr val="525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E70"/>
          </a:solidFill>
          <a:ln w="12700">
            <a:solidFill>
              <a:srgbClr val="DB9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</a:t>
            </a:r>
            <a:endParaRPr lang="ar-SA" sz="99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464"/>
          </a:solidFill>
          <a:ln w="12700">
            <a:solidFill>
              <a:srgbClr val="D87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B"/>
          </a:solidFill>
          <a:ln w="12700">
            <a:solidFill>
              <a:srgbClr val="D1474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</a:t>
            </a:r>
            <a:endParaRPr lang="ar-SA" sz="104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</a:t>
            </a:r>
            <a:endParaRPr lang="ar-SA" sz="104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950" y="4206240"/>
            <a:ext cx="723610" cy="86868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2B64"/>
          </a:solidFill>
          <a:ln w="12700">
            <a:solidFill>
              <a:srgbClr val="5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4"/>
          </a:solidFill>
          <a:ln w="12700">
            <a:solidFill>
              <a:srgbClr val="79346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2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</a:t>
            </a:r>
            <a:endParaRPr lang="ar-SA" sz="104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2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</a:t>
            </a:r>
            <a:endParaRPr lang="ar-SA" sz="93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3520440"/>
            <a:ext cx="1248247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E"/>
          </a:solidFill>
          <a:ln w="12700">
            <a:solidFill>
              <a:srgbClr val="5EEDA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</a:t>
            </a:r>
            <a:endParaRPr lang="ar-SA" sz="90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F"/>
          </a:solidFill>
          <a:ln w="12700">
            <a:solidFill>
              <a:srgbClr val="E0527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4"/>
          </a:solidFill>
          <a:ln w="12700">
            <a:solidFill>
              <a:srgbClr val="70DB8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585"/>
          </a:solidFill>
          <a:ln w="12700">
            <a:solidFill>
              <a:srgbClr val="476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</a:t>
            </a:r>
            <a:endParaRPr lang="ar-SA" sz="90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1D864"/>
          </a:solidFill>
          <a:ln w="12700">
            <a:solidFill>
              <a:srgbClr val="7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D147"/>
          </a:solidFill>
          <a:ln w="12700">
            <a:solidFill>
              <a:srgbClr val="6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</a:t>
            </a:r>
            <a:endParaRPr lang="ar-SA" sz="104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</a:t>
            </a:r>
            <a:endParaRPr lang="ar-SA" sz="95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B2B"/>
          </a:solidFill>
          <a:ln w="12700">
            <a:solidFill>
              <a:srgbClr val="644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7934"/>
          </a:solidFill>
          <a:ln w="12700">
            <a:solidFill>
              <a:srgbClr val="7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</a:t>
            </a:r>
            <a:endParaRPr lang="ar-SA" sz="104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4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</a:t>
            </a:r>
            <a:endParaRPr lang="ar-SA" sz="104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3520440"/>
            <a:ext cx="1294882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A5EED"/>
          </a:solidFill>
          <a:ln w="12700">
            <a:solidFill>
              <a:srgbClr val="8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</a:t>
            </a:r>
            <a:endParaRPr lang="ar-SA" sz="93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3E052"/>
          </a:solidFill>
          <a:ln w="12700">
            <a:solidFill>
              <a:srgbClr val="A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7DB"/>
          </a:solidFill>
          <a:ln w="12700">
            <a:solidFill>
              <a:srgbClr val="707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4"/>
          </a:solidFill>
          <a:ln w="12700">
            <a:solidFill>
              <a:srgbClr val="8547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</a:t>
            </a:r>
            <a:endParaRPr lang="ar-SA" sz="93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ED8"/>
          </a:solidFill>
          <a:ln w="12700">
            <a:solidFill>
              <a:srgbClr val="648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0D1"/>
          </a:solidFill>
          <a:ln w="12700">
            <a:solidFill>
              <a:srgbClr val="479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</a:t>
            </a:r>
            <a:endParaRPr lang="ar-SA" sz="104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</a:t>
            </a:r>
            <a:endParaRPr lang="ar-SA" sz="95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C"/>
          </a:solidFill>
          <a:ln w="12700">
            <a:solidFill>
              <a:srgbClr val="3479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1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</a:t>
            </a:r>
            <a:endParaRPr lang="ar-SA" sz="87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</a:t>
            </a:r>
            <a:endParaRPr lang="ar-SA" sz="87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75E"/>
          </a:solidFill>
          <a:ln w="12700">
            <a:solidFill>
              <a:srgbClr val="ED6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69403" y="896112"/>
            <a:ext cx="18582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8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69403" y="896112"/>
            <a:ext cx="18582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16384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8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16384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74521" y="2834640"/>
            <a:ext cx="35949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74521" y="2834640"/>
            <a:ext cx="35949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 وَرَسَمَ</a:t>
            </a:r>
            <a:endParaRPr lang="ar-SA" sz="47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62751" cy="155448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1783080"/>
            <a:ext cx="1318199" cy="155448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6E0"/>
          </a:solidFill>
          <a:ln w="12700">
            <a:solidFill>
              <a:srgbClr val="52C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2"/>
          </a:solidFill>
          <a:ln w="12700">
            <a:solidFill>
              <a:srgbClr val="DB709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8547"/>
          </a:solidFill>
          <a:ln w="12700">
            <a:solidFill>
              <a:srgbClr val="84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94470" y="896112"/>
            <a:ext cx="15853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94470" y="896112"/>
            <a:ext cx="15853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564156" y="896112"/>
            <a:ext cx="21102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64156" y="896112"/>
            <a:ext cx="21102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09124" y="2834640"/>
            <a:ext cx="332575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09124" y="2834640"/>
            <a:ext cx="332575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 وَشَكَرَ</a:t>
            </a:r>
            <a:endParaRPr lang="ar-SA" sz="4400" dirty="0"/>
          </a:p>
        </p:txBody>
      </p:sp>
      <p:pic>
        <p:nvPicPr>
          <p:cNvPr id="22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932219" cy="155448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1783080"/>
            <a:ext cx="1294882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B"/>
          </a:solidFill>
          <a:ln w="12700">
            <a:solidFill>
              <a:srgbClr val="D864A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2"/>
          </a:solidFill>
          <a:ln w="12700">
            <a:solidFill>
              <a:srgbClr val="D147B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01596" y="896112"/>
            <a:ext cx="16152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4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01596" y="896112"/>
            <a:ext cx="16152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27161" y="896112"/>
            <a:ext cx="215439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4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27161" y="896112"/>
            <a:ext cx="215439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وَسَجَدَ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42249" y="2834640"/>
            <a:ext cx="34595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42249" y="2834640"/>
            <a:ext cx="34595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 وَسَجَدَ</a:t>
            </a:r>
            <a:endParaRPr lang="ar-SA" sz="4700" dirty="0"/>
          </a:p>
        </p:txBody>
      </p:sp>
      <p:pic>
        <p:nvPicPr>
          <p:cNvPr id="17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3037" cy="1554480"/>
          </a:xfrm>
          <a:prstGeom prst="rect">
            <a:avLst/>
          </a:prstGeom>
        </p:spPr>
      </p:pic>
      <p:pic>
        <p:nvPicPr>
          <p:cNvPr id="18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1783080"/>
            <a:ext cx="1336853" cy="1554480"/>
          </a:xfrm>
          <a:prstGeom prst="rect">
            <a:avLst/>
          </a:prstGeom>
        </p:spPr>
      </p:pic>
      <p:pic>
        <p:nvPicPr>
          <p:cNvPr id="19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60684" y="896112"/>
            <a:ext cx="24116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2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60684" y="896112"/>
            <a:ext cx="24116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سَكَتَ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071638" y="896112"/>
            <a:ext cx="226900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2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071638" y="896112"/>
            <a:ext cx="226900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وَنَظَرَ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379123" y="2834640"/>
            <a:ext cx="438575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379123" y="2834640"/>
            <a:ext cx="438575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سَكَتَ وَنَظَرَ</a:t>
            </a:r>
            <a:endParaRPr lang="ar-SA" sz="5700" dirty="0"/>
          </a:p>
        </p:txBody>
      </p:sp>
      <p:pic>
        <p:nvPicPr>
          <p:cNvPr id="18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13536" cy="1554480"/>
          </a:xfrm>
          <a:prstGeom prst="rect">
            <a:avLst/>
          </a:prstGeom>
        </p:spPr>
      </p:pic>
      <p:pic>
        <p:nvPicPr>
          <p:cNvPr id="19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1783080"/>
            <a:ext cx="1248247" cy="1554480"/>
          </a:xfrm>
          <a:prstGeom prst="rect">
            <a:avLst/>
          </a:prstGeom>
        </p:spPr>
      </p:pic>
      <p:pic>
        <p:nvPicPr>
          <p:cNvPr id="20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B3479"/>
          </a:solidFill>
          <a:ln w="12700">
            <a:solidFill>
              <a:srgbClr val="5B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6207579" y="896112"/>
            <a:ext cx="1466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D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6207579" y="896112"/>
            <a:ext cx="1466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3863261" y="896112"/>
            <a:ext cx="20242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D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3863261" y="896112"/>
            <a:ext cx="20242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4400" dirty="0"/>
          </a:p>
        </p:txBody>
      </p:sp>
      <p:sp>
        <p:nvSpPr>
          <p:cNvPr id="16" name="C3 W3 pill"/>
          <p:cNvSpPr/>
          <p:nvPr/>
        </p:nvSpPr>
        <p:spPr>
          <a:xfrm>
            <a:off x="1469585" y="896112"/>
            <a:ext cx="20736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D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1469585" y="896112"/>
            <a:ext cx="20736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400" dirty="0"/>
          </a:p>
        </p:txBody>
      </p:sp>
      <p:sp>
        <p:nvSpPr>
          <p:cNvPr id="18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S panel"/>
          <p:cNvSpPr/>
          <p:nvPr/>
        </p:nvSpPr>
        <p:spPr>
          <a:xfrm>
            <a:off x="2291087" y="2834640"/>
            <a:ext cx="456182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4 S sentence"/>
          <p:cNvSpPr txBox="1"/>
          <p:nvPr/>
        </p:nvSpPr>
        <p:spPr>
          <a:xfrm>
            <a:off x="2291087" y="2834640"/>
            <a:ext cx="456182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 وَكَتَبَ وَرَسَمَ</a:t>
            </a:r>
            <a:endParaRPr lang="ar-SA" sz="4400" dirty="0"/>
          </a:p>
        </p:txBody>
      </p:sp>
      <p:pic>
        <p:nvPicPr>
          <p:cNvPr id="21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74520"/>
            <a:ext cx="1296162" cy="1371600"/>
          </a:xfrm>
          <a:prstGeom prst="rect">
            <a:avLst/>
          </a:prstGeom>
        </p:spPr>
      </p:pic>
      <p:pic>
        <p:nvPicPr>
          <p:cNvPr id="22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3929" y="1943100"/>
            <a:ext cx="1298631" cy="123444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12-kaf</dc:title>
  <dc:subject>PptxGenJS Presentation</dc:subject>
  <dc:creator>PptxGenJS</dc:creator>
  <cp:lastModifiedBy>PptxGenJS</cp:lastModifiedBy>
  <cp:revision>1</cp:revision>
  <dcterms:created xsi:type="dcterms:W3CDTF">2026-10-20T22:49:33Z</dcterms:created>
  <dcterms:modified xsi:type="dcterms:W3CDTF">2026-10-20T22:49:33Z</dcterms:modified>
</cp:coreProperties>
</file>