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6-1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0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8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4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2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6-1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0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8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4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2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26-1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0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8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3800" dirty="0"/>
          </a:p>
        </p:txBody>
      </p:sp>
      <p:pic>
        <p:nvPicPr>
          <p:cNvPr id="13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638605" cy="1463040"/>
          </a:xfrm>
          <a:prstGeom prst="rect">
            <a:avLst/>
          </a:prstGeom>
        </p:spPr>
      </p:pic>
      <p:pic>
        <p:nvPicPr>
          <p:cNvPr id="14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070" y="1828800"/>
            <a:ext cx="2276490" cy="1463040"/>
          </a:xfrm>
          <a:prstGeom prst="rect">
            <a:avLst/>
          </a:prstGeom>
        </p:spPr>
      </p:pic>
      <p:pic>
        <p:nvPicPr>
          <p:cNvPr id="15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كَأَ</a:t>
            </a:r>
            <a:endParaRPr lang="ar-SA" sz="6600" dirty="0"/>
          </a:p>
        </p:txBody>
      </p:sp>
      <p:pic>
        <p:nvPicPr>
          <p:cNvPr id="21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كَبَ</a:t>
            </a:r>
            <a:endParaRPr lang="ar-SA" sz="95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</a:t>
            </a:r>
            <a:endParaRPr lang="ar-SA" sz="99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كَثَ</a:t>
            </a:r>
            <a:endParaRPr lang="ar-SA" sz="99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0E0"/>
          </a:solidFill>
          <a:ln w="12700">
            <a:solidFill>
              <a:srgbClr val="528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كَجَ</a:t>
            </a:r>
            <a:endParaRPr lang="ar-SA" sz="74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كَحَ</a:t>
            </a:r>
            <a:endParaRPr lang="ar-SA" sz="7400" dirty="0"/>
          </a:p>
        </p:txBody>
      </p:sp>
      <p:pic>
        <p:nvPicPr>
          <p:cNvPr id="20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1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كَخَ</a:t>
            </a:r>
            <a:endParaRPr lang="ar-SA" sz="7400" dirty="0"/>
          </a:p>
        </p:txBody>
      </p:sp>
      <p:pic>
        <p:nvPicPr>
          <p:cNvPr id="21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2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كَدَ</a:t>
            </a:r>
            <a:endParaRPr lang="ar-SA" sz="99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كَذَ</a:t>
            </a:r>
            <a:endParaRPr lang="ar-SA" sz="93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9"/>
          </a:solidFill>
          <a:ln w="12700">
            <a:solidFill>
              <a:srgbClr val="5EED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كَرَ</a:t>
            </a:r>
            <a:endParaRPr lang="ar-SA" sz="90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4"/>
          </a:solidFill>
          <a:ln w="12700">
            <a:solidFill>
              <a:srgbClr val="E052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كَزَ</a:t>
            </a:r>
            <a:endParaRPr lang="ar-SA" sz="90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D864"/>
          </a:solidFill>
          <a:ln w="12700">
            <a:solidFill>
              <a:srgbClr val="8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D147"/>
          </a:solidFill>
          <a:ln w="12700">
            <a:solidFill>
              <a:srgbClr val="9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كَسَ</a:t>
            </a:r>
            <a:endParaRPr lang="ar-SA" sz="9000" dirty="0"/>
          </a:p>
        </p:txBody>
      </p:sp>
      <p:pic>
        <p:nvPicPr>
          <p:cNvPr id="20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كَشَ</a:t>
            </a:r>
            <a:endParaRPr lang="ar-SA" sz="9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كَصَ</a:t>
            </a:r>
            <a:endParaRPr lang="ar-SA" sz="9000" dirty="0"/>
          </a:p>
        </p:txBody>
      </p:sp>
      <p:pic>
        <p:nvPicPr>
          <p:cNvPr id="22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3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كَضَ</a:t>
            </a:r>
            <a:endParaRPr lang="ar-SA" sz="90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كَطَ</a:t>
            </a:r>
            <a:endParaRPr lang="ar-SA" sz="93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3DB"/>
          </a:solidFill>
          <a:ln w="12700">
            <a:solidFill>
              <a:srgbClr val="709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كَظَ</a:t>
            </a:r>
            <a:endParaRPr lang="ar-SA" sz="93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BD8"/>
          </a:solidFill>
          <a:ln w="12700">
            <a:solidFill>
              <a:srgbClr val="64A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كَعَ</a:t>
            </a:r>
            <a:endParaRPr lang="ar-SA" sz="7400" dirty="0"/>
          </a:p>
        </p:txBody>
      </p:sp>
      <p:pic>
        <p:nvPicPr>
          <p:cNvPr id="20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كَغَ</a:t>
            </a:r>
            <a:endParaRPr lang="ar-SA" sz="7400" dirty="0"/>
          </a:p>
        </p:txBody>
      </p:sp>
      <p:pic>
        <p:nvPicPr>
          <p:cNvPr id="21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2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كَفَ</a:t>
            </a:r>
            <a:endParaRPr lang="ar-SA" sz="9900" dirty="0"/>
          </a:p>
        </p:txBody>
      </p:sp>
      <p:pic>
        <p:nvPicPr>
          <p:cNvPr id="22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كَقَ</a:t>
            </a:r>
            <a:endParaRPr lang="ar-SA" sz="86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A"/>
          </a:solidFill>
          <a:ln w="12700">
            <a:solidFill>
              <a:srgbClr val="ED5E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أَكَبَ</a:t>
            </a:r>
            <a:endParaRPr lang="ar-SA" sz="62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6"/>
          </a:solidFill>
          <a:ln w="12700">
            <a:solidFill>
              <a:srgbClr val="52E0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بَكَتَ</a:t>
            </a:r>
            <a:endParaRPr lang="ar-SA" sz="8600" dirty="0"/>
          </a:p>
        </p:txBody>
      </p:sp>
      <p:pic>
        <p:nvPicPr>
          <p:cNvPr id="29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تَكَثَ</a:t>
            </a:r>
            <a:endParaRPr lang="ar-SA" sz="85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14795" cy="1508760"/>
          </a:xfrm>
          <a:prstGeom prst="rect">
            <a:avLst/>
          </a:prstGeom>
        </p:spPr>
      </p:pic>
      <p:pic>
        <p:nvPicPr>
          <p:cNvPr id="25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956" y="3332988"/>
            <a:ext cx="149760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ثَكَجَ</a:t>
            </a:r>
            <a:endParaRPr lang="ar-SA" sz="66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جَكَحَ</a:t>
            </a:r>
            <a:endParaRPr lang="ar-SA" sz="6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27108" cy="1508760"/>
          </a:xfrm>
          <a:prstGeom prst="rect">
            <a:avLst/>
          </a:prstGeom>
        </p:spPr>
      </p:pic>
      <p:pic>
        <p:nvPicPr>
          <p:cNvPr id="27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حَكَخَ</a:t>
            </a:r>
            <a:endParaRPr lang="ar-SA" sz="66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خَكَدَ</a:t>
            </a:r>
            <a:endParaRPr lang="ar-SA" sz="89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دَكَذَ</a:t>
            </a:r>
            <a:endParaRPr lang="ar-SA" sz="8200" dirty="0"/>
          </a:p>
        </p:txBody>
      </p:sp>
      <p:pic>
        <p:nvPicPr>
          <p:cNvPr id="29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80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5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228" y="3332988"/>
            <a:ext cx="2703332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رَكَزَ</a:t>
            </a:r>
            <a:endParaRPr lang="ar-SA" sz="80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زَكَسَ</a:t>
            </a:r>
            <a:endParaRPr lang="ar-SA" sz="7000" dirty="0"/>
          </a:p>
        </p:txBody>
      </p:sp>
      <p:pic>
        <p:nvPicPr>
          <p:cNvPr id="26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7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سَكَشَ</a:t>
            </a:r>
            <a:endParaRPr lang="ar-SA" sz="62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2ED"/>
          </a:solidFill>
          <a:ln w="12700">
            <a:solidFill>
              <a:srgbClr val="5EC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شَكَصَ</a:t>
            </a:r>
            <a:endParaRPr lang="ar-SA" sz="61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صَكَضَ</a:t>
            </a:r>
            <a:endParaRPr lang="ar-SA" sz="5800" dirty="0"/>
          </a:p>
        </p:txBody>
      </p:sp>
      <p:pic>
        <p:nvPicPr>
          <p:cNvPr id="29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30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31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E"/>
          </a:solidFill>
          <a:ln w="12700">
            <a:solidFill>
              <a:srgbClr val="64D8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8"/>
          </a:solidFill>
          <a:ln w="12700">
            <a:solidFill>
              <a:srgbClr val="47D1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ضَكَطَ</a:t>
            </a:r>
            <a:endParaRPr lang="ar-SA" sz="7100" dirty="0"/>
          </a:p>
        </p:txBody>
      </p:sp>
      <p:pic>
        <p:nvPicPr>
          <p:cNvPr id="24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07673" cy="1508760"/>
          </a:xfrm>
          <a:prstGeom prst="rect">
            <a:avLst/>
          </a:prstGeom>
        </p:spPr>
      </p:pic>
      <p:pic>
        <p:nvPicPr>
          <p:cNvPr id="25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طَكَظَ</a:t>
            </a:r>
            <a:endParaRPr lang="ar-SA" sz="73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ظَكَعَ</a:t>
            </a:r>
            <a:endParaRPr lang="ar-SA" sz="66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7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0110" y="3332988"/>
            <a:ext cx="1862450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عَكَغَ</a:t>
            </a:r>
            <a:endParaRPr lang="ar-SA" sz="66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غَكَفَ</a:t>
            </a:r>
            <a:endParaRPr lang="ar-SA" sz="77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B"/>
          </a:solidFill>
          <a:ln w="12700">
            <a:solidFill>
              <a:srgbClr val="52E0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فَكَقَ</a:t>
            </a:r>
            <a:endParaRPr lang="ar-SA" sz="7600" dirty="0"/>
          </a:p>
        </p:txBody>
      </p:sp>
      <p:pic>
        <p:nvPicPr>
          <p:cNvPr id="29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64D8"/>
          </a:solidFill>
          <a:ln w="12700">
            <a:solidFill>
              <a:srgbClr val="9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قَكَأَ</a:t>
            </a:r>
            <a:endParaRPr lang="ar-SA" sz="5900" dirty="0"/>
          </a:p>
        </p:txBody>
      </p:sp>
      <p:pic>
        <p:nvPicPr>
          <p:cNvPr id="24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endParaRPr lang="ar-SA" sz="7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endParaRPr lang="ar-SA" sz="9800" dirty="0"/>
          </a:p>
        </p:txBody>
      </p:sp>
      <p:pic>
        <p:nvPicPr>
          <p:cNvPr id="22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3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endParaRPr lang="ar-SA" sz="100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15E"/>
          </a:solidFill>
          <a:ln w="12700">
            <a:solidFill>
              <a:srgbClr val="EDD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endParaRPr lang="ar-SA" sz="85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E70"/>
          </a:solidFill>
          <a:ln w="12700">
            <a:solidFill>
              <a:srgbClr val="DB9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endParaRPr lang="ar-SA" sz="99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464"/>
          </a:solidFill>
          <a:ln w="12700">
            <a:solidFill>
              <a:srgbClr val="D87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endParaRPr lang="ar-SA" sz="10400" dirty="0"/>
          </a:p>
        </p:txBody>
      </p:sp>
      <p:pic>
        <p:nvPicPr>
          <p:cNvPr id="20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endParaRPr lang="ar-SA" sz="10400" dirty="0"/>
          </a:p>
        </p:txBody>
      </p:sp>
      <p:pic>
        <p:nvPicPr>
          <p:cNvPr id="21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2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2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endParaRPr lang="ar-SA" sz="10400" dirty="0"/>
          </a:p>
        </p:txBody>
      </p:sp>
      <p:pic>
        <p:nvPicPr>
          <p:cNvPr id="22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endParaRPr lang="ar-SA" sz="93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endParaRPr lang="ar-SA" sz="9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endParaRPr lang="ar-SA" sz="90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D864"/>
          </a:solidFill>
          <a:ln w="12700">
            <a:solidFill>
              <a:srgbClr val="7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endParaRPr lang="ar-SA" sz="10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1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endParaRPr lang="ar-SA" sz="9500" dirty="0"/>
          </a:p>
        </p:txBody>
      </p:sp>
      <p:pic>
        <p:nvPicPr>
          <p:cNvPr id="21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endParaRPr lang="ar-SA" sz="10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3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endParaRPr lang="ar-SA" sz="104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5EED"/>
          </a:solidFill>
          <a:ln w="12700">
            <a:solidFill>
              <a:srgbClr val="8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endParaRPr lang="ar-SA" sz="93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E052"/>
          </a:solidFill>
          <a:ln w="12700">
            <a:solidFill>
              <a:srgbClr val="A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endParaRPr lang="ar-SA" sz="93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ED8"/>
          </a:solidFill>
          <a:ln w="12700">
            <a:solidFill>
              <a:srgbClr val="648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0D1"/>
          </a:solidFill>
          <a:ln w="12700">
            <a:solidFill>
              <a:srgbClr val="479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endParaRPr lang="ar-SA" sz="10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endParaRPr lang="ar-SA" sz="9500" dirty="0"/>
          </a:p>
        </p:txBody>
      </p:sp>
      <p:pic>
        <p:nvPicPr>
          <p:cNvPr id="21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endParaRPr lang="ar-SA" sz="87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endParaRPr lang="ar-SA" sz="87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69403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69403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16384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8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16384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74521" y="2834640"/>
            <a:ext cx="35949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74521" y="2834640"/>
            <a:ext cx="35949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 وَرَسَمَ</a:t>
            </a:r>
            <a:endParaRPr lang="ar-SA" sz="4700" dirty="0"/>
          </a:p>
        </p:txBody>
      </p:sp>
      <p:pic>
        <p:nvPicPr>
          <p:cNvPr id="25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46433" cy="1463040"/>
          </a:xfrm>
          <a:prstGeom prst="rect">
            <a:avLst/>
          </a:prstGeom>
        </p:spPr>
      </p:pic>
      <p:pic>
        <p:nvPicPr>
          <p:cNvPr id="26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94470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94470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64156" y="896112"/>
            <a:ext cx="2110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4156" y="896112"/>
            <a:ext cx="2110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9124" y="2834640"/>
            <a:ext cx="33257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9124" y="2834640"/>
            <a:ext cx="33257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وَشَكَرَ</a:t>
            </a:r>
            <a:endParaRPr lang="ar-SA" sz="4400" dirty="0"/>
          </a:p>
        </p:txBody>
      </p:sp>
      <p:pic>
        <p:nvPicPr>
          <p:cNvPr id="22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72332" cy="1463040"/>
          </a:xfrm>
          <a:prstGeom prst="rect">
            <a:avLst/>
          </a:prstGeom>
        </p:spPr>
      </p:pic>
      <p:pic>
        <p:nvPicPr>
          <p:cNvPr id="23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611" y="1828800"/>
            <a:ext cx="1149949" cy="146304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B"/>
          </a:solidFill>
          <a:ln w="12700">
            <a:solidFill>
              <a:srgbClr val="D864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  <p:pic>
        <p:nvPicPr>
          <p:cNvPr id="17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65016" cy="1463040"/>
          </a:xfrm>
          <a:prstGeom prst="rect">
            <a:avLst/>
          </a:prstGeom>
        </p:spPr>
      </p:pic>
      <p:pic>
        <p:nvPicPr>
          <p:cNvPr id="18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9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60684" y="896112"/>
            <a:ext cx="24116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60684" y="896112"/>
            <a:ext cx="24116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071638" y="896112"/>
            <a:ext cx="22690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2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071638" y="896112"/>
            <a:ext cx="22690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379123" y="2834640"/>
            <a:ext cx="43857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379123" y="2834640"/>
            <a:ext cx="43857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 وَنَظَرَ</a:t>
            </a:r>
            <a:endParaRPr lang="ar-SA" sz="5700" dirty="0"/>
          </a:p>
        </p:txBody>
      </p:sp>
      <p:pic>
        <p:nvPicPr>
          <p:cNvPr id="18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10371" cy="1463040"/>
          </a:xfrm>
          <a:prstGeom prst="rect">
            <a:avLst/>
          </a:prstGeom>
        </p:spPr>
      </p:pic>
      <p:pic>
        <p:nvPicPr>
          <p:cNvPr id="19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044" y="1988820"/>
            <a:ext cx="1842516" cy="1143000"/>
          </a:xfrm>
          <a:prstGeom prst="rect">
            <a:avLst/>
          </a:prstGeom>
        </p:spPr>
      </p:pic>
      <p:pic>
        <p:nvPicPr>
          <p:cNvPr id="20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207579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D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207579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3863261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863261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6" name="C3 W3 pill"/>
          <p:cNvSpPr/>
          <p:nvPr/>
        </p:nvSpPr>
        <p:spPr>
          <a:xfrm>
            <a:off x="1469585" y="896112"/>
            <a:ext cx="20736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469585" y="896112"/>
            <a:ext cx="20736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4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291087" y="2834640"/>
            <a:ext cx="45618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291087" y="2834640"/>
            <a:ext cx="45618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 وَرَسَمَ</a:t>
            </a:r>
            <a:endParaRPr lang="ar-SA" sz="4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943100"/>
            <a:ext cx="1280114" cy="1234440"/>
          </a:xfrm>
          <a:prstGeom prst="rect">
            <a:avLst/>
          </a:prstGeom>
        </p:spPr>
      </p:pic>
      <p:pic>
        <p:nvPicPr>
          <p:cNvPr id="22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778252" y="1965960"/>
            <a:ext cx="1274308" cy="118872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12-kaf</dc:title>
  <dc:subject>PptxGenJS Presentation</dc:subject>
  <dc:creator>PptxGenJS</dc:creator>
  <cp:lastModifiedBy>PptxGenJS</cp:lastModifiedBy>
  <cp:revision>1</cp:revision>
  <dcterms:created xsi:type="dcterms:W3CDTF">2026-10-20T23:11:13Z</dcterms:created>
  <dcterms:modified xsi:type="dcterms:W3CDTF">2026-10-20T23:11:13Z</dcterms:modified>
</cp:coreProperties>
</file>