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8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8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11987" cy="182880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339" y="3241548"/>
            <a:ext cx="852221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6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75334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9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9495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0E0"/>
          </a:solidFill>
          <a:ln w="12700">
            <a:solidFill>
              <a:srgbClr val="528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12114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228" y="3515868"/>
            <a:ext cx="96533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84296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كَدَ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كَذَ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كَسَ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كَشَ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104321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كَصَ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كَضَ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429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كَطَ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كَظَ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كَغَ</a:t>
            </a:r>
            <a:endParaRPr lang="ar-SA" sz="74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7408" y="4064508"/>
            <a:ext cx="715152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كَفَ</a:t>
            </a:r>
            <a:endParaRPr lang="ar-SA" sz="9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533" y="3515868"/>
            <a:ext cx="1727027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كَقَ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51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6"/>
          </a:solidFill>
          <a:ln w="12700">
            <a:solidFill>
              <a:srgbClr val="52E0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8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2454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تَكَثَ</a:t>
            </a:r>
            <a:endParaRPr lang="ar-SA" sz="8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3741" y="3332988"/>
            <a:ext cx="115881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02904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2289" y="3332988"/>
            <a:ext cx="1440271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301752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خَكَدَ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دَكَذَ</a:t>
            </a:r>
            <a:endParaRPr lang="ar-SA" sz="8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7476" cy="9601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679" y="3332988"/>
            <a:ext cx="1012881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0488" cy="10515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زَكَسَ</a:t>
            </a:r>
            <a:endParaRPr lang="ar-SA" sz="7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2988"/>
            <a:ext cx="156188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سَكَشَ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749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شَكَصَ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صَكَضَ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ضَكَطَ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6245" y="3332988"/>
            <a:ext cx="105631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طَكَظَ</a:t>
            </a:r>
            <a:endParaRPr lang="ar-SA" sz="7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3282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ظَكَعَ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957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43" y="3332988"/>
            <a:ext cx="226551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عَكَغَ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440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غَكَفَ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فَكَقَ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7268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8586" y="3332988"/>
            <a:ext cx="793974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15477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8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133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07268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11" y="3515868"/>
            <a:ext cx="98864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10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2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دَكَ</a:t>
            </a:r>
            <a:endParaRPr lang="ar-SA" sz="10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7039" y="3515868"/>
            <a:ext cx="1655521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2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2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2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2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1983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E"/>
          </a:solidFill>
          <a:ln w="12700">
            <a:solidFill>
              <a:srgbClr val="5EEDA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F"/>
          </a:solidFill>
          <a:ln w="12700">
            <a:solidFill>
              <a:srgbClr val="E052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1840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0240" y="3515868"/>
            <a:ext cx="82232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شَكَ</a:t>
            </a:r>
            <a:endParaRPr lang="ar-SA" sz="9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79952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صَكَ</a:t>
            </a:r>
            <a:endParaRPr lang="ar-SA" sz="10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ضَكَ</a:t>
            </a:r>
            <a:endParaRPr lang="ar-SA" sz="10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5EED"/>
          </a:solidFill>
          <a:ln w="12700">
            <a:solidFill>
              <a:srgbClr val="8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3E052"/>
          </a:solidFill>
          <a:ln w="12700">
            <a:solidFill>
              <a:srgbClr val="A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ED8"/>
          </a:solidFill>
          <a:ln w="12700">
            <a:solidFill>
              <a:srgbClr val="648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0D1"/>
          </a:solidFill>
          <a:ln w="12700">
            <a:solidFill>
              <a:srgbClr val="479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عَكَ</a:t>
            </a:r>
            <a:endParaRPr lang="ar-SA" sz="10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378" y="3515868"/>
            <a:ext cx="86118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غَكَ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C"/>
          </a:solidFill>
          <a:ln w="12700">
            <a:solidFill>
              <a:srgbClr val="2B64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1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فَكَ</a:t>
            </a:r>
            <a:endParaRPr lang="ar-SA" sz="87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قَكَ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3842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8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3956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5257" y="1920240"/>
            <a:ext cx="2197303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6E0"/>
          </a:solidFill>
          <a:ln w="12700">
            <a:solidFill>
              <a:srgbClr val="52C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8547"/>
          </a:solidFill>
          <a:ln w="12700">
            <a:solidFill>
              <a:srgbClr val="84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67718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618" y="1783080"/>
            <a:ext cx="1273942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B"/>
          </a:solidFill>
          <a:ln w="12700">
            <a:solidFill>
              <a:srgbClr val="D864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2"/>
          </a:solidFill>
          <a:ln w="12700">
            <a:solidFill>
              <a:srgbClr val="D147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3194" cy="182880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824" y="3241548"/>
            <a:ext cx="1316736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60684" y="896112"/>
            <a:ext cx="24116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60684" y="896112"/>
            <a:ext cx="24116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071638" y="896112"/>
            <a:ext cx="22690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2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071638" y="896112"/>
            <a:ext cx="22690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379123" y="2834640"/>
            <a:ext cx="438575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379123" y="2834640"/>
            <a:ext cx="438575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 وَنَظَرَ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1835749" cy="10972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9033" y="1783080"/>
            <a:ext cx="1703527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2B64"/>
          </a:solidFill>
          <a:ln w="12700">
            <a:solidFill>
              <a:srgbClr val="2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6207579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6207579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3863261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63261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6" name="C3 W3 pill"/>
          <p:cNvSpPr/>
          <p:nvPr/>
        </p:nvSpPr>
        <p:spPr>
          <a:xfrm>
            <a:off x="1469585" y="896112"/>
            <a:ext cx="20736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D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469585" y="896112"/>
            <a:ext cx="20736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4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291087" y="2834640"/>
            <a:ext cx="45618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291087" y="2834640"/>
            <a:ext cx="45618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 وَرَسَمَ</a:t>
            </a:r>
            <a:endParaRPr lang="ar-SA" sz="4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77824" cy="18288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675" y="3241548"/>
            <a:ext cx="1592885" cy="18288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12-kaf</dc:title>
  <dc:subject>PptxGenJS Presentation</dc:subject>
  <dc:creator>PptxGenJS</dc:creator>
  <cp:lastModifiedBy>PptxGenJS</cp:lastModifiedBy>
  <cp:revision>1</cp:revision>
  <dcterms:created xsi:type="dcterms:W3CDTF">2026-10-20T23:35:41Z</dcterms:created>
  <dcterms:modified xsi:type="dcterms:W3CDTF">2026-10-20T23:35:41Z</dcterms:modified>
</cp:coreProperties>
</file>