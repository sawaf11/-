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notesMasterIdLst>
    <p:notesMasterId r:id="rId5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4-1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5-1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7-1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19-1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2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2.png"/><Relationship Id="rId2" Type="http://schemas.openxmlformats.org/officeDocument/2006/relationships/image" Target="../media/image-1-1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10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4-1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5-1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7-1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2.png"/><Relationship Id="rId2" Type="http://schemas.openxmlformats.org/officeDocument/2006/relationships/image" Target="../media/image-21-1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1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5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652E0"/>
          </a:solidFill>
          <a:ln w="12700">
            <a:solidFill>
              <a:srgbClr val="5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970"/>
          </a:solidFill>
          <a:ln w="12700">
            <a:solidFill>
              <a:srgbClr val="DBA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08547"/>
          </a:solidFill>
          <a:ln w="12700">
            <a:solidFill>
              <a:srgbClr val="5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19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19000" dirty="0"/>
          </a:p>
        </p:txBody>
      </p:sp>
      <p:pic>
        <p:nvPicPr>
          <p:cNvPr id="18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664940" cy="1463040"/>
          </a:xfrm>
          <a:prstGeom prst="rect">
            <a:avLst/>
          </a:prstGeom>
        </p:spPr>
      </p:pic>
      <p:pic>
        <p:nvPicPr>
          <p:cNvPr id="19" name="Image 1" descr="hor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828800"/>
            <a:ext cx="1463040" cy="1463040"/>
          </a:xfrm>
          <a:prstGeom prst="rect">
            <a:avLst/>
          </a:prstGeom>
        </p:spPr>
      </p:pic>
      <p:pic>
        <p:nvPicPr>
          <p:cNvPr id="20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8346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064"/>
          </a:solidFill>
          <a:ln w="12700">
            <a:solidFill>
              <a:srgbClr val="D88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247"/>
          </a:solidFill>
          <a:ln w="12700">
            <a:solidFill>
              <a:srgbClr val="D15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دَأَ</a:t>
            </a:r>
            <a:endParaRPr lang="ar-SA" sz="7000" dirty="0"/>
          </a:p>
        </p:txBody>
      </p:sp>
      <p:pic>
        <p:nvPicPr>
          <p:cNvPr id="20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42832" cy="1417320"/>
          </a:xfrm>
          <a:prstGeom prst="rect">
            <a:avLst/>
          </a:prstGeom>
        </p:spPr>
      </p:pic>
      <p:pic>
        <p:nvPicPr>
          <p:cNvPr id="21" name="Image 1" descr="de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دَبَ</a:t>
            </a:r>
            <a:endParaRPr lang="ar-SA" sz="9500" dirty="0"/>
          </a:p>
        </p:txBody>
      </p:sp>
      <p:pic>
        <p:nvPicPr>
          <p:cNvPr id="21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1090468" cy="1051560"/>
          </a:xfrm>
          <a:prstGeom prst="rect">
            <a:avLst/>
          </a:prstGeom>
        </p:spPr>
      </p:pic>
      <p:pic>
        <p:nvPicPr>
          <p:cNvPr id="22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4017" y="4384548"/>
            <a:ext cx="688543" cy="685800"/>
          </a:xfrm>
          <a:prstGeom prst="rect">
            <a:avLst/>
          </a:prstGeom>
        </p:spPr>
      </p:pic>
      <p:pic>
        <p:nvPicPr>
          <p:cNvPr id="23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2B64"/>
          </a:solidFill>
          <a:ln w="12700">
            <a:solidFill>
              <a:srgbClr val="5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D"/>
          </a:solidFill>
          <a:ln w="12700">
            <a:solidFill>
              <a:srgbClr val="79345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دَتَ</a:t>
            </a:r>
            <a:endParaRPr lang="ar-SA" sz="11000" dirty="0"/>
          </a:p>
        </p:txBody>
      </p:sp>
      <p:pic>
        <p:nvPicPr>
          <p:cNvPr id="22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06927" cy="1417320"/>
          </a:xfrm>
          <a:prstGeom prst="rect">
            <a:avLst/>
          </a:prstGeom>
        </p:spPr>
      </p:pic>
      <p:pic>
        <p:nvPicPr>
          <p:cNvPr id="23" name="Image 1" descr="hatching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4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دَثَ</a:t>
            </a:r>
            <a:endParaRPr lang="ar-SA" sz="10000" dirty="0"/>
          </a:p>
        </p:txBody>
      </p:sp>
      <p:pic>
        <p:nvPicPr>
          <p:cNvPr id="20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32911" cy="1417320"/>
          </a:xfrm>
          <a:prstGeom prst="rect">
            <a:avLst/>
          </a:prstGeom>
        </p:spPr>
      </p:pic>
      <p:pic>
        <p:nvPicPr>
          <p:cNvPr id="21" name="Image 1" descr="octop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8337" y="3515868"/>
            <a:ext cx="1604223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C"/>
          </a:solidFill>
          <a:ln w="12700">
            <a:solidFill>
              <a:srgbClr val="5EEDB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دَجَ</a:t>
            </a:r>
            <a:endParaRPr lang="ar-SA" sz="7400" dirty="0"/>
          </a:p>
        </p:txBody>
      </p:sp>
      <p:pic>
        <p:nvPicPr>
          <p:cNvPr id="28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0"/>
          </a:solidFill>
          <a:ln w="12700">
            <a:solidFill>
              <a:srgbClr val="E0527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F"/>
          </a:solidFill>
          <a:ln w="12700">
            <a:solidFill>
              <a:srgbClr val="70DB8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F85"/>
          </a:solidFill>
          <a:ln w="12700">
            <a:solidFill>
              <a:srgbClr val="475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دَحَ</a:t>
            </a:r>
            <a:endParaRPr lang="ar-SA" sz="7400" dirty="0"/>
          </a:p>
        </p:txBody>
      </p:sp>
      <p:pic>
        <p:nvPicPr>
          <p:cNvPr id="25" name="Image 0" descr="cam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01668"/>
            <a:ext cx="900821" cy="868680"/>
          </a:xfrm>
          <a:prstGeom prst="rect">
            <a:avLst/>
          </a:prstGeom>
        </p:spPr>
      </p:pic>
      <p:pic>
        <p:nvPicPr>
          <p:cNvPr id="26" name="Image 1" descr="flamin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1243" y="4338828"/>
            <a:ext cx="571317" cy="731520"/>
          </a:xfrm>
          <a:prstGeom prst="rect">
            <a:avLst/>
          </a:prstGeom>
        </p:spPr>
      </p:pic>
      <p:pic>
        <p:nvPicPr>
          <p:cNvPr id="27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5D864"/>
          </a:solidFill>
          <a:ln w="12700">
            <a:solidFill>
              <a:srgbClr val="6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FD147"/>
          </a:solidFill>
          <a:ln w="12700">
            <a:solidFill>
              <a:srgbClr val="5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</a:t>
            </a:r>
            <a:endParaRPr lang="ar-SA" sz="74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716375" cy="1417320"/>
          </a:xfrm>
          <a:prstGeom prst="rect">
            <a:avLst/>
          </a:prstGeom>
        </p:spPr>
      </p:pic>
      <p:pic>
        <p:nvPicPr>
          <p:cNvPr id="21" name="Image 1" descr="zeb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أَدَبَ</a:t>
            </a:r>
            <a:endParaRPr lang="ar-SA" sz="6200" dirty="0"/>
          </a:p>
        </p:txBody>
      </p:sp>
      <p:pic>
        <p:nvPicPr>
          <p:cNvPr id="25" name="Image 0" descr="hippopotam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384548"/>
            <a:ext cx="1067105" cy="685800"/>
          </a:xfrm>
          <a:prstGeom prst="rect">
            <a:avLst/>
          </a:prstGeom>
        </p:spPr>
      </p:pic>
      <p:pic>
        <p:nvPicPr>
          <p:cNvPr id="26" name="Image 1" descr="llam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7395" y="4293108"/>
            <a:ext cx="725165" cy="777240"/>
          </a:xfrm>
          <a:prstGeom prst="rect">
            <a:avLst/>
          </a:prstGeom>
        </p:spPr>
      </p:pic>
      <p:pic>
        <p:nvPicPr>
          <p:cNvPr id="27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12B"/>
          </a:solidFill>
          <a:ln w="12700">
            <a:solidFill>
              <a:srgbClr val="645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E7934"/>
          </a:solidFill>
          <a:ln w="12700">
            <a:solidFill>
              <a:srgbClr val="6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بَدَتَ</a:t>
            </a:r>
            <a:endParaRPr lang="ar-SA" sz="8700" dirty="0"/>
          </a:p>
        </p:txBody>
      </p:sp>
      <p:pic>
        <p:nvPicPr>
          <p:cNvPr id="26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09847" cy="1508760"/>
          </a:xfrm>
          <a:prstGeom prst="rect">
            <a:avLst/>
          </a:prstGeom>
        </p:spPr>
      </p:pic>
      <p:pic>
        <p:nvPicPr>
          <p:cNvPr id="27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8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تَدَثَ</a:t>
            </a:r>
            <a:endParaRPr lang="ar-SA" sz="8800" dirty="0"/>
          </a:p>
        </p:txBody>
      </p:sp>
      <p:pic>
        <p:nvPicPr>
          <p:cNvPr id="24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624935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1936" y="3332988"/>
            <a:ext cx="2800624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95EED"/>
          </a:solidFill>
          <a:ln w="12700">
            <a:solidFill>
              <a:srgbClr val="9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ثَدَجَ</a:t>
            </a:r>
            <a:endParaRPr lang="ar-SA" sz="6600" dirty="0"/>
          </a:p>
        </p:txBody>
      </p:sp>
      <p:pic>
        <p:nvPicPr>
          <p:cNvPr id="32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4E052"/>
          </a:solidFill>
          <a:ln w="12700">
            <a:solidFill>
              <a:srgbClr val="9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470DB"/>
          </a:solidFill>
          <a:ln w="12700">
            <a:solidFill>
              <a:srgbClr val="7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E"/>
          </a:solidFill>
          <a:ln w="12700">
            <a:solidFill>
              <a:srgbClr val="85476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جَدَحَ</a:t>
            </a:r>
            <a:endParaRPr lang="ar-SA" sz="6600" dirty="0"/>
          </a:p>
        </p:txBody>
      </p:sp>
      <p:pic>
        <p:nvPicPr>
          <p:cNvPr id="29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30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2D8"/>
          </a:solidFill>
          <a:ln w="12700">
            <a:solidFill>
              <a:srgbClr val="648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2D1"/>
          </a:solidFill>
          <a:ln w="12700">
            <a:solidFill>
              <a:srgbClr val="478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حَدَخَ</a:t>
            </a:r>
            <a:endParaRPr lang="ar-SA" sz="6600" dirty="0"/>
          </a:p>
        </p:txBody>
      </p:sp>
      <p:pic>
        <p:nvPicPr>
          <p:cNvPr id="24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185885" cy="1508760"/>
          </a:xfrm>
          <a:prstGeom prst="rect">
            <a:avLst/>
          </a:prstGeom>
        </p:spPr>
      </p:pic>
      <p:pic>
        <p:nvPicPr>
          <p:cNvPr id="25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6089" y="3332988"/>
            <a:ext cx="1756471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409" y="45720"/>
            <a:ext cx="523951" cy="5486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خَدَأَ</a:t>
            </a:r>
            <a:endParaRPr lang="ar-SA" sz="6200" dirty="0"/>
          </a:p>
        </p:txBody>
      </p:sp>
      <p:pic>
        <p:nvPicPr>
          <p:cNvPr id="25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64508"/>
            <a:ext cx="1083290" cy="100584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2"/>
          </a:solidFill>
          <a:ln w="12700">
            <a:solidFill>
              <a:srgbClr val="2B644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3"/>
          </a:solidFill>
          <a:ln w="12700">
            <a:solidFill>
              <a:srgbClr val="34797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أَدَ</a:t>
            </a:r>
            <a:endParaRPr lang="ar-SA" sz="7000" dirty="0"/>
          </a:p>
        </p:txBody>
      </p:sp>
      <p:pic>
        <p:nvPicPr>
          <p:cNvPr id="22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98107" cy="1417320"/>
          </a:xfrm>
          <a:prstGeom prst="rect">
            <a:avLst/>
          </a:prstGeom>
        </p:spPr>
      </p:pic>
      <p:pic>
        <p:nvPicPr>
          <p:cNvPr id="23" name="Image 1" descr="cam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4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</a:t>
            </a:r>
            <a:endParaRPr lang="ar-SA" sz="9800" dirty="0"/>
          </a:p>
        </p:txBody>
      </p:sp>
      <p:pic>
        <p:nvPicPr>
          <p:cNvPr id="20" name="Image 0" descr="dolph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1" name="Image 1" descr="cra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542" y="3515868"/>
            <a:ext cx="1741018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55E"/>
          </a:solidFill>
          <a:ln w="12700">
            <a:solidFill>
              <a:srgbClr val="ED7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5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5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تَدَ</a:t>
            </a:r>
            <a:endParaRPr lang="ar-SA" sz="10000" dirty="0"/>
          </a:p>
        </p:txBody>
      </p:sp>
      <p:pic>
        <p:nvPicPr>
          <p:cNvPr id="28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8E0"/>
          </a:solidFill>
          <a:ln w="12700">
            <a:solidFill>
              <a:srgbClr val="52B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7"/>
          </a:solidFill>
          <a:ln w="12700">
            <a:solidFill>
              <a:srgbClr val="DB708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D8547"/>
          </a:solidFill>
          <a:ln w="12700">
            <a:solidFill>
              <a:srgbClr val="7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ثَدَ</a:t>
            </a:r>
            <a:endParaRPr lang="ar-SA" sz="8500" dirty="0"/>
          </a:p>
        </p:txBody>
      </p:sp>
      <p:pic>
        <p:nvPicPr>
          <p:cNvPr id="25" name="Image 0" descr="ro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10228"/>
            <a:ext cx="925556" cy="9601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F"/>
          </a:solidFill>
          <a:ln w="12700">
            <a:solidFill>
              <a:srgbClr val="D8649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4"/>
          </a:solidFill>
          <a:ln w="12700">
            <a:solidFill>
              <a:srgbClr val="D147A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</a:t>
            </a:r>
            <a:endParaRPr lang="ar-SA" sz="99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69761" cy="1417320"/>
          </a:xfrm>
          <a:prstGeom prst="rect">
            <a:avLst/>
          </a:prstGeom>
        </p:spPr>
      </p:pic>
      <p:pic>
        <p:nvPicPr>
          <p:cNvPr id="21" name="Image 1" descr="kangaro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386157" y="3515868"/>
            <a:ext cx="1666403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5720"/>
            <a:ext cx="548640" cy="5486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حَدَ</a:t>
            </a:r>
            <a:endParaRPr lang="ar-SA" sz="11000" dirty="0"/>
          </a:p>
        </p:txBody>
      </p:sp>
      <p:pic>
        <p:nvPicPr>
          <p:cNvPr id="21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42B64"/>
          </a:solidFill>
          <a:ln w="12700">
            <a:solidFill>
              <a:srgbClr val="3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23479"/>
          </a:solidFill>
          <a:ln w="12700">
            <a:solidFill>
              <a:srgbClr val="6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خَدَ</a:t>
            </a:r>
            <a:endParaRPr lang="ar-SA" sz="10900" dirty="0"/>
          </a:p>
        </p:txBody>
      </p:sp>
      <p:pic>
        <p:nvPicPr>
          <p:cNvPr id="22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3" name="Image 1" descr="roos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4041" y="3515868"/>
            <a:ext cx="1498519" cy="1554480"/>
          </a:xfrm>
          <a:prstGeom prst="rect">
            <a:avLst/>
          </a:prstGeom>
        </p:spPr>
      </p:pic>
      <p:pic>
        <p:nvPicPr>
          <p:cNvPr id="24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14200" dirty="0"/>
          </a:p>
        </p:txBody>
      </p:sp>
      <p:sp>
        <p:nvSpPr>
          <p:cNvPr id="12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14200" dirty="0"/>
          </a:p>
        </p:txBody>
      </p:sp>
      <p:pic>
        <p:nvPicPr>
          <p:cNvPr id="13" name="Image 0" descr="s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931213" cy="1463040"/>
          </a:xfrm>
          <a:prstGeom prst="rect">
            <a:avLst/>
          </a:prstGeom>
        </p:spPr>
      </p:pic>
      <p:pic>
        <p:nvPicPr>
          <p:cNvPr id="14" name="Image 1" descr="spouting_wh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7061" y="1828800"/>
            <a:ext cx="1385499" cy="1463040"/>
          </a:xfrm>
          <a:prstGeom prst="rect">
            <a:avLst/>
          </a:prstGeom>
        </p:spPr>
      </p:pic>
      <p:pic>
        <p:nvPicPr>
          <p:cNvPr id="15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BED5E"/>
          </a:solidFill>
          <a:ln w="12700">
            <a:solidFill>
              <a:srgbClr val="6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ذَأَ</a:t>
            </a:r>
            <a:endParaRPr lang="ar-SA" sz="70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B"/>
          </a:solidFill>
          <a:ln w="12700">
            <a:solidFill>
              <a:srgbClr val="E052D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2DB70"/>
          </a:solidFill>
          <a:ln w="12700">
            <a:solidFill>
              <a:srgbClr val="A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D"/>
          </a:solidFill>
          <a:ln w="12700">
            <a:solidFill>
              <a:srgbClr val="47857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ذَبَ</a:t>
            </a:r>
            <a:endParaRPr lang="ar-SA" sz="93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CD864"/>
          </a:solidFill>
          <a:ln w="12700">
            <a:solidFill>
              <a:srgbClr val="B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6D147"/>
          </a:solidFill>
          <a:ln w="12700">
            <a:solidFill>
              <a:srgbClr val="C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4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4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ذَتَ</a:t>
            </a:r>
            <a:endParaRPr lang="ar-SA" sz="9300" dirty="0"/>
          </a:p>
        </p:txBody>
      </p:sp>
      <p:pic>
        <p:nvPicPr>
          <p:cNvPr id="20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45351" cy="1417320"/>
          </a:xfrm>
          <a:prstGeom prst="rect">
            <a:avLst/>
          </a:prstGeom>
        </p:spPr>
      </p:pic>
      <p:pic>
        <p:nvPicPr>
          <p:cNvPr id="21" name="Image 1" descr="giraff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4458" y="3515868"/>
            <a:ext cx="1458102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15" y="45720"/>
            <a:ext cx="546445" cy="5486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ذَثَ</a:t>
            </a:r>
            <a:endParaRPr lang="ar-SA" sz="9300" dirty="0"/>
          </a:p>
        </p:txBody>
      </p:sp>
      <p:pic>
        <p:nvPicPr>
          <p:cNvPr id="21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790188"/>
            <a:ext cx="1103498" cy="1280160"/>
          </a:xfrm>
          <a:prstGeom prst="rect">
            <a:avLst/>
          </a:prstGeom>
        </p:spPr>
      </p:pic>
      <p:pic>
        <p:nvPicPr>
          <p:cNvPr id="22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0"/>
          </a:solidFill>
          <a:ln w="12700">
            <a:solidFill>
              <a:srgbClr val="642B3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134"/>
          </a:solidFill>
          <a:ln w="12700">
            <a:solidFill>
              <a:srgbClr val="7951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ذَجَ</a:t>
            </a:r>
            <a:endParaRPr lang="ar-SA" sz="7400" dirty="0"/>
          </a:p>
        </p:txBody>
      </p:sp>
      <p:pic>
        <p:nvPicPr>
          <p:cNvPr id="22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84720" cy="1417320"/>
          </a:xfrm>
          <a:prstGeom prst="rect">
            <a:avLst/>
          </a:prstGeom>
        </p:spPr>
      </p:pic>
      <p:pic>
        <p:nvPicPr>
          <p:cNvPr id="23" name="Image 1" descr="mon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562" y="3515868"/>
            <a:ext cx="1768998" cy="1554480"/>
          </a:xfrm>
          <a:prstGeom prst="rect">
            <a:avLst/>
          </a:prstGeom>
        </p:spPr>
      </p:pic>
      <p:pic>
        <p:nvPicPr>
          <p:cNvPr id="24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ذَحَ</a:t>
            </a:r>
            <a:endParaRPr lang="ar-SA" sz="7400" dirty="0"/>
          </a:p>
        </p:txBody>
      </p:sp>
      <p:pic>
        <p:nvPicPr>
          <p:cNvPr id="20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724878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FED"/>
          </a:solidFill>
          <a:ln w="12700">
            <a:solidFill>
              <a:srgbClr val="5E8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ذَخَ</a:t>
            </a:r>
            <a:endParaRPr lang="ar-SA" sz="7400" dirty="0"/>
          </a:p>
        </p:txBody>
      </p:sp>
      <p:pic>
        <p:nvPicPr>
          <p:cNvPr id="28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252"/>
          </a:solidFill>
          <a:ln w="12700">
            <a:solidFill>
              <a:srgbClr val="E0C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DDB"/>
          </a:solidFill>
          <a:ln w="12700">
            <a:solidFill>
              <a:srgbClr val="70B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D4785"/>
          </a:solidFill>
          <a:ln w="12700">
            <a:solidFill>
              <a:srgbClr val="6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4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4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4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4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ذَدَ</a:t>
            </a:r>
            <a:endParaRPr lang="ar-SA" sz="9300" dirty="0"/>
          </a:p>
        </p:txBody>
      </p:sp>
      <p:pic>
        <p:nvPicPr>
          <p:cNvPr id="25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93108"/>
            <a:ext cx="884499" cy="777240"/>
          </a:xfrm>
          <a:prstGeom prst="rect">
            <a:avLst/>
          </a:prstGeom>
        </p:spPr>
      </p:pic>
      <p:pic>
        <p:nvPicPr>
          <p:cNvPr id="26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8"/>
          </a:solidFill>
          <a:ln w="12700">
            <a:solidFill>
              <a:srgbClr val="64D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A"/>
          </a:solidFill>
          <a:ln w="12700">
            <a:solidFill>
              <a:srgbClr val="47D1B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أَذَبَ</a:t>
            </a:r>
            <a:endParaRPr lang="ar-SA" sz="6200" dirty="0"/>
          </a:p>
        </p:txBody>
      </p:sp>
      <p:pic>
        <p:nvPicPr>
          <p:cNvPr id="24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35918" cy="1508760"/>
          </a:xfrm>
          <a:prstGeom prst="rect">
            <a:avLst/>
          </a:prstGeom>
        </p:spPr>
      </p:pic>
      <p:pic>
        <p:nvPicPr>
          <p:cNvPr id="25" name="Image 1" descr="de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بَذَتَ</a:t>
            </a:r>
            <a:endParaRPr lang="ar-SA" sz="8200" dirty="0"/>
          </a:p>
        </p:txBody>
      </p:sp>
      <p:pic>
        <p:nvPicPr>
          <p:cNvPr id="25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1090468" cy="105156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4017" y="4384548"/>
            <a:ext cx="688543" cy="685800"/>
          </a:xfrm>
          <a:prstGeom prst="rect">
            <a:avLst/>
          </a:prstGeom>
        </p:spPr>
      </p:pic>
      <p:pic>
        <p:nvPicPr>
          <p:cNvPr id="27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3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E642B"/>
          </a:solidFill>
          <a:ln w="12700">
            <a:solidFill>
              <a:srgbClr val="3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F"/>
          </a:solidFill>
          <a:ln w="12700">
            <a:solidFill>
              <a:srgbClr val="34793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تَذَثَ</a:t>
            </a:r>
            <a:endParaRPr lang="ar-SA" sz="8200" dirty="0"/>
          </a:p>
        </p:txBody>
      </p:sp>
      <p:pic>
        <p:nvPicPr>
          <p:cNvPr id="26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178342" cy="1508760"/>
          </a:xfrm>
          <a:prstGeom prst="rect">
            <a:avLst/>
          </a:prstGeom>
        </p:spPr>
      </p:pic>
      <p:pic>
        <p:nvPicPr>
          <p:cNvPr id="27" name="Image 1" descr="hatching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8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ثَذَجَ</a:t>
            </a:r>
            <a:endParaRPr lang="ar-SA" sz="6600" dirty="0"/>
          </a:p>
        </p:txBody>
      </p:sp>
      <p:pic>
        <p:nvPicPr>
          <p:cNvPr id="24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25356" cy="1508760"/>
          </a:xfrm>
          <a:prstGeom prst="rect">
            <a:avLst/>
          </a:prstGeom>
        </p:spPr>
      </p:pic>
      <p:pic>
        <p:nvPicPr>
          <p:cNvPr id="25" name="Image 1" descr="octop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9604" y="3332988"/>
            <a:ext cx="1792956" cy="1737360"/>
          </a:xfrm>
          <a:prstGeom prst="rect">
            <a:avLst/>
          </a:prstGeom>
        </p:spPr>
      </p:pic>
      <p:pic>
        <p:nvPicPr>
          <p:cNvPr id="26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2"/>
          </a:solidFill>
          <a:ln w="12700">
            <a:solidFill>
              <a:srgbClr val="ED5EB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جَذَحَ</a:t>
            </a:r>
            <a:endParaRPr lang="ar-SA" sz="6600" dirty="0"/>
          </a:p>
        </p:txBody>
      </p:sp>
      <p:pic>
        <p:nvPicPr>
          <p:cNvPr id="32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43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E"/>
          </a:solidFill>
          <a:ln w="12700">
            <a:solidFill>
              <a:srgbClr val="52E09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7"/>
          </a:solidFill>
          <a:ln w="12700">
            <a:solidFill>
              <a:srgbClr val="DB70D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E47"/>
          </a:solidFill>
          <a:ln w="12700">
            <a:solidFill>
              <a:srgbClr val="855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حَذَخَ</a:t>
            </a:r>
            <a:endParaRPr lang="ar-SA" sz="6600" dirty="0"/>
          </a:p>
        </p:txBody>
      </p:sp>
      <p:pic>
        <p:nvPicPr>
          <p:cNvPr id="29" name="Image 0" descr="cam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01668"/>
            <a:ext cx="900821" cy="868680"/>
          </a:xfrm>
          <a:prstGeom prst="rect">
            <a:avLst/>
          </a:prstGeom>
        </p:spPr>
      </p:pic>
      <p:pic>
        <p:nvPicPr>
          <p:cNvPr id="30" name="Image 1" descr="flamin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1243" y="4338828"/>
            <a:ext cx="571317" cy="731520"/>
          </a:xfrm>
          <a:prstGeom prst="rect">
            <a:avLst/>
          </a:prstGeom>
        </p:spPr>
      </p:pic>
      <p:pic>
        <p:nvPicPr>
          <p:cNvPr id="31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B64D8"/>
          </a:solidFill>
          <a:ln w="12700">
            <a:solidFill>
              <a:srgbClr val="B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747D1"/>
          </a:solidFill>
          <a:ln w="12700">
            <a:solidFill>
              <a:srgbClr val="9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خَذَدَ</a:t>
            </a:r>
            <a:endParaRPr lang="ar-SA" sz="8200" dirty="0"/>
          </a:p>
        </p:txBody>
      </p:sp>
      <p:pic>
        <p:nvPicPr>
          <p:cNvPr id="24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827108" cy="1508760"/>
          </a:xfrm>
          <a:prstGeom prst="rect">
            <a:avLst/>
          </a:prstGeom>
        </p:spPr>
      </p:pic>
      <p:pic>
        <p:nvPicPr>
          <p:cNvPr id="25" name="Image 1" descr="zeb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6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دَذَأَ</a:t>
            </a:r>
            <a:endParaRPr lang="ar-SA" sz="6200" dirty="0"/>
          </a:p>
        </p:txBody>
      </p:sp>
      <p:pic>
        <p:nvPicPr>
          <p:cNvPr id="25" name="Image 0" descr="hippopotam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384548"/>
            <a:ext cx="1067105" cy="685800"/>
          </a:xfrm>
          <a:prstGeom prst="rect">
            <a:avLst/>
          </a:prstGeom>
        </p:spPr>
      </p:pic>
      <p:pic>
        <p:nvPicPr>
          <p:cNvPr id="26" name="Image 1" descr="llam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7395" y="4293108"/>
            <a:ext cx="725165" cy="777240"/>
          </a:xfrm>
          <a:prstGeom prst="rect">
            <a:avLst/>
          </a:prstGeom>
        </p:spPr>
      </p:pic>
      <p:pic>
        <p:nvPicPr>
          <p:cNvPr id="27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4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C64"/>
          </a:solidFill>
          <a:ln w="12700">
            <a:solidFill>
              <a:srgbClr val="2B4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A79"/>
          </a:solidFill>
          <a:ln w="12700">
            <a:solidFill>
              <a:srgbClr val="343A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أَذَ</a:t>
            </a:r>
            <a:endParaRPr lang="ar-SA" sz="7000" dirty="0"/>
          </a:p>
        </p:txBody>
      </p:sp>
      <p:pic>
        <p:nvPicPr>
          <p:cNvPr id="22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2280" cy="1417320"/>
          </a:xfrm>
          <a:prstGeom prst="rect">
            <a:avLst/>
          </a:prstGeom>
        </p:spPr>
      </p:pic>
      <p:pic>
        <p:nvPicPr>
          <p:cNvPr id="23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4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بَذَ</a:t>
            </a:r>
            <a:endParaRPr lang="ar-SA" sz="9300" dirty="0"/>
          </a:p>
        </p:txBody>
      </p:sp>
      <p:pic>
        <p:nvPicPr>
          <p:cNvPr id="20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738" y="3515868"/>
            <a:ext cx="2505822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6ED5E"/>
          </a:solidFill>
          <a:ln w="12700">
            <a:solidFill>
              <a:srgbClr val="D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4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4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4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4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تَذَ</a:t>
            </a:r>
            <a:endParaRPr lang="ar-SA" sz="9300" dirty="0"/>
          </a:p>
        </p:txBody>
      </p:sp>
      <p:pic>
        <p:nvPicPr>
          <p:cNvPr id="28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B52E0"/>
          </a:solidFill>
          <a:ln w="12700">
            <a:solidFill>
              <a:srgbClr val="7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570"/>
          </a:solidFill>
          <a:ln w="12700">
            <a:solidFill>
              <a:srgbClr val="DBC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F"/>
          </a:solidFill>
          <a:ln w="12700">
            <a:solidFill>
              <a:srgbClr val="47854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ثَذَ</a:t>
            </a:r>
            <a:endParaRPr lang="ar-SA" sz="8500" dirty="0"/>
          </a:p>
        </p:txBody>
      </p:sp>
      <p:pic>
        <p:nvPicPr>
          <p:cNvPr id="25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E64"/>
          </a:solidFill>
          <a:ln w="12700">
            <a:solidFill>
              <a:srgbClr val="D89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547"/>
          </a:solidFill>
          <a:ln w="12700">
            <a:solidFill>
              <a:srgbClr val="D175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جَذَ</a:t>
            </a:r>
            <a:endParaRPr lang="ar-SA" sz="9300" dirty="0"/>
          </a:p>
        </p:txBody>
      </p:sp>
      <p:pic>
        <p:nvPicPr>
          <p:cNvPr id="20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1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0981" y="3515868"/>
            <a:ext cx="1571579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409" y="45720"/>
            <a:ext cx="523951" cy="5486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حَذَ</a:t>
            </a:r>
            <a:endParaRPr lang="ar-SA" sz="9300" dirty="0"/>
          </a:p>
        </p:txBody>
      </p:sp>
      <p:pic>
        <p:nvPicPr>
          <p:cNvPr id="21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64508"/>
            <a:ext cx="1083290" cy="1005840"/>
          </a:xfrm>
          <a:prstGeom prst="rect">
            <a:avLst/>
          </a:prstGeom>
        </p:spPr>
      </p:pic>
      <p:pic>
        <p:nvPicPr>
          <p:cNvPr id="22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B"/>
          </a:solidFill>
          <a:ln w="12700">
            <a:solidFill>
              <a:srgbClr val="642B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B"/>
          </a:solidFill>
          <a:ln w="12700">
            <a:solidFill>
              <a:srgbClr val="79344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خَذَ</a:t>
            </a:r>
            <a:endParaRPr lang="ar-SA" sz="9300" dirty="0"/>
          </a:p>
        </p:txBody>
      </p:sp>
      <p:pic>
        <p:nvPicPr>
          <p:cNvPr id="22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98107" cy="1417320"/>
          </a:xfrm>
          <a:prstGeom prst="rect">
            <a:avLst/>
          </a:prstGeom>
        </p:spPr>
      </p:pic>
      <p:pic>
        <p:nvPicPr>
          <p:cNvPr id="23" name="Image 1" descr="cam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4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4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4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دَذَ</a:t>
            </a:r>
            <a:endParaRPr lang="ar-SA" sz="9300" dirty="0"/>
          </a:p>
        </p:txBody>
      </p:sp>
      <p:pic>
        <p:nvPicPr>
          <p:cNvPr id="20" name="Image 0" descr="dolph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1" name="Image 1" descr="cra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542" y="3515868"/>
            <a:ext cx="1741018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1"/>
          </a:solidFill>
          <a:ln w="12700">
            <a:solidFill>
              <a:srgbClr val="5EEDE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07572" y="896112"/>
            <a:ext cx="19814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5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07572" y="896112"/>
            <a:ext cx="19814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454950" y="896112"/>
            <a:ext cx="19325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5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54950" y="896112"/>
            <a:ext cx="19325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وَرَجَعَ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36431" y="2834640"/>
            <a:ext cx="347113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36431" y="2834640"/>
            <a:ext cx="347113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 وَرَجَعَ</a:t>
            </a:r>
            <a:endParaRPr lang="ar-SA" sz="4700" dirty="0"/>
          </a:p>
        </p:txBody>
      </p:sp>
      <p:pic>
        <p:nvPicPr>
          <p:cNvPr id="25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365016" cy="1463040"/>
          </a:xfrm>
          <a:prstGeom prst="rect">
            <a:avLst/>
          </a:prstGeom>
        </p:spPr>
      </p:pic>
      <p:pic>
        <p:nvPicPr>
          <p:cNvPr id="26" name="Image 1" descr="ew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828800"/>
            <a:ext cx="1463040" cy="1463040"/>
          </a:xfrm>
          <a:prstGeom prst="rect">
            <a:avLst/>
          </a:prstGeom>
        </p:spPr>
      </p:pic>
      <p:pic>
        <p:nvPicPr>
          <p:cNvPr id="27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4314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752"/>
          </a:solidFill>
          <a:ln w="12700">
            <a:solidFill>
              <a:srgbClr val="E05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A"/>
          </a:solidFill>
          <a:ln w="12700">
            <a:solidFill>
              <a:srgbClr val="70DBA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F85"/>
          </a:solidFill>
          <a:ln w="12700">
            <a:solidFill>
              <a:srgbClr val="474F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01596" y="896112"/>
            <a:ext cx="16152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A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01596" y="896112"/>
            <a:ext cx="16152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رَكَعَ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527161" y="896112"/>
            <a:ext cx="215439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A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27161" y="896112"/>
            <a:ext cx="215439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وَسَجَدَ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42249" y="2834640"/>
            <a:ext cx="34595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42249" y="2834640"/>
            <a:ext cx="34595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رَكَعَ وَسَجَدَ</a:t>
            </a:r>
            <a:endParaRPr lang="ar-SA" sz="4700" dirty="0"/>
          </a:p>
        </p:txBody>
      </p:sp>
      <p:pic>
        <p:nvPicPr>
          <p:cNvPr id="22" name="Image 0" descr="ro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410371" cy="1463040"/>
          </a:xfrm>
          <a:prstGeom prst="rect">
            <a:avLst/>
          </a:prstGeom>
        </p:spPr>
      </p:pic>
      <p:pic>
        <p:nvPicPr>
          <p:cNvPr id="23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4140" y="1828800"/>
            <a:ext cx="2358420" cy="1463040"/>
          </a:xfrm>
          <a:prstGeom prst="rect">
            <a:avLst/>
          </a:prstGeom>
        </p:spPr>
      </p:pic>
      <p:pic>
        <p:nvPicPr>
          <p:cNvPr id="24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8346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1"/>
          </a:solidFill>
          <a:ln w="12700">
            <a:solidFill>
              <a:srgbClr val="64D88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3"/>
          </a:solidFill>
          <a:ln w="12700">
            <a:solidFill>
              <a:srgbClr val="47D15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08255" y="896112"/>
            <a:ext cx="221440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C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08255" y="896112"/>
            <a:ext cx="221440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دَرَسَ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121343" y="896112"/>
            <a:ext cx="236687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C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121343" y="896112"/>
            <a:ext cx="236687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وَكَتَبَ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451944" y="2834640"/>
            <a:ext cx="424011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451944" y="2834640"/>
            <a:ext cx="424011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دَرَسَ وَكَتَبَ</a:t>
            </a:r>
            <a:endParaRPr lang="ar-SA" sz="5700" dirty="0"/>
          </a:p>
        </p:txBody>
      </p:sp>
      <p:pic>
        <p:nvPicPr>
          <p:cNvPr id="17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517172" cy="1463040"/>
          </a:xfrm>
          <a:prstGeom prst="rect">
            <a:avLst/>
          </a:prstGeom>
        </p:spPr>
      </p:pic>
      <p:pic>
        <p:nvPicPr>
          <p:cNvPr id="18" name="Image 1" descr="kangaro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484181" y="1828800"/>
            <a:ext cx="1568379" cy="1463040"/>
          </a:xfrm>
          <a:prstGeom prst="rect">
            <a:avLst/>
          </a:prstGeom>
        </p:spPr>
      </p:pic>
      <p:pic>
        <p:nvPicPr>
          <p:cNvPr id="19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5720"/>
            <a:ext cx="548640" cy="5486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5064173" y="896112"/>
            <a:ext cx="181201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E36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064173" y="896112"/>
            <a:ext cx="181201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ذَكَرَ</a:t>
            </a:r>
            <a:endParaRPr lang="ar-SA" sz="5600" dirty="0"/>
          </a:p>
        </p:txBody>
      </p:sp>
      <p:sp>
        <p:nvSpPr>
          <p:cNvPr id="13" name="C2 W2 pill"/>
          <p:cNvSpPr/>
          <p:nvPr/>
        </p:nvSpPr>
        <p:spPr>
          <a:xfrm>
            <a:off x="2267809" y="896112"/>
            <a:ext cx="247632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BE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267809" y="896112"/>
            <a:ext cx="247632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5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590807" y="2834640"/>
            <a:ext cx="39623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590807" y="2834640"/>
            <a:ext cx="39623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ذَكَرَ وَشَكَرَ</a:t>
            </a:r>
            <a:endParaRPr lang="ar-SA" sz="5700" dirty="0"/>
          </a:p>
        </p:txBody>
      </p:sp>
      <p:pic>
        <p:nvPicPr>
          <p:cNvPr id="18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463040" cy="1463040"/>
          </a:xfrm>
          <a:prstGeom prst="rect">
            <a:avLst/>
          </a:prstGeom>
        </p:spPr>
      </p:pic>
      <p:pic>
        <p:nvPicPr>
          <p:cNvPr id="19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3955" y="1828800"/>
            <a:ext cx="1638605" cy="1463040"/>
          </a:xfrm>
          <a:prstGeom prst="rect">
            <a:avLst/>
          </a:prstGeom>
        </p:spPr>
      </p:pic>
      <p:pic>
        <p:nvPicPr>
          <p:cNvPr id="20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05-dal-dhal</dc:title>
  <dc:subject>PptxGenJS Presentation</dc:subject>
  <dc:creator>PptxGenJS</dc:creator>
  <cp:lastModifiedBy>PptxGenJS</cp:lastModifiedBy>
  <cp:revision>1</cp:revision>
  <dcterms:created xsi:type="dcterms:W3CDTF">2026-10-20T23:11:10Z</dcterms:created>
  <dcterms:modified xsi:type="dcterms:W3CDTF">2026-10-20T23:11:10Z</dcterms:modified>
</cp:coreProperties>
</file>