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2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9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90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156533" cy="1417320"/>
          </a:xfrm>
          <a:prstGeom prst="rect">
            <a:avLst/>
          </a:prstGeom>
        </p:spPr>
      </p:pic>
      <p:pic>
        <p:nvPicPr>
          <p:cNvPr id="19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209" y="1988820"/>
            <a:ext cx="1618351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247"/>
          </a:solidFill>
          <a:ln w="12700">
            <a:solidFill>
              <a:srgbClr val="D15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3607308"/>
            <a:ext cx="731520" cy="14630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11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10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2125980"/>
            <a:ext cx="518465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0"/>
          </a:solidFill>
          <a:ln w="12700">
            <a:solidFill>
              <a:srgbClr val="E052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D147"/>
          </a:solidFill>
          <a:ln w="12700">
            <a:solidFill>
              <a:srgbClr val="5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أَدَبَ</a:t>
            </a:r>
            <a:endParaRPr lang="ar-SA" sz="6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03589" cy="12344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4155948"/>
            <a:ext cx="724205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بَدَتَ</a:t>
            </a:r>
            <a:endParaRPr lang="ar-SA" sz="8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6820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تَدَثَ</a:t>
            </a:r>
            <a:endParaRPr lang="ar-SA" sz="8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5EED"/>
          </a:solidFill>
          <a:ln w="12700">
            <a:solidFill>
              <a:srgbClr val="9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ثَدَجَ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جَدَحَ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حَدَخَ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9493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خَدَأَ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398" y="3424428"/>
            <a:ext cx="701162" cy="16459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7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8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10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05206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7"/>
          </a:solidFill>
          <a:ln w="12700">
            <a:solidFill>
              <a:srgbClr val="DB70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8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898672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4"/>
          </a:solidFill>
          <a:ln w="12700">
            <a:solidFill>
              <a:srgbClr val="D147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11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670" y="3607308"/>
            <a:ext cx="716890" cy="14630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10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42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42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1739646" cy="114300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2103120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ED5E"/>
          </a:solidFill>
          <a:ln w="12700">
            <a:solidFill>
              <a:srgbClr val="6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ذَأَ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B"/>
          </a:solidFill>
          <a:ln w="12700">
            <a:solidFill>
              <a:srgbClr val="E052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ذَبَ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D147"/>
          </a:solidFill>
          <a:ln w="12700">
            <a:solidFill>
              <a:srgbClr val="C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4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ذَتَ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ذَثَ</a:t>
            </a:r>
            <a:endParaRPr lang="ar-SA" sz="9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9470" y="3515868"/>
            <a:ext cx="673090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ذَجَ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ذَخَ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4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ذَدَ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8116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A"/>
          </a:solidFill>
          <a:ln w="12700">
            <a:solidFill>
              <a:srgbClr val="47D1B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أَذَبَ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1223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بَذَتَ</a:t>
            </a:r>
            <a:endParaRPr lang="ar-SA" sz="8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2055" cy="9601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443" y="3698748"/>
            <a:ext cx="709117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تَذَثَ</a:t>
            </a:r>
            <a:endParaRPr lang="ar-SA" sz="8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192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ثَذَجَ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2"/>
          </a:solidFill>
          <a:ln w="12700">
            <a:solidFill>
              <a:srgbClr val="ED5E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جَذَحَ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7"/>
          </a:solidFill>
          <a:ln w="12700">
            <a:solidFill>
              <a:srgbClr val="DB70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حَذَخَ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2812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64D8"/>
          </a:solidFill>
          <a:ln w="12700">
            <a:solidFill>
              <a:srgbClr val="B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خَذَدَ</a:t>
            </a:r>
            <a:endParaRPr lang="ar-SA" sz="8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1116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دَذَأَ</a:t>
            </a:r>
            <a:endParaRPr lang="ar-SA" sz="6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213" y="3698748"/>
            <a:ext cx="717347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7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4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52E0"/>
          </a:solidFill>
          <a:ln w="12700">
            <a:solidFill>
              <a:srgbClr val="7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570"/>
          </a:solidFill>
          <a:ln w="12700">
            <a:solidFill>
              <a:srgbClr val="DBC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endParaRPr lang="ar-SA" sz="8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8548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E64"/>
          </a:solidFill>
          <a:ln w="12700">
            <a:solidFill>
              <a:srgbClr val="D89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547"/>
          </a:solidFill>
          <a:ln w="12700">
            <a:solidFill>
              <a:srgbClr val="D17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endParaRPr lang="ar-SA" sz="9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2686" y="3881628"/>
            <a:ext cx="729874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7572" y="896112"/>
            <a:ext cx="1981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5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7572" y="896112"/>
            <a:ext cx="1981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54950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5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54950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36431" y="2834640"/>
            <a:ext cx="34711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36431" y="2834640"/>
            <a:ext cx="34711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وَرَجَعَ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984260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585" y="1783080"/>
            <a:ext cx="715975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752"/>
          </a:solidFill>
          <a:ln w="12700">
            <a:solidFill>
              <a:srgbClr val="E05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01596" y="896112"/>
            <a:ext cx="16152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A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01596" y="896112"/>
            <a:ext cx="16152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27161" y="896112"/>
            <a:ext cx="21543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A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27161" y="896112"/>
            <a:ext cx="21543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وَسَجَدَ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42249" y="2834640"/>
            <a:ext cx="34595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42249" y="2834640"/>
            <a:ext cx="34595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 وَسَجَدَ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88820"/>
            <a:ext cx="1301100" cy="123444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1943100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3"/>
          </a:solidFill>
          <a:ln w="12700">
            <a:solidFill>
              <a:srgbClr val="47D1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08255" y="896112"/>
            <a:ext cx="22144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08255" y="896112"/>
            <a:ext cx="22144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21343" y="896112"/>
            <a:ext cx="23668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21343" y="896112"/>
            <a:ext cx="23668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51944" y="2834640"/>
            <a:ext cx="424011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51944" y="2834640"/>
            <a:ext cx="424011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 وَكَتَبَ</a:t>
            </a:r>
            <a:endParaRPr lang="ar-SA" sz="5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79846" cy="169164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2125980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64173" y="896112"/>
            <a:ext cx="18120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64173" y="896112"/>
            <a:ext cx="18120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267809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67809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90807" y="2834640"/>
            <a:ext cx="39623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90807" y="2834640"/>
            <a:ext cx="39623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 وَشَكَرَ</a:t>
            </a:r>
            <a:endParaRPr lang="ar-SA" sz="5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1648526" cy="96012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8452" y="1783080"/>
            <a:ext cx="864108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05-dal-dhal</dc:title>
  <dc:subject>PptxGenJS Presentation</dc:subject>
  <dc:creator>PptxGenJS</dc:creator>
  <cp:lastModifiedBy>PptxGenJS</cp:lastModifiedBy>
  <cp:revision>1</cp:revision>
  <dcterms:created xsi:type="dcterms:W3CDTF">2026-10-21T00:09:40Z</dcterms:created>
  <dcterms:modified xsi:type="dcterms:W3CDTF">2026-10-21T00:09:40Z</dcterms:modified>
</cp:coreProperties>
</file>