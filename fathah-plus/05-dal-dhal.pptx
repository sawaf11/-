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2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9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90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2834640" cy="1417320"/>
          </a:xfrm>
          <a:prstGeom prst="rect">
            <a:avLst/>
          </a:prstGeom>
        </p:spPr>
      </p:pic>
      <p:pic>
        <p:nvPicPr>
          <p:cNvPr id="19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7511" y="1783080"/>
            <a:ext cx="1715049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247"/>
          </a:solidFill>
          <a:ln w="12700">
            <a:solidFill>
              <a:srgbClr val="D15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1286" y="3515868"/>
            <a:ext cx="169127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endParaRPr lang="ar-SA" sz="9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4138" cy="11430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443" y="3698748"/>
            <a:ext cx="709117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endParaRPr lang="ar-SA" sz="11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267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endParaRPr lang="ar-SA" sz="10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6041" y="2148840"/>
            <a:ext cx="496519" cy="9144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0"/>
          </a:solidFill>
          <a:ln w="12700">
            <a:solidFill>
              <a:srgbClr val="E052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F"/>
          </a:solidFill>
          <a:ln w="12700">
            <a:solidFill>
              <a:srgbClr val="70DB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18332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FD147"/>
          </a:solidFill>
          <a:ln w="12700">
            <a:solidFill>
              <a:srgbClr val="5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078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838" y="3515868"/>
            <a:ext cx="184672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أَدَبَ</a:t>
            </a:r>
            <a:endParaRPr lang="ar-SA" sz="6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69574" cy="9601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869" y="4110228"/>
            <a:ext cx="729691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بَدَتَ</a:t>
            </a:r>
            <a:endParaRPr lang="ar-SA" sz="8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2143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6187" y="3332988"/>
            <a:ext cx="1426373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تَدَثَ</a:t>
            </a:r>
            <a:endParaRPr lang="ar-SA" sz="8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6953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351" y="3332988"/>
            <a:ext cx="2995209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5EED"/>
          </a:solidFill>
          <a:ln w="12700">
            <a:solidFill>
              <a:srgbClr val="9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ثَدَجَ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جَدَحَ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9945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حَدَخَ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4665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682" y="3332988"/>
            <a:ext cx="1356878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خَدَأَ</a:t>
            </a:r>
            <a:endParaRPr lang="ar-SA" sz="6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13465" cy="12344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230" y="3378708"/>
            <a:ext cx="722330" cy="1691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7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920" y="3515868"/>
            <a:ext cx="1644640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8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7180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10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09778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7"/>
          </a:solidFill>
          <a:ln w="12700">
            <a:solidFill>
              <a:srgbClr val="DB70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8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2754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4"/>
          </a:solidFill>
          <a:ln w="12700">
            <a:solidFill>
              <a:srgbClr val="D147A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845" y="3515868"/>
            <a:ext cx="137571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11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13465" cy="123444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10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0114" y="3515868"/>
            <a:ext cx="1282446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42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42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236269" cy="182880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0450" y="3241548"/>
            <a:ext cx="2712110" cy="18288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ED5E"/>
          </a:solidFill>
          <a:ln w="12700">
            <a:solidFill>
              <a:srgbClr val="6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ذَأَ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14990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B"/>
          </a:solidFill>
          <a:ln w="12700">
            <a:solidFill>
              <a:srgbClr val="E052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ذَبَ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D147"/>
          </a:solidFill>
          <a:ln w="12700">
            <a:solidFill>
              <a:srgbClr val="C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4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ذَتَ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637" y="3515868"/>
            <a:ext cx="1395923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ذَثَ</a:t>
            </a:r>
            <a:endParaRPr lang="ar-SA" sz="93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1806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899" y="3561588"/>
            <a:ext cx="716661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ذَجَ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ذَحَ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5558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ذَخَ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10967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252"/>
          </a:solidFill>
          <a:ln w="12700">
            <a:solidFill>
              <a:srgbClr val="E0C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4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ذَدَ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9945" cy="9144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A"/>
          </a:solidFill>
          <a:ln w="12700">
            <a:solidFill>
              <a:srgbClr val="47D1B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أَذَبَ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988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293" y="3332988"/>
            <a:ext cx="1956267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بَذَتَ</a:t>
            </a:r>
            <a:endParaRPr lang="ar-SA" sz="8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2640" y="3653028"/>
            <a:ext cx="729920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تَذَثَ</a:t>
            </a:r>
            <a:endParaRPr lang="ar-SA" sz="8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0266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8773" y="3332988"/>
            <a:ext cx="1403787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ثَذَجَ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21335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596" y="3332988"/>
            <a:ext cx="1997964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2"/>
          </a:solidFill>
          <a:ln w="12700">
            <a:solidFill>
              <a:srgbClr val="ED5E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جَذَحَ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7"/>
          </a:solidFill>
          <a:ln w="12700">
            <a:solidFill>
              <a:srgbClr val="DB70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حَذَخَ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64D8"/>
          </a:solidFill>
          <a:ln w="12700">
            <a:solidFill>
              <a:srgbClr val="B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خَذَدَ</a:t>
            </a:r>
            <a:endParaRPr lang="ar-SA" sz="8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5848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834" y="3332988"/>
            <a:ext cx="1377726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دَذَأَ</a:t>
            </a:r>
            <a:endParaRPr lang="ar-SA" sz="6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80272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3698748"/>
            <a:ext cx="718718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endParaRPr lang="ar-SA" sz="7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01" y="3515868"/>
            <a:ext cx="1182959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37117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ED5E"/>
          </a:solidFill>
          <a:ln w="12700">
            <a:solidFill>
              <a:srgbClr val="D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4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B52E0"/>
          </a:solidFill>
          <a:ln w="12700">
            <a:solidFill>
              <a:srgbClr val="7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570"/>
          </a:solidFill>
          <a:ln w="12700">
            <a:solidFill>
              <a:srgbClr val="DBC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E64"/>
          </a:solidFill>
          <a:ln w="12700">
            <a:solidFill>
              <a:srgbClr val="D89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547"/>
          </a:solidFill>
          <a:ln w="12700">
            <a:solidFill>
              <a:srgbClr val="D17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708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5533" y="3515868"/>
            <a:ext cx="1727027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endParaRPr lang="ar-SA" sz="93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9053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413" y="3835908"/>
            <a:ext cx="722147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76" y="3515868"/>
            <a:ext cx="124358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7795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7572" y="896112"/>
            <a:ext cx="19814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5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7572" y="896112"/>
            <a:ext cx="19814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54950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5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54950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36431" y="2834640"/>
            <a:ext cx="34711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36431" y="2834640"/>
            <a:ext cx="34711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وَرَجَعَ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962863" cy="16459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6460" y="1783080"/>
            <a:ext cx="706100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752"/>
          </a:solidFill>
          <a:ln w="12700">
            <a:solidFill>
              <a:srgbClr val="E05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01596" y="896112"/>
            <a:ext cx="16152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01596" y="896112"/>
            <a:ext cx="16152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27161" y="896112"/>
            <a:ext cx="21543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27161" y="896112"/>
            <a:ext cx="21543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وَسَجَدَ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42249" y="2834640"/>
            <a:ext cx="34595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42249" y="2834640"/>
            <a:ext cx="34595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 وَسَجَدَ</a:t>
            </a:r>
            <a:endParaRPr lang="ar-SA" sz="4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6542" cy="16459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311" y="1783080"/>
            <a:ext cx="1170249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3"/>
          </a:solidFill>
          <a:ln w="12700">
            <a:solidFill>
              <a:srgbClr val="47D1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08255" y="896112"/>
            <a:ext cx="22144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08255" y="896112"/>
            <a:ext cx="22144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121343" y="896112"/>
            <a:ext cx="23668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21343" y="896112"/>
            <a:ext cx="23668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51944" y="2834640"/>
            <a:ext cx="424011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51944" y="2834640"/>
            <a:ext cx="424011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 وَكَتَبَ</a:t>
            </a:r>
            <a:endParaRPr lang="ar-SA" sz="5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30275" cy="182880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6485" y="3241548"/>
            <a:ext cx="1516075" cy="1828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64173" y="896112"/>
            <a:ext cx="18120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E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64173" y="896112"/>
            <a:ext cx="18120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267809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E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67809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90807" y="2834640"/>
            <a:ext cx="39623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90807" y="2834640"/>
            <a:ext cx="39623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 وَشَكَرَ</a:t>
            </a:r>
            <a:endParaRPr lang="ar-SA" sz="5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2068373" cy="118872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806" y="1783080"/>
            <a:ext cx="865754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05-dal-dhal</dc:title>
  <dc:subject>PptxGenJS Presentation</dc:subject>
  <dc:creator>PptxGenJS</dc:creator>
  <cp:lastModifiedBy>PptxGenJS</cp:lastModifiedBy>
  <cp:revision>1</cp:revision>
  <dcterms:created xsi:type="dcterms:W3CDTF">2026-10-20T23:35:40Z</dcterms:created>
  <dcterms:modified xsi:type="dcterms:W3CDTF">2026-10-20T23:35:40Z</dcterms:modified>
</cp:coreProperties>
</file>