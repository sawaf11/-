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9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9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11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10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0"/>
          </a:solidFill>
          <a:ln w="12700">
            <a:solidFill>
              <a:srgbClr val="E052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D147"/>
          </a:solidFill>
          <a:ln w="12700">
            <a:solidFill>
              <a:srgbClr val="5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بَدَتَ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تَدَثَ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ثَدَجَ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جَدَحَ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حَدَخَ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خَدَأَ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10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11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10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42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4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B"/>
          </a:solidFill>
          <a:ln w="12700">
            <a:solidFill>
              <a:srgbClr val="E052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ذَبَ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D147"/>
          </a:solidFill>
          <a:ln w="12700">
            <a:solidFill>
              <a:srgbClr val="C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ذَتَ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ذَثَ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ذَحَ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ذَخَ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4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ذَدَ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A"/>
          </a:solidFill>
          <a:ln w="12700">
            <a:solidFill>
              <a:srgbClr val="47D1B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بَذَتَ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تَذَثَ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2"/>
          </a:solidFill>
          <a:ln w="12700">
            <a:solidFill>
              <a:srgbClr val="ED5E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حَذَخَ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64D8"/>
          </a:solidFill>
          <a:ln w="12700">
            <a:solidFill>
              <a:srgbClr val="B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خَذَدَ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دَذَأَ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4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52E0"/>
          </a:solidFill>
          <a:ln w="12700">
            <a:solidFill>
              <a:srgbClr val="7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570"/>
          </a:solidFill>
          <a:ln w="12700">
            <a:solidFill>
              <a:srgbClr val="DBC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5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5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3"/>
          </a:solidFill>
          <a:ln w="12700">
            <a:solidFill>
              <a:srgbClr val="47D1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08255" y="896112"/>
            <a:ext cx="22144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08255" y="896112"/>
            <a:ext cx="22144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21343" y="896112"/>
            <a:ext cx="23668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21343" y="896112"/>
            <a:ext cx="23668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51944" y="2834640"/>
            <a:ext cx="42401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51944" y="2834640"/>
            <a:ext cx="42401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 وَكَتَبَ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64173" y="896112"/>
            <a:ext cx="18120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64173" y="896112"/>
            <a:ext cx="18120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267809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67809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90807" y="2834640"/>
            <a:ext cx="39623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90807" y="2834640"/>
            <a:ext cx="39623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 وَشَكَرَ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05-dal-dhal</dc:title>
  <dc:subject>PptxGenJS Presentation</dc:subject>
  <dc:creator>PptxGenJS</dc:creator>
  <cp:lastModifiedBy>PptxGenJS</cp:lastModifiedBy>
  <cp:revision>1</cp:revision>
  <dcterms:created xsi:type="dcterms:W3CDTF">2026-10-20T22:26:59Z</dcterms:created>
  <dcterms:modified xsi:type="dcterms:W3CDTF">2026-10-20T22:26:59Z</dcterms:modified>
</cp:coreProperties>
</file>