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209" y="1988820"/>
            <a:ext cx="1618351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398" y="3424428"/>
            <a:ext cx="701162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3607308"/>
            <a:ext cx="716890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739646" cy="11430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2103120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213" y="3698748"/>
            <a:ext cx="717347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86" y="3881628"/>
            <a:ext cx="729874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84260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1783080"/>
            <a:ext cx="715975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2125980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48526" cy="9601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1783080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