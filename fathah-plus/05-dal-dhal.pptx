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5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5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2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5-2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5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1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652E0"/>
          </a:solidFill>
          <a:ln w="12700">
            <a:solidFill>
              <a:srgbClr val="5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970"/>
          </a:solidFill>
          <a:ln w="12700">
            <a:solidFill>
              <a:srgbClr val="DBA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9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19000" dirty="0"/>
          </a:p>
        </p:txBody>
      </p:sp>
      <p:pic>
        <p:nvPicPr>
          <p:cNvPr id="18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22862" cy="1554480"/>
          </a:xfrm>
          <a:prstGeom prst="rect">
            <a:avLst/>
          </a:prstGeom>
        </p:spPr>
      </p:pic>
      <p:pic>
        <p:nvPicPr>
          <p:cNvPr id="19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417" y="1783080"/>
            <a:ext cx="1559143" cy="1554480"/>
          </a:xfrm>
          <a:prstGeom prst="rect">
            <a:avLst/>
          </a:prstGeom>
        </p:spPr>
      </p:pic>
      <p:pic>
        <p:nvPicPr>
          <p:cNvPr id="20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6408" y="45720"/>
            <a:ext cx="852952" cy="7315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064"/>
          </a:solidFill>
          <a:ln w="12700">
            <a:solidFill>
              <a:srgbClr val="D88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247"/>
          </a:solidFill>
          <a:ln w="12700">
            <a:solidFill>
              <a:srgbClr val="D15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دَأَ</a:t>
            </a:r>
            <a:endParaRPr lang="ar-SA" sz="70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760" y="3520440"/>
            <a:ext cx="1734800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5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</a:t>
            </a:r>
            <a:endParaRPr lang="ar-SA" sz="9500" dirty="0"/>
          </a:p>
        </p:txBody>
      </p:sp>
      <p:pic>
        <p:nvPicPr>
          <p:cNvPr id="21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23360"/>
            <a:ext cx="1077849" cy="1051560"/>
          </a:xfrm>
          <a:prstGeom prst="rect">
            <a:avLst/>
          </a:prstGeom>
        </p:spPr>
      </p:pic>
      <p:pic>
        <p:nvPicPr>
          <p:cNvPr id="22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D"/>
          </a:solidFill>
          <a:ln w="12700">
            <a:solidFill>
              <a:srgbClr val="7934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</a:t>
            </a:r>
            <a:endParaRPr lang="ar-SA" sz="11000" dirty="0"/>
          </a:p>
        </p:txBody>
      </p:sp>
      <p:pic>
        <p:nvPicPr>
          <p:cNvPr id="22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3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07" y="3520440"/>
            <a:ext cx="1753453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</a:t>
            </a:r>
            <a:endParaRPr lang="ar-SA" sz="10000" dirty="0"/>
          </a:p>
        </p:txBody>
      </p:sp>
      <p:pic>
        <p:nvPicPr>
          <p:cNvPr id="20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957" y="3520440"/>
            <a:ext cx="1215603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475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C"/>
          </a:solidFill>
          <a:ln w="12700">
            <a:solidFill>
              <a:srgbClr val="5EEDB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</a:t>
            </a:r>
            <a:endParaRPr lang="ar-SA" sz="7400" dirty="0"/>
          </a:p>
        </p:txBody>
      </p:sp>
      <p:pic>
        <p:nvPicPr>
          <p:cNvPr id="28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0"/>
          </a:solidFill>
          <a:ln w="12700">
            <a:solidFill>
              <a:srgbClr val="E0527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F"/>
          </a:solidFill>
          <a:ln w="12700">
            <a:solidFill>
              <a:srgbClr val="70DB8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F85"/>
          </a:solidFill>
          <a:ln w="12700">
            <a:solidFill>
              <a:srgbClr val="475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</a:t>
            </a:r>
            <a:endParaRPr lang="ar-SA" sz="7400" dirty="0"/>
          </a:p>
        </p:txBody>
      </p:sp>
      <p:pic>
        <p:nvPicPr>
          <p:cNvPr id="25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7640"/>
            <a:ext cx="927202" cy="1097280"/>
          </a:xfrm>
          <a:prstGeom prst="rect">
            <a:avLst/>
          </a:prstGeom>
        </p:spPr>
      </p:pic>
      <p:pic>
        <p:nvPicPr>
          <p:cNvPr id="26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5D864"/>
          </a:solidFill>
          <a:ln w="12700">
            <a:solidFill>
              <a:srgbClr val="6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FD147"/>
          </a:solidFill>
          <a:ln w="12700">
            <a:solidFill>
              <a:srgbClr val="5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</a:t>
            </a:r>
            <a:endParaRPr lang="ar-SA" sz="7400" dirty="0"/>
          </a:p>
        </p:txBody>
      </p:sp>
      <p:pic>
        <p:nvPicPr>
          <p:cNvPr id="20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472" y="3520440"/>
            <a:ext cx="1158088" cy="1554480"/>
          </a:xfrm>
          <a:prstGeom prst="rect">
            <a:avLst/>
          </a:prstGeom>
        </p:spPr>
      </p:pic>
      <p:pic>
        <p:nvPicPr>
          <p:cNvPr id="22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أَدَبَ</a:t>
            </a:r>
            <a:endParaRPr lang="ar-SA" sz="6200" dirty="0"/>
          </a:p>
        </p:txBody>
      </p:sp>
      <p:pic>
        <p:nvPicPr>
          <p:cNvPr id="25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4760"/>
            <a:ext cx="1089416" cy="1280160"/>
          </a:xfrm>
          <a:prstGeom prst="rect">
            <a:avLst/>
          </a:prstGeom>
        </p:spPr>
      </p:pic>
      <p:pic>
        <p:nvPicPr>
          <p:cNvPr id="26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12B"/>
          </a:solidFill>
          <a:ln w="12700">
            <a:solidFill>
              <a:srgbClr val="645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7934"/>
          </a:solidFill>
          <a:ln w="12700">
            <a:solidFill>
              <a:srgbClr val="6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5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بَدَتَ</a:t>
            </a:r>
            <a:endParaRPr lang="ar-SA" sz="8700" dirty="0"/>
          </a:p>
        </p:txBody>
      </p:sp>
      <p:pic>
        <p:nvPicPr>
          <p:cNvPr id="26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338270" cy="1508760"/>
          </a:xfrm>
          <a:prstGeom prst="rect">
            <a:avLst/>
          </a:prstGeom>
        </p:spPr>
      </p:pic>
      <p:pic>
        <p:nvPicPr>
          <p:cNvPr id="27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666" y="3337560"/>
            <a:ext cx="1938894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تَدَثَ</a:t>
            </a:r>
            <a:endParaRPr lang="ar-SA" sz="8800" dirty="0"/>
          </a:p>
        </p:txBody>
      </p:sp>
      <p:pic>
        <p:nvPicPr>
          <p:cNvPr id="24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5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899" y="3337560"/>
            <a:ext cx="2039661" cy="1737360"/>
          </a:xfrm>
          <a:prstGeom prst="rect">
            <a:avLst/>
          </a:prstGeom>
        </p:spPr>
      </p:pic>
      <p:pic>
        <p:nvPicPr>
          <p:cNvPr id="26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95EED"/>
          </a:solidFill>
          <a:ln w="12700">
            <a:solidFill>
              <a:srgbClr val="9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ثَدَجَ</a:t>
            </a:r>
            <a:endParaRPr lang="ar-SA" sz="6600" dirty="0"/>
          </a:p>
        </p:txBody>
      </p:sp>
      <p:pic>
        <p:nvPicPr>
          <p:cNvPr id="32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4E052"/>
          </a:solidFill>
          <a:ln w="12700">
            <a:solidFill>
              <a:srgbClr val="9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470DB"/>
          </a:solidFill>
          <a:ln w="12700">
            <a:solidFill>
              <a:srgbClr val="7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E"/>
          </a:solidFill>
          <a:ln w="12700">
            <a:solidFill>
              <a:srgbClr val="8547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جَدَحَ</a:t>
            </a:r>
            <a:endParaRPr lang="ar-SA" sz="6600" dirty="0"/>
          </a:p>
        </p:txBody>
      </p:sp>
      <p:pic>
        <p:nvPicPr>
          <p:cNvPr id="29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343400"/>
            <a:ext cx="909279" cy="731520"/>
          </a:xfrm>
          <a:prstGeom prst="rect">
            <a:avLst/>
          </a:prstGeom>
        </p:spPr>
      </p:pic>
      <p:pic>
        <p:nvPicPr>
          <p:cNvPr id="3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511" y="4343400"/>
            <a:ext cx="572049" cy="731520"/>
          </a:xfrm>
          <a:prstGeom prst="rect">
            <a:avLst/>
          </a:prstGeom>
        </p:spPr>
      </p:pic>
      <p:pic>
        <p:nvPicPr>
          <p:cNvPr id="31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2D8"/>
          </a:solidFill>
          <a:ln w="12700">
            <a:solidFill>
              <a:srgbClr val="648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2D1"/>
          </a:solidFill>
          <a:ln w="12700">
            <a:solidFill>
              <a:srgbClr val="4782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حَدَخَ</a:t>
            </a:r>
            <a:endParaRPr lang="ar-SA" sz="6600" dirty="0"/>
          </a:p>
        </p:txBody>
      </p:sp>
      <p:pic>
        <p:nvPicPr>
          <p:cNvPr id="24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662654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731" y="3337560"/>
            <a:ext cx="1191829" cy="1737360"/>
          </a:xfrm>
          <a:prstGeom prst="rect">
            <a:avLst/>
          </a:prstGeom>
        </p:spPr>
      </p:pic>
      <p:pic>
        <p:nvPicPr>
          <p:cNvPr id="26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خَدَأَ</a:t>
            </a:r>
            <a:endParaRPr lang="ar-SA" sz="6200" dirty="0"/>
          </a:p>
        </p:txBody>
      </p:sp>
      <p:pic>
        <p:nvPicPr>
          <p:cNvPr id="25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4760"/>
            <a:ext cx="1081735" cy="128016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752" y="4251960"/>
            <a:ext cx="702808" cy="822960"/>
          </a:xfrm>
          <a:prstGeom prst="rect">
            <a:avLst/>
          </a:prstGeom>
        </p:spPr>
      </p:pic>
      <p:pic>
        <p:nvPicPr>
          <p:cNvPr id="27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331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2"/>
          </a:solidFill>
          <a:ln w="12700">
            <a:solidFill>
              <a:srgbClr val="2B64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3"/>
          </a:solidFill>
          <a:ln w="12700">
            <a:solidFill>
              <a:srgbClr val="34797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endParaRPr lang="ar-SA" sz="7000" dirty="0"/>
          </a:p>
        </p:txBody>
      </p:sp>
      <p:pic>
        <p:nvPicPr>
          <p:cNvPr id="22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472" y="3520440"/>
            <a:ext cx="1158088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endParaRPr lang="ar-SA" sz="98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417" y="3520440"/>
            <a:ext cx="1559143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55E"/>
          </a:solidFill>
          <a:ln w="12700">
            <a:solidFill>
              <a:srgbClr val="ED7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5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5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</a:t>
            </a:r>
            <a:endParaRPr lang="ar-SA" sz="10000" dirty="0"/>
          </a:p>
        </p:txBody>
      </p:sp>
      <p:pic>
        <p:nvPicPr>
          <p:cNvPr id="28" name="Image 0" descr="bird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8E0"/>
          </a:solidFill>
          <a:ln w="12700">
            <a:solidFill>
              <a:srgbClr val="52B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7"/>
          </a:solidFill>
          <a:ln w="12700">
            <a:solidFill>
              <a:srgbClr val="DB708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</a:t>
            </a:r>
            <a:endParaRPr lang="ar-SA" sz="8500" dirty="0"/>
          </a:p>
        </p:txBody>
      </p:sp>
      <p:pic>
        <p:nvPicPr>
          <p:cNvPr id="25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6240"/>
            <a:ext cx="890397" cy="868680"/>
          </a:xfrm>
          <a:prstGeom prst="rect">
            <a:avLst/>
          </a:prstGeom>
        </p:spPr>
      </p:pic>
      <p:pic>
        <p:nvPicPr>
          <p:cNvPr id="26" name="Image 1" descr="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F"/>
          </a:solidFill>
          <a:ln w="12700">
            <a:solidFill>
              <a:srgbClr val="D8649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4"/>
          </a:solidFill>
          <a:ln w="12700">
            <a:solidFill>
              <a:srgbClr val="D147A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endParaRPr lang="ar-SA" sz="99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07" y="3520440"/>
            <a:ext cx="1753453" cy="1554480"/>
          </a:xfrm>
          <a:prstGeom prst="rect">
            <a:avLst/>
          </a:prstGeom>
        </p:spPr>
      </p:pic>
      <p:pic>
        <p:nvPicPr>
          <p:cNvPr id="22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</a:t>
            </a:r>
            <a:endParaRPr lang="ar-SA" sz="11000" dirty="0"/>
          </a:p>
        </p:txBody>
      </p:sp>
      <p:pic>
        <p:nvPicPr>
          <p:cNvPr id="21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6240"/>
            <a:ext cx="1079769" cy="86868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499" y="4160520"/>
            <a:ext cx="715061" cy="914400"/>
          </a:xfrm>
          <a:prstGeom prst="rect">
            <a:avLst/>
          </a:prstGeom>
        </p:spPr>
      </p:pic>
      <p:pic>
        <p:nvPicPr>
          <p:cNvPr id="23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0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42B64"/>
          </a:solidFill>
          <a:ln w="12700">
            <a:solidFill>
              <a:srgbClr val="3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23479"/>
          </a:solidFill>
          <a:ln w="12700">
            <a:solidFill>
              <a:srgbClr val="6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</a:t>
            </a:r>
            <a:endParaRPr lang="ar-SA" sz="10900" dirty="0"/>
          </a:p>
        </p:txBody>
      </p:sp>
      <p:pic>
        <p:nvPicPr>
          <p:cNvPr id="22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520440"/>
            <a:ext cx="1066373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4200" dirty="0"/>
          </a:p>
        </p:txBody>
      </p:sp>
      <p:sp>
        <p:nvSpPr>
          <p:cNvPr id="12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14200" dirty="0"/>
          </a:p>
        </p:txBody>
      </p:sp>
      <p:pic>
        <p:nvPicPr>
          <p:cNvPr id="13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13536" cy="1554480"/>
          </a:xfrm>
          <a:prstGeom prst="rect">
            <a:avLst/>
          </a:prstGeom>
        </p:spPr>
      </p:pic>
      <p:pic>
        <p:nvPicPr>
          <p:cNvPr id="14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34" y="1783080"/>
            <a:ext cx="1327526" cy="1554480"/>
          </a:xfrm>
          <a:prstGeom prst="rect">
            <a:avLst/>
          </a:prstGeom>
        </p:spPr>
      </p:pic>
      <p:pic>
        <p:nvPicPr>
          <p:cNvPr id="15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BED5E"/>
          </a:solidFill>
          <a:ln w="12700">
            <a:solidFill>
              <a:srgbClr val="6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ذَأَ</a:t>
            </a:r>
            <a:endParaRPr lang="ar-SA" sz="7000" dirty="0"/>
          </a:p>
        </p:txBody>
      </p:sp>
      <p:pic>
        <p:nvPicPr>
          <p:cNvPr id="28" name="Image 0" descr="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B"/>
          </a:solidFill>
          <a:ln w="12700">
            <a:solidFill>
              <a:srgbClr val="E052D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2DB70"/>
          </a:solidFill>
          <a:ln w="12700">
            <a:solidFill>
              <a:srgbClr val="A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D"/>
          </a:solidFill>
          <a:ln w="12700">
            <a:solidFill>
              <a:srgbClr val="4785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ذَبَ</a:t>
            </a:r>
            <a:endParaRPr lang="ar-SA" sz="9300" dirty="0"/>
          </a:p>
        </p:txBody>
      </p:sp>
      <p:pic>
        <p:nvPicPr>
          <p:cNvPr id="25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23360"/>
            <a:ext cx="894878" cy="1051560"/>
          </a:xfrm>
          <a:prstGeom prst="rect">
            <a:avLst/>
          </a:prstGeom>
        </p:spPr>
      </p:pic>
      <p:pic>
        <p:nvPicPr>
          <p:cNvPr id="26" name="Image 1" descr="bird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505420" y="45720"/>
            <a:ext cx="803940" cy="6400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D864"/>
          </a:solidFill>
          <a:ln w="12700">
            <a:solidFill>
              <a:srgbClr val="B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6D147"/>
          </a:solidFill>
          <a:ln w="12700">
            <a:solidFill>
              <a:srgbClr val="C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4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4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ذَتَ</a:t>
            </a:r>
            <a:endParaRPr lang="ar-SA" sz="9300" dirty="0"/>
          </a:p>
        </p:txBody>
      </p:sp>
      <p:pic>
        <p:nvPicPr>
          <p:cNvPr id="20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57163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760" y="3520440"/>
            <a:ext cx="1734800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7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ذَثَ</a:t>
            </a:r>
            <a:endParaRPr lang="ar-SA" sz="9300" dirty="0"/>
          </a:p>
        </p:txBody>
      </p:sp>
      <p:pic>
        <p:nvPicPr>
          <p:cNvPr id="21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23360"/>
            <a:ext cx="1077849" cy="1051560"/>
          </a:xfrm>
          <a:prstGeom prst="rect">
            <a:avLst/>
          </a:prstGeom>
        </p:spPr>
      </p:pic>
      <p:pic>
        <p:nvPicPr>
          <p:cNvPr id="22" name="Image 1" descr="bird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0"/>
          </a:solidFill>
          <a:ln w="12700">
            <a:solidFill>
              <a:srgbClr val="642B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134"/>
          </a:solidFill>
          <a:ln w="12700">
            <a:solidFill>
              <a:srgbClr val="795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ذَجَ</a:t>
            </a:r>
            <a:endParaRPr lang="ar-SA" sz="7400" dirty="0"/>
          </a:p>
        </p:txBody>
      </p:sp>
      <p:pic>
        <p:nvPicPr>
          <p:cNvPr id="22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3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07" y="3520440"/>
            <a:ext cx="1753453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ذَحَ</a:t>
            </a:r>
            <a:endParaRPr lang="ar-SA" sz="7400" dirty="0"/>
          </a:p>
        </p:txBody>
      </p:sp>
      <p:pic>
        <p:nvPicPr>
          <p:cNvPr id="20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761729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6957" y="3520440"/>
            <a:ext cx="1215603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6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FED"/>
          </a:solidFill>
          <a:ln w="12700">
            <a:solidFill>
              <a:srgbClr val="5E8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ذَخَ</a:t>
            </a:r>
            <a:endParaRPr lang="ar-SA" sz="7400" dirty="0"/>
          </a:p>
        </p:txBody>
      </p:sp>
      <p:pic>
        <p:nvPicPr>
          <p:cNvPr id="28" name="Image 0" descr="bir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252"/>
          </a:solidFill>
          <a:ln w="12700">
            <a:solidFill>
              <a:srgbClr val="E0C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DDB"/>
          </a:solidFill>
          <a:ln w="12700">
            <a:solidFill>
              <a:srgbClr val="70B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4785"/>
          </a:solidFill>
          <a:ln w="12700">
            <a:solidFill>
              <a:srgbClr val="6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4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4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ذَدَ</a:t>
            </a:r>
            <a:endParaRPr lang="ar-SA" sz="9300" dirty="0"/>
          </a:p>
        </p:txBody>
      </p:sp>
      <p:pic>
        <p:nvPicPr>
          <p:cNvPr id="25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7640"/>
            <a:ext cx="927202" cy="1097280"/>
          </a:xfrm>
          <a:prstGeom prst="rect">
            <a:avLst/>
          </a:prstGeom>
        </p:spPr>
      </p:pic>
      <p:pic>
        <p:nvPicPr>
          <p:cNvPr id="26" name="Image 1" descr="butterfly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6408" y="45720"/>
            <a:ext cx="852952" cy="7315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8"/>
          </a:solidFill>
          <a:ln w="12700">
            <a:solidFill>
              <a:srgbClr val="64D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A"/>
          </a:solidFill>
          <a:ln w="12700">
            <a:solidFill>
              <a:srgbClr val="47D1B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أَذَبَ</a:t>
            </a:r>
            <a:endParaRPr lang="ar-SA" sz="6200" dirty="0"/>
          </a:p>
        </p:txBody>
      </p:sp>
      <p:pic>
        <p:nvPicPr>
          <p:cNvPr id="24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425778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8227" y="3337560"/>
            <a:ext cx="1294333" cy="1737360"/>
          </a:xfrm>
          <a:prstGeom prst="rect">
            <a:avLst/>
          </a:prstGeom>
        </p:spPr>
      </p:pic>
      <p:pic>
        <p:nvPicPr>
          <p:cNvPr id="26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5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5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5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5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بَذَتَ</a:t>
            </a:r>
            <a:endParaRPr lang="ar-SA" sz="8200" dirty="0"/>
          </a:p>
        </p:txBody>
      </p:sp>
      <p:pic>
        <p:nvPicPr>
          <p:cNvPr id="25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4760"/>
            <a:ext cx="1089416" cy="1280160"/>
          </a:xfrm>
          <a:prstGeom prst="rect">
            <a:avLst/>
          </a:prstGeom>
        </p:spPr>
      </p:pic>
      <p:pic>
        <p:nvPicPr>
          <p:cNvPr id="26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3020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E642B"/>
          </a:solidFill>
          <a:ln w="12700">
            <a:solidFill>
              <a:srgbClr val="3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F"/>
          </a:solidFill>
          <a:ln w="12700">
            <a:solidFill>
              <a:srgbClr val="3479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7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تَذَثَ</a:t>
            </a:r>
            <a:endParaRPr lang="ar-SA" sz="8200" dirty="0"/>
          </a:p>
        </p:txBody>
      </p:sp>
      <p:pic>
        <p:nvPicPr>
          <p:cNvPr id="26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338270" cy="1508760"/>
          </a:xfrm>
          <a:prstGeom prst="rect">
            <a:avLst/>
          </a:prstGeom>
        </p:spPr>
      </p:pic>
      <p:pic>
        <p:nvPicPr>
          <p:cNvPr id="27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3666" y="3337560"/>
            <a:ext cx="1938894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ثَذَجَ</a:t>
            </a:r>
            <a:endParaRPr lang="ar-SA" sz="6600" dirty="0"/>
          </a:p>
        </p:txBody>
      </p:sp>
      <p:pic>
        <p:nvPicPr>
          <p:cNvPr id="24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546479" cy="1508760"/>
          </a:xfrm>
          <a:prstGeom prst="rect">
            <a:avLst/>
          </a:prstGeom>
        </p:spPr>
      </p:pic>
      <p:pic>
        <p:nvPicPr>
          <p:cNvPr id="25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899" y="3337560"/>
            <a:ext cx="2039661" cy="1737360"/>
          </a:xfrm>
          <a:prstGeom prst="rect">
            <a:avLst/>
          </a:prstGeom>
        </p:spPr>
      </p:pic>
      <p:pic>
        <p:nvPicPr>
          <p:cNvPr id="26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475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2"/>
          </a:solidFill>
          <a:ln w="12700">
            <a:solidFill>
              <a:srgbClr val="ED5EB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جَذَحَ</a:t>
            </a:r>
            <a:endParaRPr lang="ar-SA" sz="6600" dirty="0"/>
          </a:p>
        </p:txBody>
      </p:sp>
      <p:pic>
        <p:nvPicPr>
          <p:cNvPr id="32" name="Image 0" descr="butterfly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E"/>
          </a:solidFill>
          <a:ln w="12700">
            <a:solidFill>
              <a:srgbClr val="52E09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E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7"/>
          </a:solidFill>
          <a:ln w="12700">
            <a:solidFill>
              <a:srgbClr val="DB70D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E47"/>
          </a:solidFill>
          <a:ln w="12700">
            <a:solidFill>
              <a:srgbClr val="855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حَذَخَ</a:t>
            </a:r>
            <a:endParaRPr lang="ar-SA" sz="6600" dirty="0"/>
          </a:p>
        </p:txBody>
      </p:sp>
      <p:pic>
        <p:nvPicPr>
          <p:cNvPr id="29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343400"/>
            <a:ext cx="909279" cy="731520"/>
          </a:xfrm>
          <a:prstGeom prst="rect">
            <a:avLst/>
          </a:prstGeom>
        </p:spPr>
      </p:pic>
      <p:pic>
        <p:nvPicPr>
          <p:cNvPr id="30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511" y="4343400"/>
            <a:ext cx="572049" cy="731520"/>
          </a:xfrm>
          <a:prstGeom prst="rect">
            <a:avLst/>
          </a:prstGeom>
        </p:spPr>
      </p:pic>
      <p:pic>
        <p:nvPicPr>
          <p:cNvPr id="31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B64D8"/>
          </a:solidFill>
          <a:ln w="12700">
            <a:solidFill>
              <a:srgbClr val="B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747D1"/>
          </a:solidFill>
          <a:ln w="12700">
            <a:solidFill>
              <a:srgbClr val="97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خَذَدَ</a:t>
            </a:r>
            <a:endParaRPr lang="ar-SA" sz="8200" dirty="0"/>
          </a:p>
        </p:txBody>
      </p:sp>
      <p:pic>
        <p:nvPicPr>
          <p:cNvPr id="24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6160"/>
            <a:ext cx="1662654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731" y="3337560"/>
            <a:ext cx="1191829" cy="1737360"/>
          </a:xfrm>
          <a:prstGeom prst="rect">
            <a:avLst/>
          </a:prstGeom>
        </p:spPr>
      </p:pic>
      <p:pic>
        <p:nvPicPr>
          <p:cNvPr id="26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88797" cy="6858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دَذَأَ</a:t>
            </a:r>
            <a:endParaRPr lang="ar-SA" sz="6200" dirty="0"/>
          </a:p>
        </p:txBody>
      </p:sp>
      <p:pic>
        <p:nvPicPr>
          <p:cNvPr id="25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4760"/>
            <a:ext cx="1081735" cy="128016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752" y="4251960"/>
            <a:ext cx="702808" cy="822960"/>
          </a:xfrm>
          <a:prstGeom prst="rect">
            <a:avLst/>
          </a:prstGeom>
        </p:spPr>
      </p:pic>
      <p:pic>
        <p:nvPicPr>
          <p:cNvPr id="27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C64"/>
          </a:solidFill>
          <a:ln w="12700">
            <a:solidFill>
              <a:srgbClr val="2B4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A79"/>
          </a:solidFill>
          <a:ln w="12700">
            <a:solidFill>
              <a:srgbClr val="343A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</a:t>
            </a:r>
            <a:endParaRPr lang="ar-SA" sz="7000" dirty="0"/>
          </a:p>
        </p:txBody>
      </p:sp>
      <p:pic>
        <p:nvPicPr>
          <p:cNvPr id="22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339367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472" y="3520440"/>
            <a:ext cx="1158088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5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5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</a:t>
            </a:r>
            <a:endParaRPr lang="ar-SA" sz="9300" dirty="0"/>
          </a:p>
        </p:txBody>
      </p:sp>
      <p:pic>
        <p:nvPicPr>
          <p:cNvPr id="20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206139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417" y="3520440"/>
            <a:ext cx="1559143" cy="1554480"/>
          </a:xfrm>
          <a:prstGeom prst="rect">
            <a:avLst/>
          </a:prstGeom>
        </p:spPr>
      </p:pic>
      <p:pic>
        <p:nvPicPr>
          <p:cNvPr id="22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74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6ED5E"/>
          </a:solidFill>
          <a:ln w="12700">
            <a:solidFill>
              <a:srgbClr val="D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4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4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</a:t>
            </a:r>
            <a:endParaRPr lang="ar-SA" sz="9300" dirty="0"/>
          </a:p>
        </p:txBody>
      </p:sp>
      <p:pic>
        <p:nvPicPr>
          <p:cNvPr id="28" name="Image 0" descr="bird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B52E0"/>
          </a:solidFill>
          <a:ln w="12700">
            <a:solidFill>
              <a:srgbClr val="7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570"/>
          </a:solidFill>
          <a:ln w="12700">
            <a:solidFill>
              <a:srgbClr val="DBC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F"/>
          </a:solidFill>
          <a:ln w="12700">
            <a:solidFill>
              <a:srgbClr val="47854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7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7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</a:t>
            </a:r>
            <a:endParaRPr lang="ar-SA" sz="8500" dirty="0"/>
          </a:p>
        </p:txBody>
      </p:sp>
      <p:pic>
        <p:nvPicPr>
          <p:cNvPr id="25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6240"/>
            <a:ext cx="890397" cy="868680"/>
          </a:xfrm>
          <a:prstGeom prst="rect">
            <a:avLst/>
          </a:prstGeom>
        </p:spPr>
      </p:pic>
      <p:pic>
        <p:nvPicPr>
          <p:cNvPr id="26" name="Image 1" descr="bird4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79816" y="45720"/>
            <a:ext cx="829544" cy="6400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E64"/>
          </a:solidFill>
          <a:ln w="12700">
            <a:solidFill>
              <a:srgbClr val="D89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547"/>
          </a:solidFill>
          <a:ln w="12700">
            <a:solidFill>
              <a:srgbClr val="D17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</a:t>
            </a:r>
            <a:endParaRPr lang="ar-SA" sz="9300" dirty="0"/>
          </a:p>
        </p:txBody>
      </p:sp>
      <p:pic>
        <p:nvPicPr>
          <p:cNvPr id="20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060155" cy="1417320"/>
          </a:xfrm>
          <a:prstGeom prst="rect">
            <a:avLst/>
          </a:prstGeom>
        </p:spPr>
      </p:pic>
      <p:pic>
        <p:nvPicPr>
          <p:cNvPr id="21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07" y="3520440"/>
            <a:ext cx="1753453" cy="1554480"/>
          </a:xfrm>
          <a:prstGeom prst="rect">
            <a:avLst/>
          </a:prstGeom>
        </p:spPr>
      </p:pic>
      <p:pic>
        <p:nvPicPr>
          <p:cNvPr id="22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</a:t>
            </a:r>
            <a:endParaRPr lang="ar-SA" sz="9300" dirty="0"/>
          </a:p>
        </p:txBody>
      </p:sp>
      <p:pic>
        <p:nvPicPr>
          <p:cNvPr id="21" name="Image 0" descr="fi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6240"/>
            <a:ext cx="1079769" cy="86868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499" y="4160520"/>
            <a:ext cx="715061" cy="914400"/>
          </a:xfrm>
          <a:prstGeom prst="rect">
            <a:avLst/>
          </a:prstGeom>
        </p:spPr>
      </p:pic>
      <p:pic>
        <p:nvPicPr>
          <p:cNvPr id="23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333147" y="45720"/>
            <a:ext cx="976213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B"/>
          </a:solidFill>
          <a:ln w="12700">
            <a:solidFill>
              <a:srgbClr val="642B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B"/>
          </a:solidFill>
          <a:ln w="12700">
            <a:solidFill>
              <a:srgbClr val="79344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</a:t>
            </a:r>
            <a:endParaRPr lang="ar-SA" sz="9300" dirty="0"/>
          </a:p>
        </p:txBody>
      </p:sp>
      <p:pic>
        <p:nvPicPr>
          <p:cNvPr id="22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561887" cy="1417320"/>
          </a:xfrm>
          <a:prstGeom prst="rect">
            <a:avLst/>
          </a:prstGeom>
        </p:spPr>
      </p:pic>
      <p:pic>
        <p:nvPicPr>
          <p:cNvPr id="23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187" y="3520440"/>
            <a:ext cx="1066373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4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4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</a:t>
            </a:r>
            <a:endParaRPr lang="ar-SA" sz="93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7600"/>
            <a:ext cx="119763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034" y="3520440"/>
            <a:ext cx="1327526" cy="1554480"/>
          </a:xfrm>
          <a:prstGeom prst="rect">
            <a:avLst/>
          </a:prstGeom>
        </p:spPr>
      </p:pic>
      <p:pic>
        <p:nvPicPr>
          <p:cNvPr id="22" name="Image 2" descr="bird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6216457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1"/>
          </a:solidFill>
          <a:ln w="12700">
            <a:solidFill>
              <a:srgbClr val="5EEDE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07572" y="896112"/>
            <a:ext cx="198147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5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07572" y="896112"/>
            <a:ext cx="198147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</a:t>
            </a:r>
            <a:endParaRPr lang="ar-SA" sz="4600" dirty="0"/>
          </a:p>
        </p:txBody>
      </p:sp>
      <p:sp>
        <p:nvSpPr>
          <p:cNvPr id="20" name="C2 W2 pill"/>
          <p:cNvSpPr/>
          <p:nvPr/>
        </p:nvSpPr>
        <p:spPr>
          <a:xfrm>
            <a:off x="2454950" y="896112"/>
            <a:ext cx="193258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5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454950" y="896112"/>
            <a:ext cx="193258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وَرَجَعَ</a:t>
            </a:r>
            <a:endParaRPr lang="ar-SA" sz="46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836431" y="2834640"/>
            <a:ext cx="347113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836431" y="2834640"/>
            <a:ext cx="347113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ذَهَبَ وَرَجَعَ</a:t>
            </a:r>
            <a:endParaRPr lang="ar-SA" sz="47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468984" cy="155448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4472" y="1783080"/>
            <a:ext cx="1158088" cy="1554480"/>
          </a:xfrm>
          <a:prstGeom prst="rect">
            <a:avLst/>
          </a:prstGeom>
        </p:spPr>
      </p:pic>
      <p:pic>
        <p:nvPicPr>
          <p:cNvPr id="27" name="Image 2" descr="bird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5720"/>
            <a:ext cx="1007303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752"/>
          </a:solidFill>
          <a:ln w="12700">
            <a:solidFill>
              <a:srgbClr val="E05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A"/>
          </a:solidFill>
          <a:ln w="12700">
            <a:solidFill>
              <a:srgbClr val="70DBA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F85"/>
          </a:solidFill>
          <a:ln w="12700">
            <a:solidFill>
              <a:srgbClr val="474F8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5001596" y="896112"/>
            <a:ext cx="161524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5A36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001596" y="896112"/>
            <a:ext cx="161524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527161" y="896112"/>
            <a:ext cx="215439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A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27161" y="896112"/>
            <a:ext cx="215439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وَسَجَدَ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42249" y="2834640"/>
            <a:ext cx="345950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42249" y="2834640"/>
            <a:ext cx="345950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رَكَعَ وَسَجَدَ</a:t>
            </a:r>
            <a:endParaRPr lang="ar-SA" sz="4700" dirty="0"/>
          </a:p>
        </p:txBody>
      </p:sp>
      <p:pic>
        <p:nvPicPr>
          <p:cNvPr id="22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22862" cy="1554480"/>
          </a:xfrm>
          <a:prstGeom prst="rect">
            <a:avLst/>
          </a:prstGeom>
        </p:spPr>
      </p:pic>
      <p:pic>
        <p:nvPicPr>
          <p:cNvPr id="23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417" y="1783080"/>
            <a:ext cx="1559143" cy="1554480"/>
          </a:xfrm>
          <a:prstGeom prst="rect">
            <a:avLst/>
          </a:prstGeom>
        </p:spPr>
      </p:pic>
      <p:pic>
        <p:nvPicPr>
          <p:cNvPr id="24" name="Image 2" descr="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248" y="45720"/>
            <a:ext cx="802112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1"/>
          </a:solidFill>
          <a:ln w="12700">
            <a:solidFill>
              <a:srgbClr val="64D88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3"/>
          </a:solidFill>
          <a:ln w="12700">
            <a:solidFill>
              <a:srgbClr val="47D15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08255" y="896112"/>
            <a:ext cx="221440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8C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08255" y="896112"/>
            <a:ext cx="221440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دَرَسَ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121343" y="896112"/>
            <a:ext cx="236687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C36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121343" y="896112"/>
            <a:ext cx="236687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وَكَتَبَ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451944" y="2834640"/>
            <a:ext cx="424011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451944" y="2834640"/>
            <a:ext cx="424011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دَرَسَ وَكَتَبَ</a:t>
            </a:r>
            <a:endParaRPr lang="ar-SA" sz="5700" dirty="0"/>
          </a:p>
        </p:txBody>
      </p:sp>
      <p:pic>
        <p:nvPicPr>
          <p:cNvPr id="17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378824" cy="1554480"/>
          </a:xfrm>
          <a:prstGeom prst="rect">
            <a:avLst/>
          </a:prstGeom>
        </p:spPr>
      </p:pic>
      <p:pic>
        <p:nvPicPr>
          <p:cNvPr id="18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760" y="1783080"/>
            <a:ext cx="1734800" cy="1554480"/>
          </a:xfrm>
          <a:prstGeom prst="rect">
            <a:avLst/>
          </a:prstGeom>
        </p:spPr>
      </p:pic>
      <p:pic>
        <p:nvPicPr>
          <p:cNvPr id="19" name="Image 2" descr="bird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918789" cy="73152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064173" y="896112"/>
            <a:ext cx="181201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E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064173" y="896112"/>
            <a:ext cx="181201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ذَكَرَ</a:t>
            </a:r>
            <a:endParaRPr lang="ar-SA" sz="5600" dirty="0"/>
          </a:p>
        </p:txBody>
      </p:sp>
      <p:sp>
        <p:nvSpPr>
          <p:cNvPr id="13" name="C2 W2 pill"/>
          <p:cNvSpPr/>
          <p:nvPr/>
        </p:nvSpPr>
        <p:spPr>
          <a:xfrm>
            <a:off x="2267809" y="896112"/>
            <a:ext cx="24763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E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267809" y="896112"/>
            <a:ext cx="24763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5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590807" y="2834640"/>
            <a:ext cx="396238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590807" y="2834640"/>
            <a:ext cx="396238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ذَكَرَ وَشَكَرَ</a:t>
            </a:r>
            <a:endParaRPr lang="ar-SA" sz="5700" dirty="0"/>
          </a:p>
        </p:txBody>
      </p:sp>
      <p:pic>
        <p:nvPicPr>
          <p:cNvPr id="18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593342" cy="1554480"/>
          </a:xfrm>
          <a:prstGeom prst="rect">
            <a:avLst/>
          </a:prstGeom>
        </p:spPr>
      </p:pic>
      <p:pic>
        <p:nvPicPr>
          <p:cNvPr id="19" name="Image 1" descr="elepha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600" y="1783080"/>
            <a:ext cx="1824960" cy="1554480"/>
          </a:xfrm>
          <a:prstGeom prst="rect">
            <a:avLst/>
          </a:prstGeom>
        </p:spPr>
      </p:pic>
      <p:pic>
        <p:nvPicPr>
          <p:cNvPr id="20" name="Image 2" descr="butterfly1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3098" y="45720"/>
            <a:ext cx="906262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05-dal-dhal</dc:title>
  <dc:subject>PptxGenJS Presentation</dc:subject>
  <dc:creator>PptxGenJS</dc:creator>
  <cp:lastModifiedBy>PptxGenJS</cp:lastModifiedBy>
  <cp:revision>1</cp:revision>
  <dcterms:created xsi:type="dcterms:W3CDTF">2026-10-20T22:49:31Z</dcterms:created>
  <dcterms:modified xsi:type="dcterms:W3CDTF">2026-10-20T22:49:31Z</dcterms:modified>
</cp:coreProperties>
</file>