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1965960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670" y="3607308"/>
            <a:ext cx="716890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877" y="3424428"/>
            <a:ext cx="712683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213" y="3698748"/>
            <a:ext cx="717347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686" y="3881628"/>
            <a:ext cx="72987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467" y="2011680"/>
            <a:ext cx="517093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470" y="3698748"/>
            <a:ext cx="720090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199510" cy="12801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102" y="1783080"/>
            <a:ext cx="783458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170432" cy="14630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