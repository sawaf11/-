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2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5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14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1965960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2038" y="2080260"/>
            <a:ext cx="520522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11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6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670" y="3607308"/>
            <a:ext cx="716890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4113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877" y="3424428"/>
            <a:ext cx="712683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9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61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5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6399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5213" y="3698748"/>
            <a:ext cx="717347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5830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686" y="3881628"/>
            <a:ext cx="72987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467" y="2011680"/>
            <a:ext cx="517093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47D1"/>
          </a:solidFill>
          <a:ln w="12700">
            <a:solidFill>
              <a:srgbClr val="C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97280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470" y="3698748"/>
            <a:ext cx="720090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BED"/>
          </a:solidFill>
          <a:ln w="12700">
            <a:solidFill>
              <a:srgbClr val="5EC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0635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77163" cy="9144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2"/>
          </a:solidFill>
          <a:ln w="12700">
            <a:solidFill>
              <a:srgbClr val="52E0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47D1"/>
          </a:solidFill>
          <a:ln w="12700">
            <a:solidFill>
              <a:srgbClr val="5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199510" cy="12801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102" y="1783080"/>
            <a:ext cx="783458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1988820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170432" cy="14630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14-meem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