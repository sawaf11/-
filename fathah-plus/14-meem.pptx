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7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8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0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2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7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8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0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2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7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2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14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11400" dirty="0"/>
          </a:p>
        </p:txBody>
      </p:sp>
      <p:pic>
        <p:nvPicPr>
          <p:cNvPr id="1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2358420" cy="1463040"/>
          </a:xfrm>
          <a:prstGeom prst="rect">
            <a:avLst/>
          </a:prstGeom>
        </p:spPr>
      </p:pic>
      <p:pic>
        <p:nvPicPr>
          <p:cNvPr id="16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620" y="1828800"/>
            <a:ext cx="1664940" cy="1463040"/>
          </a:xfrm>
          <a:prstGeom prst="rect">
            <a:avLst/>
          </a:prstGeom>
        </p:spPr>
      </p:pic>
      <p:pic>
        <p:nvPicPr>
          <p:cNvPr id="1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مَأَ</a:t>
            </a:r>
            <a:endParaRPr lang="ar-SA" sz="66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مَبَ</a:t>
            </a:r>
            <a:endParaRPr lang="ar-SA" sz="95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مَتَ</a:t>
            </a:r>
            <a:endParaRPr lang="ar-SA" sz="110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مَثَ</a:t>
            </a:r>
            <a:endParaRPr lang="ar-SA" sz="10000" dirty="0"/>
          </a:p>
        </p:txBody>
      </p:sp>
      <p:pic>
        <p:nvPicPr>
          <p:cNvPr id="20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مَجَ</a:t>
            </a:r>
            <a:endParaRPr lang="ar-SA" sz="74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مَحَ</a:t>
            </a:r>
            <a:endParaRPr lang="ar-SA" sz="74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مَخَ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مَدَ</a:t>
            </a:r>
            <a:endParaRPr lang="ar-SA" sz="110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مَذَ</a:t>
            </a:r>
            <a:endParaRPr lang="ar-SA" sz="93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مَرَ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1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مَزَ</a:t>
            </a:r>
            <a:endParaRPr lang="ar-SA" sz="9000" dirty="0"/>
          </a:p>
        </p:txBody>
      </p:sp>
      <p:pic>
        <p:nvPicPr>
          <p:cNvPr id="21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2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</a:t>
            </a:r>
            <a:endParaRPr lang="ar-SA" sz="9000" dirty="0"/>
          </a:p>
        </p:txBody>
      </p:sp>
      <p:pic>
        <p:nvPicPr>
          <p:cNvPr id="22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مَشَ</a:t>
            </a:r>
            <a:endParaRPr lang="ar-SA" sz="9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مَصَ</a:t>
            </a:r>
            <a:endParaRPr lang="ar-SA" sz="9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مَضَ</a:t>
            </a:r>
            <a:endParaRPr lang="ar-SA" sz="9000" dirty="0"/>
          </a:p>
        </p:txBody>
      </p:sp>
      <p:pic>
        <p:nvPicPr>
          <p:cNvPr id="25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مَطَ</a:t>
            </a:r>
            <a:endParaRPr lang="ar-SA" sz="9300" dirty="0"/>
          </a:p>
        </p:txBody>
      </p:sp>
      <p:pic>
        <p:nvPicPr>
          <p:cNvPr id="20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مَظَ</a:t>
            </a:r>
            <a:endParaRPr lang="ar-SA" sz="93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مَعَ</a:t>
            </a:r>
            <a:endParaRPr lang="ar-SA" sz="74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مَغَ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مَفَ</a:t>
            </a:r>
            <a:endParaRPr lang="ar-SA" sz="99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152"/>
          </a:solidFill>
          <a:ln w="12700">
            <a:solidFill>
              <a:srgbClr val="E06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مَقَ</a:t>
            </a:r>
            <a:endParaRPr lang="ar-SA" sz="86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C"/>
          </a:solidFill>
          <a:ln w="12700">
            <a:solidFill>
              <a:srgbClr val="47D1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مَكَ</a:t>
            </a:r>
            <a:endParaRPr lang="ar-SA" sz="10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مَلَ</a:t>
            </a:r>
            <a:endParaRPr lang="ar-SA" sz="86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أَمَبَ</a:t>
            </a:r>
            <a:endParaRPr lang="ar-SA" sz="6200" dirty="0"/>
          </a:p>
        </p:txBody>
      </p:sp>
      <p:pic>
        <p:nvPicPr>
          <p:cNvPr id="26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7745" y="3332988"/>
            <a:ext cx="1674815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بَمَتَ</a:t>
            </a:r>
            <a:endParaRPr lang="ar-SA" sz="84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تَمَثَ</a:t>
            </a:r>
            <a:endParaRPr lang="ar-SA" sz="82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ثَمَجَ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جَمَحَ</a:t>
            </a:r>
            <a:endParaRPr lang="ar-SA" sz="6600" dirty="0"/>
          </a:p>
        </p:txBody>
      </p:sp>
      <p:pic>
        <p:nvPicPr>
          <p:cNvPr id="24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5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حَمَخَ</a:t>
            </a:r>
            <a:endParaRPr lang="ar-SA" sz="66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خَمَدَ</a:t>
            </a:r>
            <a:endParaRPr lang="ar-SA" sz="9000" dirty="0"/>
          </a:p>
        </p:txBody>
      </p:sp>
      <p:pic>
        <p:nvPicPr>
          <p:cNvPr id="26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7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2988"/>
            <a:ext cx="1977116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دَمَذَ</a:t>
            </a:r>
            <a:endParaRPr lang="ar-SA" sz="82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ذَمَرَ</a:t>
            </a:r>
            <a:endParaRPr lang="ar-SA" sz="80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9E0"/>
          </a:solidFill>
          <a:ln w="12700">
            <a:solidFill>
              <a:srgbClr val="528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C70"/>
          </a:solidFill>
          <a:ln w="12700">
            <a:solidFill>
              <a:srgbClr val="DB7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رَمَزَ</a:t>
            </a:r>
            <a:endParaRPr lang="ar-SA" sz="8000" dirty="0"/>
          </a:p>
        </p:txBody>
      </p:sp>
      <p:pic>
        <p:nvPicPr>
          <p:cNvPr id="29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9"/>
          </a:solidFill>
          <a:ln w="12700">
            <a:solidFill>
              <a:srgbClr val="D8647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زَمَسَ</a:t>
            </a:r>
            <a:endParaRPr lang="ar-SA" sz="6800" dirty="0"/>
          </a:p>
        </p:txBody>
      </p:sp>
      <p:pic>
        <p:nvPicPr>
          <p:cNvPr id="24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5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سَمَشَ</a:t>
            </a:r>
            <a:endParaRPr lang="ar-SA" sz="61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7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شَمَصَ</a:t>
            </a:r>
            <a:endParaRPr lang="ar-SA" sz="5900" dirty="0"/>
          </a:p>
        </p:txBody>
      </p:sp>
      <p:pic>
        <p:nvPicPr>
          <p:cNvPr id="26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7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صَمَضَ</a:t>
            </a:r>
            <a:endParaRPr lang="ar-SA" sz="5700" dirty="0"/>
          </a:p>
        </p:txBody>
      </p:sp>
      <p:pic>
        <p:nvPicPr>
          <p:cNvPr id="24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5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9604" y="3332988"/>
            <a:ext cx="1792956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0"/>
          </a:solidFill>
          <a:ln w="12700">
            <a:solidFill>
              <a:srgbClr val="5EED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ضَمَطَ</a:t>
            </a:r>
            <a:endParaRPr lang="ar-SA" sz="70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طَمَظَ</a:t>
            </a:r>
            <a:endParaRPr lang="ar-SA" sz="7200" dirty="0"/>
          </a:p>
        </p:txBody>
      </p:sp>
      <p:pic>
        <p:nvPicPr>
          <p:cNvPr id="29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31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D864"/>
          </a:solidFill>
          <a:ln w="12700">
            <a:solidFill>
              <a:srgbClr val="9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ظَمَعَ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5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عَمَغَ</a:t>
            </a:r>
            <a:endParaRPr lang="ar-SA" sz="6600" dirty="0"/>
          </a:p>
        </p:txBody>
      </p:sp>
      <p:pic>
        <p:nvPicPr>
          <p:cNvPr id="25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067105" cy="685800"/>
          </a:xfrm>
          <a:prstGeom prst="rect">
            <a:avLst/>
          </a:prstGeom>
        </p:spPr>
      </p:pic>
      <p:pic>
        <p:nvPicPr>
          <p:cNvPr id="26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95" y="4293108"/>
            <a:ext cx="725165" cy="7772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غَمَفَ</a:t>
            </a:r>
            <a:endParaRPr lang="ar-SA" sz="7400" dirty="0"/>
          </a:p>
        </p:txBody>
      </p:sp>
      <p:pic>
        <p:nvPicPr>
          <p:cNvPr id="26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فَمَقَ</a:t>
            </a:r>
            <a:endParaRPr lang="ar-SA" sz="76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0ED"/>
          </a:solidFill>
          <a:ln w="12700">
            <a:solidFill>
              <a:srgbClr val="5E6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قَمَكَ</a:t>
            </a:r>
            <a:endParaRPr lang="ar-SA" sz="77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كَمَلَ</a:t>
            </a:r>
            <a:endParaRPr lang="ar-SA" sz="7600" dirty="0"/>
          </a:p>
        </p:txBody>
      </p:sp>
      <p:pic>
        <p:nvPicPr>
          <p:cNvPr id="29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3D8"/>
          </a:solidFill>
          <a:ln w="12700">
            <a:solidFill>
              <a:srgbClr val="64B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CD1"/>
          </a:solidFill>
          <a:ln w="12700">
            <a:solidFill>
              <a:srgbClr val="47B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لَمَأَ</a:t>
            </a:r>
            <a:endParaRPr lang="ar-SA" sz="5900" dirty="0"/>
          </a:p>
        </p:txBody>
      </p:sp>
      <p:pic>
        <p:nvPicPr>
          <p:cNvPr id="24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</a:t>
            </a:r>
            <a:endParaRPr lang="ar-SA" sz="7000" dirty="0"/>
          </a:p>
        </p:txBody>
      </p:sp>
      <p:pic>
        <p:nvPicPr>
          <p:cNvPr id="21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64508"/>
            <a:ext cx="1083290" cy="100584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</a:t>
            </a:r>
            <a:endParaRPr lang="ar-SA" sz="7400" dirty="0"/>
          </a:p>
        </p:txBody>
      </p:sp>
      <p:pic>
        <p:nvPicPr>
          <p:cNvPr id="22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3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</a:t>
            </a:r>
            <a:endParaRPr lang="ar-SA" sz="74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D"/>
          </a:solidFill>
          <a:ln w="12700">
            <a:solidFill>
              <a:srgbClr val="52E0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</a:t>
            </a:r>
            <a:endParaRPr lang="ar-SA" sz="7400" dirty="0"/>
          </a:p>
        </p:txBody>
      </p:sp>
      <p:pic>
        <p:nvPicPr>
          <p:cNvPr id="25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0"/>
          </a:solidFill>
          <a:ln w="12700">
            <a:solidFill>
              <a:srgbClr val="D864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47D1"/>
          </a:solidFill>
          <a:ln w="12700">
            <a:solidFill>
              <a:srgbClr val="C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</a:t>
            </a:r>
            <a:endParaRPr lang="ar-SA" sz="7400" dirty="0"/>
          </a:p>
        </p:txBody>
      </p:sp>
      <p:pic>
        <p:nvPicPr>
          <p:cNvPr id="21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</a:t>
            </a:r>
            <a:endParaRPr lang="ar-SA" sz="7400" dirty="0"/>
          </a:p>
        </p:txBody>
      </p:sp>
      <p:pic>
        <p:nvPicPr>
          <p:cNvPr id="22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</a:t>
            </a:r>
            <a:endParaRPr lang="ar-SA" sz="74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ED5E"/>
          </a:solidFill>
          <a:ln w="12700">
            <a:solidFill>
              <a:srgbClr val="A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</a:t>
            </a:r>
            <a:endParaRPr lang="ar-SA" sz="74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DB70"/>
          </a:solidFill>
          <a:ln w="12700">
            <a:solidFill>
              <a:srgbClr val="C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247"/>
          </a:solidFill>
          <a:ln w="12700">
            <a:solidFill>
              <a:srgbClr val="D1A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</a:t>
            </a:r>
            <a:endParaRPr lang="ar-SA" sz="7400" dirty="0"/>
          </a:p>
        </p:txBody>
      </p:sp>
      <p:pic>
        <p:nvPicPr>
          <p:cNvPr id="20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1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</a:t>
            </a:r>
            <a:endParaRPr lang="ar-SA" sz="7400" dirty="0"/>
          </a:p>
        </p:txBody>
      </p:sp>
      <p:pic>
        <p:nvPicPr>
          <p:cNvPr id="21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</a:t>
            </a:r>
            <a:endParaRPr lang="ar-SA" sz="74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3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</a:t>
            </a:r>
            <a:endParaRPr lang="ar-SA" sz="74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BED"/>
          </a:solidFill>
          <a:ln w="12700">
            <a:solidFill>
              <a:srgbClr val="5EC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</a:t>
            </a:r>
            <a:endParaRPr lang="ar-SA" sz="74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652"/>
          </a:solidFill>
          <a:ln w="12700">
            <a:solidFill>
              <a:srgbClr val="E08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D"/>
          </a:solidFill>
          <a:ln w="12700">
            <a:solidFill>
              <a:srgbClr val="70DB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</a:t>
            </a:r>
            <a:endParaRPr lang="ar-SA" sz="74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93108"/>
            <a:ext cx="884499" cy="77724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</a:t>
            </a:r>
            <a:endParaRPr lang="ar-SA" sz="7400" dirty="0"/>
          </a:p>
        </p:txBody>
      </p:sp>
      <p:pic>
        <p:nvPicPr>
          <p:cNvPr id="20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</a:t>
            </a:r>
            <a:endParaRPr lang="ar-SA" sz="7400" dirty="0"/>
          </a:p>
        </p:txBody>
      </p:sp>
      <p:pic>
        <p:nvPicPr>
          <p:cNvPr id="21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017" y="4384548"/>
            <a:ext cx="688543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</a:t>
            </a:r>
            <a:endParaRPr lang="ar-SA" sz="7400" dirty="0"/>
          </a:p>
        </p:txBody>
      </p:sp>
      <p:pic>
        <p:nvPicPr>
          <p:cNvPr id="22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3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</a:t>
            </a:r>
            <a:endParaRPr lang="ar-SA" sz="74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5EED"/>
          </a:solidFill>
          <a:ln w="12700">
            <a:solidFill>
              <a:srgbClr val="E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2"/>
          </a:solidFill>
          <a:ln w="12700">
            <a:solidFill>
              <a:srgbClr val="52E06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70DB"/>
          </a:solidFill>
          <a:ln w="12700">
            <a:solidFill>
              <a:srgbClr val="B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</a:t>
            </a:r>
            <a:endParaRPr lang="ar-SA" sz="74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43" y="4338828"/>
            <a:ext cx="571317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47D1"/>
          </a:solidFill>
          <a:ln w="12700">
            <a:solidFill>
              <a:srgbClr val="5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  <p:pic>
        <p:nvPicPr>
          <p:cNvPr id="17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771741" cy="1463040"/>
          </a:xfrm>
          <a:prstGeom prst="rect">
            <a:avLst/>
          </a:prstGeom>
        </p:spPr>
      </p:pic>
      <p:pic>
        <p:nvPicPr>
          <p:cNvPr id="18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C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C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  <p:pic>
        <p:nvPicPr>
          <p:cNvPr id="18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2276490" cy="1463040"/>
          </a:xfrm>
          <a:prstGeom prst="rect">
            <a:avLst/>
          </a:prstGeom>
        </p:spPr>
      </p:pic>
      <p:pic>
        <p:nvPicPr>
          <p:cNvPr id="19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544" y="1828800"/>
            <a:ext cx="1365016" cy="146304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7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7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19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1064" cy="1463040"/>
          </a:xfrm>
          <a:prstGeom prst="rect">
            <a:avLst/>
          </a:prstGeom>
        </p:spPr>
      </p:pic>
      <p:pic>
        <p:nvPicPr>
          <p:cNvPr id="2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1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5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5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  <p:pic>
        <p:nvPicPr>
          <p:cNvPr id="17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840" y="1851660"/>
            <a:ext cx="2284720" cy="141732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14-meem</dc:title>
  <dc:subject>PptxGenJS Presentation</dc:subject>
  <dc:creator>PptxGenJS</dc:creator>
  <cp:lastModifiedBy>PptxGenJS</cp:lastModifiedBy>
  <cp:revision>1</cp:revision>
  <dcterms:created xsi:type="dcterms:W3CDTF">2026-10-20T23:11:13Z</dcterms:created>
  <dcterms:modified xsi:type="dcterms:W3CDTF">2026-10-20T23:11:13Z</dcterms:modified>
</cp:coreProperties>
</file>