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5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14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3194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241548"/>
            <a:ext cx="146304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07920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9399" y="2080260"/>
            <a:ext cx="513161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896" y="3515868"/>
            <a:ext cx="128866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0272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487" y="3515868"/>
            <a:ext cx="150007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37117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مَدَ</a:t>
            </a:r>
            <a:endParaRPr lang="ar-SA" sz="11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6041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15868"/>
            <a:ext cx="139747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4110228"/>
            <a:ext cx="729691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463" y="3515868"/>
            <a:ext cx="1144097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مَشَ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31316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9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8797" y="3515868"/>
            <a:ext cx="66376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مَغَ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676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مَفَ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9778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152"/>
          </a:solidFill>
          <a:ln w="12700">
            <a:solidFill>
              <a:srgbClr val="E06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C"/>
          </a:solidFill>
          <a:ln w="12700">
            <a:solidFill>
              <a:srgbClr val="47D1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8651" y="3332988"/>
            <a:ext cx="128390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932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تَمَثَ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ثَمَجَ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جَمَحَ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272" y="3332988"/>
            <a:ext cx="1850288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حَمَخَ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5281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خَمَدَ</a:t>
            </a:r>
            <a:endParaRPr lang="ar-SA" sz="9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8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8027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9E0"/>
          </a:solidFill>
          <a:ln w="12700">
            <a:solidFill>
              <a:srgbClr val="528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C70"/>
          </a:solidFill>
          <a:ln w="12700">
            <a:solidFill>
              <a:srgbClr val="DB7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رَمَزَ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9"/>
          </a:solidFill>
          <a:ln w="12700">
            <a:solidFill>
              <a:srgbClr val="D864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زَمَسَ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98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136" y="3332988"/>
            <a:ext cx="124742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سَمَشَ</a:t>
            </a:r>
            <a:endParaRPr lang="ar-SA" sz="6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89279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شَمَصَ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صَمَضَ</a:t>
            </a:r>
            <a:endParaRPr lang="ar-SA" sz="5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0145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0"/>
          </a:solidFill>
          <a:ln w="12700">
            <a:solidFill>
              <a:srgbClr val="5EED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ضَمَطَ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7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07085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D864"/>
          </a:solidFill>
          <a:ln w="12700">
            <a:solidFill>
              <a:srgbClr val="9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ظَمَعَ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836" y="3332988"/>
            <a:ext cx="1721724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عَمَغَ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6307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3698748"/>
            <a:ext cx="718718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غَمَفَ</a:t>
            </a:r>
            <a:endParaRPr lang="ar-SA" sz="7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9" y="3332988"/>
            <a:ext cx="2783251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فَمَقَ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391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0ED"/>
          </a:solidFill>
          <a:ln w="12700">
            <a:solidFill>
              <a:srgbClr val="5E6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قَمَكَ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كَمَلَ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9084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3D8"/>
          </a:solidFill>
          <a:ln w="12700">
            <a:solidFill>
              <a:srgbClr val="64B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CD1"/>
          </a:solidFill>
          <a:ln w="12700">
            <a:solidFill>
              <a:srgbClr val="47B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6560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319" y="3332988"/>
            <a:ext cx="1513241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86261" cy="10515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413" y="3835908"/>
            <a:ext cx="722147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2599" y="2011680"/>
            <a:ext cx="509961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47D1"/>
          </a:solidFill>
          <a:ln w="12700">
            <a:solidFill>
              <a:srgbClr val="C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10447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098" y="3698748"/>
            <a:ext cx="721462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814" y="3515868"/>
            <a:ext cx="149074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6881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2554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9262" y="3515868"/>
            <a:ext cx="69329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BED"/>
          </a:solidFill>
          <a:ln w="12700">
            <a:solidFill>
              <a:srgbClr val="5EC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5663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0264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978" y="3744468"/>
            <a:ext cx="726582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65464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2"/>
          </a:solidFill>
          <a:ln w="12700">
            <a:solidFill>
              <a:srgbClr val="52E0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3806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47D1"/>
          </a:solidFill>
          <a:ln w="12700">
            <a:solidFill>
              <a:srgbClr val="5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77824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946" y="3241548"/>
            <a:ext cx="2172614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86266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767" y="1783080"/>
            <a:ext cx="809793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163117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115" y="3241548"/>
            <a:ext cx="1501445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901952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458" y="3561588"/>
            <a:ext cx="2601102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14-meem</dc:title>
  <dc:subject>PptxGenJS Presentation</dc:subject>
  <dc:creator>PptxGenJS</dc:creator>
  <cp:lastModifiedBy>PptxGenJS</cp:lastModifiedBy>
  <cp:revision>1</cp:revision>
  <dcterms:created xsi:type="dcterms:W3CDTF">2026-10-20T23:35:41Z</dcterms:created>
  <dcterms:modified xsi:type="dcterms:W3CDTF">2026-10-20T23:35:41Z</dcterms:modified>
</cp:coreProperties>
</file>