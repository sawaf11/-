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</p:sldIdLst>
  <p:notesMasterIdLst>
    <p:notesMasterId r:id="rId7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notesMaster" Target="notesMasters/notesMaster1.xml"/><Relationship Id="rId77" Type="http://schemas.openxmlformats.org/officeDocument/2006/relationships/presProps" Target="presProps.xml"/><Relationship Id="rId78" Type="http://schemas.openxmlformats.org/officeDocument/2006/relationships/viewProps" Target="viewProps.xml"/><Relationship Id="rId79" Type="http://schemas.openxmlformats.org/officeDocument/2006/relationships/theme" Target="theme/theme1.xml"/><Relationship Id="rId8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20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20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20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314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C"/>
          </a:solidFill>
          <a:ln w="12700">
            <a:solidFill>
              <a:srgbClr val="642B2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634"/>
          </a:solidFill>
          <a:ln w="12700">
            <a:solidFill>
              <a:srgbClr val="7956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11400" dirty="0"/>
          </a:p>
        </p:txBody>
      </p:sp>
      <p:sp>
        <p:nvSpPr>
          <p:cNvPr id="14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11400" dirty="0"/>
          </a:p>
        </p:txBody>
      </p:sp>
      <p:pic>
        <p:nvPicPr>
          <p:cNvPr id="15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713037" cy="1554480"/>
          </a:xfrm>
          <a:prstGeom prst="rect">
            <a:avLst/>
          </a:prstGeom>
        </p:spPr>
      </p:pic>
      <p:pic>
        <p:nvPicPr>
          <p:cNvPr id="16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1605" y="1783080"/>
            <a:ext cx="1510955" cy="1554480"/>
          </a:xfrm>
          <a:prstGeom prst="rect">
            <a:avLst/>
          </a:prstGeom>
        </p:spPr>
      </p:pic>
      <p:pic>
        <p:nvPicPr>
          <p:cNvPr id="17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مَأَ</a:t>
            </a:r>
            <a:endParaRPr lang="ar-SA" sz="66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782" y="3520440"/>
            <a:ext cx="1605778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4ED"/>
          </a:solidFill>
          <a:ln w="12700">
            <a:solidFill>
              <a:srgbClr val="5E84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مَبَ</a:t>
            </a:r>
            <a:endParaRPr lang="ar-SA" sz="9500" dirty="0"/>
          </a:p>
        </p:txBody>
      </p:sp>
      <p:pic>
        <p:nvPicPr>
          <p:cNvPr id="28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432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C52"/>
          </a:solidFill>
          <a:ln w="12700">
            <a:solidFill>
              <a:srgbClr val="E0CC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5DB"/>
          </a:solidFill>
          <a:ln w="12700">
            <a:solidFill>
              <a:srgbClr val="70B5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24785"/>
          </a:solidFill>
          <a:ln w="12700">
            <a:solidFill>
              <a:srgbClr val="7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مَتَ</a:t>
            </a:r>
            <a:endParaRPr lang="ar-SA" sz="110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26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0D8"/>
          </a:solidFill>
          <a:ln w="12700">
            <a:solidFill>
              <a:srgbClr val="64D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3"/>
          </a:solidFill>
          <a:ln w="12700">
            <a:solidFill>
              <a:srgbClr val="47D1C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مَثَ</a:t>
            </a:r>
            <a:endParaRPr lang="ar-SA" sz="10000" dirty="0"/>
          </a:p>
        </p:txBody>
      </p:sp>
      <p:pic>
        <p:nvPicPr>
          <p:cNvPr id="20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7470" y="3520440"/>
            <a:ext cx="1315090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مَجَ</a:t>
            </a:r>
            <a:endParaRPr lang="ar-SA" sz="7400" dirty="0"/>
          </a:p>
        </p:txBody>
      </p:sp>
      <p:pic>
        <p:nvPicPr>
          <p:cNvPr id="21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2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3326" y="4069080"/>
            <a:ext cx="729234" cy="1005840"/>
          </a:xfrm>
          <a:prstGeom prst="rect">
            <a:avLst/>
          </a:prstGeom>
        </p:spPr>
      </p:pic>
      <p:pic>
        <p:nvPicPr>
          <p:cNvPr id="23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3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A642B"/>
          </a:solidFill>
          <a:ln w="12700">
            <a:solidFill>
              <a:srgbClr val="3A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4"/>
          </a:solidFill>
          <a:ln w="12700">
            <a:solidFill>
              <a:srgbClr val="34794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مَحَ</a:t>
            </a:r>
            <a:endParaRPr lang="ar-SA" sz="7400" dirty="0"/>
          </a:p>
        </p:txBody>
      </p:sp>
      <p:pic>
        <p:nvPicPr>
          <p:cNvPr id="22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3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4889" y="3520440"/>
            <a:ext cx="1117671" cy="1554480"/>
          </a:xfrm>
          <a:prstGeom prst="rect">
            <a:avLst/>
          </a:prstGeom>
        </p:spPr>
      </p:pic>
      <p:pic>
        <p:nvPicPr>
          <p:cNvPr id="24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مَخَ</a:t>
            </a:r>
            <a:endParaRPr lang="ar-SA" sz="7400" dirty="0"/>
          </a:p>
        </p:txBody>
      </p:sp>
      <p:pic>
        <p:nvPicPr>
          <p:cNvPr id="20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7998" y="3520440"/>
            <a:ext cx="1114562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8"/>
          </a:solidFill>
          <a:ln w="12700">
            <a:solidFill>
              <a:srgbClr val="ED5EA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مَدَ</a:t>
            </a:r>
            <a:endParaRPr lang="ar-SA" sz="11000" dirty="0"/>
          </a:p>
        </p:txBody>
      </p:sp>
      <p:pic>
        <p:nvPicPr>
          <p:cNvPr id="28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43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9"/>
          </a:solidFill>
          <a:ln w="12700">
            <a:solidFill>
              <a:srgbClr val="52E0A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0"/>
          </a:solidFill>
          <a:ln w="12700">
            <a:solidFill>
              <a:srgbClr val="DB70D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347"/>
          </a:solidFill>
          <a:ln w="12700">
            <a:solidFill>
              <a:srgbClr val="8563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مَذَ</a:t>
            </a:r>
            <a:endParaRPr lang="ar-SA" sz="93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7640"/>
            <a:ext cx="927202" cy="1097280"/>
          </a:xfrm>
          <a:prstGeom prst="rect">
            <a:avLst/>
          </a:prstGeom>
        </p:spPr>
      </p:pic>
      <p:pic>
        <p:nvPicPr>
          <p:cNvPr id="26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364D8"/>
          </a:solidFill>
          <a:ln w="12700">
            <a:solidFill>
              <a:srgbClr val="C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147D1"/>
          </a:solidFill>
          <a:ln w="12700">
            <a:solidFill>
              <a:srgbClr val="A1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مَرَ</a:t>
            </a:r>
            <a:endParaRPr lang="ar-SA" sz="9000" dirty="0"/>
          </a:p>
        </p:txBody>
      </p:sp>
      <p:pic>
        <p:nvPicPr>
          <p:cNvPr id="20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300" y="3520440"/>
            <a:ext cx="1391260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مَزَ</a:t>
            </a:r>
            <a:endParaRPr lang="ar-SA" sz="9000" dirty="0"/>
          </a:p>
        </p:txBody>
      </p:sp>
      <p:pic>
        <p:nvPicPr>
          <p:cNvPr id="21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9416" cy="1280160"/>
          </a:xfrm>
          <a:prstGeom prst="rect">
            <a:avLst/>
          </a:prstGeom>
        </p:spPr>
      </p:pic>
      <p:pic>
        <p:nvPicPr>
          <p:cNvPr id="22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43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864"/>
          </a:solidFill>
          <a:ln w="12700">
            <a:solidFill>
              <a:srgbClr val="2B4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579"/>
          </a:solidFill>
          <a:ln w="12700">
            <a:solidFill>
              <a:srgbClr val="343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مَسَ</a:t>
            </a:r>
            <a:endParaRPr lang="ar-SA" sz="9000" dirty="0"/>
          </a:p>
        </p:txBody>
      </p:sp>
      <p:pic>
        <p:nvPicPr>
          <p:cNvPr id="22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3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7470" y="3520440"/>
            <a:ext cx="1315090" cy="1554480"/>
          </a:xfrm>
          <a:prstGeom prst="rect">
            <a:avLst/>
          </a:prstGeom>
        </p:spPr>
      </p:pic>
      <p:pic>
        <p:nvPicPr>
          <p:cNvPr id="24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مَشَ</a:t>
            </a:r>
            <a:endParaRPr lang="ar-SA" sz="90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5562" y="3520440"/>
            <a:ext cx="1126998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CED5E"/>
          </a:solidFill>
          <a:ln w="12700">
            <a:solidFill>
              <a:srgbClr val="C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مَصَ</a:t>
            </a:r>
            <a:endParaRPr lang="ar-SA" sz="9000" dirty="0"/>
          </a:p>
        </p:txBody>
      </p:sp>
      <p:pic>
        <p:nvPicPr>
          <p:cNvPr id="28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1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552E0"/>
          </a:solidFill>
          <a:ln w="12700">
            <a:solidFill>
              <a:srgbClr val="8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C70"/>
          </a:solidFill>
          <a:ln w="12700">
            <a:solidFill>
              <a:srgbClr val="DBCC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3"/>
          </a:solidFill>
          <a:ln w="12700">
            <a:solidFill>
              <a:srgbClr val="47855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مَضَ</a:t>
            </a:r>
            <a:endParaRPr lang="ar-SA" sz="90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26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5279" y="4297680"/>
            <a:ext cx="557281" cy="777240"/>
          </a:xfrm>
          <a:prstGeom prst="rect">
            <a:avLst/>
          </a:prstGeom>
        </p:spPr>
      </p:pic>
      <p:pic>
        <p:nvPicPr>
          <p:cNvPr id="27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664"/>
          </a:solidFill>
          <a:ln w="12700">
            <a:solidFill>
              <a:srgbClr val="D8A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F47"/>
          </a:solidFill>
          <a:ln w="12700">
            <a:solidFill>
              <a:srgbClr val="D17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مَطَ</a:t>
            </a:r>
            <a:endParaRPr lang="ar-SA" sz="93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1605" y="3520440"/>
            <a:ext cx="1510955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3164" y="45720"/>
            <a:ext cx="566196" cy="5486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مَظَ</a:t>
            </a:r>
            <a:endParaRPr lang="ar-SA" sz="9300" dirty="0"/>
          </a:p>
        </p:txBody>
      </p:sp>
      <p:pic>
        <p:nvPicPr>
          <p:cNvPr id="21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2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3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6"/>
          </a:solidFill>
          <a:ln w="12700">
            <a:solidFill>
              <a:srgbClr val="642B5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6"/>
          </a:solidFill>
          <a:ln w="12700">
            <a:solidFill>
              <a:srgbClr val="79344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مَعَ</a:t>
            </a:r>
            <a:endParaRPr lang="ar-SA" sz="7400" dirty="0"/>
          </a:p>
        </p:txBody>
      </p:sp>
      <p:pic>
        <p:nvPicPr>
          <p:cNvPr id="22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3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300" y="3520440"/>
            <a:ext cx="1391260" cy="1554480"/>
          </a:xfrm>
          <a:prstGeom prst="rect">
            <a:avLst/>
          </a:prstGeom>
        </p:spPr>
      </p:pic>
      <p:pic>
        <p:nvPicPr>
          <p:cNvPr id="24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مَغَ</a:t>
            </a:r>
            <a:endParaRPr lang="ar-SA" sz="74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3562" y="3520440"/>
            <a:ext cx="1768998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B"/>
          </a:solidFill>
          <a:ln w="12700">
            <a:solidFill>
              <a:srgbClr val="5EEDE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0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مَفَ</a:t>
            </a:r>
            <a:endParaRPr lang="ar-SA" sz="9900" dirty="0"/>
          </a:p>
        </p:txBody>
      </p:sp>
      <p:pic>
        <p:nvPicPr>
          <p:cNvPr id="28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43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152"/>
          </a:solidFill>
          <a:ln w="12700">
            <a:solidFill>
              <a:srgbClr val="E061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B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2"/>
          </a:solidFill>
          <a:ln w="12700">
            <a:solidFill>
              <a:srgbClr val="70DBB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B85"/>
          </a:solidFill>
          <a:ln w="12700">
            <a:solidFill>
              <a:srgbClr val="474B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مَقَ</a:t>
            </a:r>
            <a:endParaRPr lang="ar-SA" sz="86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26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9061" y="4297680"/>
            <a:ext cx="563499" cy="777240"/>
          </a:xfrm>
          <a:prstGeom prst="rect">
            <a:avLst/>
          </a:prstGeom>
        </p:spPr>
      </p:pic>
      <p:pic>
        <p:nvPicPr>
          <p:cNvPr id="27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9"/>
          </a:solidFill>
          <a:ln w="12700">
            <a:solidFill>
              <a:srgbClr val="64D88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C"/>
          </a:solidFill>
          <a:ln w="12700">
            <a:solidFill>
              <a:srgbClr val="47D15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مَكَ</a:t>
            </a:r>
            <a:endParaRPr lang="ar-SA" sz="104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4889" y="3520440"/>
            <a:ext cx="1117671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92541" y="45720"/>
            <a:ext cx="516819" cy="411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مَلَ</a:t>
            </a:r>
            <a:endParaRPr lang="ar-SA" sz="8600" dirty="0"/>
          </a:p>
        </p:txBody>
      </p:sp>
      <p:pic>
        <p:nvPicPr>
          <p:cNvPr id="21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2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1373" y="4069080"/>
            <a:ext cx="721187" cy="1005840"/>
          </a:xfrm>
          <a:prstGeom prst="rect">
            <a:avLst/>
          </a:prstGeom>
        </p:spPr>
      </p:pic>
      <p:pic>
        <p:nvPicPr>
          <p:cNvPr id="23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432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32B"/>
          </a:solidFill>
          <a:ln w="12700">
            <a:solidFill>
              <a:srgbClr val="646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87934"/>
          </a:solidFill>
          <a:ln w="12700">
            <a:solidFill>
              <a:srgbClr val="58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أَمَبَ</a:t>
            </a:r>
            <a:endParaRPr lang="ar-SA" sz="6200" dirty="0"/>
          </a:p>
        </p:txBody>
      </p:sp>
      <p:pic>
        <p:nvPicPr>
          <p:cNvPr id="26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662654" cy="1508760"/>
          </a:xfrm>
          <a:prstGeom prst="rect">
            <a:avLst/>
          </a:prstGeom>
        </p:spPr>
      </p:pic>
      <p:pic>
        <p:nvPicPr>
          <p:cNvPr id="27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3846" y="3337560"/>
            <a:ext cx="1688714" cy="1737360"/>
          </a:xfrm>
          <a:prstGeom prst="rect">
            <a:avLst/>
          </a:prstGeom>
        </p:spPr>
      </p:pic>
      <p:pic>
        <p:nvPicPr>
          <p:cNvPr id="28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بَمَتَ</a:t>
            </a:r>
            <a:endParaRPr lang="ar-SA" sz="8400" dirty="0"/>
          </a:p>
        </p:txBody>
      </p:sp>
      <p:pic>
        <p:nvPicPr>
          <p:cNvPr id="24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74902" cy="1508760"/>
          </a:xfrm>
          <a:prstGeom prst="rect">
            <a:avLst/>
          </a:prstGeom>
        </p:spPr>
      </p:pic>
      <p:pic>
        <p:nvPicPr>
          <p:cNvPr id="25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7867" y="3337560"/>
            <a:ext cx="1794693" cy="1737360"/>
          </a:xfrm>
          <a:prstGeom prst="rect">
            <a:avLst/>
          </a:prstGeom>
        </p:spPr>
      </p:pic>
      <p:pic>
        <p:nvPicPr>
          <p:cNvPr id="26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85EED"/>
          </a:solidFill>
          <a:ln w="12700">
            <a:solidFill>
              <a:srgbClr val="C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تَمَثَ</a:t>
            </a:r>
            <a:endParaRPr lang="ar-SA" sz="8200" dirty="0"/>
          </a:p>
        </p:txBody>
      </p:sp>
      <p:pic>
        <p:nvPicPr>
          <p:cNvPr id="32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3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5E052"/>
          </a:solidFill>
          <a:ln w="12700">
            <a:solidFill>
              <a:srgbClr val="6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770DB"/>
          </a:solidFill>
          <a:ln w="12700">
            <a:solidFill>
              <a:srgbClr val="97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A"/>
          </a:solidFill>
          <a:ln w="12700">
            <a:solidFill>
              <a:srgbClr val="85475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ثَمَجَ</a:t>
            </a:r>
            <a:endParaRPr lang="ar-SA" sz="6600" dirty="0"/>
          </a:p>
        </p:txBody>
      </p:sp>
      <p:pic>
        <p:nvPicPr>
          <p:cNvPr id="29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30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C64D8"/>
          </a:solidFill>
          <a:ln w="12700">
            <a:solidFill>
              <a:srgbClr val="6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5D1"/>
          </a:solidFill>
          <a:ln w="12700">
            <a:solidFill>
              <a:srgbClr val="4755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جَمَحَ</a:t>
            </a:r>
            <a:endParaRPr lang="ar-SA" sz="6600" dirty="0"/>
          </a:p>
        </p:txBody>
      </p:sp>
      <p:pic>
        <p:nvPicPr>
          <p:cNvPr id="24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338270" cy="1508760"/>
          </a:xfrm>
          <a:prstGeom prst="rect">
            <a:avLst/>
          </a:prstGeom>
        </p:spPr>
      </p:pic>
      <p:pic>
        <p:nvPicPr>
          <p:cNvPr id="25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2753" y="3337560"/>
            <a:ext cx="1469807" cy="1737360"/>
          </a:xfrm>
          <a:prstGeom prst="rect">
            <a:avLst/>
          </a:prstGeom>
        </p:spPr>
      </p:pic>
      <p:pic>
        <p:nvPicPr>
          <p:cNvPr id="26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6265" y="45720"/>
            <a:ext cx="533095" cy="4572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حَمَخَ</a:t>
            </a:r>
            <a:endParaRPr lang="ar-SA" sz="66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6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3326" y="4069080"/>
            <a:ext cx="729234" cy="1005840"/>
          </a:xfrm>
          <a:prstGeom prst="rect">
            <a:avLst/>
          </a:prstGeom>
        </p:spPr>
      </p:pic>
      <p:pic>
        <p:nvPicPr>
          <p:cNvPr id="27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4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5"/>
          </a:solidFill>
          <a:ln w="12700">
            <a:solidFill>
              <a:srgbClr val="2B645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979"/>
          </a:solidFill>
          <a:ln w="12700">
            <a:solidFill>
              <a:srgbClr val="346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خَمَدَ</a:t>
            </a:r>
            <a:endParaRPr lang="ar-SA" sz="9000" dirty="0"/>
          </a:p>
        </p:txBody>
      </p:sp>
      <p:pic>
        <p:nvPicPr>
          <p:cNvPr id="26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128552" cy="1508760"/>
          </a:xfrm>
          <a:prstGeom prst="rect">
            <a:avLst/>
          </a:prstGeom>
        </p:spPr>
      </p:pic>
      <p:pic>
        <p:nvPicPr>
          <p:cNvPr id="27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3398" y="3337560"/>
            <a:ext cx="1249162" cy="1737360"/>
          </a:xfrm>
          <a:prstGeom prst="rect">
            <a:avLst/>
          </a:prstGeom>
        </p:spPr>
      </p:pic>
      <p:pic>
        <p:nvPicPr>
          <p:cNvPr id="28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دَمَذَ</a:t>
            </a:r>
            <a:endParaRPr lang="ar-SA" sz="8200" dirty="0"/>
          </a:p>
        </p:txBody>
      </p:sp>
      <p:pic>
        <p:nvPicPr>
          <p:cNvPr id="24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875389" cy="1508760"/>
          </a:xfrm>
          <a:prstGeom prst="rect">
            <a:avLst/>
          </a:prstGeom>
        </p:spPr>
      </p:pic>
      <p:pic>
        <p:nvPicPr>
          <p:cNvPr id="25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6873" y="3337560"/>
            <a:ext cx="1245687" cy="1737360"/>
          </a:xfrm>
          <a:prstGeom prst="rect">
            <a:avLst/>
          </a:prstGeom>
        </p:spPr>
      </p:pic>
      <p:pic>
        <p:nvPicPr>
          <p:cNvPr id="26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45E"/>
          </a:solidFill>
          <a:ln w="12700">
            <a:solidFill>
              <a:srgbClr val="EDA4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ذَمَرَ</a:t>
            </a:r>
            <a:endParaRPr lang="ar-SA" sz="8000" dirty="0"/>
          </a:p>
        </p:txBody>
      </p:sp>
      <p:pic>
        <p:nvPicPr>
          <p:cNvPr id="32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43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9E0"/>
          </a:solidFill>
          <a:ln w="12700">
            <a:solidFill>
              <a:srgbClr val="528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8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C70"/>
          </a:solidFill>
          <a:ln w="12700">
            <a:solidFill>
              <a:srgbClr val="DB7C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98547"/>
          </a:solidFill>
          <a:ln w="12700">
            <a:solidFill>
              <a:srgbClr val="69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رَمَزَ</a:t>
            </a:r>
            <a:endParaRPr lang="ar-SA" sz="8000" dirty="0"/>
          </a:p>
        </p:txBody>
      </p:sp>
      <p:pic>
        <p:nvPicPr>
          <p:cNvPr id="29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7640"/>
            <a:ext cx="927202" cy="1097280"/>
          </a:xfrm>
          <a:prstGeom prst="rect">
            <a:avLst/>
          </a:prstGeom>
        </p:spPr>
      </p:pic>
      <p:pic>
        <p:nvPicPr>
          <p:cNvPr id="30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9"/>
          </a:solidFill>
          <a:ln w="12700">
            <a:solidFill>
              <a:srgbClr val="D8647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7"/>
          </a:solidFill>
          <a:ln w="12700">
            <a:solidFill>
              <a:srgbClr val="D1477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زَمَسَ</a:t>
            </a:r>
            <a:endParaRPr lang="ar-SA" sz="6800" dirty="0"/>
          </a:p>
        </p:txBody>
      </p:sp>
      <p:pic>
        <p:nvPicPr>
          <p:cNvPr id="24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425778" cy="1508760"/>
          </a:xfrm>
          <a:prstGeom prst="rect">
            <a:avLst/>
          </a:prstGeom>
        </p:spPr>
      </p:pic>
      <p:pic>
        <p:nvPicPr>
          <p:cNvPr id="25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7623" y="3337560"/>
            <a:ext cx="1554937" cy="1737360"/>
          </a:xfrm>
          <a:prstGeom prst="rect">
            <a:avLst/>
          </a:prstGeom>
        </p:spPr>
      </p:pic>
      <p:pic>
        <p:nvPicPr>
          <p:cNvPr id="26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سَمَشَ</a:t>
            </a:r>
            <a:endParaRPr lang="ar-SA" sz="61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9416" cy="1280160"/>
          </a:xfrm>
          <a:prstGeom prst="rect">
            <a:avLst/>
          </a:prstGeom>
        </p:spPr>
      </p:pic>
      <p:pic>
        <p:nvPicPr>
          <p:cNvPr id="26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72B64"/>
          </a:solidFill>
          <a:ln w="12700">
            <a:solidFill>
              <a:srgbClr val="47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9"/>
          </a:solidFill>
          <a:ln w="12700">
            <a:solidFill>
              <a:srgbClr val="7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شَمَصَ</a:t>
            </a:r>
            <a:endParaRPr lang="ar-SA" sz="5900" dirty="0"/>
          </a:p>
        </p:txBody>
      </p:sp>
      <p:pic>
        <p:nvPicPr>
          <p:cNvPr id="26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338270" cy="1508760"/>
          </a:xfrm>
          <a:prstGeom prst="rect">
            <a:avLst/>
          </a:prstGeom>
        </p:spPr>
      </p:pic>
      <p:pic>
        <p:nvPicPr>
          <p:cNvPr id="27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2753" y="3337560"/>
            <a:ext cx="1469807" cy="1737360"/>
          </a:xfrm>
          <a:prstGeom prst="rect">
            <a:avLst/>
          </a:prstGeom>
        </p:spPr>
      </p:pic>
      <p:pic>
        <p:nvPicPr>
          <p:cNvPr id="28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صَمَضَ</a:t>
            </a:r>
            <a:endParaRPr lang="ar-SA" sz="5700" dirty="0"/>
          </a:p>
        </p:txBody>
      </p:sp>
      <p:pic>
        <p:nvPicPr>
          <p:cNvPr id="24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546479" cy="1508760"/>
          </a:xfrm>
          <a:prstGeom prst="rect">
            <a:avLst/>
          </a:prstGeom>
        </p:spPr>
      </p:pic>
      <p:pic>
        <p:nvPicPr>
          <p:cNvPr id="25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2974" y="3337560"/>
            <a:ext cx="1259586" cy="1737360"/>
          </a:xfrm>
          <a:prstGeom prst="rect">
            <a:avLst/>
          </a:prstGeom>
        </p:spPr>
      </p:pic>
      <p:pic>
        <p:nvPicPr>
          <p:cNvPr id="26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0"/>
          </a:solidFill>
          <a:ln w="12700">
            <a:solidFill>
              <a:srgbClr val="5EED8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ضَمَطَ</a:t>
            </a:r>
            <a:endParaRPr lang="ar-SA" sz="7000" dirty="0"/>
          </a:p>
        </p:txBody>
      </p:sp>
      <p:pic>
        <p:nvPicPr>
          <p:cNvPr id="32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3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C"/>
          </a:solidFill>
          <a:ln w="12700">
            <a:solidFill>
              <a:srgbClr val="E052A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FDB70"/>
          </a:solidFill>
          <a:ln w="12700">
            <a:solidFill>
              <a:srgbClr val="7F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985"/>
          </a:solidFill>
          <a:ln w="12700">
            <a:solidFill>
              <a:srgbClr val="4779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1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طَمَظَ</a:t>
            </a:r>
            <a:endParaRPr lang="ar-SA" sz="7200" dirty="0"/>
          </a:p>
        </p:txBody>
      </p:sp>
      <p:pic>
        <p:nvPicPr>
          <p:cNvPr id="29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30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5279" y="4297680"/>
            <a:ext cx="557281" cy="777240"/>
          </a:xfrm>
          <a:prstGeom prst="rect">
            <a:avLst/>
          </a:prstGeom>
        </p:spPr>
      </p:pic>
      <p:pic>
        <p:nvPicPr>
          <p:cNvPr id="31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6D864"/>
          </a:solidFill>
          <a:ln w="12700">
            <a:solidFill>
              <a:srgbClr val="96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9D147"/>
          </a:solidFill>
          <a:ln w="12700">
            <a:solidFill>
              <a:srgbClr val="9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ظَمَعَ</a:t>
            </a:r>
            <a:endParaRPr lang="ar-SA" sz="6600" dirty="0"/>
          </a:p>
        </p:txBody>
      </p:sp>
      <p:pic>
        <p:nvPicPr>
          <p:cNvPr id="24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662654" cy="1508760"/>
          </a:xfrm>
          <a:prstGeom prst="rect">
            <a:avLst/>
          </a:prstGeom>
        </p:spPr>
      </p:pic>
      <p:pic>
        <p:nvPicPr>
          <p:cNvPr id="25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3846" y="3337560"/>
            <a:ext cx="1688714" cy="1737360"/>
          </a:xfrm>
          <a:prstGeom prst="rect">
            <a:avLst/>
          </a:prstGeom>
        </p:spPr>
      </p:pic>
      <p:pic>
        <p:nvPicPr>
          <p:cNvPr id="26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عَمَغَ</a:t>
            </a:r>
            <a:endParaRPr lang="ar-SA" sz="66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6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43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82B"/>
          </a:solidFill>
          <a:ln w="12700">
            <a:solidFill>
              <a:srgbClr val="6438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734"/>
          </a:solidFill>
          <a:ln w="12700">
            <a:solidFill>
              <a:srgbClr val="796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غَمَفَ</a:t>
            </a:r>
            <a:endParaRPr lang="ar-SA" sz="7400" dirty="0"/>
          </a:p>
        </p:txBody>
      </p:sp>
      <p:pic>
        <p:nvPicPr>
          <p:cNvPr id="26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425778" cy="1508760"/>
          </a:xfrm>
          <a:prstGeom prst="rect">
            <a:avLst/>
          </a:prstGeom>
        </p:spPr>
      </p:pic>
      <p:pic>
        <p:nvPicPr>
          <p:cNvPr id="27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7623" y="3337560"/>
            <a:ext cx="1554937" cy="1737360"/>
          </a:xfrm>
          <a:prstGeom prst="rect">
            <a:avLst/>
          </a:prstGeom>
        </p:spPr>
      </p:pic>
      <p:pic>
        <p:nvPicPr>
          <p:cNvPr id="28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1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فَمَقَ</a:t>
            </a:r>
            <a:endParaRPr lang="ar-SA" sz="7600" dirty="0"/>
          </a:p>
        </p:txBody>
      </p:sp>
      <p:pic>
        <p:nvPicPr>
          <p:cNvPr id="24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83955" cy="1508760"/>
          </a:xfrm>
          <a:prstGeom prst="rect">
            <a:avLst/>
          </a:prstGeom>
        </p:spPr>
      </p:pic>
      <p:pic>
        <p:nvPicPr>
          <p:cNvPr id="25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5444" y="3337560"/>
            <a:ext cx="1977116" cy="1737360"/>
          </a:xfrm>
          <a:prstGeom prst="rect">
            <a:avLst/>
          </a:prstGeom>
        </p:spPr>
      </p:pic>
      <p:pic>
        <p:nvPicPr>
          <p:cNvPr id="26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0ED"/>
          </a:solidFill>
          <a:ln w="12700">
            <a:solidFill>
              <a:srgbClr val="5E60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قَمَكَ</a:t>
            </a:r>
            <a:endParaRPr lang="ar-SA" sz="7700" dirty="0"/>
          </a:p>
        </p:txBody>
      </p:sp>
      <p:pic>
        <p:nvPicPr>
          <p:cNvPr id="32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433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0E052"/>
          </a:solidFill>
          <a:ln w="12700">
            <a:solidFill>
              <a:srgbClr val="D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ADB"/>
          </a:solidFill>
          <a:ln w="12700">
            <a:solidFill>
              <a:srgbClr val="709A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14785"/>
          </a:solidFill>
          <a:ln w="12700">
            <a:solidFill>
              <a:srgbClr val="81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كَمَلَ</a:t>
            </a:r>
            <a:endParaRPr lang="ar-SA" sz="7600" dirty="0"/>
          </a:p>
        </p:txBody>
      </p:sp>
      <p:pic>
        <p:nvPicPr>
          <p:cNvPr id="29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30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9061" y="4297680"/>
            <a:ext cx="563499" cy="777240"/>
          </a:xfrm>
          <a:prstGeom prst="rect">
            <a:avLst/>
          </a:prstGeom>
        </p:spPr>
      </p:pic>
      <p:pic>
        <p:nvPicPr>
          <p:cNvPr id="31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3D8"/>
          </a:solidFill>
          <a:ln w="12700">
            <a:solidFill>
              <a:srgbClr val="64B3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CD1"/>
          </a:solidFill>
          <a:ln w="12700">
            <a:solidFill>
              <a:srgbClr val="47B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لَمَأَ</a:t>
            </a:r>
            <a:endParaRPr lang="ar-SA" sz="5900" dirty="0"/>
          </a:p>
        </p:txBody>
      </p:sp>
      <p:pic>
        <p:nvPicPr>
          <p:cNvPr id="24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128552" cy="1508760"/>
          </a:xfrm>
          <a:prstGeom prst="rect">
            <a:avLst/>
          </a:prstGeom>
        </p:spPr>
      </p:pic>
      <p:pic>
        <p:nvPicPr>
          <p:cNvPr id="25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3398" y="3337560"/>
            <a:ext cx="1249162" cy="1737360"/>
          </a:xfrm>
          <a:prstGeom prst="rect">
            <a:avLst/>
          </a:prstGeom>
        </p:spPr>
      </p:pic>
      <p:pic>
        <p:nvPicPr>
          <p:cNvPr id="26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3164" y="45720"/>
            <a:ext cx="566196" cy="5486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أَمَ</a:t>
            </a:r>
            <a:endParaRPr lang="ar-SA" sz="7000" dirty="0"/>
          </a:p>
        </p:txBody>
      </p:sp>
      <p:pic>
        <p:nvPicPr>
          <p:cNvPr id="21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2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1373" y="4069080"/>
            <a:ext cx="721187" cy="1005840"/>
          </a:xfrm>
          <a:prstGeom prst="rect">
            <a:avLst/>
          </a:prstGeom>
        </p:spPr>
      </p:pic>
      <p:pic>
        <p:nvPicPr>
          <p:cNvPr id="23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2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B"/>
          </a:solidFill>
          <a:ln w="12700">
            <a:solidFill>
              <a:srgbClr val="2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6"/>
          </a:solidFill>
          <a:ln w="12700">
            <a:solidFill>
              <a:srgbClr val="34795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بَمَ</a:t>
            </a:r>
            <a:endParaRPr lang="ar-SA" sz="7400" dirty="0"/>
          </a:p>
        </p:txBody>
      </p:sp>
      <p:pic>
        <p:nvPicPr>
          <p:cNvPr id="22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3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1605" y="3520440"/>
            <a:ext cx="1510955" cy="1554480"/>
          </a:xfrm>
          <a:prstGeom prst="rect">
            <a:avLst/>
          </a:prstGeom>
        </p:spPr>
      </p:pic>
      <p:pic>
        <p:nvPicPr>
          <p:cNvPr id="24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تَمَ</a:t>
            </a:r>
            <a:endParaRPr lang="ar-SA" sz="74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782" y="3520440"/>
            <a:ext cx="1605778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3"/>
          </a:solidFill>
          <a:ln w="12700">
            <a:solidFill>
              <a:srgbClr val="ED5E8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ثَمَ</a:t>
            </a:r>
            <a:endParaRPr lang="ar-SA" sz="7400" dirty="0"/>
          </a:p>
        </p:txBody>
      </p:sp>
      <p:pic>
        <p:nvPicPr>
          <p:cNvPr id="28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443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D"/>
          </a:solidFill>
          <a:ln w="12700">
            <a:solidFill>
              <a:srgbClr val="52E0C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4"/>
          </a:solidFill>
          <a:ln w="12700">
            <a:solidFill>
              <a:srgbClr val="DB70B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247"/>
          </a:solidFill>
          <a:ln w="12700">
            <a:solidFill>
              <a:srgbClr val="8572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جَمَ</a:t>
            </a:r>
            <a:endParaRPr lang="ar-SA" sz="74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26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0"/>
          </a:solidFill>
          <a:ln w="12700">
            <a:solidFill>
              <a:srgbClr val="D864D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447D1"/>
          </a:solidFill>
          <a:ln w="12700">
            <a:solidFill>
              <a:srgbClr val="C4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حَمَ</a:t>
            </a:r>
            <a:endParaRPr lang="ar-SA" sz="7400" dirty="0"/>
          </a:p>
        </p:txBody>
      </p:sp>
      <p:pic>
        <p:nvPicPr>
          <p:cNvPr id="20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7470" y="3520440"/>
            <a:ext cx="1315090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92541" y="45720"/>
            <a:ext cx="516819" cy="411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خَمَ</a:t>
            </a:r>
            <a:endParaRPr lang="ar-SA" sz="7400" dirty="0"/>
          </a:p>
        </p:txBody>
      </p:sp>
      <p:pic>
        <p:nvPicPr>
          <p:cNvPr id="21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2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3326" y="4069080"/>
            <a:ext cx="729234" cy="1005840"/>
          </a:xfrm>
          <a:prstGeom prst="rect">
            <a:avLst/>
          </a:prstGeom>
        </p:spPr>
      </p:pic>
      <p:pic>
        <p:nvPicPr>
          <p:cNvPr id="23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143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A64"/>
          </a:solidFill>
          <a:ln w="12700">
            <a:solidFill>
              <a:srgbClr val="2B3A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53479"/>
          </a:solidFill>
          <a:ln w="12700">
            <a:solidFill>
              <a:srgbClr val="4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دَمَ</a:t>
            </a:r>
            <a:endParaRPr lang="ar-SA" sz="7400" dirty="0"/>
          </a:p>
        </p:txBody>
      </p:sp>
      <p:pic>
        <p:nvPicPr>
          <p:cNvPr id="22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3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4889" y="3520440"/>
            <a:ext cx="1117671" cy="1554480"/>
          </a:xfrm>
          <a:prstGeom prst="rect">
            <a:avLst/>
          </a:prstGeom>
        </p:spPr>
      </p:pic>
      <p:pic>
        <p:nvPicPr>
          <p:cNvPr id="24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ذَمَ</a:t>
            </a:r>
            <a:endParaRPr lang="ar-SA" sz="7400" dirty="0"/>
          </a:p>
        </p:txBody>
      </p:sp>
      <p:pic>
        <p:nvPicPr>
          <p:cNvPr id="20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7998" y="3520440"/>
            <a:ext cx="1114562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7ED5E"/>
          </a:solidFill>
          <a:ln w="12700">
            <a:solidFill>
              <a:srgbClr val="A7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رَمَ</a:t>
            </a:r>
            <a:endParaRPr lang="ar-SA" sz="7400" dirty="0"/>
          </a:p>
        </p:txBody>
      </p:sp>
      <p:pic>
        <p:nvPicPr>
          <p:cNvPr id="28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1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A52E0"/>
          </a:solidFill>
          <a:ln w="12700">
            <a:solidFill>
              <a:srgbClr val="AA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FDB70"/>
          </a:solidFill>
          <a:ln w="12700">
            <a:solidFill>
              <a:srgbClr val="CF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3"/>
          </a:solidFill>
          <a:ln w="12700">
            <a:solidFill>
              <a:srgbClr val="47856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زَمَ</a:t>
            </a:r>
            <a:endParaRPr lang="ar-SA" sz="74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7640"/>
            <a:ext cx="927202" cy="1097280"/>
          </a:xfrm>
          <a:prstGeom prst="rect">
            <a:avLst/>
          </a:prstGeom>
        </p:spPr>
      </p:pic>
      <p:pic>
        <p:nvPicPr>
          <p:cNvPr id="26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464"/>
          </a:solidFill>
          <a:ln w="12700">
            <a:solidFill>
              <a:srgbClr val="D8C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247"/>
          </a:solidFill>
          <a:ln w="12700">
            <a:solidFill>
              <a:srgbClr val="D1A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سَمَ</a:t>
            </a:r>
            <a:endParaRPr lang="ar-SA" sz="7400" dirty="0"/>
          </a:p>
        </p:txBody>
      </p:sp>
      <p:pic>
        <p:nvPicPr>
          <p:cNvPr id="20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300" y="3520440"/>
            <a:ext cx="1391260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6265" y="45720"/>
            <a:ext cx="533095" cy="4572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شَمَ</a:t>
            </a:r>
            <a:endParaRPr lang="ar-SA" sz="7400" dirty="0"/>
          </a:p>
        </p:txBody>
      </p:sp>
      <p:pic>
        <p:nvPicPr>
          <p:cNvPr id="21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9416" cy="1280160"/>
          </a:xfrm>
          <a:prstGeom prst="rect">
            <a:avLst/>
          </a:prstGeom>
        </p:spPr>
      </p:pic>
      <p:pic>
        <p:nvPicPr>
          <p:cNvPr id="22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4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8"/>
          </a:solidFill>
          <a:ln w="12700">
            <a:solidFill>
              <a:srgbClr val="642B4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5"/>
          </a:solidFill>
          <a:ln w="12700">
            <a:solidFill>
              <a:srgbClr val="79343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صَمَ</a:t>
            </a:r>
            <a:endParaRPr lang="ar-SA" sz="7400" dirty="0"/>
          </a:p>
        </p:txBody>
      </p:sp>
      <p:pic>
        <p:nvPicPr>
          <p:cNvPr id="22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3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7470" y="3520440"/>
            <a:ext cx="1315090" cy="1554480"/>
          </a:xfrm>
          <a:prstGeom prst="rect">
            <a:avLst/>
          </a:prstGeom>
        </p:spPr>
      </p:pic>
      <p:pic>
        <p:nvPicPr>
          <p:cNvPr id="24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ضَمَ</a:t>
            </a:r>
            <a:endParaRPr lang="ar-SA" sz="74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5562" y="3520440"/>
            <a:ext cx="1126998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BED"/>
          </a:solidFill>
          <a:ln w="12700">
            <a:solidFill>
              <a:srgbClr val="5ECB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0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طَمَ</a:t>
            </a:r>
            <a:endParaRPr lang="ar-SA" sz="7400" dirty="0"/>
          </a:p>
        </p:txBody>
      </p:sp>
      <p:pic>
        <p:nvPicPr>
          <p:cNvPr id="28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43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652"/>
          </a:solidFill>
          <a:ln w="12700">
            <a:solidFill>
              <a:srgbClr val="E08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5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D"/>
          </a:solidFill>
          <a:ln w="12700">
            <a:solidFill>
              <a:srgbClr val="70DBC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44785"/>
          </a:solidFill>
          <a:ln w="12700">
            <a:solidFill>
              <a:srgbClr val="54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0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ظَمَ</a:t>
            </a:r>
            <a:endParaRPr lang="ar-SA" sz="74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26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5279" y="4297680"/>
            <a:ext cx="557281" cy="777240"/>
          </a:xfrm>
          <a:prstGeom prst="rect">
            <a:avLst/>
          </a:prstGeom>
        </p:spPr>
      </p:pic>
      <p:pic>
        <p:nvPicPr>
          <p:cNvPr id="27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7"/>
          </a:solidFill>
          <a:ln w="12700">
            <a:solidFill>
              <a:srgbClr val="64D8A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0"/>
          </a:solidFill>
          <a:ln w="12700">
            <a:solidFill>
              <a:srgbClr val="47D18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عَمَ</a:t>
            </a:r>
            <a:endParaRPr lang="ar-SA" sz="74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1605" y="3520440"/>
            <a:ext cx="1510955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غَمَ</a:t>
            </a:r>
            <a:endParaRPr lang="ar-SA" sz="7400" dirty="0"/>
          </a:p>
        </p:txBody>
      </p:sp>
      <p:pic>
        <p:nvPicPr>
          <p:cNvPr id="21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2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433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6642B"/>
          </a:solidFill>
          <a:ln w="12700">
            <a:solidFill>
              <a:srgbClr val="56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67934"/>
          </a:solidFill>
          <a:ln w="12700">
            <a:solidFill>
              <a:srgbClr val="46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فَمَ</a:t>
            </a:r>
            <a:endParaRPr lang="ar-SA" sz="7400" dirty="0"/>
          </a:p>
        </p:txBody>
      </p:sp>
      <p:pic>
        <p:nvPicPr>
          <p:cNvPr id="22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3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300" y="3520440"/>
            <a:ext cx="1391260" cy="1554480"/>
          </a:xfrm>
          <a:prstGeom prst="rect">
            <a:avLst/>
          </a:prstGeom>
        </p:spPr>
      </p:pic>
      <p:pic>
        <p:nvPicPr>
          <p:cNvPr id="24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قَمَ</a:t>
            </a:r>
            <a:endParaRPr lang="ar-SA" sz="74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3562" y="3520440"/>
            <a:ext cx="1768998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C5EED"/>
          </a:solidFill>
          <a:ln w="12700">
            <a:solidFill>
              <a:srgbClr val="E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كَمَ</a:t>
            </a:r>
            <a:endParaRPr lang="ar-SA" sz="7400" dirty="0"/>
          </a:p>
        </p:txBody>
      </p:sp>
      <p:pic>
        <p:nvPicPr>
          <p:cNvPr id="28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2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2"/>
          </a:solidFill>
          <a:ln w="12700">
            <a:solidFill>
              <a:srgbClr val="52E06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270DB"/>
          </a:solidFill>
          <a:ln w="12700">
            <a:solidFill>
              <a:srgbClr val="B2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A"/>
          </a:solidFill>
          <a:ln w="12700">
            <a:solidFill>
              <a:srgbClr val="85474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0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لَمَ</a:t>
            </a:r>
            <a:endParaRPr lang="ar-SA" sz="74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26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9061" y="4297680"/>
            <a:ext cx="563499" cy="777240"/>
          </a:xfrm>
          <a:prstGeom prst="rect">
            <a:avLst/>
          </a:prstGeom>
        </p:spPr>
      </p:pic>
      <p:pic>
        <p:nvPicPr>
          <p:cNvPr id="27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A64D8"/>
          </a:solidFill>
          <a:ln w="12700">
            <a:solidFill>
              <a:srgbClr val="8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D47D1"/>
          </a:solidFill>
          <a:ln w="12700">
            <a:solidFill>
              <a:srgbClr val="5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23384" y="896112"/>
            <a:ext cx="189864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93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23384" y="896112"/>
            <a:ext cx="189864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رَسَمَ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421967" y="896112"/>
            <a:ext cx="208137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99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21967" y="896112"/>
            <a:ext cx="208137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وَكَتَبَ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73040" y="2834640"/>
            <a:ext cx="359792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73040" y="2834640"/>
            <a:ext cx="359792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رَسَمَ وَكَتَبَ</a:t>
            </a:r>
            <a:endParaRPr lang="ar-SA" sz="4700" dirty="0"/>
          </a:p>
        </p:txBody>
      </p:sp>
      <p:pic>
        <p:nvPicPr>
          <p:cNvPr id="17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162751" cy="1554480"/>
          </a:xfrm>
          <a:prstGeom prst="rect">
            <a:avLst/>
          </a:prstGeom>
        </p:spPr>
      </p:pic>
      <p:pic>
        <p:nvPicPr>
          <p:cNvPr id="18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4889" y="1783080"/>
            <a:ext cx="1117671" cy="1554480"/>
          </a:xfrm>
          <a:prstGeom prst="rect">
            <a:avLst/>
          </a:prstGeom>
        </p:spPr>
      </p:pic>
      <p:pic>
        <p:nvPicPr>
          <p:cNvPr id="19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923233" y="896112"/>
            <a:ext cx="173144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CC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923233" y="896112"/>
            <a:ext cx="173144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جَمَعَ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489326" y="896112"/>
            <a:ext cx="211386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CC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489326" y="896112"/>
            <a:ext cx="211386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وَحَمَلَ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4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815126" y="2834640"/>
            <a:ext cx="351374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815126" y="2834640"/>
            <a:ext cx="351374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جَمَعَ وَحَمَلَ</a:t>
            </a:r>
            <a:endParaRPr lang="ar-SA" sz="4700" dirty="0"/>
          </a:p>
        </p:txBody>
      </p:sp>
      <p:pic>
        <p:nvPicPr>
          <p:cNvPr id="18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932219" cy="1554480"/>
          </a:xfrm>
          <a:prstGeom prst="rect">
            <a:avLst/>
          </a:prstGeom>
        </p:spPr>
      </p:pic>
      <p:pic>
        <p:nvPicPr>
          <p:cNvPr id="19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7998" y="1783080"/>
            <a:ext cx="1114562" cy="1554480"/>
          </a:xfrm>
          <a:prstGeom prst="rect">
            <a:avLst/>
          </a:prstGeom>
        </p:spPr>
      </p:pic>
      <p:pic>
        <p:nvPicPr>
          <p:cNvPr id="20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144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64"/>
          </a:solidFill>
          <a:ln w="12700">
            <a:solidFill>
              <a:srgbClr val="2B6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779"/>
          </a:solidFill>
          <a:ln w="12700">
            <a:solidFill>
              <a:srgbClr val="3457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831699" y="896112"/>
            <a:ext cx="198873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C7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831699" y="896112"/>
            <a:ext cx="198873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غَسَلَ</a:t>
            </a:r>
            <a:endParaRPr lang="ar-SA" sz="4600" dirty="0"/>
          </a:p>
        </p:txBody>
      </p:sp>
      <p:sp>
        <p:nvSpPr>
          <p:cNvPr id="14" name="C2 W2 pill"/>
          <p:cNvSpPr/>
          <p:nvPr/>
        </p:nvSpPr>
        <p:spPr>
          <a:xfrm>
            <a:off x="2323569" y="896112"/>
            <a:ext cx="218809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C7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323569" y="896112"/>
            <a:ext cx="218809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وَمَسَحَ</a:t>
            </a:r>
            <a:endParaRPr lang="ar-SA" sz="4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4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636447" y="2834640"/>
            <a:ext cx="387110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636447" y="2834640"/>
            <a:ext cx="387110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غَسَلَ وَمَسَحَ</a:t>
            </a:r>
            <a:endParaRPr lang="ar-SA" sz="4700" dirty="0"/>
          </a:p>
        </p:txBody>
      </p:sp>
      <p:pic>
        <p:nvPicPr>
          <p:cNvPr id="19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713037" cy="1554480"/>
          </a:xfrm>
          <a:prstGeom prst="rect">
            <a:avLst/>
          </a:prstGeom>
        </p:spPr>
      </p:pic>
      <p:pic>
        <p:nvPicPr>
          <p:cNvPr id="20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1605" y="1783080"/>
            <a:ext cx="1510955" cy="1554480"/>
          </a:xfrm>
          <a:prstGeom prst="rect">
            <a:avLst/>
          </a:prstGeom>
        </p:spPr>
      </p:pic>
      <p:pic>
        <p:nvPicPr>
          <p:cNvPr id="21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10881" y="896112"/>
            <a:ext cx="177525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5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10881" y="896112"/>
            <a:ext cx="177525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صَنَعَ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457862" y="896112"/>
            <a:ext cx="213297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5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57862" y="896112"/>
            <a:ext cx="213297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وَرَسَمَ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819201" y="2834640"/>
            <a:ext cx="350559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819201" y="2834640"/>
            <a:ext cx="350559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صَنَعَ وَرَسَمَ</a:t>
            </a:r>
            <a:endParaRPr lang="ar-SA" sz="4700" dirty="0"/>
          </a:p>
        </p:txBody>
      </p:sp>
      <p:pic>
        <p:nvPicPr>
          <p:cNvPr id="17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313536" cy="1554480"/>
          </a:xfrm>
          <a:prstGeom prst="rect">
            <a:avLst/>
          </a:prstGeom>
        </p:spPr>
      </p:pic>
      <p:pic>
        <p:nvPicPr>
          <p:cNvPr id="18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782" y="1783080"/>
            <a:ext cx="1605778" cy="1554480"/>
          </a:xfrm>
          <a:prstGeom prst="rect">
            <a:avLst/>
          </a:prstGeom>
        </p:spPr>
      </p:pic>
      <p:pic>
        <p:nvPicPr>
          <p:cNvPr id="19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74</Slides>
  <Notes>74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74</vt:i4>
      </vt:variant>
    </vt:vector>
  </HeadingPairs>
  <TitlesOfParts>
    <vt:vector size="7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reading 14-meem</dc:title>
  <dc:subject>PptxGenJS Presentation</dc:subject>
  <dc:creator>PptxGenJS</dc:creator>
  <cp:lastModifiedBy>PptxGenJS</cp:lastModifiedBy>
  <cp:revision>1</cp:revision>
  <dcterms:created xsi:type="dcterms:W3CDTF">2026-10-20T22:49:33Z</dcterms:created>
  <dcterms:modified xsi:type="dcterms:W3CDTF">2026-10-20T22:49:33Z</dcterms:modified>
</cp:coreProperties>
</file>