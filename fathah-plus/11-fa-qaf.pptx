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2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2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2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2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2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9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18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683" y="1965960"/>
            <a:ext cx="157587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4"/>
          </a:solidFill>
          <a:ln w="12700">
            <a:solidFill>
              <a:srgbClr val="E052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فَدَ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فَذَ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فَزَ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7DB"/>
          </a:solidFill>
          <a:ln w="12700">
            <a:solidFill>
              <a:srgbClr val="70B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فَسَ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فَشَ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فَصَ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فَضَ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فَطَ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B"/>
          </a:solidFill>
          <a:ln w="12700">
            <a:solidFill>
              <a:srgbClr val="ED5EA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فَظَ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6316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927348"/>
            <a:ext cx="71666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تَفَثَ</a:t>
            </a:r>
            <a:endParaRPr lang="ar-SA" sz="8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خَفَدَ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دَفَذَ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ذَفَرَ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رَفَزَ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زَفَسَ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سَفَشَ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شَفَصَ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1934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صَفَضَ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ضَفَطَ</a:t>
            </a:r>
            <a:endParaRPr lang="ar-SA" sz="7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طَفَظَ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عَفَغَ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غَفَأَ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ذَفَ</a:t>
            </a:r>
            <a:endParaRPr lang="ar-SA" sz="87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</a:t>
            </a:r>
            <a:endParaRPr lang="ar-SA" sz="9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ضَفَ</a:t>
            </a:r>
            <a:endParaRPr lang="ar-SA" sz="9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عَفَ</a:t>
            </a:r>
            <a:endParaRPr lang="ar-SA" sz="9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3698748"/>
            <a:ext cx="725576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3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550548" cy="141732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498302" cy="96012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497" y="2034540"/>
            <a:ext cx="504063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4064508"/>
            <a:ext cx="712135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قَذَ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</a:t>
            </a:r>
            <a:endParaRPr lang="ar-SA" sz="8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قَزَ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قَسَ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قَشَ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قَصَ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C"/>
          </a:solidFill>
          <a:ln w="12700">
            <a:solidFill>
              <a:srgbClr val="47D1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قَضَ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قَطَ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قَظَ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قَفَ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13831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9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تَقَثَ</a:t>
            </a:r>
            <a:endParaRPr lang="ar-SA" sz="8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170432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خَقَدَ</a:t>
            </a:r>
            <a:endParaRPr lang="ar-SA" sz="8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دَقَذَ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6585" y="3835908"/>
            <a:ext cx="715975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ذَقَرَ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رَقَزَ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زَقَسَ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سَقَشَ</a:t>
            </a:r>
            <a:endParaRPr lang="ar-SA" sz="63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شَقَصَ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صَقَضَ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846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ضَقَطَ</a:t>
            </a:r>
            <a:endParaRPr lang="ar-SA" sz="7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طَقَظَ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ظَقَعَ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عَقَغَ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غَقَفَ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فَقَأَ</a:t>
            </a:r>
            <a:endParaRPr lang="ar-SA" sz="59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647" y="3835908"/>
            <a:ext cx="720913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1101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9266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دَقَ</a:t>
            </a:r>
            <a:endParaRPr lang="ar-SA" sz="9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طَقَ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عَقَ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27497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1592" y="1783080"/>
            <a:ext cx="98096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F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9827" y="1943100"/>
            <a:ext cx="12927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602" y="3241548"/>
            <a:ext cx="1495958" cy="1828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4571" y="896112"/>
            <a:ext cx="1568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4571" y="896112"/>
            <a:ext cx="1568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0573" y="896112"/>
            <a:ext cx="17339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0573" y="896112"/>
            <a:ext cx="17339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وَقَرَأَ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26684" y="2834640"/>
            <a:ext cx="28906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26684" y="2834640"/>
            <a:ext cx="28906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قَعَدَ وَقَرَأَ</a:t>
            </a:r>
            <a:endParaRPr lang="ar-SA" sz="44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059" y="1783080"/>
            <a:ext cx="806501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11-fa-qaf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