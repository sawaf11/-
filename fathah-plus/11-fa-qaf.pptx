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2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2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2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2.png"/><Relationship Id="rId2" Type="http://schemas.openxmlformats.org/officeDocument/2006/relationships/image" Target="../media/image-7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7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8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image" Target="../media/image-2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image" Target="../media/image-8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6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2.png"/><Relationship Id="rId2" Type="http://schemas.openxmlformats.org/officeDocument/2006/relationships/image" Target="../media/image-8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image" Target="../media/image-9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image" Target="../media/image-9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9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image" Target="../media/image-4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-1.png"/><Relationship Id="rId2" Type="http://schemas.openxmlformats.org/officeDocument/2006/relationships/image" Target="../media/image-10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0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0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5-1.png"/><Relationship Id="rId2" Type="http://schemas.openxmlformats.org/officeDocument/2006/relationships/image" Target="../media/image-7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0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1-1.png"/><Relationship Id="rId2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3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7-1.png"/><Relationship Id="rId2" Type="http://schemas.openxmlformats.org/officeDocument/2006/relationships/image" Target="../media/image-5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9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1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1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3-1.png"/><Relationship Id="rId2" Type="http://schemas.openxmlformats.org/officeDocument/2006/relationships/image" Target="../media/image-9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1E0"/>
          </a:solidFill>
          <a:ln w="12700">
            <a:solidFill>
              <a:srgbClr val="52B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2"/>
          </a:solidFill>
          <a:ln w="12700">
            <a:solidFill>
              <a:srgbClr val="DB708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8547"/>
          </a:solidFill>
          <a:ln w="12700">
            <a:solidFill>
              <a:srgbClr val="7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1800" dirty="0"/>
          </a:p>
        </p:txBody>
      </p:sp>
      <p:sp>
        <p:nvSpPr>
          <p:cNvPr id="17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118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112642" cy="1645920"/>
          </a:xfrm>
          <a:prstGeom prst="rect">
            <a:avLst/>
          </a:prstGeom>
        </p:spPr>
      </p:pic>
      <p:pic>
        <p:nvPicPr>
          <p:cNvPr id="19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6653" y="1851660"/>
            <a:ext cx="2825907" cy="15087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9"/>
          </a:solidFill>
          <a:ln w="12700">
            <a:solidFill>
              <a:srgbClr val="D8649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D"/>
          </a:solidFill>
          <a:ln w="12700">
            <a:solidFill>
              <a:srgbClr val="D1479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فَأَ</a:t>
            </a:r>
            <a:endParaRPr lang="ar-SA" sz="6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031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3048" y="3515868"/>
            <a:ext cx="1669512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فَبَ</a:t>
            </a:r>
            <a:endParaRPr lang="ar-SA" sz="87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2561" y="3653028"/>
            <a:ext cx="719999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2B64"/>
          </a:solidFill>
          <a:ln w="12700">
            <a:solidFill>
              <a:srgbClr val="3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53479"/>
          </a:solidFill>
          <a:ln w="12700">
            <a:solidFill>
              <a:srgbClr val="6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1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</a:t>
            </a:r>
            <a:endParaRPr lang="ar-SA" sz="87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3799" y="3515868"/>
            <a:ext cx="1148761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فَثَ</a:t>
            </a:r>
            <a:endParaRPr lang="ar-SA" sz="8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77793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908" y="3515868"/>
            <a:ext cx="1787652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4ED5E"/>
          </a:solidFill>
          <a:ln w="12700">
            <a:solidFill>
              <a:srgbClr val="6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فَجَ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03103" cy="9601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4"/>
          </a:solidFill>
          <a:ln w="12700">
            <a:solidFill>
              <a:srgbClr val="E052D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DDB70"/>
          </a:solidFill>
          <a:ln w="12700">
            <a:solidFill>
              <a:srgbClr val="9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0"/>
          </a:solidFill>
          <a:ln w="12700">
            <a:solidFill>
              <a:srgbClr val="47858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فَحَ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6D864"/>
          </a:solidFill>
          <a:ln w="12700">
            <a:solidFill>
              <a:srgbClr val="B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0D147"/>
          </a:solidFill>
          <a:ln w="12700">
            <a:solidFill>
              <a:srgbClr val="C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فَخَ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60313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7039" y="3515868"/>
            <a:ext cx="1655521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فَدَ</a:t>
            </a:r>
            <a:endParaRPr lang="ar-SA" sz="87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069437" cy="105156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355" y="3561588"/>
            <a:ext cx="724205" cy="15087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D"/>
          </a:solidFill>
          <a:ln w="12700">
            <a:solidFill>
              <a:srgbClr val="642B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434"/>
          </a:solidFill>
          <a:ln w="12700">
            <a:solidFill>
              <a:srgbClr val="795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1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فَذَ</a:t>
            </a:r>
            <a:endParaRPr lang="ar-SA" sz="87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00786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6637" y="3515868"/>
            <a:ext cx="1395923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فَرَ</a:t>
            </a:r>
            <a:endParaRPr lang="ar-SA" sz="8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98424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7266" y="3515868"/>
            <a:ext cx="2305294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8ED"/>
          </a:solidFill>
          <a:ln w="12700">
            <a:solidFill>
              <a:srgbClr val="5E8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1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فَزَ</a:t>
            </a:r>
            <a:endParaRPr lang="ar-SA" sz="87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7354" y="2034540"/>
            <a:ext cx="505206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952"/>
          </a:solidFill>
          <a:ln w="12700">
            <a:solidFill>
              <a:srgbClr val="E0C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7DB"/>
          </a:solidFill>
          <a:ln w="12700">
            <a:solidFill>
              <a:srgbClr val="70B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4785"/>
          </a:solidFill>
          <a:ln w="12700">
            <a:solidFill>
              <a:srgbClr val="7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فَسَ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3D8"/>
          </a:solidFill>
          <a:ln w="12700">
            <a:solidFill>
              <a:srgbClr val="64D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0"/>
          </a:solidFill>
          <a:ln w="12700">
            <a:solidFill>
              <a:srgbClr val="47D1C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فَشَ</a:t>
            </a:r>
            <a:endParaRPr lang="ar-SA" sz="8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779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6443" y="3515868"/>
            <a:ext cx="1116117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فَصَ</a:t>
            </a:r>
            <a:endParaRPr lang="ar-SA" sz="87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109899" cy="9601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1007" y="3881628"/>
            <a:ext cx="721553" cy="11887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642B"/>
          </a:solidFill>
          <a:ln w="12700">
            <a:solidFill>
              <a:srgbClr val="3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3"/>
          </a:solidFill>
          <a:ln w="12700">
            <a:solidFill>
              <a:srgbClr val="34794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فَضَ</a:t>
            </a:r>
            <a:endParaRPr lang="ar-SA" sz="87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77163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15868"/>
            <a:ext cx="1768998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فَطَ</a:t>
            </a:r>
            <a:endParaRPr lang="ar-SA" sz="8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2220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636" y="3515868"/>
            <a:ext cx="2679924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B"/>
          </a:solidFill>
          <a:ln w="12700">
            <a:solidFill>
              <a:srgbClr val="ED5EA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1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فَظَ</a:t>
            </a:r>
            <a:endParaRPr lang="ar-SA" sz="87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7368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5"/>
          </a:solidFill>
          <a:ln w="12700">
            <a:solidFill>
              <a:srgbClr val="52E0A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2"/>
          </a:solidFill>
          <a:ln w="12700">
            <a:solidFill>
              <a:srgbClr val="DB70D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147"/>
          </a:solidFill>
          <a:ln w="12700">
            <a:solidFill>
              <a:srgbClr val="856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فَعَ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064D8"/>
          </a:solidFill>
          <a:ln w="12700">
            <a:solidFill>
              <a:srgbClr val="C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E47D1"/>
          </a:solidFill>
          <a:ln w="12700">
            <a:solidFill>
              <a:srgbClr val="9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فَغَ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212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2070" y="3515868"/>
            <a:ext cx="1540490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أَفَبَ</a:t>
            </a:r>
            <a:endParaRPr lang="ar-SA" sz="6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3927348"/>
            <a:ext cx="731520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A64"/>
          </a:solidFill>
          <a:ln w="12700">
            <a:solidFill>
              <a:srgbClr val="2B4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779"/>
          </a:solidFill>
          <a:ln w="12700">
            <a:solidFill>
              <a:srgbClr val="343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بَفَتَ</a:t>
            </a:r>
            <a:endParaRPr lang="ar-SA" sz="87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9309" y="3332988"/>
            <a:ext cx="2783251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تَفَثَ</a:t>
            </a:r>
            <a:endParaRPr lang="ar-SA" sz="8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084798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4596" y="3332988"/>
            <a:ext cx="1997964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FED5E"/>
          </a:solidFill>
          <a:ln w="12700">
            <a:solidFill>
              <a:srgbClr val="C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ثَفَجَ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252E0"/>
          </a:solidFill>
          <a:ln w="12700">
            <a:solidFill>
              <a:srgbClr val="8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A70"/>
          </a:solidFill>
          <a:ln w="12700">
            <a:solidFill>
              <a:srgbClr val="DBC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2"/>
          </a:solidFill>
          <a:ln w="12700">
            <a:solidFill>
              <a:srgbClr val="47855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جَفَحَ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914857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364"/>
          </a:solidFill>
          <a:ln w="12700">
            <a:solidFill>
              <a:srgbClr val="D8A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B47"/>
          </a:solidFill>
          <a:ln w="12700">
            <a:solidFill>
              <a:srgbClr val="D17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حَفَخَ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72485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9319" y="3332988"/>
            <a:ext cx="1513241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خَفَدَ</a:t>
            </a:r>
            <a:endParaRPr lang="ar-SA" sz="8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108710" cy="114300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899" y="3561588"/>
            <a:ext cx="716661" cy="15087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8"/>
          </a:solidFill>
          <a:ln w="12700">
            <a:solidFill>
              <a:srgbClr val="642B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8"/>
          </a:solidFill>
          <a:ln w="12700">
            <a:solidFill>
              <a:srgbClr val="79344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دَفَذَ</a:t>
            </a:r>
            <a:endParaRPr lang="ar-SA" sz="77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2135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2835" y="3332988"/>
            <a:ext cx="1549725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ذَفَرَ</a:t>
            </a:r>
            <a:endParaRPr lang="ar-SA" sz="77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2625242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055" y="3332988"/>
            <a:ext cx="2576505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8"/>
          </a:solidFill>
          <a:ln w="12700">
            <a:solidFill>
              <a:srgbClr val="5EEDE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رَفَزَ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E52"/>
          </a:solidFill>
          <a:ln w="12700">
            <a:solidFill>
              <a:srgbClr val="E05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F"/>
          </a:solidFill>
          <a:ln w="12700">
            <a:solidFill>
              <a:srgbClr val="70DBA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C85"/>
          </a:solidFill>
          <a:ln w="12700">
            <a:solidFill>
              <a:srgbClr val="474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زَفَسَ</a:t>
            </a:r>
            <a:endParaRPr lang="ar-SA" sz="70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27384" cy="10058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6"/>
          </a:solidFill>
          <a:ln w="12700">
            <a:solidFill>
              <a:srgbClr val="64D88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9"/>
          </a:solidFill>
          <a:ln w="12700">
            <a:solidFill>
              <a:srgbClr val="47D15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سَفَشَ</a:t>
            </a:r>
            <a:endParaRPr lang="ar-SA" sz="63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66450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4572" y="3332988"/>
            <a:ext cx="1547988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شَفَصَ</a:t>
            </a:r>
            <a:endParaRPr lang="ar-SA" sz="61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86856" cy="9601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4469" y="3470148"/>
            <a:ext cx="728091" cy="16002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22B"/>
          </a:solidFill>
          <a:ln w="12700">
            <a:solidFill>
              <a:srgbClr val="646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97934"/>
          </a:solidFill>
          <a:ln w="12700">
            <a:solidFill>
              <a:srgbClr val="5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صَفَضَ</a:t>
            </a:r>
            <a:endParaRPr lang="ar-SA" sz="59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69889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6432" y="3332988"/>
            <a:ext cx="1666128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ضَفَطَ</a:t>
            </a:r>
            <a:endParaRPr lang="ar-SA" sz="7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00730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7351" y="3332988"/>
            <a:ext cx="2995209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45EED"/>
          </a:solidFill>
          <a:ln w="12700">
            <a:solidFill>
              <a:srgbClr val="C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3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3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طَفَظَ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9E052"/>
          </a:solidFill>
          <a:ln w="12700">
            <a:solidFill>
              <a:srgbClr val="6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470DB"/>
          </a:solidFill>
          <a:ln w="12700">
            <a:solidFill>
              <a:srgbClr val="9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C"/>
          </a:solidFill>
          <a:ln w="12700">
            <a:solidFill>
              <a:srgbClr val="8547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ظَفَعَ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964D8"/>
          </a:solidFill>
          <a:ln w="12700">
            <a:solidFill>
              <a:srgbClr val="6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8D1"/>
          </a:solidFill>
          <a:ln w="12700">
            <a:solidFill>
              <a:srgbClr val="475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عَفَغَ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43397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973" y="3332988"/>
            <a:ext cx="1087587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غَفَأَ</a:t>
            </a:r>
            <a:endParaRPr lang="ar-SA" sz="59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0214" cy="100584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978" y="3744468"/>
            <a:ext cx="726582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4"/>
          </a:solidFill>
          <a:ln w="12700">
            <a:solidFill>
              <a:srgbClr val="2B64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B79"/>
          </a:solidFill>
          <a:ln w="12700">
            <a:solidFill>
              <a:srgbClr val="346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</a:t>
            </a:r>
            <a:endParaRPr lang="ar-SA" sz="7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0645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170" y="3515868"/>
            <a:ext cx="1523390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</a:t>
            </a:r>
            <a:endParaRPr lang="ar-SA" sz="98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7054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908" y="3515868"/>
            <a:ext cx="1787652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15E"/>
          </a:solidFill>
          <a:ln w="12700">
            <a:solidFill>
              <a:srgbClr val="EDA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1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</a:t>
            </a:r>
            <a:endParaRPr lang="ar-SA" sz="99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48840"/>
            <a:ext cx="511150" cy="9144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CE0"/>
          </a:solidFill>
          <a:ln w="12700">
            <a:solidFill>
              <a:srgbClr val="528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A70"/>
          </a:solidFill>
          <a:ln w="12700">
            <a:solidFill>
              <a:srgbClr val="DB7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B8547"/>
          </a:solidFill>
          <a:ln w="12700">
            <a:solidFill>
              <a:srgbClr val="6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</a:t>
            </a:r>
            <a:endParaRPr lang="ar-SA" sz="85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916595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C"/>
          </a:solidFill>
          <a:ln w="12700">
            <a:solidFill>
              <a:srgbClr val="D8647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A"/>
          </a:solidFill>
          <a:ln w="12700">
            <a:solidFill>
              <a:srgbClr val="D1477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</a:t>
            </a:r>
            <a:endParaRPr lang="ar-SA" sz="99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9132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1286" y="3515868"/>
            <a:ext cx="1691274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</a:t>
            </a:r>
            <a:endParaRPr lang="ar-SA" sz="99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9935" y="3515868"/>
            <a:ext cx="702625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2B64"/>
          </a:solidFill>
          <a:ln w="12700">
            <a:solidFill>
              <a:srgbClr val="4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73479"/>
          </a:solidFill>
          <a:ln w="12700">
            <a:solidFill>
              <a:srgbClr val="7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</a:t>
            </a:r>
            <a:endParaRPr lang="ar-SA" sz="99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0708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دَفَ</a:t>
            </a:r>
            <a:endParaRPr lang="ar-SA" sz="8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50706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7266" y="3515868"/>
            <a:ext cx="2305294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D"/>
          </a:solidFill>
          <a:ln w="12700">
            <a:solidFill>
              <a:srgbClr val="5EED7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1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ذَفَ</a:t>
            </a:r>
            <a:endParaRPr lang="ar-SA" sz="87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18922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0"/>
          </a:solidFill>
          <a:ln w="12700">
            <a:solidFill>
              <a:srgbClr val="E052B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1DB70"/>
          </a:solidFill>
          <a:ln w="12700">
            <a:solidFill>
              <a:srgbClr val="8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A85"/>
          </a:solidFill>
          <a:ln w="12700">
            <a:solidFill>
              <a:srgbClr val="477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رَفَ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8D864"/>
          </a:solidFill>
          <a:ln w="12700">
            <a:solidFill>
              <a:srgbClr val="9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DD147"/>
          </a:solidFill>
          <a:ln w="12700">
            <a:solidFill>
              <a:srgbClr val="9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زَفَ</a:t>
            </a:r>
            <a:endParaRPr lang="ar-SA" sz="8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9132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5838" y="3515868"/>
            <a:ext cx="1846722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سَفَ</a:t>
            </a:r>
            <a:endParaRPr lang="ar-SA" sz="99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88502" cy="109728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2869" y="3698748"/>
            <a:ext cx="729691" cy="13716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72B"/>
          </a:solidFill>
          <a:ln w="12700">
            <a:solidFill>
              <a:srgbClr val="643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634"/>
          </a:solidFill>
          <a:ln w="12700">
            <a:solidFill>
              <a:srgbClr val="796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شَفَ</a:t>
            </a:r>
            <a:endParaRPr lang="ar-SA" sz="95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3463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332" y="3515868"/>
            <a:ext cx="1276228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صَفَ</a:t>
            </a:r>
            <a:endParaRPr lang="ar-SA" sz="9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30706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636" y="3515868"/>
            <a:ext cx="2679924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3ED"/>
          </a:solidFill>
          <a:ln w="12700">
            <a:solidFill>
              <a:srgbClr val="5E6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ضَفَ</a:t>
            </a:r>
            <a:endParaRPr lang="ar-SA" sz="9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507583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3E052"/>
          </a:solidFill>
          <a:ln w="12700">
            <a:solidFill>
              <a:srgbClr val="D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CDB"/>
          </a:solidFill>
          <a:ln w="12700">
            <a:solidFill>
              <a:srgbClr val="709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4785"/>
          </a:solidFill>
          <a:ln w="12700">
            <a:solidFill>
              <a:srgbClr val="8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طَفَ</a:t>
            </a:r>
            <a:endParaRPr lang="ar-SA" sz="93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09279" cy="10058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5D8"/>
          </a:solidFill>
          <a:ln w="12700">
            <a:solidFill>
              <a:srgbClr val="64B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FD1"/>
          </a:solidFill>
          <a:ln w="12700">
            <a:solidFill>
              <a:srgbClr val="47B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ظَفَ</a:t>
            </a:r>
            <a:endParaRPr lang="ar-SA" sz="9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9133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8511" y="3515868"/>
            <a:ext cx="1214049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عَفَ</a:t>
            </a:r>
            <a:endParaRPr lang="ar-SA" sz="99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094537" cy="128016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355" y="3607308"/>
            <a:ext cx="724205" cy="14630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D642B"/>
          </a:solidFill>
          <a:ln w="12700">
            <a:solidFill>
              <a:srgbClr val="2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4"/>
          </a:solidFill>
          <a:ln w="12700">
            <a:solidFill>
              <a:srgbClr val="34795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غَفَ</a:t>
            </a:r>
            <a:endParaRPr lang="ar-SA" sz="95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7669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7920" y="3515868"/>
            <a:ext cx="1644640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33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13300" dirty="0"/>
          </a:p>
        </p:txBody>
      </p:sp>
      <p:pic>
        <p:nvPicPr>
          <p:cNvPr id="13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889150" cy="1828800"/>
          </a:xfrm>
          <a:prstGeom prst="rect">
            <a:avLst/>
          </a:prstGeom>
        </p:spPr>
      </p:pic>
      <p:pic>
        <p:nvPicPr>
          <p:cNvPr id="14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3241548"/>
            <a:ext cx="2103120" cy="18288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7"/>
          </a:solidFill>
          <a:ln w="12700">
            <a:solidFill>
              <a:srgbClr val="ED5E8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قَأَ</a:t>
            </a:r>
            <a:endParaRPr lang="ar-SA" sz="6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48840"/>
            <a:ext cx="501091" cy="914400"/>
          </a:xfrm>
          <a:prstGeom prst="rect">
            <a:avLst/>
          </a:prstGeom>
        </p:spPr>
      </p:pic>
      <p:pic>
        <p:nvPicPr>
          <p:cNvPr id="2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7844" y="2011680"/>
            <a:ext cx="514716" cy="11887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A"/>
          </a:solidFill>
          <a:ln w="12700">
            <a:solidFill>
              <a:srgbClr val="52E0C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7"/>
          </a:solidFill>
          <a:ln w="12700">
            <a:solidFill>
              <a:srgbClr val="DB70B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147"/>
          </a:solidFill>
          <a:ln w="12700">
            <a:solidFill>
              <a:srgbClr val="857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قَبَ</a:t>
            </a:r>
            <a:endParaRPr lang="ar-SA" sz="8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14400" cy="9144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2"/>
          </a:solidFill>
          <a:ln w="12700">
            <a:solidFill>
              <a:srgbClr val="D864D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147D1"/>
          </a:solidFill>
          <a:ln w="12700">
            <a:solidFill>
              <a:srgbClr val="C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قَتَ</a:t>
            </a:r>
            <a:endParaRPr lang="ar-SA" sz="8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8377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6845" y="3515868"/>
            <a:ext cx="1375715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قَثَ</a:t>
            </a:r>
            <a:endParaRPr lang="ar-SA" sz="87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0654" y="4018788"/>
            <a:ext cx="711906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B64"/>
          </a:solidFill>
          <a:ln w="12700">
            <a:solidFill>
              <a:srgbClr val="2B3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33479"/>
          </a:solidFill>
          <a:ln w="12700">
            <a:solidFill>
              <a:srgbClr val="4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قَجَ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9228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0114" y="3515868"/>
            <a:ext cx="1282446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قَحَ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6472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7266" y="3515868"/>
            <a:ext cx="2305294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AED5E"/>
          </a:solidFill>
          <a:ln w="12700">
            <a:solidFill>
              <a:srgbClr val="A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قَخَ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16545" cy="9601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652E0"/>
          </a:solidFill>
          <a:ln w="12700">
            <a:solidFill>
              <a:srgbClr val="A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1DB70"/>
          </a:solidFill>
          <a:ln w="12700">
            <a:solidFill>
              <a:srgbClr val="D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1"/>
          </a:solidFill>
          <a:ln w="12700">
            <a:solidFill>
              <a:srgbClr val="47856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قَدَ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164"/>
          </a:solidFill>
          <a:ln w="12700">
            <a:solidFill>
              <a:srgbClr val="D8C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F47"/>
          </a:solidFill>
          <a:ln w="12700">
            <a:solidFill>
              <a:srgbClr val="D19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قَذَ</a:t>
            </a:r>
            <a:endParaRPr lang="ar-SA" sz="8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6637" y="3515868"/>
            <a:ext cx="1395923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</a:t>
            </a:r>
            <a:endParaRPr lang="ar-SA" sz="87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0413" y="3835908"/>
            <a:ext cx="722147" cy="12344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9"/>
          </a:solidFill>
          <a:ln w="12700">
            <a:solidFill>
              <a:srgbClr val="642B4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6"/>
          </a:solidFill>
          <a:ln w="12700">
            <a:solidFill>
              <a:srgbClr val="79343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قَزَ</a:t>
            </a:r>
            <a:endParaRPr lang="ar-SA" sz="87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031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2230" y="3515868"/>
            <a:ext cx="1450330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قَسَ</a:t>
            </a:r>
            <a:endParaRPr lang="ar-SA" sz="8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217275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636" y="3515868"/>
            <a:ext cx="2679924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EED"/>
          </a:solidFill>
          <a:ln w="12700">
            <a:solidFill>
              <a:srgbClr val="5EC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قَشَ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352"/>
          </a:solidFill>
          <a:ln w="12700">
            <a:solidFill>
              <a:srgbClr val="E08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A"/>
          </a:solidFill>
          <a:ln w="12700">
            <a:solidFill>
              <a:srgbClr val="70DBC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24785"/>
          </a:solidFill>
          <a:ln w="12700">
            <a:solidFill>
              <a:srgbClr val="5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قَصَ</a:t>
            </a:r>
            <a:endParaRPr lang="ar-SA" sz="8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904845" cy="12344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4"/>
          </a:solidFill>
          <a:ln w="12700">
            <a:solidFill>
              <a:srgbClr val="64D8A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C"/>
          </a:solidFill>
          <a:ln w="12700">
            <a:solidFill>
              <a:srgbClr val="47D17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قَضَ</a:t>
            </a:r>
            <a:endParaRPr lang="ar-SA" sz="8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1573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216" y="3515868"/>
            <a:ext cx="1750344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قَطَ</a:t>
            </a:r>
            <a:endParaRPr lang="ar-SA" sz="87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83290" cy="100584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6153" y="3515868"/>
            <a:ext cx="696407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7642B"/>
          </a:solidFill>
          <a:ln w="12700">
            <a:solidFill>
              <a:srgbClr val="5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87934"/>
          </a:solidFill>
          <a:ln w="12700">
            <a:solidFill>
              <a:srgbClr val="4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قَظَ</a:t>
            </a:r>
            <a:endParaRPr lang="ar-SA" sz="87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6540" y="3515868"/>
            <a:ext cx="1256020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قَعَ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23777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908" y="3515868"/>
            <a:ext cx="1787652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95EED"/>
          </a:solidFill>
          <a:ln w="12700">
            <a:solidFill>
              <a:srgbClr val="E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قَغَ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20019" cy="10058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F"/>
          </a:solidFill>
          <a:ln w="12700">
            <a:solidFill>
              <a:srgbClr val="52E05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070DB"/>
          </a:solidFill>
          <a:ln w="12700">
            <a:solidFill>
              <a:srgbClr val="B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C"/>
          </a:solidFill>
          <a:ln w="12700">
            <a:solidFill>
              <a:srgbClr val="85474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قَفَ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764D8"/>
          </a:solidFill>
          <a:ln w="12700">
            <a:solidFill>
              <a:srgbClr val="8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A47D1"/>
          </a:solidFill>
          <a:ln w="12700">
            <a:solidFill>
              <a:srgbClr val="5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أَقَبَ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3082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4834" y="3332988"/>
            <a:ext cx="1377726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بَقَتَ</a:t>
            </a:r>
            <a:endParaRPr lang="ar-SA" sz="8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12459" cy="12801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892" y="3653028"/>
            <a:ext cx="725668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2"/>
          </a:solidFill>
          <a:ln w="12700">
            <a:solidFill>
              <a:srgbClr val="2B64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979"/>
          </a:solidFill>
          <a:ln w="12700">
            <a:solidFill>
              <a:srgbClr val="345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تَقَثَ</a:t>
            </a:r>
            <a:endParaRPr lang="ar-SA" sz="8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93608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0429" y="3332988"/>
            <a:ext cx="1322131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ثَقَجَ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62410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055" y="3332988"/>
            <a:ext cx="2576505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55E"/>
          </a:solidFill>
          <a:ln w="12700">
            <a:solidFill>
              <a:srgbClr val="EDC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جَقَحَ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8E0"/>
          </a:solidFill>
          <a:ln w="12700">
            <a:solidFill>
              <a:srgbClr val="526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570"/>
          </a:solidFill>
          <a:ln w="12700">
            <a:solidFill>
              <a:srgbClr val="DB9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8547"/>
          </a:solidFill>
          <a:ln w="12700">
            <a:solidFill>
              <a:srgbClr val="5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حَقَخَ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A64"/>
          </a:solidFill>
          <a:ln w="12700">
            <a:solidFill>
              <a:srgbClr val="D86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7"/>
          </a:solidFill>
          <a:ln w="12700">
            <a:solidFill>
              <a:srgbClr val="D1475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خَقَدَ</a:t>
            </a:r>
            <a:endParaRPr lang="ar-SA" sz="87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2310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2353" y="3332988"/>
            <a:ext cx="1930207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دَقَذَ</a:t>
            </a:r>
            <a:endParaRPr lang="ar-SA" sz="7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112139" cy="114300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6951" y="3790188"/>
            <a:ext cx="715609" cy="12801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42B64"/>
          </a:solidFill>
          <a:ln w="12700">
            <a:solidFill>
              <a:srgbClr val="5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A"/>
          </a:solidFill>
          <a:ln w="12700">
            <a:solidFill>
              <a:srgbClr val="79346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ذَقَرَ</a:t>
            </a:r>
            <a:endParaRPr lang="ar-SA" sz="77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75924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2672" y="3332988"/>
            <a:ext cx="1389888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رَقَزَ</a:t>
            </a:r>
            <a:endParaRPr lang="ar-SA" sz="77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32900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7351" y="3332988"/>
            <a:ext cx="2995209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1"/>
          </a:solidFill>
          <a:ln w="12700">
            <a:solidFill>
              <a:srgbClr val="5EEDA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زَقَسَ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B"/>
          </a:solidFill>
          <a:ln w="12700">
            <a:solidFill>
              <a:srgbClr val="E0528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A"/>
          </a:solidFill>
          <a:ln w="12700">
            <a:solidFill>
              <a:srgbClr val="70DB7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A85"/>
          </a:solidFill>
          <a:ln w="12700">
            <a:solidFill>
              <a:srgbClr val="476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سَقَشَ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BD864"/>
          </a:solidFill>
          <a:ln w="12700">
            <a:solidFill>
              <a:srgbClr val="7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9D147"/>
          </a:solidFill>
          <a:ln w="12700">
            <a:solidFill>
              <a:srgbClr val="7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شَقَصَ</a:t>
            </a:r>
            <a:endParaRPr lang="ar-SA" sz="61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2289" y="3332988"/>
            <a:ext cx="1440271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صَقَضَ</a:t>
            </a:r>
            <a:endParaRPr lang="ar-SA" sz="59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099566" cy="114300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355" y="3561588"/>
            <a:ext cx="724205" cy="15087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62B"/>
          </a:solidFill>
          <a:ln w="12700">
            <a:solidFill>
              <a:srgbClr val="644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734"/>
          </a:solidFill>
          <a:ln w="12700">
            <a:solidFill>
              <a:srgbClr val="797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ضَقَطَ</a:t>
            </a:r>
            <a:endParaRPr lang="ar-SA" sz="72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6008" y="3332988"/>
            <a:ext cx="1676552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طَقَظَ</a:t>
            </a:r>
            <a:endParaRPr lang="ar-SA" sz="75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984019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4596" y="3332988"/>
            <a:ext cx="1997964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E5EED"/>
          </a:solidFill>
          <a:ln w="12700">
            <a:solidFill>
              <a:srgbClr val="7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ظَقَعَ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FE052"/>
          </a:solidFill>
          <a:ln w="12700">
            <a:solidFill>
              <a:srgbClr val="A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1DB"/>
          </a:solidFill>
          <a:ln w="12700">
            <a:solidFill>
              <a:srgbClr val="708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A"/>
          </a:solidFill>
          <a:ln w="12700">
            <a:solidFill>
              <a:srgbClr val="85477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عَقَغَ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8D8"/>
          </a:solidFill>
          <a:ln w="12700">
            <a:solidFill>
              <a:srgbClr val="649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CD1"/>
          </a:solidFill>
          <a:ln w="12700">
            <a:solidFill>
              <a:srgbClr val="479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غَقَفَ</a:t>
            </a:r>
            <a:endParaRPr lang="ar-SA" sz="77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1960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0673" y="3332988"/>
            <a:ext cx="1561887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فَقَأَ</a:t>
            </a:r>
            <a:endParaRPr lang="ar-SA" sz="59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106698" cy="11887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4149" y="3790188"/>
            <a:ext cx="728411" cy="12801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7"/>
          </a:solidFill>
          <a:ln w="12700">
            <a:solidFill>
              <a:srgbClr val="2B643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6"/>
          </a:solidFill>
          <a:ln w="12700">
            <a:solidFill>
              <a:srgbClr val="34796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</a:t>
            </a:r>
            <a:endParaRPr lang="ar-SA" sz="7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897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8463" y="3515868"/>
            <a:ext cx="1144097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</a:t>
            </a:r>
            <a:endParaRPr lang="ar-SA" sz="8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40627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7266" y="3515868"/>
            <a:ext cx="2305294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2"/>
          </a:solidFill>
          <a:ln w="12700">
            <a:solidFill>
              <a:srgbClr val="ED5E6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</a:t>
            </a:r>
            <a:endParaRPr lang="ar-SA" sz="8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4749" cy="1051560"/>
          </a:xfrm>
          <a:prstGeom prst="rect">
            <a:avLst/>
          </a:prstGeom>
        </p:spPr>
      </p:pic>
      <p:pic>
        <p:nvPicPr>
          <p:cNvPr id="2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9399" y="2080260"/>
            <a:ext cx="513161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3E0"/>
          </a:solidFill>
          <a:ln w="12700">
            <a:solidFill>
              <a:srgbClr val="52D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B"/>
          </a:solidFill>
          <a:ln w="12700">
            <a:solidFill>
              <a:srgbClr val="DB709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047"/>
          </a:solidFill>
          <a:ln w="12700">
            <a:solidFill>
              <a:srgbClr val="858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</a:t>
            </a:r>
            <a:endParaRPr lang="ar-SA" sz="85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899221" cy="10058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5"/>
          </a:solidFill>
          <a:ln w="12700">
            <a:solidFill>
              <a:srgbClr val="D864B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E"/>
          </a:solidFill>
          <a:ln w="12700">
            <a:solidFill>
              <a:srgbClr val="D147B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</a:t>
            </a:r>
            <a:endParaRPr lang="ar-SA" sz="8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5518" y="3515868"/>
            <a:ext cx="2027042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</a:t>
            </a:r>
            <a:endParaRPr lang="ar-SA" sz="8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70534" cy="9601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443" y="3698748"/>
            <a:ext cx="709117" cy="13716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C64"/>
          </a:solidFill>
          <a:ln w="12700">
            <a:solidFill>
              <a:srgbClr val="2B2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53479"/>
          </a:solidFill>
          <a:ln w="12700">
            <a:solidFill>
              <a:srgbClr val="5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</a:t>
            </a:r>
            <a:endParaRPr lang="ar-SA" sz="8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2676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7325" y="3515868"/>
            <a:ext cx="1105235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دَقَ</a:t>
            </a:r>
            <a:endParaRPr lang="ar-SA" sz="9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02517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636" y="3515868"/>
            <a:ext cx="2679924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6ED5E"/>
          </a:solidFill>
          <a:ln w="12700">
            <a:solidFill>
              <a:srgbClr val="8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ذَقَ</a:t>
            </a:r>
            <a:endParaRPr lang="ar-SA" sz="93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56041" y="2148840"/>
            <a:ext cx="496519" cy="9144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B52E0"/>
          </a:solidFill>
          <a:ln w="12700">
            <a:solidFill>
              <a:srgbClr val="C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6DB70"/>
          </a:solidFill>
          <a:ln w="12700">
            <a:solidFill>
              <a:srgbClr val="B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1"/>
          </a:solidFill>
          <a:ln w="12700">
            <a:solidFill>
              <a:srgbClr val="4785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رَقَ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16503" cy="11887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2D864"/>
          </a:solidFill>
          <a:ln w="12700">
            <a:solidFill>
              <a:srgbClr val="D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247"/>
          </a:solidFill>
          <a:ln w="12700">
            <a:solidFill>
              <a:srgbClr val="D1C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00786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3048" y="3515868"/>
            <a:ext cx="1669512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سَقَ</a:t>
            </a:r>
            <a:endParaRPr lang="ar-SA" sz="8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75334" cy="109728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2869" y="4110228"/>
            <a:ext cx="729691" cy="9601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B"/>
          </a:solidFill>
          <a:ln w="12700">
            <a:solidFill>
              <a:srgbClr val="642B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334"/>
          </a:solidFill>
          <a:ln w="12700">
            <a:solidFill>
              <a:srgbClr val="794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شَقَ</a:t>
            </a:r>
            <a:endParaRPr lang="ar-SA" sz="8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59526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3799" y="3515868"/>
            <a:ext cx="1148761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صَقَ</a:t>
            </a:r>
            <a:endParaRPr lang="ar-SA" sz="8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894957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908" y="3515868"/>
            <a:ext cx="1787652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AED"/>
          </a:solidFill>
          <a:ln w="12700">
            <a:solidFill>
              <a:srgbClr val="5EA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ضَقَ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752"/>
          </a:solidFill>
          <a:ln w="12700">
            <a:solidFill>
              <a:srgbClr val="E0A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1DB"/>
          </a:solidFill>
          <a:ln w="12700">
            <a:solidFill>
              <a:srgbClr val="70D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4785"/>
          </a:solidFill>
          <a:ln w="12700">
            <a:solidFill>
              <a:srgbClr val="6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طَقَ</a:t>
            </a:r>
            <a:endParaRPr lang="ar-SA" sz="8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912114" cy="9601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2"/>
          </a:solidFill>
          <a:ln w="12700">
            <a:solidFill>
              <a:srgbClr val="64D8C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0"/>
          </a:solidFill>
          <a:ln w="12700">
            <a:solidFill>
              <a:srgbClr val="47D1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ظَقَ</a:t>
            </a:r>
            <a:endParaRPr lang="ar-SA" sz="8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77163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7039" y="3515868"/>
            <a:ext cx="1655521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عَقَ</a:t>
            </a:r>
            <a:endParaRPr lang="ar-SA" sz="8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084296" cy="128016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8797" y="3515868"/>
            <a:ext cx="663763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642B"/>
          </a:solidFill>
          <a:ln w="12700">
            <a:solidFill>
              <a:srgbClr val="4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67934"/>
          </a:solidFill>
          <a:ln w="12700">
            <a:solidFill>
              <a:srgbClr val="3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غَقَ</a:t>
            </a:r>
            <a:endParaRPr lang="ar-SA" sz="8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6637" y="3515868"/>
            <a:ext cx="1395923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فَقَ</a:t>
            </a:r>
            <a:endParaRPr lang="ar-SA" sz="8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0519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7266" y="3515868"/>
            <a:ext cx="2305294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D"/>
          </a:solidFill>
          <a:ln w="12700">
            <a:solidFill>
              <a:srgbClr val="ED5EC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50745" y="896112"/>
            <a:ext cx="15988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D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50745" y="896112"/>
            <a:ext cx="15988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594427" y="896112"/>
            <a:ext cx="20362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D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94427" y="896112"/>
            <a:ext cx="20362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وَدَخَلَ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945220" y="2834640"/>
            <a:ext cx="325356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945220" y="2834640"/>
            <a:ext cx="325356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 وَدَخَلَ</a:t>
            </a:r>
            <a:endParaRPr lang="ar-SA" sz="4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34080" cy="16459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9448" y="1783080"/>
            <a:ext cx="943112" cy="16459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3"/>
          </a:solidFill>
          <a:ln w="12700">
            <a:solidFill>
              <a:srgbClr val="52E08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B70DB"/>
          </a:solidFill>
          <a:ln w="12700">
            <a:solidFill>
              <a:srgbClr val="C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347"/>
          </a:solidFill>
          <a:ln w="12700">
            <a:solidFill>
              <a:srgbClr val="8553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10741" y="896112"/>
            <a:ext cx="14668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F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10741" y="896112"/>
            <a:ext cx="14668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666423" y="896112"/>
            <a:ext cx="202427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F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666423" y="896112"/>
            <a:ext cx="202427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وَكَتَبَ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069806" y="2834640"/>
            <a:ext cx="300438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069806" y="2834640"/>
            <a:ext cx="300438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 وَكَتَبَ</a:t>
            </a:r>
            <a:endParaRPr lang="ar-SA" sz="44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2338852" cy="16459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99" y="1783080"/>
            <a:ext cx="1790761" cy="1645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564D8"/>
          </a:solidFill>
          <a:ln w="12700">
            <a:solidFill>
              <a:srgbClr val="A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D47D1"/>
          </a:solidFill>
          <a:ln w="12700">
            <a:solidFill>
              <a:srgbClr val="7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11203" y="896112"/>
            <a:ext cx="17652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1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11203" y="896112"/>
            <a:ext cx="17652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</a:t>
            </a:r>
            <a:endParaRPr lang="ar-SA" sz="4100" dirty="0"/>
          </a:p>
        </p:txBody>
      </p:sp>
      <p:sp>
        <p:nvSpPr>
          <p:cNvPr id="12" name="C2 W2 pill"/>
          <p:cNvSpPr/>
          <p:nvPr/>
        </p:nvSpPr>
        <p:spPr>
          <a:xfrm>
            <a:off x="2567561" y="896112"/>
            <a:ext cx="192360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1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67561" y="896112"/>
            <a:ext cx="192360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وَسَأَلَ</a:t>
            </a:r>
            <a:endParaRPr lang="ar-SA" sz="41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05821" y="2834640"/>
            <a:ext cx="333235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05821" y="2834640"/>
            <a:ext cx="333235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 وَسَأَلَ</a:t>
            </a:r>
            <a:endParaRPr lang="ar-SA" sz="42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32104" cy="182880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9482" y="3241548"/>
            <a:ext cx="1313078" cy="18288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14571" y="896112"/>
            <a:ext cx="15688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1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14571" y="896112"/>
            <a:ext cx="15688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قَعَدَ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760573" y="896112"/>
            <a:ext cx="173395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1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760573" y="896112"/>
            <a:ext cx="173395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وَقَرَأَ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126684" y="2834640"/>
            <a:ext cx="289063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126684" y="2834640"/>
            <a:ext cx="289063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قَعَدَ وَقَرَأَ</a:t>
            </a:r>
            <a:endParaRPr lang="ar-SA" sz="44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529060" cy="1645920"/>
          </a:xfrm>
          <a:prstGeom prst="rect">
            <a:avLst/>
          </a:prstGeom>
        </p:spPr>
      </p:pic>
      <p:pic>
        <p:nvPicPr>
          <p:cNvPr id="1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3915" y="1783080"/>
            <a:ext cx="768645" cy="16459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11-fa-qaf</dc:title>
  <dc:subject>PptxGenJS Presentation</dc:subject>
  <dc:creator>PptxGenJS</dc:creator>
  <cp:lastModifiedBy>PptxGenJS</cp:lastModifiedBy>
  <cp:revision>1</cp:revision>
  <dcterms:created xsi:type="dcterms:W3CDTF">2026-10-20T23:35:40Z</dcterms:created>
  <dcterms:modified xsi:type="dcterms:W3CDTF">2026-10-20T23:35:40Z</dcterms:modified>
</cp:coreProperties>
</file>