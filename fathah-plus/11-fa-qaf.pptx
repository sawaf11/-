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</p:sldIdLst>
  <p:notesMasterIdLst>
    <p:notesMasterId r:id="rId1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notesMaster" Target="notesMasters/notesMaster1.xml"/><Relationship Id="rId126" Type="http://schemas.openxmlformats.org/officeDocument/2006/relationships/presProps" Target="presProps.xml"/><Relationship Id="rId127" Type="http://schemas.openxmlformats.org/officeDocument/2006/relationships/viewProps" Target="viewProps.xml"/><Relationship Id="rId128" Type="http://schemas.openxmlformats.org/officeDocument/2006/relationships/theme" Target="theme/theme1.xml"/><Relationship Id="rId1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1-1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2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4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image" Target="../media/image-10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7-1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2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6-1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7-1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1-2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2.png"/><Relationship Id="rId2" Type="http://schemas.openxmlformats.org/officeDocument/2006/relationships/image" Target="../media/image-5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17-1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19-1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1-1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2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4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image" Target="../media/image-10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7-1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2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6-1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7-1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1-2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2.png"/><Relationship Id="rId2" Type="http://schemas.openxmlformats.org/officeDocument/2006/relationships/image" Target="../media/image-5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17-1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19-1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1-1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2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4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image" Target="../media/image-10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7-1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2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6-1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7-1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1-2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2.png"/><Relationship Id="rId2" Type="http://schemas.openxmlformats.org/officeDocument/2006/relationships/image" Target="../media/image-5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17-1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19-1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9.xml"/><Relationship Id="rIdTrSnd" Type="http://schemas.openxmlformats.org/officeDocument/2006/relationships/audio" Target="../media/marimba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Relationship Id="rIdTrSnd" Type="http://schemas.openxmlformats.org/officeDocument/2006/relationships/audio" Target="../media/harp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1.xml"/><Relationship Id="rIdTrSnd" Type="http://schemas.openxmlformats.org/officeDocument/2006/relationships/audio" Target="../media/chime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2.xml"/><Relationship Id="rIdTrSnd" Type="http://schemas.openxmlformats.org/officeDocument/2006/relationships/audio" Target="../media/whoosh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3.xml"/><Relationship Id="rIdTrSnd" Type="http://schemas.openxmlformats.org/officeDocument/2006/relationships/audio" Target="../media/bubbles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1-1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4.xml"/><Relationship Id="rIdTrSnd" Type="http://schemas.openxmlformats.org/officeDocument/2006/relationships/audio" Target="../media/sparkle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5.xml"/><Relationship Id="rIdTrSnd" Type="http://schemas.openxmlformats.org/officeDocument/2006/relationships/audio" Target="../media/marimba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6.xml"/><Relationship Id="rIdTrSnd" Type="http://schemas.openxmlformats.org/officeDocument/2006/relationships/audio" Target="../media/harp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2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7.xml"/><Relationship Id="rIdTrSnd" Type="http://schemas.openxmlformats.org/officeDocument/2006/relationships/audio" Target="../media/chime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8.xml"/><Relationship Id="rIdTrSnd" Type="http://schemas.openxmlformats.org/officeDocument/2006/relationships/audio" Target="../media/whoosh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4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9.xml"/><Relationship Id="rIdTrSnd" Type="http://schemas.openxmlformats.org/officeDocument/2006/relationships/audio" Target="../media/bubbles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image" Target="../media/image-10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0.xml"/><Relationship Id="rIdTrSnd" Type="http://schemas.openxmlformats.org/officeDocument/2006/relationships/audio" Target="../media/sparkle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7-1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1.xml"/><Relationship Id="rIdTrSnd" Type="http://schemas.openxmlformats.org/officeDocument/2006/relationships/audio" Target="../media/marimba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2.xml"/><Relationship Id="rIdTrSnd" Type="http://schemas.openxmlformats.org/officeDocument/2006/relationships/audio" Target="../media/harp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2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3.xml"/><Relationship Id="rIdTrSnd" Type="http://schemas.openxmlformats.org/officeDocument/2006/relationships/audio" Target="../media/chime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4.xml"/><Relationship Id="rIdTrSnd" Type="http://schemas.openxmlformats.org/officeDocument/2006/relationships/audio" Target="../media/whoosh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5.xml"/><Relationship Id="rIdTrSnd" Type="http://schemas.openxmlformats.org/officeDocument/2006/relationships/audio" Target="../media/bubbles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6.xml"/><Relationship Id="rIdTrSnd" Type="http://schemas.openxmlformats.org/officeDocument/2006/relationships/audio" Target="../media/sparkle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7.xml"/><Relationship Id="rIdTrSnd" Type="http://schemas.openxmlformats.org/officeDocument/2006/relationships/audio" Target="../media/marimba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8.xml"/><Relationship Id="rIdTrSnd" Type="http://schemas.openxmlformats.org/officeDocument/2006/relationships/audio" Target="../media/harp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6-1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9.xml"/><Relationship Id="rIdTrSnd" Type="http://schemas.openxmlformats.org/officeDocument/2006/relationships/audio" Target="../media/chime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0.xml"/><Relationship Id="rIdTrSnd" Type="http://schemas.openxmlformats.org/officeDocument/2006/relationships/audio" Target="../media/whoosh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1.xml"/><Relationship Id="rIdTrSnd" Type="http://schemas.openxmlformats.org/officeDocument/2006/relationships/audio" Target="../media/bubbles.wav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7-1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2.xml"/><Relationship Id="rIdTrSnd" Type="http://schemas.openxmlformats.org/officeDocument/2006/relationships/audio" Target="../media/sparkle.wav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1-2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3.xml"/><Relationship Id="rIdTrSnd" Type="http://schemas.openxmlformats.org/officeDocument/2006/relationships/audio" Target="../media/marimba.wav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4.xml"/><Relationship Id="rIdTrSnd" Type="http://schemas.openxmlformats.org/officeDocument/2006/relationships/audio" Target="../media/harp.wav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2.png"/><Relationship Id="rId2" Type="http://schemas.openxmlformats.org/officeDocument/2006/relationships/image" Target="../media/image-5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5.xml"/><Relationship Id="rIdTrSnd" Type="http://schemas.openxmlformats.org/officeDocument/2006/relationships/audio" Target="../media/chime.wav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17-1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6.xml"/><Relationship Id="rIdTrSnd" Type="http://schemas.openxmlformats.org/officeDocument/2006/relationships/audio" Target="../media/whoosh.wav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7.xml"/><Relationship Id="rIdTrSnd" Type="http://schemas.openxmlformats.org/officeDocument/2006/relationships/audio" Target="../media/bubbles.wav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19-1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8.xml"/><Relationship Id="rIdTrSnd" Type="http://schemas.openxmlformats.org/officeDocument/2006/relationships/audio" Target="../media/sparkle.wav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9.xml"/><Relationship Id="rIdTrSnd" Type="http://schemas.openxmlformats.org/officeDocument/2006/relationships/audio" Target="../media/marimba.wav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2.png"/><Relationship Id="rId2" Type="http://schemas.openxmlformats.org/officeDocument/2006/relationships/image" Target="../media/image-3-1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0.xml"/><Relationship Id="rIdTrSnd" Type="http://schemas.openxmlformats.org/officeDocument/2006/relationships/audio" Target="../media/harp.wav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1.xml"/><Relationship Id="rIdTrSnd" Type="http://schemas.openxmlformats.org/officeDocument/2006/relationships/audio" Target="../media/chime.wav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2.xml"/><Relationship Id="rIdTrSnd" Type="http://schemas.openxmlformats.org/officeDocument/2006/relationships/audio" Target="../media/whoosh.wav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123-2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3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4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1E0"/>
          </a:solidFill>
          <a:ln w="12700">
            <a:solidFill>
              <a:srgbClr val="52B1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D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2"/>
          </a:solidFill>
          <a:ln w="12700">
            <a:solidFill>
              <a:srgbClr val="DB708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A8547"/>
          </a:solidFill>
          <a:ln w="12700">
            <a:solidFill>
              <a:srgbClr val="7A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11800" dirty="0"/>
          </a:p>
        </p:txBody>
      </p:sp>
      <p:sp>
        <p:nvSpPr>
          <p:cNvPr id="17" name="C2 F1 fath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11800" dirty="0"/>
          </a:p>
        </p:txBody>
      </p:sp>
      <p:pic>
        <p:nvPicPr>
          <p:cNvPr id="18" name="Image 0" descr="roos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1828800"/>
            <a:ext cx="1410371" cy="1463040"/>
          </a:xfrm>
          <a:prstGeom prst="rect">
            <a:avLst/>
          </a:prstGeom>
        </p:spPr>
      </p:pic>
      <p:pic>
        <p:nvPicPr>
          <p:cNvPr id="19" name="Image 1" descr="tur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140" y="1828800"/>
            <a:ext cx="2358420" cy="1463040"/>
          </a:xfrm>
          <a:prstGeom prst="rect">
            <a:avLst/>
          </a:prstGeom>
        </p:spPr>
      </p:pic>
      <p:pic>
        <p:nvPicPr>
          <p:cNvPr id="20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8346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C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9"/>
          </a:solidFill>
          <a:ln w="12700">
            <a:solidFill>
              <a:srgbClr val="D8649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D"/>
          </a:solidFill>
          <a:ln w="12700">
            <a:solidFill>
              <a:srgbClr val="D1479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فَأَ</a:t>
            </a:r>
            <a:endParaRPr lang="ar-SA" sz="6600" dirty="0"/>
          </a:p>
        </p:txBody>
      </p:sp>
      <p:pic>
        <p:nvPicPr>
          <p:cNvPr id="20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469761" cy="1417320"/>
          </a:xfrm>
          <a:prstGeom prst="rect">
            <a:avLst/>
          </a:prstGeom>
        </p:spPr>
      </p:pic>
      <p:pic>
        <p:nvPicPr>
          <p:cNvPr id="21" name="Image 1" descr="kangaro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386157" y="3515868"/>
            <a:ext cx="1666403" cy="1554480"/>
          </a:xfrm>
          <a:prstGeom prst="rect">
            <a:avLst/>
          </a:prstGeom>
        </p:spPr>
      </p:pic>
      <p:pic>
        <p:nvPicPr>
          <p:cNvPr id="22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45720"/>
            <a:ext cx="548640" cy="5486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1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فَبَ</a:t>
            </a:r>
            <a:endParaRPr lang="ar-SA" sz="8700" dirty="0"/>
          </a:p>
        </p:txBody>
      </p:sp>
      <p:pic>
        <p:nvPicPr>
          <p:cNvPr id="21" name="Image 0" descr="ew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973068"/>
            <a:ext cx="1097280" cy="1097280"/>
          </a:xfrm>
          <a:prstGeom prst="rect">
            <a:avLst/>
          </a:prstGeom>
        </p:spPr>
      </p:pic>
      <p:pic>
        <p:nvPicPr>
          <p:cNvPr id="22" name="Image 1" descr="dov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9202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72B64"/>
          </a:solidFill>
          <a:ln w="12700">
            <a:solidFill>
              <a:srgbClr val="37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53479"/>
          </a:solidFill>
          <a:ln w="12700">
            <a:solidFill>
              <a:srgbClr val="65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1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1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فَتَ</a:t>
            </a:r>
            <a:endParaRPr lang="ar-SA" sz="8700" dirty="0"/>
          </a:p>
        </p:txBody>
      </p:sp>
      <p:pic>
        <p:nvPicPr>
          <p:cNvPr id="22" name="Image 0" descr="hor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417320" cy="1417320"/>
          </a:xfrm>
          <a:prstGeom prst="rect">
            <a:avLst/>
          </a:prstGeom>
        </p:spPr>
      </p:pic>
      <p:pic>
        <p:nvPicPr>
          <p:cNvPr id="23" name="Image 1" descr="roos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4041" y="3515868"/>
            <a:ext cx="1498519" cy="1554480"/>
          </a:xfrm>
          <a:prstGeom prst="rect">
            <a:avLst/>
          </a:prstGeom>
        </p:spPr>
      </p:pic>
      <p:pic>
        <p:nvPicPr>
          <p:cNvPr id="24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411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C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1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فَثَ</a:t>
            </a:r>
            <a:endParaRPr lang="ar-SA" sz="8700" dirty="0"/>
          </a:p>
        </p:txBody>
      </p:sp>
      <p:pic>
        <p:nvPicPr>
          <p:cNvPr id="20" name="Image 0" descr="se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870862" cy="1417320"/>
          </a:xfrm>
          <a:prstGeom prst="rect">
            <a:avLst/>
          </a:prstGeom>
        </p:spPr>
      </p:pic>
      <p:pic>
        <p:nvPicPr>
          <p:cNvPr id="21" name="Image 1" descr="spouting_wha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467" y="3515868"/>
            <a:ext cx="1472093" cy="1554480"/>
          </a:xfrm>
          <a:prstGeom prst="rect">
            <a:avLst/>
          </a:prstGeom>
        </p:spPr>
      </p:pic>
      <p:pic>
        <p:nvPicPr>
          <p:cNvPr id="22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5F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4ED5E"/>
          </a:solidFill>
          <a:ln w="12700">
            <a:solidFill>
              <a:srgbClr val="64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فَجَ</a:t>
            </a:r>
            <a:endParaRPr lang="ar-SA" sz="7400" dirty="0"/>
          </a:p>
        </p:txBody>
      </p:sp>
      <p:pic>
        <p:nvPicPr>
          <p:cNvPr id="28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5576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4"/>
          </a:solidFill>
          <a:ln w="12700">
            <a:solidFill>
              <a:srgbClr val="E052D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DDB70"/>
          </a:solidFill>
          <a:ln w="12700">
            <a:solidFill>
              <a:srgbClr val="9D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80"/>
          </a:solidFill>
          <a:ln w="12700">
            <a:solidFill>
              <a:srgbClr val="47858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فَحَ</a:t>
            </a:r>
            <a:endParaRPr lang="ar-SA" sz="7400" dirty="0"/>
          </a:p>
        </p:txBody>
      </p:sp>
      <p:pic>
        <p:nvPicPr>
          <p:cNvPr id="25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155948"/>
            <a:ext cx="914400" cy="914400"/>
          </a:xfrm>
          <a:prstGeom prst="rect">
            <a:avLst/>
          </a:prstGeom>
        </p:spPr>
      </p:pic>
      <p:pic>
        <p:nvPicPr>
          <p:cNvPr id="26" name="Image 1" descr="butterfl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6D864"/>
          </a:solidFill>
          <a:ln w="12700">
            <a:solidFill>
              <a:srgbClr val="B6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0D147"/>
          </a:solidFill>
          <a:ln w="12700">
            <a:solidFill>
              <a:srgbClr val="C0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فَخَ</a:t>
            </a:r>
            <a:endParaRPr lang="ar-SA" sz="7400" dirty="0"/>
          </a:p>
        </p:txBody>
      </p:sp>
      <p:pic>
        <p:nvPicPr>
          <p:cNvPr id="20" name="Image 0" descr="hedgeh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845351" cy="1417320"/>
          </a:xfrm>
          <a:prstGeom prst="rect">
            <a:avLst/>
          </a:prstGeom>
        </p:spPr>
      </p:pic>
      <p:pic>
        <p:nvPicPr>
          <p:cNvPr id="21" name="Image 1" descr="giraff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4458" y="3515868"/>
            <a:ext cx="1458102" cy="1554480"/>
          </a:xfrm>
          <a:prstGeom prst="rect">
            <a:avLst/>
          </a:prstGeom>
        </p:spPr>
      </p:pic>
      <p:pic>
        <p:nvPicPr>
          <p:cNvPr id="22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915" y="45720"/>
            <a:ext cx="546445" cy="5486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5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1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فَدَ</a:t>
            </a:r>
            <a:endParaRPr lang="ar-SA" sz="8700" dirty="0"/>
          </a:p>
        </p:txBody>
      </p:sp>
      <p:pic>
        <p:nvPicPr>
          <p:cNvPr id="21" name="Image 0" descr="parr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790188"/>
            <a:ext cx="1103498" cy="1280160"/>
          </a:xfrm>
          <a:prstGeom prst="rect">
            <a:avLst/>
          </a:prstGeom>
        </p:spPr>
      </p:pic>
      <p:pic>
        <p:nvPicPr>
          <p:cNvPr id="22" name="Image 1" descr="honeybe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9202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31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D"/>
          </a:solidFill>
          <a:ln w="12700">
            <a:solidFill>
              <a:srgbClr val="642B2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434"/>
          </a:solidFill>
          <a:ln w="12700">
            <a:solidFill>
              <a:srgbClr val="7954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1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1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فَذَ</a:t>
            </a:r>
            <a:endParaRPr lang="ar-SA" sz="8700" dirty="0"/>
          </a:p>
        </p:txBody>
      </p:sp>
      <p:pic>
        <p:nvPicPr>
          <p:cNvPr id="22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2284720" cy="1417320"/>
          </a:xfrm>
          <a:prstGeom prst="rect">
            <a:avLst/>
          </a:prstGeom>
        </p:spPr>
      </p:pic>
      <p:pic>
        <p:nvPicPr>
          <p:cNvPr id="23" name="Image 1" descr="monke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3562" y="3515868"/>
            <a:ext cx="1768998" cy="1554480"/>
          </a:xfrm>
          <a:prstGeom prst="rect">
            <a:avLst/>
          </a:prstGeom>
        </p:spPr>
      </p:pic>
      <p:pic>
        <p:nvPicPr>
          <p:cNvPr id="24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7491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1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فَرَ</a:t>
            </a:r>
            <a:endParaRPr lang="ar-SA" sz="8700" dirty="0"/>
          </a:p>
        </p:txBody>
      </p:sp>
      <p:pic>
        <p:nvPicPr>
          <p:cNvPr id="20" name="Image 0" descr="tropical_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724878" cy="1417320"/>
          </a:xfrm>
          <a:prstGeom prst="rect">
            <a:avLst/>
          </a:prstGeom>
        </p:spPr>
      </p:pic>
      <p:pic>
        <p:nvPicPr>
          <p:cNvPr id="21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515868"/>
            <a:ext cx="1554480" cy="1554480"/>
          </a:xfrm>
          <a:prstGeom prst="rect">
            <a:avLst/>
          </a:prstGeom>
        </p:spPr>
      </p:pic>
      <p:pic>
        <p:nvPicPr>
          <p:cNvPr id="22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8ED"/>
          </a:solidFill>
          <a:ln w="12700">
            <a:solidFill>
              <a:srgbClr val="5E88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1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1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فَزَ</a:t>
            </a:r>
            <a:endParaRPr lang="ar-SA" sz="8700" dirty="0"/>
          </a:p>
        </p:txBody>
      </p:sp>
      <p:pic>
        <p:nvPicPr>
          <p:cNvPr id="28" name="Image 0" descr="butterfl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432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952"/>
          </a:solidFill>
          <a:ln w="12700">
            <a:solidFill>
              <a:srgbClr val="E0C9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0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7DB"/>
          </a:solidFill>
          <a:ln w="12700">
            <a:solidFill>
              <a:srgbClr val="70B7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04785"/>
          </a:solidFill>
          <a:ln w="12700">
            <a:solidFill>
              <a:srgbClr val="70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فَسَ</a:t>
            </a:r>
            <a:endParaRPr lang="ar-SA" sz="8700" dirty="0"/>
          </a:p>
        </p:txBody>
      </p:sp>
      <p:pic>
        <p:nvPicPr>
          <p:cNvPr id="25" name="Image 0" descr="monke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293108"/>
            <a:ext cx="884499" cy="777240"/>
          </a:xfrm>
          <a:prstGeom prst="rect">
            <a:avLst/>
          </a:prstGeom>
        </p:spPr>
      </p:pic>
      <p:pic>
        <p:nvPicPr>
          <p:cNvPr id="26" name="Image 1" descr="dov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8346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5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3D8"/>
          </a:solidFill>
          <a:ln w="12700">
            <a:solidFill>
              <a:srgbClr val="64D3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0"/>
          </a:solidFill>
          <a:ln w="12700">
            <a:solidFill>
              <a:srgbClr val="47D1C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فَشَ</a:t>
            </a:r>
            <a:endParaRPr lang="ar-SA" sz="8700" dirty="0"/>
          </a:p>
        </p:txBody>
      </p:sp>
      <p:pic>
        <p:nvPicPr>
          <p:cNvPr id="20" name="Image 0" descr="sna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442832" cy="1417320"/>
          </a:xfrm>
          <a:prstGeom prst="rect">
            <a:avLst/>
          </a:prstGeom>
        </p:spPr>
      </p:pic>
      <p:pic>
        <p:nvPicPr>
          <p:cNvPr id="21" name="Image 1" descr="de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515868"/>
            <a:ext cx="1554480" cy="1554480"/>
          </a:xfrm>
          <a:prstGeom prst="rect">
            <a:avLst/>
          </a:prstGeom>
        </p:spPr>
      </p:pic>
      <p:pic>
        <p:nvPicPr>
          <p:cNvPr id="22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259" y="45720"/>
            <a:ext cx="534101" cy="50292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فَصَ</a:t>
            </a:r>
            <a:endParaRPr lang="ar-SA" sz="8700" dirty="0"/>
          </a:p>
        </p:txBody>
      </p:sp>
      <p:pic>
        <p:nvPicPr>
          <p:cNvPr id="21" name="Image 0" descr="chipmun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018788"/>
            <a:ext cx="1090468" cy="1051560"/>
          </a:xfrm>
          <a:prstGeom prst="rect">
            <a:avLst/>
          </a:prstGeom>
        </p:spPr>
      </p:pic>
      <p:pic>
        <p:nvPicPr>
          <p:cNvPr id="22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4017" y="4384548"/>
            <a:ext cx="688543" cy="685800"/>
          </a:xfrm>
          <a:prstGeom prst="rect">
            <a:avLst/>
          </a:prstGeom>
        </p:spPr>
      </p:pic>
      <p:pic>
        <p:nvPicPr>
          <p:cNvPr id="23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3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B642B"/>
          </a:solidFill>
          <a:ln w="12700">
            <a:solidFill>
              <a:srgbClr val="3B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3"/>
          </a:solidFill>
          <a:ln w="12700">
            <a:solidFill>
              <a:srgbClr val="34794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فَضَ</a:t>
            </a:r>
            <a:endParaRPr lang="ar-SA" sz="8700" dirty="0"/>
          </a:p>
        </p:txBody>
      </p:sp>
      <p:pic>
        <p:nvPicPr>
          <p:cNvPr id="22" name="Image 0" descr="flamin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106927" cy="1417320"/>
          </a:xfrm>
          <a:prstGeom prst="rect">
            <a:avLst/>
          </a:prstGeom>
        </p:spPr>
      </p:pic>
      <p:pic>
        <p:nvPicPr>
          <p:cNvPr id="23" name="Image 1" descr="hatching_chi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515868"/>
            <a:ext cx="1554480" cy="1554480"/>
          </a:xfrm>
          <a:prstGeom prst="rect">
            <a:avLst/>
          </a:prstGeom>
        </p:spPr>
      </p:pic>
      <p:pic>
        <p:nvPicPr>
          <p:cNvPr id="24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576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5D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1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فَطَ</a:t>
            </a:r>
            <a:endParaRPr lang="ar-SA" sz="8700" dirty="0"/>
          </a:p>
        </p:txBody>
      </p:sp>
      <p:pic>
        <p:nvPicPr>
          <p:cNvPr id="20" name="Image 0" descr="pengu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432911" cy="1417320"/>
          </a:xfrm>
          <a:prstGeom prst="rect">
            <a:avLst/>
          </a:prstGeom>
        </p:spPr>
      </p:pic>
      <p:pic>
        <p:nvPicPr>
          <p:cNvPr id="21" name="Image 1" descr="octop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8337" y="3515868"/>
            <a:ext cx="1604223" cy="1554480"/>
          </a:xfrm>
          <a:prstGeom prst="rect">
            <a:avLst/>
          </a:prstGeom>
        </p:spPr>
      </p:pic>
      <p:pic>
        <p:nvPicPr>
          <p:cNvPr id="22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C5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B"/>
          </a:solidFill>
          <a:ln w="12700">
            <a:solidFill>
              <a:srgbClr val="ED5EA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1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1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فَظَ</a:t>
            </a:r>
            <a:endParaRPr lang="ar-SA" sz="8700" dirty="0"/>
          </a:p>
        </p:txBody>
      </p:sp>
      <p:pic>
        <p:nvPicPr>
          <p:cNvPr id="28" name="Image 0" descr="do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3709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4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5"/>
          </a:solidFill>
          <a:ln w="12700">
            <a:solidFill>
              <a:srgbClr val="52E0A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A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2"/>
          </a:solidFill>
          <a:ln w="12700">
            <a:solidFill>
              <a:srgbClr val="DB70D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147"/>
          </a:solidFill>
          <a:ln w="12700">
            <a:solidFill>
              <a:srgbClr val="8561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فَعَ</a:t>
            </a:r>
            <a:endParaRPr lang="ar-SA" sz="7400" dirty="0"/>
          </a:p>
        </p:txBody>
      </p:sp>
      <p:pic>
        <p:nvPicPr>
          <p:cNvPr id="25" name="Image 0" descr="cam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201668"/>
            <a:ext cx="900821" cy="868680"/>
          </a:xfrm>
          <a:prstGeom prst="rect">
            <a:avLst/>
          </a:prstGeom>
        </p:spPr>
      </p:pic>
      <p:pic>
        <p:nvPicPr>
          <p:cNvPr id="26" name="Image 1" descr="flamin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1243" y="4338828"/>
            <a:ext cx="571317" cy="731520"/>
          </a:xfrm>
          <a:prstGeom prst="rect">
            <a:avLst/>
          </a:prstGeom>
        </p:spPr>
      </p:pic>
      <p:pic>
        <p:nvPicPr>
          <p:cNvPr id="27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8346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D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064D8"/>
          </a:solidFill>
          <a:ln w="12700">
            <a:solidFill>
              <a:srgbClr val="C0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E47D1"/>
          </a:solidFill>
          <a:ln w="12700">
            <a:solidFill>
              <a:srgbClr val="9E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فَغَ</a:t>
            </a:r>
            <a:endParaRPr lang="ar-SA" sz="7400" dirty="0"/>
          </a:p>
        </p:txBody>
      </p:sp>
      <p:pic>
        <p:nvPicPr>
          <p:cNvPr id="20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716375" cy="1417320"/>
          </a:xfrm>
          <a:prstGeom prst="rect">
            <a:avLst/>
          </a:prstGeom>
        </p:spPr>
      </p:pic>
      <p:pic>
        <p:nvPicPr>
          <p:cNvPr id="21" name="Image 1" descr="zebr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498080" y="3515868"/>
            <a:ext cx="1554480" cy="1554480"/>
          </a:xfrm>
          <a:prstGeom prst="rect">
            <a:avLst/>
          </a:prstGeom>
        </p:spPr>
      </p:pic>
      <p:pic>
        <p:nvPicPr>
          <p:cNvPr id="22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8525" y="45720"/>
            <a:ext cx="550835" cy="5486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E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أَفَبَ</a:t>
            </a:r>
            <a:endParaRPr lang="ar-SA" sz="6200" dirty="0"/>
          </a:p>
        </p:txBody>
      </p:sp>
      <p:pic>
        <p:nvPicPr>
          <p:cNvPr id="25" name="Image 0" descr="hippopotam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384548"/>
            <a:ext cx="1067105" cy="685800"/>
          </a:xfrm>
          <a:prstGeom prst="rect">
            <a:avLst/>
          </a:prstGeom>
        </p:spPr>
      </p:pic>
      <p:pic>
        <p:nvPicPr>
          <p:cNvPr id="26" name="Image 1" descr="llam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7395" y="4293108"/>
            <a:ext cx="725165" cy="777240"/>
          </a:xfrm>
          <a:prstGeom prst="rect">
            <a:avLst/>
          </a:prstGeom>
        </p:spPr>
      </p:pic>
      <p:pic>
        <p:nvPicPr>
          <p:cNvPr id="27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43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A64"/>
          </a:solidFill>
          <a:ln w="12700">
            <a:solidFill>
              <a:srgbClr val="2B4A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779"/>
          </a:solidFill>
          <a:ln w="12700">
            <a:solidFill>
              <a:srgbClr val="3437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3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3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3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3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بَفَتَ</a:t>
            </a:r>
            <a:endParaRPr lang="ar-SA" sz="8700" dirty="0"/>
          </a:p>
        </p:txBody>
      </p:sp>
      <p:pic>
        <p:nvPicPr>
          <p:cNvPr id="26" name="Image 0" descr="peac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609847" cy="1508760"/>
          </a:xfrm>
          <a:prstGeom prst="rect">
            <a:avLst/>
          </a:prstGeom>
        </p:spPr>
      </p:pic>
      <p:pic>
        <p:nvPicPr>
          <p:cNvPr id="27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332988"/>
            <a:ext cx="1737360" cy="1737360"/>
          </a:xfrm>
          <a:prstGeom prst="rect">
            <a:avLst/>
          </a:prstGeom>
        </p:spPr>
      </p:pic>
      <p:pic>
        <p:nvPicPr>
          <p:cNvPr id="28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C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3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3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3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3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تَفَثَ</a:t>
            </a:r>
            <a:endParaRPr lang="ar-SA" sz="8600" dirty="0"/>
          </a:p>
        </p:txBody>
      </p:sp>
      <p:pic>
        <p:nvPicPr>
          <p:cNvPr id="24" name="Image 0" descr="sw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624935" cy="1508760"/>
          </a:xfrm>
          <a:prstGeom prst="rect">
            <a:avLst/>
          </a:prstGeom>
        </p:spPr>
      </p:pic>
      <p:pic>
        <p:nvPicPr>
          <p:cNvPr id="25" name="Image 1" descr="tur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1936" y="3332988"/>
            <a:ext cx="2800624" cy="1737360"/>
          </a:xfrm>
          <a:prstGeom prst="rect">
            <a:avLst/>
          </a:prstGeom>
        </p:spPr>
      </p:pic>
      <p:pic>
        <p:nvPicPr>
          <p:cNvPr id="26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D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FED5E"/>
          </a:solidFill>
          <a:ln w="12700">
            <a:solidFill>
              <a:srgbClr val="CF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ثَفَجَ</a:t>
            </a:r>
            <a:endParaRPr lang="ar-SA" sz="6600" dirty="0"/>
          </a:p>
        </p:txBody>
      </p:sp>
      <p:pic>
        <p:nvPicPr>
          <p:cNvPr id="32" name="Image 0" descr="honeyb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2411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1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252E0"/>
          </a:solidFill>
          <a:ln w="12700">
            <a:solidFill>
              <a:srgbClr val="82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2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A70"/>
          </a:solidFill>
          <a:ln w="12700">
            <a:solidFill>
              <a:srgbClr val="DBCA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2"/>
          </a:solidFill>
          <a:ln w="12700">
            <a:solidFill>
              <a:srgbClr val="47855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جَفَحَ</a:t>
            </a:r>
            <a:endParaRPr lang="ar-SA" sz="6600" dirty="0"/>
          </a:p>
        </p:txBody>
      </p:sp>
      <p:pic>
        <p:nvPicPr>
          <p:cNvPr id="29" name="Image 0" descr="hatching_chi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55948"/>
            <a:ext cx="914400" cy="914400"/>
          </a:xfrm>
          <a:prstGeom prst="rect">
            <a:avLst/>
          </a:prstGeom>
        </p:spPr>
      </p:pic>
      <p:pic>
        <p:nvPicPr>
          <p:cNvPr id="30" name="Image 1" descr="lady_bee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C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364"/>
          </a:solidFill>
          <a:ln w="12700">
            <a:solidFill>
              <a:srgbClr val="D8A3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B47"/>
          </a:solidFill>
          <a:ln w="12700">
            <a:solidFill>
              <a:srgbClr val="D17B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حَفَخَ</a:t>
            </a:r>
            <a:endParaRPr lang="ar-SA" sz="6600" dirty="0"/>
          </a:p>
        </p:txBody>
      </p:sp>
      <p:pic>
        <p:nvPicPr>
          <p:cNvPr id="24" name="Image 0" descr="ow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185885" cy="1508760"/>
          </a:xfrm>
          <a:prstGeom prst="rect">
            <a:avLst/>
          </a:prstGeom>
        </p:spPr>
      </p:pic>
      <p:pic>
        <p:nvPicPr>
          <p:cNvPr id="25" name="Image 1" descr="pengu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6089" y="3332988"/>
            <a:ext cx="1756471" cy="1737360"/>
          </a:xfrm>
          <a:prstGeom prst="rect">
            <a:avLst/>
          </a:prstGeom>
        </p:spPr>
      </p:pic>
      <p:pic>
        <p:nvPicPr>
          <p:cNvPr id="26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409" y="45720"/>
            <a:ext cx="523951" cy="5486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5F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خَفَدَ</a:t>
            </a:r>
            <a:endParaRPr lang="ar-SA" sz="8700" dirty="0"/>
          </a:p>
        </p:txBody>
      </p:sp>
      <p:pic>
        <p:nvPicPr>
          <p:cNvPr id="25" name="Image 0" descr="sw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064508"/>
            <a:ext cx="1083290" cy="1005840"/>
          </a:xfrm>
          <a:prstGeom prst="rect">
            <a:avLst/>
          </a:prstGeom>
        </p:spPr>
      </p:pic>
      <p:pic>
        <p:nvPicPr>
          <p:cNvPr id="26" name="Image 1" descr="butterfl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3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8"/>
          </a:solidFill>
          <a:ln w="12700">
            <a:solidFill>
              <a:srgbClr val="642B5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8"/>
          </a:solidFill>
          <a:ln w="12700">
            <a:solidFill>
              <a:srgbClr val="79344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3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3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3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3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دَفَذَ</a:t>
            </a:r>
            <a:endParaRPr lang="ar-SA" sz="7700" dirty="0"/>
          </a:p>
        </p:txBody>
      </p:sp>
      <p:pic>
        <p:nvPicPr>
          <p:cNvPr id="26" name="Image 0" descr="c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594759" cy="1508760"/>
          </a:xfrm>
          <a:prstGeom prst="rect">
            <a:avLst/>
          </a:prstGeom>
        </p:spPr>
      </p:pic>
      <p:pic>
        <p:nvPicPr>
          <p:cNvPr id="27" name="Image 1" descr="cam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918" y="3332988"/>
            <a:ext cx="1801642" cy="1737360"/>
          </a:xfrm>
          <a:prstGeom prst="rect">
            <a:avLst/>
          </a:prstGeom>
        </p:spPr>
      </p:pic>
      <p:pic>
        <p:nvPicPr>
          <p:cNvPr id="28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709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3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3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3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3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ذَفَرَ</a:t>
            </a:r>
            <a:endParaRPr lang="ar-SA" sz="7700" dirty="0"/>
          </a:p>
        </p:txBody>
      </p:sp>
      <p:pic>
        <p:nvPicPr>
          <p:cNvPr id="24" name="Image 0" descr="dolph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185885" cy="1508760"/>
          </a:xfrm>
          <a:prstGeom prst="rect">
            <a:avLst/>
          </a:prstGeom>
        </p:spPr>
      </p:pic>
      <p:pic>
        <p:nvPicPr>
          <p:cNvPr id="25" name="Image 1" descr="cra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6717" y="3332988"/>
            <a:ext cx="1945843" cy="1737360"/>
          </a:xfrm>
          <a:prstGeom prst="rect">
            <a:avLst/>
          </a:prstGeom>
        </p:spPr>
      </p:pic>
      <p:pic>
        <p:nvPicPr>
          <p:cNvPr id="26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5E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8"/>
          </a:solidFill>
          <a:ln w="12700">
            <a:solidFill>
              <a:srgbClr val="5EEDE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3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3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3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3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رَفَزَ</a:t>
            </a:r>
            <a:endParaRPr lang="ar-SA" sz="7700" dirty="0"/>
          </a:p>
        </p:txBody>
      </p:sp>
      <p:pic>
        <p:nvPicPr>
          <p:cNvPr id="32" name="Image 0" descr="lady_bee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7491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4314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E52"/>
          </a:solidFill>
          <a:ln w="12700">
            <a:solidFill>
              <a:srgbClr val="E05E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8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F"/>
          </a:solidFill>
          <a:ln w="12700">
            <a:solidFill>
              <a:srgbClr val="70DBA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C85"/>
          </a:solidFill>
          <a:ln w="12700">
            <a:solidFill>
              <a:srgbClr val="474C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زَفَسَ</a:t>
            </a:r>
            <a:endParaRPr lang="ar-SA" sz="7000" dirty="0"/>
          </a:p>
        </p:txBody>
      </p:sp>
      <p:pic>
        <p:nvPicPr>
          <p:cNvPr id="29" name="Image 0" descr="roos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110228"/>
            <a:ext cx="925556" cy="960120"/>
          </a:xfrm>
          <a:prstGeom prst="rect">
            <a:avLst/>
          </a:prstGeom>
        </p:spPr>
      </p:pic>
      <p:pic>
        <p:nvPicPr>
          <p:cNvPr id="30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8346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6"/>
          </a:solidFill>
          <a:ln w="12700">
            <a:solidFill>
              <a:srgbClr val="64D88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9"/>
          </a:solidFill>
          <a:ln w="12700">
            <a:solidFill>
              <a:srgbClr val="47D15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سَفَشَ</a:t>
            </a:r>
            <a:endParaRPr lang="ar-SA" sz="6300" dirty="0"/>
          </a:p>
        </p:txBody>
      </p:sp>
      <p:pic>
        <p:nvPicPr>
          <p:cNvPr id="24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564584" cy="1508760"/>
          </a:xfrm>
          <a:prstGeom prst="rect">
            <a:avLst/>
          </a:prstGeom>
        </p:spPr>
      </p:pic>
      <p:pic>
        <p:nvPicPr>
          <p:cNvPr id="25" name="Image 1" descr="kangaro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190110" y="3332988"/>
            <a:ext cx="1862450" cy="1737360"/>
          </a:xfrm>
          <a:prstGeom prst="rect">
            <a:avLst/>
          </a:prstGeom>
        </p:spPr>
      </p:pic>
      <p:pic>
        <p:nvPicPr>
          <p:cNvPr id="26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45720"/>
            <a:ext cx="548640" cy="5486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شَفَصَ</a:t>
            </a:r>
            <a:endParaRPr lang="ar-SA" sz="6100" dirty="0"/>
          </a:p>
        </p:txBody>
      </p:sp>
      <p:pic>
        <p:nvPicPr>
          <p:cNvPr id="25" name="Image 0" descr="ew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973068"/>
            <a:ext cx="1097280" cy="1097280"/>
          </a:xfrm>
          <a:prstGeom prst="rect">
            <a:avLst/>
          </a:prstGeom>
        </p:spPr>
      </p:pic>
      <p:pic>
        <p:nvPicPr>
          <p:cNvPr id="26" name="Image 1" descr="dov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9202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432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622B"/>
          </a:solidFill>
          <a:ln w="12700">
            <a:solidFill>
              <a:srgbClr val="6462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97934"/>
          </a:solidFill>
          <a:ln w="12700">
            <a:solidFill>
              <a:srgbClr val="59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صَفَضَ</a:t>
            </a:r>
            <a:endParaRPr lang="ar-SA" sz="5900" dirty="0"/>
          </a:p>
        </p:txBody>
      </p:sp>
      <p:pic>
        <p:nvPicPr>
          <p:cNvPr id="26" name="Image 0" descr="hor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508760" cy="1508760"/>
          </a:xfrm>
          <a:prstGeom prst="rect">
            <a:avLst/>
          </a:prstGeom>
        </p:spPr>
      </p:pic>
      <p:pic>
        <p:nvPicPr>
          <p:cNvPr id="27" name="Image 1" descr="roos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7745" y="3332988"/>
            <a:ext cx="1674815" cy="1737360"/>
          </a:xfrm>
          <a:prstGeom prst="rect">
            <a:avLst/>
          </a:prstGeom>
        </p:spPr>
      </p:pic>
      <p:pic>
        <p:nvPicPr>
          <p:cNvPr id="28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411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C5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ضَفَطَ</a:t>
            </a:r>
            <a:endParaRPr lang="ar-SA" sz="7200" dirty="0"/>
          </a:p>
        </p:txBody>
      </p:sp>
      <p:pic>
        <p:nvPicPr>
          <p:cNvPr id="24" name="Image 0" descr="se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991563" cy="1508760"/>
          </a:xfrm>
          <a:prstGeom prst="rect">
            <a:avLst/>
          </a:prstGeom>
        </p:spPr>
      </p:pic>
      <p:pic>
        <p:nvPicPr>
          <p:cNvPr id="25" name="Image 1" descr="spouting_wha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7280" y="3332988"/>
            <a:ext cx="1645280" cy="1737360"/>
          </a:xfrm>
          <a:prstGeom prst="rect">
            <a:avLst/>
          </a:prstGeom>
        </p:spPr>
      </p:pic>
      <p:pic>
        <p:nvPicPr>
          <p:cNvPr id="26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C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45EED"/>
          </a:solidFill>
          <a:ln w="12700">
            <a:solidFill>
              <a:srgbClr val="C4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3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3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3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3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طَفَظَ</a:t>
            </a:r>
            <a:endParaRPr lang="ar-SA" sz="7500" dirty="0"/>
          </a:p>
        </p:txBody>
      </p:sp>
      <p:pic>
        <p:nvPicPr>
          <p:cNvPr id="32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5576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3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9E052"/>
          </a:solidFill>
          <a:ln w="12700">
            <a:solidFill>
              <a:srgbClr val="69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470DB"/>
          </a:solidFill>
          <a:ln w="12700">
            <a:solidFill>
              <a:srgbClr val="94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C"/>
          </a:solidFill>
          <a:ln w="12700">
            <a:solidFill>
              <a:srgbClr val="85475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ظَفَعَ</a:t>
            </a:r>
            <a:endParaRPr lang="ar-SA" sz="6600" dirty="0"/>
          </a:p>
        </p:txBody>
      </p:sp>
      <p:pic>
        <p:nvPicPr>
          <p:cNvPr id="29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155948"/>
            <a:ext cx="914400" cy="914400"/>
          </a:xfrm>
          <a:prstGeom prst="rect">
            <a:avLst/>
          </a:prstGeom>
        </p:spPr>
      </p:pic>
      <p:pic>
        <p:nvPicPr>
          <p:cNvPr id="30" name="Image 1" descr="butterfl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5D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964D8"/>
          </a:solidFill>
          <a:ln w="12700">
            <a:solidFill>
              <a:srgbClr val="69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8D1"/>
          </a:solidFill>
          <a:ln w="12700">
            <a:solidFill>
              <a:srgbClr val="4758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عَفَغَ</a:t>
            </a:r>
            <a:endParaRPr lang="ar-SA" sz="6600" dirty="0"/>
          </a:p>
        </p:txBody>
      </p:sp>
      <p:pic>
        <p:nvPicPr>
          <p:cNvPr id="24" name="Image 0" descr="hedgeh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964406" cy="1508760"/>
          </a:xfrm>
          <a:prstGeom prst="rect">
            <a:avLst/>
          </a:prstGeom>
        </p:spPr>
      </p:pic>
      <p:pic>
        <p:nvPicPr>
          <p:cNvPr id="25" name="Image 1" descr="giraff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2916" y="3332988"/>
            <a:ext cx="1629644" cy="1737360"/>
          </a:xfrm>
          <a:prstGeom prst="rect">
            <a:avLst/>
          </a:prstGeom>
        </p:spPr>
      </p:pic>
      <p:pic>
        <p:nvPicPr>
          <p:cNvPr id="26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915" y="45720"/>
            <a:ext cx="546445" cy="5486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C5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غَفَأَ</a:t>
            </a:r>
            <a:endParaRPr lang="ar-SA" sz="5900" dirty="0"/>
          </a:p>
        </p:txBody>
      </p:sp>
      <p:pic>
        <p:nvPicPr>
          <p:cNvPr id="25" name="Image 0" descr="parr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790188"/>
            <a:ext cx="1103498" cy="1280160"/>
          </a:xfrm>
          <a:prstGeom prst="rect">
            <a:avLst/>
          </a:prstGeom>
        </p:spPr>
      </p:pic>
      <p:pic>
        <p:nvPicPr>
          <p:cNvPr id="26" name="Image 1" descr="honeybe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9202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44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4"/>
          </a:solidFill>
          <a:ln w="12700">
            <a:solidFill>
              <a:srgbClr val="2B645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B79"/>
          </a:solidFill>
          <a:ln w="12700">
            <a:solidFill>
              <a:srgbClr val="346B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أَفَ</a:t>
            </a:r>
            <a:endParaRPr lang="ar-SA" sz="7000" dirty="0"/>
          </a:p>
        </p:txBody>
      </p:sp>
      <p:pic>
        <p:nvPicPr>
          <p:cNvPr id="22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2284720" cy="1417320"/>
          </a:xfrm>
          <a:prstGeom prst="rect">
            <a:avLst/>
          </a:prstGeom>
        </p:spPr>
      </p:pic>
      <p:pic>
        <p:nvPicPr>
          <p:cNvPr id="23" name="Image 1" descr="monke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3562" y="3515868"/>
            <a:ext cx="1768998" cy="1554480"/>
          </a:xfrm>
          <a:prstGeom prst="rect">
            <a:avLst/>
          </a:prstGeom>
        </p:spPr>
      </p:pic>
      <p:pic>
        <p:nvPicPr>
          <p:cNvPr id="24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7491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D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1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بَفَ</a:t>
            </a:r>
            <a:endParaRPr lang="ar-SA" sz="9800" dirty="0"/>
          </a:p>
        </p:txBody>
      </p:sp>
      <p:pic>
        <p:nvPicPr>
          <p:cNvPr id="20" name="Image 0" descr="tropical_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724878" cy="1417320"/>
          </a:xfrm>
          <a:prstGeom prst="rect">
            <a:avLst/>
          </a:prstGeom>
        </p:spPr>
      </p:pic>
      <p:pic>
        <p:nvPicPr>
          <p:cNvPr id="21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515868"/>
            <a:ext cx="1554480" cy="1554480"/>
          </a:xfrm>
          <a:prstGeom prst="rect">
            <a:avLst/>
          </a:prstGeom>
        </p:spPr>
      </p:pic>
      <p:pic>
        <p:nvPicPr>
          <p:cNvPr id="22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E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15E"/>
          </a:solidFill>
          <a:ln w="12700">
            <a:solidFill>
              <a:srgbClr val="EDA1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1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1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تَفَ</a:t>
            </a:r>
            <a:endParaRPr lang="ar-SA" sz="9900" dirty="0"/>
          </a:p>
        </p:txBody>
      </p:sp>
      <p:pic>
        <p:nvPicPr>
          <p:cNvPr id="28" name="Image 0" descr="butterfl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43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CE0"/>
          </a:solidFill>
          <a:ln w="12700">
            <a:solidFill>
              <a:srgbClr val="528C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5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A70"/>
          </a:solidFill>
          <a:ln w="12700">
            <a:solidFill>
              <a:srgbClr val="DB7A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B8547"/>
          </a:solidFill>
          <a:ln w="12700">
            <a:solidFill>
              <a:srgbClr val="6B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1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1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ثَفَ</a:t>
            </a:r>
            <a:endParaRPr lang="ar-SA" sz="8500" dirty="0"/>
          </a:p>
        </p:txBody>
      </p:sp>
      <p:pic>
        <p:nvPicPr>
          <p:cNvPr id="25" name="Image 0" descr="monke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293108"/>
            <a:ext cx="884499" cy="777240"/>
          </a:xfrm>
          <a:prstGeom prst="rect">
            <a:avLst/>
          </a:prstGeom>
        </p:spPr>
      </p:pic>
      <p:pic>
        <p:nvPicPr>
          <p:cNvPr id="26" name="Image 1" descr="dov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8346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C5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C"/>
          </a:solidFill>
          <a:ln w="12700">
            <a:solidFill>
              <a:srgbClr val="D8647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A"/>
          </a:solidFill>
          <a:ln w="12700">
            <a:solidFill>
              <a:srgbClr val="D1477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جَفَ</a:t>
            </a:r>
            <a:endParaRPr lang="ar-SA" sz="9900" dirty="0"/>
          </a:p>
        </p:txBody>
      </p:sp>
      <p:pic>
        <p:nvPicPr>
          <p:cNvPr id="20" name="Image 0" descr="sna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442832" cy="1417320"/>
          </a:xfrm>
          <a:prstGeom prst="rect">
            <a:avLst/>
          </a:prstGeom>
        </p:spPr>
      </p:pic>
      <p:pic>
        <p:nvPicPr>
          <p:cNvPr id="21" name="Image 1" descr="de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515868"/>
            <a:ext cx="1554480" cy="1554480"/>
          </a:xfrm>
          <a:prstGeom prst="rect">
            <a:avLst/>
          </a:prstGeom>
        </p:spPr>
      </p:pic>
      <p:pic>
        <p:nvPicPr>
          <p:cNvPr id="22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259" y="45720"/>
            <a:ext cx="534101" cy="50292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D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حَفَ</a:t>
            </a:r>
            <a:endParaRPr lang="ar-SA" sz="9900" dirty="0"/>
          </a:p>
        </p:txBody>
      </p:sp>
      <p:pic>
        <p:nvPicPr>
          <p:cNvPr id="21" name="Image 0" descr="chipmun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018788"/>
            <a:ext cx="1090468" cy="1051560"/>
          </a:xfrm>
          <a:prstGeom prst="rect">
            <a:avLst/>
          </a:prstGeom>
        </p:spPr>
      </p:pic>
      <p:pic>
        <p:nvPicPr>
          <p:cNvPr id="22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4017" y="4384548"/>
            <a:ext cx="688543" cy="685800"/>
          </a:xfrm>
          <a:prstGeom prst="rect">
            <a:avLst/>
          </a:prstGeom>
        </p:spPr>
      </p:pic>
      <p:pic>
        <p:nvPicPr>
          <p:cNvPr id="23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41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52B64"/>
          </a:solidFill>
          <a:ln w="12700">
            <a:solidFill>
              <a:srgbClr val="45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73479"/>
          </a:solidFill>
          <a:ln w="12700">
            <a:solidFill>
              <a:srgbClr val="77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D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خَفَ</a:t>
            </a:r>
            <a:endParaRPr lang="ar-SA" sz="9900" dirty="0"/>
          </a:p>
        </p:txBody>
      </p:sp>
      <p:pic>
        <p:nvPicPr>
          <p:cNvPr id="22" name="Image 0" descr="flamin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106927" cy="1417320"/>
          </a:xfrm>
          <a:prstGeom prst="rect">
            <a:avLst/>
          </a:prstGeom>
        </p:spPr>
      </p:pic>
      <p:pic>
        <p:nvPicPr>
          <p:cNvPr id="23" name="Image 1" descr="hatching_chi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515868"/>
            <a:ext cx="1554480" cy="1554480"/>
          </a:xfrm>
          <a:prstGeom prst="rect">
            <a:avLst/>
          </a:prstGeom>
        </p:spPr>
      </p:pic>
      <p:pic>
        <p:nvPicPr>
          <p:cNvPr id="24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576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D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1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دَفَ</a:t>
            </a:r>
            <a:endParaRPr lang="ar-SA" sz="8700" dirty="0"/>
          </a:p>
        </p:txBody>
      </p:sp>
      <p:pic>
        <p:nvPicPr>
          <p:cNvPr id="20" name="Image 0" descr="pengu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432911" cy="1417320"/>
          </a:xfrm>
          <a:prstGeom prst="rect">
            <a:avLst/>
          </a:prstGeom>
        </p:spPr>
      </p:pic>
      <p:pic>
        <p:nvPicPr>
          <p:cNvPr id="21" name="Image 1" descr="octop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8337" y="3515868"/>
            <a:ext cx="1604223" cy="1554480"/>
          </a:xfrm>
          <a:prstGeom prst="rect">
            <a:avLst/>
          </a:prstGeom>
        </p:spPr>
      </p:pic>
      <p:pic>
        <p:nvPicPr>
          <p:cNvPr id="22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5F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7D"/>
          </a:solidFill>
          <a:ln w="12700">
            <a:solidFill>
              <a:srgbClr val="5EED7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1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1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ذَفَ</a:t>
            </a:r>
            <a:endParaRPr lang="ar-SA" sz="8700" dirty="0"/>
          </a:p>
        </p:txBody>
      </p:sp>
      <p:pic>
        <p:nvPicPr>
          <p:cNvPr id="28" name="Image 0" descr="do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3709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3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B0"/>
          </a:solidFill>
          <a:ln w="12700">
            <a:solidFill>
              <a:srgbClr val="E052B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1DB70"/>
          </a:solidFill>
          <a:ln w="12700">
            <a:solidFill>
              <a:srgbClr val="81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A85"/>
          </a:solidFill>
          <a:ln w="12700">
            <a:solidFill>
              <a:srgbClr val="477A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1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1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رَفَ</a:t>
            </a:r>
            <a:endParaRPr lang="ar-SA" sz="8700" dirty="0"/>
          </a:p>
        </p:txBody>
      </p:sp>
      <p:pic>
        <p:nvPicPr>
          <p:cNvPr id="25" name="Image 0" descr="cam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201668"/>
            <a:ext cx="900821" cy="868680"/>
          </a:xfrm>
          <a:prstGeom prst="rect">
            <a:avLst/>
          </a:prstGeom>
        </p:spPr>
      </p:pic>
      <p:pic>
        <p:nvPicPr>
          <p:cNvPr id="26" name="Image 1" descr="flamin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1243" y="4338828"/>
            <a:ext cx="571317" cy="731520"/>
          </a:xfrm>
          <a:prstGeom prst="rect">
            <a:avLst/>
          </a:prstGeom>
        </p:spPr>
      </p:pic>
      <p:pic>
        <p:nvPicPr>
          <p:cNvPr id="27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8346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8D864"/>
          </a:solidFill>
          <a:ln w="12700">
            <a:solidFill>
              <a:srgbClr val="98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DD147"/>
          </a:solidFill>
          <a:ln w="12700">
            <a:solidFill>
              <a:srgbClr val="9D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1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زَفَ</a:t>
            </a:r>
            <a:endParaRPr lang="ar-SA" sz="8700" dirty="0"/>
          </a:p>
        </p:txBody>
      </p:sp>
      <p:pic>
        <p:nvPicPr>
          <p:cNvPr id="20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716375" cy="1417320"/>
          </a:xfrm>
          <a:prstGeom prst="rect">
            <a:avLst/>
          </a:prstGeom>
        </p:spPr>
      </p:pic>
      <p:pic>
        <p:nvPicPr>
          <p:cNvPr id="21" name="Image 1" descr="zebr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498080" y="3515868"/>
            <a:ext cx="1554480" cy="1554480"/>
          </a:xfrm>
          <a:prstGeom prst="rect">
            <a:avLst/>
          </a:prstGeom>
        </p:spPr>
      </p:pic>
      <p:pic>
        <p:nvPicPr>
          <p:cNvPr id="22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8525" y="45720"/>
            <a:ext cx="550835" cy="5486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5E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سَفَ</a:t>
            </a:r>
            <a:endParaRPr lang="ar-SA" sz="9900" dirty="0"/>
          </a:p>
        </p:txBody>
      </p:sp>
      <p:pic>
        <p:nvPicPr>
          <p:cNvPr id="21" name="Image 0" descr="hippopotam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384548"/>
            <a:ext cx="1067105" cy="685800"/>
          </a:xfrm>
          <a:prstGeom prst="rect">
            <a:avLst/>
          </a:prstGeom>
        </p:spPr>
      </p:pic>
      <p:pic>
        <p:nvPicPr>
          <p:cNvPr id="22" name="Image 1" descr="llam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7395" y="4293108"/>
            <a:ext cx="725165" cy="777240"/>
          </a:xfrm>
          <a:prstGeom prst="rect">
            <a:avLst/>
          </a:prstGeom>
        </p:spPr>
      </p:pic>
      <p:pic>
        <p:nvPicPr>
          <p:cNvPr id="23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43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72B"/>
          </a:solidFill>
          <a:ln w="12700">
            <a:solidFill>
              <a:srgbClr val="6437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634"/>
          </a:solidFill>
          <a:ln w="12700">
            <a:solidFill>
              <a:srgbClr val="7966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شَفَ</a:t>
            </a:r>
            <a:endParaRPr lang="ar-SA" sz="9500" dirty="0"/>
          </a:p>
        </p:txBody>
      </p:sp>
      <p:pic>
        <p:nvPicPr>
          <p:cNvPr id="22" name="Image 0" descr="peac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512280" cy="1417320"/>
          </a:xfrm>
          <a:prstGeom prst="rect">
            <a:avLst/>
          </a:prstGeom>
        </p:spPr>
      </p:pic>
      <p:pic>
        <p:nvPicPr>
          <p:cNvPr id="23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515868"/>
            <a:ext cx="1554480" cy="1554480"/>
          </a:xfrm>
          <a:prstGeom prst="rect">
            <a:avLst/>
          </a:prstGeom>
        </p:spPr>
      </p:pic>
      <p:pic>
        <p:nvPicPr>
          <p:cNvPr id="24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C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صَفَ</a:t>
            </a:r>
            <a:endParaRPr lang="ar-SA" sz="9400" dirty="0"/>
          </a:p>
        </p:txBody>
      </p:sp>
      <p:pic>
        <p:nvPicPr>
          <p:cNvPr id="20" name="Image 0" descr="sw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526454" cy="1417320"/>
          </a:xfrm>
          <a:prstGeom prst="rect">
            <a:avLst/>
          </a:prstGeom>
        </p:spPr>
      </p:pic>
      <p:pic>
        <p:nvPicPr>
          <p:cNvPr id="21" name="Image 1" descr="tur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6738" y="3515868"/>
            <a:ext cx="2505822" cy="1554480"/>
          </a:xfrm>
          <a:prstGeom prst="rect">
            <a:avLst/>
          </a:prstGeom>
        </p:spPr>
      </p:pic>
      <p:pic>
        <p:nvPicPr>
          <p:cNvPr id="22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D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63ED"/>
          </a:solidFill>
          <a:ln w="12700">
            <a:solidFill>
              <a:srgbClr val="5E63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ضَفَ</a:t>
            </a:r>
            <a:endParaRPr lang="ar-SA" sz="9400" dirty="0"/>
          </a:p>
        </p:txBody>
      </p:sp>
      <p:pic>
        <p:nvPicPr>
          <p:cNvPr id="28" name="Image 0" descr="honeyb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2411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433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3E052"/>
          </a:solidFill>
          <a:ln w="12700">
            <a:solidFill>
              <a:srgbClr val="D3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6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CDB"/>
          </a:solidFill>
          <a:ln w="12700">
            <a:solidFill>
              <a:srgbClr val="709C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04785"/>
          </a:solidFill>
          <a:ln w="12700">
            <a:solidFill>
              <a:srgbClr val="80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1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1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طَفَ</a:t>
            </a:r>
            <a:endParaRPr lang="ar-SA" sz="9300" dirty="0"/>
          </a:p>
        </p:txBody>
      </p:sp>
      <p:pic>
        <p:nvPicPr>
          <p:cNvPr id="25" name="Image 0" descr="hatching_chi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55948"/>
            <a:ext cx="914400" cy="914400"/>
          </a:xfrm>
          <a:prstGeom prst="rect">
            <a:avLst/>
          </a:prstGeom>
        </p:spPr>
      </p:pic>
      <p:pic>
        <p:nvPicPr>
          <p:cNvPr id="26" name="Image 1" descr="lady_bee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C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5D8"/>
          </a:solidFill>
          <a:ln w="12700">
            <a:solidFill>
              <a:srgbClr val="64B5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FD1"/>
          </a:solidFill>
          <a:ln w="12700">
            <a:solidFill>
              <a:srgbClr val="47BF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1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ظَفَ</a:t>
            </a:r>
            <a:endParaRPr lang="ar-SA" sz="9300" dirty="0"/>
          </a:p>
        </p:txBody>
      </p:sp>
      <p:pic>
        <p:nvPicPr>
          <p:cNvPr id="20" name="Image 0" descr="ow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14014" cy="1417320"/>
          </a:xfrm>
          <a:prstGeom prst="rect">
            <a:avLst/>
          </a:prstGeom>
        </p:spPr>
      </p:pic>
      <p:pic>
        <p:nvPicPr>
          <p:cNvPr id="21" name="Image 1" descr="pengu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0981" y="3515868"/>
            <a:ext cx="1571579" cy="1554480"/>
          </a:xfrm>
          <a:prstGeom prst="rect">
            <a:avLst/>
          </a:prstGeom>
        </p:spPr>
      </p:pic>
      <p:pic>
        <p:nvPicPr>
          <p:cNvPr id="22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409" y="45720"/>
            <a:ext cx="523951" cy="5486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C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عَفَ</a:t>
            </a:r>
            <a:endParaRPr lang="ar-SA" sz="9900" dirty="0"/>
          </a:p>
        </p:txBody>
      </p:sp>
      <p:pic>
        <p:nvPicPr>
          <p:cNvPr id="21" name="Image 0" descr="sw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064508"/>
            <a:ext cx="1083290" cy="1005840"/>
          </a:xfrm>
          <a:prstGeom prst="rect">
            <a:avLst/>
          </a:prstGeom>
        </p:spPr>
      </p:pic>
      <p:pic>
        <p:nvPicPr>
          <p:cNvPr id="22" name="Image 1" descr="butterfl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2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D642B"/>
          </a:solidFill>
          <a:ln w="12700">
            <a:solidFill>
              <a:srgbClr val="2D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4"/>
          </a:solidFill>
          <a:ln w="12700">
            <a:solidFill>
              <a:srgbClr val="34795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غَفَ</a:t>
            </a:r>
            <a:endParaRPr lang="ar-SA" sz="9500" dirty="0"/>
          </a:p>
        </p:txBody>
      </p:sp>
      <p:pic>
        <p:nvPicPr>
          <p:cNvPr id="22" name="Image 0" descr="c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498107" cy="1417320"/>
          </a:xfrm>
          <a:prstGeom prst="rect">
            <a:avLst/>
          </a:prstGeom>
        </p:spPr>
      </p:pic>
      <p:pic>
        <p:nvPicPr>
          <p:cNvPr id="23" name="Image 1" descr="cam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0564" y="3515868"/>
            <a:ext cx="1611996" cy="1554480"/>
          </a:xfrm>
          <a:prstGeom prst="rect">
            <a:avLst/>
          </a:prstGeom>
        </p:spPr>
      </p:pic>
      <p:pic>
        <p:nvPicPr>
          <p:cNvPr id="24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709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5D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1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13300" dirty="0"/>
          </a:p>
        </p:txBody>
      </p:sp>
      <p:sp>
        <p:nvSpPr>
          <p:cNvPr id="12" name="C2 F1 fath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13300" dirty="0"/>
          </a:p>
        </p:txBody>
      </p:sp>
      <p:pic>
        <p:nvPicPr>
          <p:cNvPr id="13" name="Image 0" descr="dolph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1828800"/>
            <a:ext cx="1149949" cy="1463040"/>
          </a:xfrm>
          <a:prstGeom prst="rect">
            <a:avLst/>
          </a:prstGeom>
        </p:spPr>
      </p:pic>
      <p:pic>
        <p:nvPicPr>
          <p:cNvPr id="14" name="Image 1" descr="cra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3955" y="1828800"/>
            <a:ext cx="1638605" cy="1463040"/>
          </a:xfrm>
          <a:prstGeom prst="rect">
            <a:avLst/>
          </a:prstGeom>
        </p:spPr>
      </p:pic>
      <p:pic>
        <p:nvPicPr>
          <p:cNvPr id="15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C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87"/>
          </a:solidFill>
          <a:ln w="12700">
            <a:solidFill>
              <a:srgbClr val="ED5E8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قَأَ</a:t>
            </a:r>
            <a:endParaRPr lang="ar-SA" sz="6600" dirty="0"/>
          </a:p>
        </p:txBody>
      </p:sp>
      <p:pic>
        <p:nvPicPr>
          <p:cNvPr id="28" name="Image 0" descr="lady_bee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7491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44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CA"/>
          </a:solidFill>
          <a:ln w="12700">
            <a:solidFill>
              <a:srgbClr val="52E0C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F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7"/>
          </a:solidFill>
          <a:ln w="12700">
            <a:solidFill>
              <a:srgbClr val="DB70B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147"/>
          </a:solidFill>
          <a:ln w="12700">
            <a:solidFill>
              <a:srgbClr val="8571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5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قَبَ</a:t>
            </a:r>
            <a:endParaRPr lang="ar-SA" sz="8700" dirty="0"/>
          </a:p>
        </p:txBody>
      </p:sp>
      <p:pic>
        <p:nvPicPr>
          <p:cNvPr id="25" name="Image 0" descr="roos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110228"/>
            <a:ext cx="925556" cy="960120"/>
          </a:xfrm>
          <a:prstGeom prst="rect">
            <a:avLst/>
          </a:prstGeom>
        </p:spPr>
      </p:pic>
      <p:pic>
        <p:nvPicPr>
          <p:cNvPr id="2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8346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E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D2"/>
          </a:solidFill>
          <a:ln w="12700">
            <a:solidFill>
              <a:srgbClr val="D864D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147D1"/>
          </a:solidFill>
          <a:ln w="12700">
            <a:solidFill>
              <a:srgbClr val="C1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قَتَ</a:t>
            </a:r>
            <a:endParaRPr lang="ar-SA" sz="8700" dirty="0"/>
          </a:p>
        </p:txBody>
      </p:sp>
      <p:pic>
        <p:nvPicPr>
          <p:cNvPr id="20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469761" cy="1417320"/>
          </a:xfrm>
          <a:prstGeom prst="rect">
            <a:avLst/>
          </a:prstGeom>
        </p:spPr>
      </p:pic>
      <p:pic>
        <p:nvPicPr>
          <p:cNvPr id="21" name="Image 1" descr="kangaro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386157" y="3515868"/>
            <a:ext cx="1666403" cy="1554480"/>
          </a:xfrm>
          <a:prstGeom prst="rect">
            <a:avLst/>
          </a:prstGeom>
        </p:spPr>
      </p:pic>
      <p:pic>
        <p:nvPicPr>
          <p:cNvPr id="22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45720"/>
            <a:ext cx="548640" cy="5486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F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7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قَثَ</a:t>
            </a:r>
            <a:endParaRPr lang="ar-SA" sz="8700" dirty="0"/>
          </a:p>
        </p:txBody>
      </p:sp>
      <p:pic>
        <p:nvPicPr>
          <p:cNvPr id="21" name="Image 0" descr="ew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973068"/>
            <a:ext cx="1097280" cy="1097280"/>
          </a:xfrm>
          <a:prstGeom prst="rect">
            <a:avLst/>
          </a:prstGeom>
        </p:spPr>
      </p:pic>
      <p:pic>
        <p:nvPicPr>
          <p:cNvPr id="22" name="Image 1" descr="dov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9202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43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B64"/>
          </a:solidFill>
          <a:ln w="12700">
            <a:solidFill>
              <a:srgbClr val="2B3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33479"/>
          </a:solidFill>
          <a:ln w="12700">
            <a:solidFill>
              <a:srgbClr val="43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قَجَ</a:t>
            </a:r>
            <a:endParaRPr lang="ar-SA" sz="7400" dirty="0"/>
          </a:p>
        </p:txBody>
      </p:sp>
      <p:pic>
        <p:nvPicPr>
          <p:cNvPr id="22" name="Image 0" descr="hor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417320" cy="1417320"/>
          </a:xfrm>
          <a:prstGeom prst="rect">
            <a:avLst/>
          </a:prstGeom>
        </p:spPr>
      </p:pic>
      <p:pic>
        <p:nvPicPr>
          <p:cNvPr id="23" name="Image 1" descr="roos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4041" y="3515868"/>
            <a:ext cx="1498519" cy="1554480"/>
          </a:xfrm>
          <a:prstGeom prst="rect">
            <a:avLst/>
          </a:prstGeom>
        </p:spPr>
      </p:pic>
      <p:pic>
        <p:nvPicPr>
          <p:cNvPr id="24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411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7C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قَحَ</a:t>
            </a:r>
            <a:endParaRPr lang="ar-SA" sz="7400" dirty="0"/>
          </a:p>
        </p:txBody>
      </p:sp>
      <p:pic>
        <p:nvPicPr>
          <p:cNvPr id="20" name="Image 0" descr="se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870862" cy="1417320"/>
          </a:xfrm>
          <a:prstGeom prst="rect">
            <a:avLst/>
          </a:prstGeom>
        </p:spPr>
      </p:pic>
      <p:pic>
        <p:nvPicPr>
          <p:cNvPr id="21" name="Image 1" descr="spouting_wha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467" y="3515868"/>
            <a:ext cx="1472093" cy="1554480"/>
          </a:xfrm>
          <a:prstGeom prst="rect">
            <a:avLst/>
          </a:prstGeom>
        </p:spPr>
      </p:pic>
      <p:pic>
        <p:nvPicPr>
          <p:cNvPr id="22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C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AED5E"/>
          </a:solidFill>
          <a:ln w="12700">
            <a:solidFill>
              <a:srgbClr val="AA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قَخَ</a:t>
            </a:r>
            <a:endParaRPr lang="ar-SA" sz="7400" dirty="0"/>
          </a:p>
        </p:txBody>
      </p:sp>
      <p:pic>
        <p:nvPicPr>
          <p:cNvPr id="28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5576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652E0"/>
          </a:solidFill>
          <a:ln w="12700">
            <a:solidFill>
              <a:srgbClr val="A6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1DB70"/>
          </a:solidFill>
          <a:ln w="12700">
            <a:solidFill>
              <a:srgbClr val="D1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1"/>
          </a:solidFill>
          <a:ln w="12700">
            <a:solidFill>
              <a:srgbClr val="47856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0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0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0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قَدَ</a:t>
            </a:r>
            <a:endParaRPr lang="ar-SA" sz="8700" dirty="0"/>
          </a:p>
        </p:txBody>
      </p:sp>
      <p:pic>
        <p:nvPicPr>
          <p:cNvPr id="25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155948"/>
            <a:ext cx="914400" cy="914400"/>
          </a:xfrm>
          <a:prstGeom prst="rect">
            <a:avLst/>
          </a:prstGeom>
        </p:spPr>
      </p:pic>
      <p:pic>
        <p:nvPicPr>
          <p:cNvPr id="26" name="Image 1" descr="butterfl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7D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164"/>
          </a:solidFill>
          <a:ln w="12700">
            <a:solidFill>
              <a:srgbClr val="D8C1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9F47"/>
          </a:solidFill>
          <a:ln w="12700">
            <a:solidFill>
              <a:srgbClr val="D19F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قَذَ</a:t>
            </a:r>
            <a:endParaRPr lang="ar-SA" sz="8700" dirty="0"/>
          </a:p>
        </p:txBody>
      </p:sp>
      <p:pic>
        <p:nvPicPr>
          <p:cNvPr id="20" name="Image 0" descr="hedgeh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845351" cy="1417320"/>
          </a:xfrm>
          <a:prstGeom prst="rect">
            <a:avLst/>
          </a:prstGeom>
        </p:spPr>
      </p:pic>
      <p:pic>
        <p:nvPicPr>
          <p:cNvPr id="21" name="Image 1" descr="giraff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4458" y="3515868"/>
            <a:ext cx="1458102" cy="1554480"/>
          </a:xfrm>
          <a:prstGeom prst="rect">
            <a:avLst/>
          </a:prstGeom>
        </p:spPr>
      </p:pic>
      <p:pic>
        <p:nvPicPr>
          <p:cNvPr id="22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915" y="45720"/>
            <a:ext cx="546445" cy="5486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C5F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قَرَ</a:t>
            </a:r>
            <a:endParaRPr lang="ar-SA" sz="8700" dirty="0"/>
          </a:p>
        </p:txBody>
      </p:sp>
      <p:pic>
        <p:nvPicPr>
          <p:cNvPr id="21" name="Image 0" descr="parr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790188"/>
            <a:ext cx="1103498" cy="1280160"/>
          </a:xfrm>
          <a:prstGeom prst="rect">
            <a:avLst/>
          </a:prstGeom>
        </p:spPr>
      </p:pic>
      <p:pic>
        <p:nvPicPr>
          <p:cNvPr id="22" name="Image 1" descr="honeybe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9202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4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9"/>
          </a:solidFill>
          <a:ln w="12700">
            <a:solidFill>
              <a:srgbClr val="642B49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6"/>
          </a:solidFill>
          <a:ln w="12700">
            <a:solidFill>
              <a:srgbClr val="79343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قَزَ</a:t>
            </a:r>
            <a:endParaRPr lang="ar-SA" sz="8700" dirty="0"/>
          </a:p>
        </p:txBody>
      </p:sp>
      <p:pic>
        <p:nvPicPr>
          <p:cNvPr id="22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2284720" cy="1417320"/>
          </a:xfrm>
          <a:prstGeom prst="rect">
            <a:avLst/>
          </a:prstGeom>
        </p:spPr>
      </p:pic>
      <p:pic>
        <p:nvPicPr>
          <p:cNvPr id="23" name="Image 1" descr="monke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3562" y="3515868"/>
            <a:ext cx="1768998" cy="1554480"/>
          </a:xfrm>
          <a:prstGeom prst="rect">
            <a:avLst/>
          </a:prstGeom>
        </p:spPr>
      </p:pic>
      <p:pic>
        <p:nvPicPr>
          <p:cNvPr id="24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7491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E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قَسَ</a:t>
            </a:r>
            <a:endParaRPr lang="ar-SA" sz="8700" dirty="0"/>
          </a:p>
        </p:txBody>
      </p:sp>
      <p:pic>
        <p:nvPicPr>
          <p:cNvPr id="20" name="Image 0" descr="tropical_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724878" cy="1417320"/>
          </a:xfrm>
          <a:prstGeom prst="rect">
            <a:avLst/>
          </a:prstGeom>
        </p:spPr>
      </p:pic>
      <p:pic>
        <p:nvPicPr>
          <p:cNvPr id="21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515868"/>
            <a:ext cx="1554480" cy="1554480"/>
          </a:xfrm>
          <a:prstGeom prst="rect">
            <a:avLst/>
          </a:prstGeom>
        </p:spPr>
      </p:pic>
      <p:pic>
        <p:nvPicPr>
          <p:cNvPr id="22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C5D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EED"/>
          </a:solidFill>
          <a:ln w="12700">
            <a:solidFill>
              <a:srgbClr val="5EC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قَشَ</a:t>
            </a:r>
            <a:endParaRPr lang="ar-SA" sz="8700" dirty="0"/>
          </a:p>
        </p:txBody>
      </p:sp>
      <p:pic>
        <p:nvPicPr>
          <p:cNvPr id="28" name="Image 0" descr="butterfl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43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8352"/>
          </a:solidFill>
          <a:ln w="12700">
            <a:solidFill>
              <a:srgbClr val="E083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A"/>
          </a:solidFill>
          <a:ln w="12700">
            <a:solidFill>
              <a:srgbClr val="70DBC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24785"/>
          </a:solidFill>
          <a:ln w="12700">
            <a:solidFill>
              <a:srgbClr val="52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قَصَ</a:t>
            </a:r>
            <a:endParaRPr lang="ar-SA" sz="8700" dirty="0"/>
          </a:p>
        </p:txBody>
      </p:sp>
      <p:pic>
        <p:nvPicPr>
          <p:cNvPr id="25" name="Image 0" descr="monke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293108"/>
            <a:ext cx="884499" cy="777240"/>
          </a:xfrm>
          <a:prstGeom prst="rect">
            <a:avLst/>
          </a:prstGeom>
        </p:spPr>
      </p:pic>
      <p:pic>
        <p:nvPicPr>
          <p:cNvPr id="26" name="Image 1" descr="dov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8346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C5F7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4"/>
          </a:solidFill>
          <a:ln w="12700">
            <a:solidFill>
              <a:srgbClr val="64D8A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7C"/>
          </a:solidFill>
          <a:ln w="12700">
            <a:solidFill>
              <a:srgbClr val="47D17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قَضَ</a:t>
            </a:r>
            <a:endParaRPr lang="ar-SA" sz="8700" dirty="0"/>
          </a:p>
        </p:txBody>
      </p:sp>
      <p:pic>
        <p:nvPicPr>
          <p:cNvPr id="20" name="Image 0" descr="sna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442832" cy="1417320"/>
          </a:xfrm>
          <a:prstGeom prst="rect">
            <a:avLst/>
          </a:prstGeom>
        </p:spPr>
      </p:pic>
      <p:pic>
        <p:nvPicPr>
          <p:cNvPr id="21" name="Image 1" descr="de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515868"/>
            <a:ext cx="1554480" cy="1554480"/>
          </a:xfrm>
          <a:prstGeom prst="rect">
            <a:avLst/>
          </a:prstGeom>
        </p:spPr>
      </p:pic>
      <p:pic>
        <p:nvPicPr>
          <p:cNvPr id="22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259" y="45720"/>
            <a:ext cx="534101" cy="50292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D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7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7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قَطَ</a:t>
            </a:r>
            <a:endParaRPr lang="ar-SA" sz="8700" dirty="0"/>
          </a:p>
        </p:txBody>
      </p:sp>
      <p:pic>
        <p:nvPicPr>
          <p:cNvPr id="21" name="Image 0" descr="chipmun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018788"/>
            <a:ext cx="1090468" cy="1051560"/>
          </a:xfrm>
          <a:prstGeom prst="rect">
            <a:avLst/>
          </a:prstGeom>
        </p:spPr>
      </p:pic>
      <p:pic>
        <p:nvPicPr>
          <p:cNvPr id="22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4017" y="4384548"/>
            <a:ext cx="688543" cy="685800"/>
          </a:xfrm>
          <a:prstGeom prst="rect">
            <a:avLst/>
          </a:prstGeom>
        </p:spPr>
      </p:pic>
      <p:pic>
        <p:nvPicPr>
          <p:cNvPr id="23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433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7642B"/>
          </a:solidFill>
          <a:ln w="12700">
            <a:solidFill>
              <a:srgbClr val="57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87934"/>
          </a:solidFill>
          <a:ln w="12700">
            <a:solidFill>
              <a:srgbClr val="48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7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7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قَظَ</a:t>
            </a:r>
            <a:endParaRPr lang="ar-SA" sz="8700" dirty="0"/>
          </a:p>
        </p:txBody>
      </p:sp>
      <p:pic>
        <p:nvPicPr>
          <p:cNvPr id="22" name="Image 0" descr="flamin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106927" cy="1417320"/>
          </a:xfrm>
          <a:prstGeom prst="rect">
            <a:avLst/>
          </a:prstGeom>
        </p:spPr>
      </p:pic>
      <p:pic>
        <p:nvPicPr>
          <p:cNvPr id="23" name="Image 1" descr="hatching_chi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515868"/>
            <a:ext cx="1554480" cy="1554480"/>
          </a:xfrm>
          <a:prstGeom prst="rect">
            <a:avLst/>
          </a:prstGeom>
        </p:spPr>
      </p:pic>
      <p:pic>
        <p:nvPicPr>
          <p:cNvPr id="24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576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C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قَعَ</a:t>
            </a:r>
            <a:endParaRPr lang="ar-SA" sz="7400" dirty="0"/>
          </a:p>
        </p:txBody>
      </p:sp>
      <p:pic>
        <p:nvPicPr>
          <p:cNvPr id="20" name="Image 0" descr="pengu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432911" cy="1417320"/>
          </a:xfrm>
          <a:prstGeom prst="rect">
            <a:avLst/>
          </a:prstGeom>
        </p:spPr>
      </p:pic>
      <p:pic>
        <p:nvPicPr>
          <p:cNvPr id="21" name="Image 1" descr="octop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8337" y="3515868"/>
            <a:ext cx="1604223" cy="1554480"/>
          </a:xfrm>
          <a:prstGeom prst="rect">
            <a:avLst/>
          </a:prstGeom>
        </p:spPr>
      </p:pic>
      <p:pic>
        <p:nvPicPr>
          <p:cNvPr id="22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7C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95EED"/>
          </a:solidFill>
          <a:ln w="12700">
            <a:solidFill>
              <a:srgbClr val="E9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قَغَ</a:t>
            </a:r>
            <a:endParaRPr lang="ar-SA" sz="7400" dirty="0"/>
          </a:p>
        </p:txBody>
      </p:sp>
      <p:pic>
        <p:nvPicPr>
          <p:cNvPr id="28" name="Image 0" descr="do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3709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2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5F"/>
          </a:solidFill>
          <a:ln w="12700">
            <a:solidFill>
              <a:srgbClr val="52E05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070DB"/>
          </a:solidFill>
          <a:ln w="12700">
            <a:solidFill>
              <a:srgbClr val="B0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4C"/>
          </a:solidFill>
          <a:ln w="12700">
            <a:solidFill>
              <a:srgbClr val="85474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1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1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قَفَ</a:t>
            </a:r>
            <a:endParaRPr lang="ar-SA" sz="8700" dirty="0"/>
          </a:p>
        </p:txBody>
      </p:sp>
      <p:pic>
        <p:nvPicPr>
          <p:cNvPr id="25" name="Image 0" descr="cam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201668"/>
            <a:ext cx="900821" cy="868680"/>
          </a:xfrm>
          <a:prstGeom prst="rect">
            <a:avLst/>
          </a:prstGeom>
        </p:spPr>
      </p:pic>
      <p:pic>
        <p:nvPicPr>
          <p:cNvPr id="26" name="Image 1" descr="flamin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1243" y="4338828"/>
            <a:ext cx="571317" cy="731520"/>
          </a:xfrm>
          <a:prstGeom prst="rect">
            <a:avLst/>
          </a:prstGeom>
        </p:spPr>
      </p:pic>
      <p:pic>
        <p:nvPicPr>
          <p:cNvPr id="27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8346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C5C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764D8"/>
          </a:solidFill>
          <a:ln w="12700">
            <a:solidFill>
              <a:srgbClr val="87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A47D1"/>
          </a:solidFill>
          <a:ln w="12700">
            <a:solidFill>
              <a:srgbClr val="5A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أَقَبَ</a:t>
            </a:r>
            <a:endParaRPr lang="ar-SA" sz="6200" dirty="0"/>
          </a:p>
        </p:txBody>
      </p:sp>
      <p:pic>
        <p:nvPicPr>
          <p:cNvPr id="24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827108" cy="1508760"/>
          </a:xfrm>
          <a:prstGeom prst="rect">
            <a:avLst/>
          </a:prstGeom>
        </p:spPr>
      </p:pic>
      <p:pic>
        <p:nvPicPr>
          <p:cNvPr id="25" name="Image 1" descr="zebr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315200" y="3332988"/>
            <a:ext cx="1737360" cy="1737360"/>
          </a:xfrm>
          <a:prstGeom prst="rect">
            <a:avLst/>
          </a:prstGeom>
        </p:spPr>
      </p:pic>
      <p:pic>
        <p:nvPicPr>
          <p:cNvPr id="26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8525" y="45720"/>
            <a:ext cx="550835" cy="5486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7C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5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5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بَقَتَ</a:t>
            </a:r>
            <a:endParaRPr lang="ar-SA" sz="8700" dirty="0"/>
          </a:p>
        </p:txBody>
      </p:sp>
      <p:pic>
        <p:nvPicPr>
          <p:cNvPr id="25" name="Image 0" descr="hippopotam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384548"/>
            <a:ext cx="1067105" cy="685800"/>
          </a:xfrm>
          <a:prstGeom prst="rect">
            <a:avLst/>
          </a:prstGeom>
        </p:spPr>
      </p:pic>
      <p:pic>
        <p:nvPicPr>
          <p:cNvPr id="26" name="Image 1" descr="llam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7395" y="4293108"/>
            <a:ext cx="725165" cy="777240"/>
          </a:xfrm>
          <a:prstGeom prst="rect">
            <a:avLst/>
          </a:prstGeom>
        </p:spPr>
      </p:pic>
      <p:pic>
        <p:nvPicPr>
          <p:cNvPr id="27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144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62"/>
          </a:solidFill>
          <a:ln w="12700">
            <a:solidFill>
              <a:srgbClr val="2B646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979"/>
          </a:solidFill>
          <a:ln w="12700">
            <a:solidFill>
              <a:srgbClr val="3459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7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7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7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7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تَقَثَ</a:t>
            </a:r>
            <a:endParaRPr lang="ar-SA" sz="8600" dirty="0"/>
          </a:p>
        </p:txBody>
      </p:sp>
      <p:pic>
        <p:nvPicPr>
          <p:cNvPr id="26" name="Image 0" descr="peac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609847" cy="1508760"/>
          </a:xfrm>
          <a:prstGeom prst="rect">
            <a:avLst/>
          </a:prstGeom>
        </p:spPr>
      </p:pic>
      <p:pic>
        <p:nvPicPr>
          <p:cNvPr id="27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332988"/>
            <a:ext cx="1737360" cy="1737360"/>
          </a:xfrm>
          <a:prstGeom prst="rect">
            <a:avLst/>
          </a:prstGeom>
        </p:spPr>
      </p:pic>
      <p:pic>
        <p:nvPicPr>
          <p:cNvPr id="28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E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ثَقَجَ</a:t>
            </a:r>
            <a:endParaRPr lang="ar-SA" sz="6600" dirty="0"/>
          </a:p>
        </p:txBody>
      </p:sp>
      <p:pic>
        <p:nvPicPr>
          <p:cNvPr id="24" name="Image 0" descr="sw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624935" cy="1508760"/>
          </a:xfrm>
          <a:prstGeom prst="rect">
            <a:avLst/>
          </a:prstGeom>
        </p:spPr>
      </p:pic>
      <p:pic>
        <p:nvPicPr>
          <p:cNvPr id="25" name="Image 1" descr="tur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1936" y="3332988"/>
            <a:ext cx="2800624" cy="1737360"/>
          </a:xfrm>
          <a:prstGeom prst="rect">
            <a:avLst/>
          </a:prstGeom>
        </p:spPr>
      </p:pic>
      <p:pic>
        <p:nvPicPr>
          <p:cNvPr id="26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C55E"/>
          </a:solidFill>
          <a:ln w="12700">
            <a:solidFill>
              <a:srgbClr val="EDC5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جَقَحَ</a:t>
            </a:r>
            <a:endParaRPr lang="ar-SA" sz="6600" dirty="0"/>
          </a:p>
        </p:txBody>
      </p:sp>
      <p:pic>
        <p:nvPicPr>
          <p:cNvPr id="32" name="Image 0" descr="honeyb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2411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143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68E0"/>
          </a:solidFill>
          <a:ln w="12700">
            <a:solidFill>
              <a:srgbClr val="5268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F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570"/>
          </a:solidFill>
          <a:ln w="12700">
            <a:solidFill>
              <a:srgbClr val="DB95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B8547"/>
          </a:solidFill>
          <a:ln w="12700">
            <a:solidFill>
              <a:srgbClr val="5B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حَقَخَ</a:t>
            </a:r>
            <a:endParaRPr lang="ar-SA" sz="6600" dirty="0"/>
          </a:p>
        </p:txBody>
      </p:sp>
      <p:pic>
        <p:nvPicPr>
          <p:cNvPr id="29" name="Image 0" descr="hatching_chi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55948"/>
            <a:ext cx="914400" cy="914400"/>
          </a:xfrm>
          <a:prstGeom prst="rect">
            <a:avLst/>
          </a:prstGeom>
        </p:spPr>
      </p:pic>
      <p:pic>
        <p:nvPicPr>
          <p:cNvPr id="30" name="Image 1" descr="lady_bee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7C5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A64"/>
          </a:solidFill>
          <a:ln w="12700">
            <a:solidFill>
              <a:srgbClr val="D86A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57"/>
          </a:solidFill>
          <a:ln w="12700">
            <a:solidFill>
              <a:srgbClr val="D1475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خَقَدَ</a:t>
            </a:r>
            <a:endParaRPr lang="ar-SA" sz="8700" dirty="0"/>
          </a:p>
        </p:txBody>
      </p:sp>
      <p:pic>
        <p:nvPicPr>
          <p:cNvPr id="24" name="Image 0" descr="ow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185885" cy="1508760"/>
          </a:xfrm>
          <a:prstGeom prst="rect">
            <a:avLst/>
          </a:prstGeom>
        </p:spPr>
      </p:pic>
      <p:pic>
        <p:nvPicPr>
          <p:cNvPr id="25" name="Image 1" descr="pengu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6089" y="3332988"/>
            <a:ext cx="1756471" cy="1737360"/>
          </a:xfrm>
          <a:prstGeom prst="rect">
            <a:avLst/>
          </a:prstGeom>
        </p:spPr>
      </p:pic>
      <p:pic>
        <p:nvPicPr>
          <p:cNvPr id="26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409" y="45720"/>
            <a:ext cx="523951" cy="5486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C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8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8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دَقَذَ</a:t>
            </a:r>
            <a:endParaRPr lang="ar-SA" sz="7700" dirty="0"/>
          </a:p>
        </p:txBody>
      </p:sp>
      <p:pic>
        <p:nvPicPr>
          <p:cNvPr id="25" name="Image 0" descr="sw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064508"/>
            <a:ext cx="1083290" cy="1005840"/>
          </a:xfrm>
          <a:prstGeom prst="rect">
            <a:avLst/>
          </a:prstGeom>
        </p:spPr>
      </p:pic>
      <p:pic>
        <p:nvPicPr>
          <p:cNvPr id="26" name="Image 1" descr="butterfl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1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42B64"/>
          </a:solidFill>
          <a:ln w="12700">
            <a:solidFill>
              <a:srgbClr val="54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A"/>
          </a:solidFill>
          <a:ln w="12700">
            <a:solidFill>
              <a:srgbClr val="79346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8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8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8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8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ذَقَرَ</a:t>
            </a:r>
            <a:endParaRPr lang="ar-SA" sz="7700" dirty="0"/>
          </a:p>
        </p:txBody>
      </p:sp>
      <p:pic>
        <p:nvPicPr>
          <p:cNvPr id="26" name="Image 0" descr="c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594759" cy="1508760"/>
          </a:xfrm>
          <a:prstGeom prst="rect">
            <a:avLst/>
          </a:prstGeom>
        </p:spPr>
      </p:pic>
      <p:pic>
        <p:nvPicPr>
          <p:cNvPr id="27" name="Image 1" descr="cam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918" y="3332988"/>
            <a:ext cx="1801642" cy="1737360"/>
          </a:xfrm>
          <a:prstGeom prst="rect">
            <a:avLst/>
          </a:prstGeom>
        </p:spPr>
      </p:pic>
      <p:pic>
        <p:nvPicPr>
          <p:cNvPr id="28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709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7D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8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رَقَزَ</a:t>
            </a:r>
            <a:endParaRPr lang="ar-SA" sz="7700" dirty="0"/>
          </a:p>
        </p:txBody>
      </p:sp>
      <p:pic>
        <p:nvPicPr>
          <p:cNvPr id="24" name="Image 0" descr="dolph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185885" cy="1508760"/>
          </a:xfrm>
          <a:prstGeom prst="rect">
            <a:avLst/>
          </a:prstGeom>
        </p:spPr>
      </p:pic>
      <p:pic>
        <p:nvPicPr>
          <p:cNvPr id="25" name="Image 1" descr="cra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6717" y="3332988"/>
            <a:ext cx="1945843" cy="1737360"/>
          </a:xfrm>
          <a:prstGeom prst="rect">
            <a:avLst/>
          </a:prstGeom>
        </p:spPr>
      </p:pic>
      <p:pic>
        <p:nvPicPr>
          <p:cNvPr id="26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C5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A1"/>
          </a:solidFill>
          <a:ln w="12700">
            <a:solidFill>
              <a:srgbClr val="5EEDA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زَقَسَ</a:t>
            </a:r>
            <a:endParaRPr lang="ar-SA" sz="7000" dirty="0"/>
          </a:p>
        </p:txBody>
      </p:sp>
      <p:pic>
        <p:nvPicPr>
          <p:cNvPr id="32" name="Image 0" descr="lady_bee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7491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431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8B"/>
          </a:solidFill>
          <a:ln w="12700">
            <a:solidFill>
              <a:srgbClr val="E0528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6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A"/>
          </a:solidFill>
          <a:ln w="12700">
            <a:solidFill>
              <a:srgbClr val="70DB7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A85"/>
          </a:solidFill>
          <a:ln w="12700">
            <a:solidFill>
              <a:srgbClr val="476A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سَقَشَ</a:t>
            </a:r>
            <a:endParaRPr lang="ar-SA" sz="6300" dirty="0"/>
          </a:p>
        </p:txBody>
      </p:sp>
      <p:pic>
        <p:nvPicPr>
          <p:cNvPr id="29" name="Image 0" descr="roos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110228"/>
            <a:ext cx="925556" cy="960120"/>
          </a:xfrm>
          <a:prstGeom prst="rect">
            <a:avLst/>
          </a:prstGeom>
        </p:spPr>
      </p:pic>
      <p:pic>
        <p:nvPicPr>
          <p:cNvPr id="30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8346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E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BD864"/>
          </a:solidFill>
          <a:ln w="12700">
            <a:solidFill>
              <a:srgbClr val="7B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9D147"/>
          </a:solidFill>
          <a:ln w="12700">
            <a:solidFill>
              <a:srgbClr val="79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شَقَصَ</a:t>
            </a:r>
            <a:endParaRPr lang="ar-SA" sz="6100" dirty="0"/>
          </a:p>
        </p:txBody>
      </p:sp>
      <p:pic>
        <p:nvPicPr>
          <p:cNvPr id="24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564584" cy="1508760"/>
          </a:xfrm>
          <a:prstGeom prst="rect">
            <a:avLst/>
          </a:prstGeom>
        </p:spPr>
      </p:pic>
      <p:pic>
        <p:nvPicPr>
          <p:cNvPr id="25" name="Image 1" descr="kangaro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190110" y="3332988"/>
            <a:ext cx="1862450" cy="1737360"/>
          </a:xfrm>
          <a:prstGeom prst="rect">
            <a:avLst/>
          </a:prstGeom>
        </p:spPr>
      </p:pic>
      <p:pic>
        <p:nvPicPr>
          <p:cNvPr id="26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45720"/>
            <a:ext cx="548640" cy="5486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C5D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صَقَضَ</a:t>
            </a:r>
            <a:endParaRPr lang="ar-SA" sz="5900" dirty="0"/>
          </a:p>
        </p:txBody>
      </p:sp>
      <p:pic>
        <p:nvPicPr>
          <p:cNvPr id="25" name="Image 0" descr="ew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973068"/>
            <a:ext cx="1097280" cy="1097280"/>
          </a:xfrm>
          <a:prstGeom prst="rect">
            <a:avLst/>
          </a:prstGeom>
        </p:spPr>
      </p:pic>
      <p:pic>
        <p:nvPicPr>
          <p:cNvPr id="26" name="Image 1" descr="dov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9202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4314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62B"/>
          </a:solidFill>
          <a:ln w="12700">
            <a:solidFill>
              <a:srgbClr val="6446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734"/>
          </a:solidFill>
          <a:ln w="12700">
            <a:solidFill>
              <a:srgbClr val="7977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ضَقَطَ</a:t>
            </a:r>
            <a:endParaRPr lang="ar-SA" sz="7200" dirty="0"/>
          </a:p>
        </p:txBody>
      </p:sp>
      <p:pic>
        <p:nvPicPr>
          <p:cNvPr id="26" name="Image 0" descr="hor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508760" cy="1508760"/>
          </a:xfrm>
          <a:prstGeom prst="rect">
            <a:avLst/>
          </a:prstGeom>
        </p:spPr>
      </p:pic>
      <p:pic>
        <p:nvPicPr>
          <p:cNvPr id="27" name="Image 1" descr="roos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7745" y="3332988"/>
            <a:ext cx="1674815" cy="1737360"/>
          </a:xfrm>
          <a:prstGeom prst="rect">
            <a:avLst/>
          </a:prstGeom>
        </p:spPr>
      </p:pic>
      <p:pic>
        <p:nvPicPr>
          <p:cNvPr id="28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411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C5F7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6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6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طَقَظَ</a:t>
            </a:r>
            <a:endParaRPr lang="ar-SA" sz="7500" dirty="0"/>
          </a:p>
        </p:txBody>
      </p:sp>
      <p:pic>
        <p:nvPicPr>
          <p:cNvPr id="24" name="Image 0" descr="se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991563" cy="1508760"/>
          </a:xfrm>
          <a:prstGeom prst="rect">
            <a:avLst/>
          </a:prstGeom>
        </p:spPr>
      </p:pic>
      <p:pic>
        <p:nvPicPr>
          <p:cNvPr id="25" name="Image 1" descr="spouting_wha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7280" y="3332988"/>
            <a:ext cx="1645280" cy="1737360"/>
          </a:xfrm>
          <a:prstGeom prst="rect">
            <a:avLst/>
          </a:prstGeom>
        </p:spPr>
      </p:pic>
      <p:pic>
        <p:nvPicPr>
          <p:cNvPr id="26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E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E5EED"/>
          </a:solidFill>
          <a:ln w="12700">
            <a:solidFill>
              <a:srgbClr val="7E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ظَقَعَ</a:t>
            </a:r>
            <a:endParaRPr lang="ar-SA" sz="6600" dirty="0"/>
          </a:p>
        </p:txBody>
      </p:sp>
      <p:pic>
        <p:nvPicPr>
          <p:cNvPr id="32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5576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433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FE052"/>
          </a:solidFill>
          <a:ln w="12700">
            <a:solidFill>
              <a:srgbClr val="AF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C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1DB"/>
          </a:solidFill>
          <a:ln w="12700">
            <a:solidFill>
              <a:srgbClr val="7081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A"/>
          </a:solidFill>
          <a:ln w="12700">
            <a:solidFill>
              <a:srgbClr val="85477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عَقَغَ</a:t>
            </a:r>
            <a:endParaRPr lang="ar-SA" sz="6600" dirty="0"/>
          </a:p>
        </p:txBody>
      </p:sp>
      <p:pic>
        <p:nvPicPr>
          <p:cNvPr id="29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155948"/>
            <a:ext cx="914400" cy="914400"/>
          </a:xfrm>
          <a:prstGeom prst="rect">
            <a:avLst/>
          </a:prstGeom>
        </p:spPr>
      </p:pic>
      <p:pic>
        <p:nvPicPr>
          <p:cNvPr id="30" name="Image 1" descr="butterfl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C5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98D8"/>
          </a:solidFill>
          <a:ln w="12700">
            <a:solidFill>
              <a:srgbClr val="6498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9CD1"/>
          </a:solidFill>
          <a:ln w="12700">
            <a:solidFill>
              <a:srgbClr val="479C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غَقَفَ</a:t>
            </a:r>
            <a:endParaRPr lang="ar-SA" sz="7700" dirty="0"/>
          </a:p>
        </p:txBody>
      </p:sp>
      <p:pic>
        <p:nvPicPr>
          <p:cNvPr id="24" name="Image 0" descr="hedgeh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964406" cy="1508760"/>
          </a:xfrm>
          <a:prstGeom prst="rect">
            <a:avLst/>
          </a:prstGeom>
        </p:spPr>
      </p:pic>
      <p:pic>
        <p:nvPicPr>
          <p:cNvPr id="25" name="Image 1" descr="giraff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2916" y="3332988"/>
            <a:ext cx="1629644" cy="1737360"/>
          </a:xfrm>
          <a:prstGeom prst="rect">
            <a:avLst/>
          </a:prstGeom>
        </p:spPr>
      </p:pic>
      <p:pic>
        <p:nvPicPr>
          <p:cNvPr id="26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915" y="45720"/>
            <a:ext cx="546445" cy="5486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7C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فَقَأَ</a:t>
            </a:r>
            <a:endParaRPr lang="ar-SA" sz="5900" dirty="0"/>
          </a:p>
        </p:txBody>
      </p:sp>
      <p:pic>
        <p:nvPicPr>
          <p:cNvPr id="25" name="Image 0" descr="parr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790188"/>
            <a:ext cx="1103498" cy="1280160"/>
          </a:xfrm>
          <a:prstGeom prst="rect">
            <a:avLst/>
          </a:prstGeom>
        </p:spPr>
      </p:pic>
      <p:pic>
        <p:nvPicPr>
          <p:cNvPr id="26" name="Image 1" descr="honeybe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9202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2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7"/>
          </a:solidFill>
          <a:ln w="12700">
            <a:solidFill>
              <a:srgbClr val="2B6437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6"/>
          </a:solidFill>
          <a:ln w="12700">
            <a:solidFill>
              <a:srgbClr val="34796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أَقَ</a:t>
            </a:r>
            <a:endParaRPr lang="ar-SA" sz="7000" dirty="0"/>
          </a:p>
        </p:txBody>
      </p:sp>
      <p:pic>
        <p:nvPicPr>
          <p:cNvPr id="22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2284720" cy="1417320"/>
          </a:xfrm>
          <a:prstGeom prst="rect">
            <a:avLst/>
          </a:prstGeom>
        </p:spPr>
      </p:pic>
      <p:pic>
        <p:nvPicPr>
          <p:cNvPr id="23" name="Image 1" descr="monke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3562" y="3515868"/>
            <a:ext cx="1768998" cy="1554480"/>
          </a:xfrm>
          <a:prstGeom prst="rect">
            <a:avLst/>
          </a:prstGeom>
        </p:spPr>
      </p:pic>
      <p:pic>
        <p:nvPicPr>
          <p:cNvPr id="24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7491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C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5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بَقَ</a:t>
            </a:r>
            <a:endParaRPr lang="ar-SA" sz="8600" dirty="0"/>
          </a:p>
        </p:txBody>
      </p:sp>
      <p:pic>
        <p:nvPicPr>
          <p:cNvPr id="20" name="Image 0" descr="tropical_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724878" cy="1417320"/>
          </a:xfrm>
          <a:prstGeom prst="rect">
            <a:avLst/>
          </a:prstGeom>
        </p:spPr>
      </p:pic>
      <p:pic>
        <p:nvPicPr>
          <p:cNvPr id="21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515868"/>
            <a:ext cx="1554480" cy="1554480"/>
          </a:xfrm>
          <a:prstGeom prst="rect">
            <a:avLst/>
          </a:prstGeom>
        </p:spPr>
      </p:pic>
      <p:pic>
        <p:nvPicPr>
          <p:cNvPr id="22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7D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2"/>
          </a:solidFill>
          <a:ln w="12700">
            <a:solidFill>
              <a:srgbClr val="ED5E6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0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0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تَقَ</a:t>
            </a:r>
            <a:endParaRPr lang="ar-SA" sz="8600" dirty="0"/>
          </a:p>
        </p:txBody>
      </p:sp>
      <p:pic>
        <p:nvPicPr>
          <p:cNvPr id="28" name="Image 0" descr="butterfl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144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3E0"/>
          </a:solidFill>
          <a:ln w="12700">
            <a:solidFill>
              <a:srgbClr val="52D3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5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B"/>
          </a:solidFill>
          <a:ln w="12700">
            <a:solidFill>
              <a:srgbClr val="DB709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8047"/>
          </a:solidFill>
          <a:ln w="12700">
            <a:solidFill>
              <a:srgbClr val="8580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7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ثَقَ</a:t>
            </a:r>
            <a:endParaRPr lang="ar-SA" sz="8500" dirty="0"/>
          </a:p>
        </p:txBody>
      </p:sp>
      <p:pic>
        <p:nvPicPr>
          <p:cNvPr id="25" name="Image 0" descr="monke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293108"/>
            <a:ext cx="884499" cy="777240"/>
          </a:xfrm>
          <a:prstGeom prst="rect">
            <a:avLst/>
          </a:prstGeom>
        </p:spPr>
      </p:pic>
      <p:pic>
        <p:nvPicPr>
          <p:cNvPr id="26" name="Image 1" descr="dov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8346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5"/>
          </a:solidFill>
          <a:ln w="12700">
            <a:solidFill>
              <a:srgbClr val="D864B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E"/>
          </a:solidFill>
          <a:ln w="12700">
            <a:solidFill>
              <a:srgbClr val="D147B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جَقَ</a:t>
            </a:r>
            <a:endParaRPr lang="ar-SA" sz="8600" dirty="0"/>
          </a:p>
        </p:txBody>
      </p:sp>
      <p:pic>
        <p:nvPicPr>
          <p:cNvPr id="20" name="Image 0" descr="sna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442832" cy="1417320"/>
          </a:xfrm>
          <a:prstGeom prst="rect">
            <a:avLst/>
          </a:prstGeom>
        </p:spPr>
      </p:pic>
      <p:pic>
        <p:nvPicPr>
          <p:cNvPr id="21" name="Image 1" descr="de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515868"/>
            <a:ext cx="1554480" cy="1554480"/>
          </a:xfrm>
          <a:prstGeom prst="rect">
            <a:avLst/>
          </a:prstGeom>
        </p:spPr>
      </p:pic>
      <p:pic>
        <p:nvPicPr>
          <p:cNvPr id="22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259" y="45720"/>
            <a:ext cx="534101" cy="50292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E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حَقَ</a:t>
            </a:r>
            <a:endParaRPr lang="ar-SA" sz="8600" dirty="0"/>
          </a:p>
        </p:txBody>
      </p:sp>
      <p:pic>
        <p:nvPicPr>
          <p:cNvPr id="21" name="Image 0" descr="chipmun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018788"/>
            <a:ext cx="1090468" cy="1051560"/>
          </a:xfrm>
          <a:prstGeom prst="rect">
            <a:avLst/>
          </a:prstGeom>
        </p:spPr>
      </p:pic>
      <p:pic>
        <p:nvPicPr>
          <p:cNvPr id="22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4017" y="4384548"/>
            <a:ext cx="688543" cy="685800"/>
          </a:xfrm>
          <a:prstGeom prst="rect">
            <a:avLst/>
          </a:prstGeom>
        </p:spPr>
      </p:pic>
      <p:pic>
        <p:nvPicPr>
          <p:cNvPr id="23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142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2C64"/>
          </a:solidFill>
          <a:ln w="12700">
            <a:solidFill>
              <a:srgbClr val="2B2C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53479"/>
          </a:solidFill>
          <a:ln w="12700">
            <a:solidFill>
              <a:srgbClr val="55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خَقَ</a:t>
            </a:r>
            <a:endParaRPr lang="ar-SA" sz="8600" dirty="0"/>
          </a:p>
        </p:txBody>
      </p:sp>
      <p:pic>
        <p:nvPicPr>
          <p:cNvPr id="22" name="Image 0" descr="flamin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106927" cy="1417320"/>
          </a:xfrm>
          <a:prstGeom prst="rect">
            <a:avLst/>
          </a:prstGeom>
        </p:spPr>
      </p:pic>
      <p:pic>
        <p:nvPicPr>
          <p:cNvPr id="23" name="Image 1" descr="hatching_chi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515868"/>
            <a:ext cx="1554480" cy="1554480"/>
          </a:xfrm>
          <a:prstGeom prst="rect">
            <a:avLst/>
          </a:prstGeom>
        </p:spPr>
      </p:pic>
      <p:pic>
        <p:nvPicPr>
          <p:cNvPr id="24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576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7C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دَقَ</a:t>
            </a:r>
            <a:endParaRPr lang="ar-SA" sz="9400" dirty="0"/>
          </a:p>
        </p:txBody>
      </p:sp>
      <p:pic>
        <p:nvPicPr>
          <p:cNvPr id="20" name="Image 0" descr="pengu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432911" cy="1417320"/>
          </a:xfrm>
          <a:prstGeom prst="rect">
            <a:avLst/>
          </a:prstGeom>
        </p:spPr>
      </p:pic>
      <p:pic>
        <p:nvPicPr>
          <p:cNvPr id="21" name="Image 1" descr="octop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8337" y="3515868"/>
            <a:ext cx="1604223" cy="1554480"/>
          </a:xfrm>
          <a:prstGeom prst="rect">
            <a:avLst/>
          </a:prstGeom>
        </p:spPr>
      </p:pic>
      <p:pic>
        <p:nvPicPr>
          <p:cNvPr id="22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C5F7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6ED5E"/>
          </a:solidFill>
          <a:ln w="12700">
            <a:solidFill>
              <a:srgbClr val="86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0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0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ذَقَ</a:t>
            </a:r>
            <a:endParaRPr lang="ar-SA" sz="9300" dirty="0"/>
          </a:p>
        </p:txBody>
      </p:sp>
      <p:pic>
        <p:nvPicPr>
          <p:cNvPr id="28" name="Image 0" descr="do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3709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2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B52E0"/>
          </a:solidFill>
          <a:ln w="12700">
            <a:solidFill>
              <a:srgbClr val="CB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6DB70"/>
          </a:solidFill>
          <a:ln w="12700">
            <a:solidFill>
              <a:srgbClr val="B6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1"/>
          </a:solidFill>
          <a:ln w="12700">
            <a:solidFill>
              <a:srgbClr val="47857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0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0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رَقَ</a:t>
            </a:r>
            <a:endParaRPr lang="ar-SA" sz="9000" dirty="0"/>
          </a:p>
        </p:txBody>
      </p:sp>
      <p:pic>
        <p:nvPicPr>
          <p:cNvPr id="25" name="Image 0" descr="cam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201668"/>
            <a:ext cx="900821" cy="868680"/>
          </a:xfrm>
          <a:prstGeom prst="rect">
            <a:avLst/>
          </a:prstGeom>
        </p:spPr>
      </p:pic>
      <p:pic>
        <p:nvPicPr>
          <p:cNvPr id="26" name="Image 1" descr="flamin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1243" y="4338828"/>
            <a:ext cx="571317" cy="731520"/>
          </a:xfrm>
          <a:prstGeom prst="rect">
            <a:avLst/>
          </a:prstGeom>
        </p:spPr>
      </p:pic>
      <p:pic>
        <p:nvPicPr>
          <p:cNvPr id="27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8346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7E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2D864"/>
          </a:solidFill>
          <a:ln w="12700">
            <a:solidFill>
              <a:srgbClr val="D2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C247"/>
          </a:solidFill>
          <a:ln w="12700">
            <a:solidFill>
              <a:srgbClr val="D1C2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زَقَ</a:t>
            </a:r>
            <a:endParaRPr lang="ar-SA" sz="9000" dirty="0"/>
          </a:p>
        </p:txBody>
      </p:sp>
      <p:pic>
        <p:nvPicPr>
          <p:cNvPr id="20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716375" cy="1417320"/>
          </a:xfrm>
          <a:prstGeom prst="rect">
            <a:avLst/>
          </a:prstGeom>
        </p:spPr>
      </p:pic>
      <p:pic>
        <p:nvPicPr>
          <p:cNvPr id="21" name="Image 1" descr="zebr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498080" y="3515868"/>
            <a:ext cx="1554480" cy="1554480"/>
          </a:xfrm>
          <a:prstGeom prst="rect">
            <a:avLst/>
          </a:prstGeom>
        </p:spPr>
      </p:pic>
      <p:pic>
        <p:nvPicPr>
          <p:cNvPr id="22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8525" y="45720"/>
            <a:ext cx="550835" cy="5486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C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سَقَ</a:t>
            </a:r>
            <a:endParaRPr lang="ar-SA" sz="8600" dirty="0"/>
          </a:p>
        </p:txBody>
      </p:sp>
      <p:pic>
        <p:nvPicPr>
          <p:cNvPr id="21" name="Image 0" descr="hippopotam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384548"/>
            <a:ext cx="1067105" cy="685800"/>
          </a:xfrm>
          <a:prstGeom prst="rect">
            <a:avLst/>
          </a:prstGeom>
        </p:spPr>
      </p:pic>
      <p:pic>
        <p:nvPicPr>
          <p:cNvPr id="22" name="Image 1" descr="llam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7395" y="4293108"/>
            <a:ext cx="725165" cy="777240"/>
          </a:xfrm>
          <a:prstGeom prst="rect">
            <a:avLst/>
          </a:prstGeom>
        </p:spPr>
      </p:pic>
      <p:pic>
        <p:nvPicPr>
          <p:cNvPr id="23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4314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B"/>
          </a:solidFill>
          <a:ln w="12700">
            <a:solidFill>
              <a:srgbClr val="642B3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334"/>
          </a:solidFill>
          <a:ln w="12700">
            <a:solidFill>
              <a:srgbClr val="7943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شَقَ</a:t>
            </a:r>
            <a:endParaRPr lang="ar-SA" sz="8600" dirty="0"/>
          </a:p>
        </p:txBody>
      </p:sp>
      <p:pic>
        <p:nvPicPr>
          <p:cNvPr id="22" name="Image 0" descr="peac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512280" cy="1417320"/>
          </a:xfrm>
          <a:prstGeom prst="rect">
            <a:avLst/>
          </a:prstGeom>
        </p:spPr>
      </p:pic>
      <p:pic>
        <p:nvPicPr>
          <p:cNvPr id="23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515868"/>
            <a:ext cx="1554480" cy="1554480"/>
          </a:xfrm>
          <a:prstGeom prst="rect">
            <a:avLst/>
          </a:prstGeom>
        </p:spPr>
      </p:pic>
      <p:pic>
        <p:nvPicPr>
          <p:cNvPr id="24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D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صَقَ</a:t>
            </a:r>
            <a:endParaRPr lang="ar-SA" sz="8600" dirty="0"/>
          </a:p>
        </p:txBody>
      </p:sp>
      <p:pic>
        <p:nvPicPr>
          <p:cNvPr id="20" name="Image 0" descr="sw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526454" cy="1417320"/>
          </a:xfrm>
          <a:prstGeom prst="rect">
            <a:avLst/>
          </a:prstGeom>
        </p:spPr>
      </p:pic>
      <p:pic>
        <p:nvPicPr>
          <p:cNvPr id="21" name="Image 1" descr="tur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6738" y="3515868"/>
            <a:ext cx="2505822" cy="1554480"/>
          </a:xfrm>
          <a:prstGeom prst="rect">
            <a:avLst/>
          </a:prstGeom>
        </p:spPr>
      </p:pic>
      <p:pic>
        <p:nvPicPr>
          <p:cNvPr id="22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C5C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AAED"/>
          </a:solidFill>
          <a:ln w="12700">
            <a:solidFill>
              <a:srgbClr val="5EAA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6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ضَقَ</a:t>
            </a:r>
            <a:endParaRPr lang="ar-SA" sz="8600" dirty="0"/>
          </a:p>
        </p:txBody>
      </p:sp>
      <p:pic>
        <p:nvPicPr>
          <p:cNvPr id="28" name="Image 0" descr="honeyb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2411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431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A752"/>
          </a:solidFill>
          <a:ln w="12700">
            <a:solidFill>
              <a:srgbClr val="E0A7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8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1DB"/>
          </a:solidFill>
          <a:ln w="12700">
            <a:solidFill>
              <a:srgbClr val="70D1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24785"/>
          </a:solidFill>
          <a:ln w="12700">
            <a:solidFill>
              <a:srgbClr val="62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7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7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طَقَ</a:t>
            </a:r>
            <a:endParaRPr lang="ar-SA" sz="8600" dirty="0"/>
          </a:p>
        </p:txBody>
      </p:sp>
      <p:pic>
        <p:nvPicPr>
          <p:cNvPr id="25" name="Image 0" descr="hatching_chi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55948"/>
            <a:ext cx="914400" cy="914400"/>
          </a:xfrm>
          <a:prstGeom prst="rect">
            <a:avLst/>
          </a:prstGeom>
        </p:spPr>
      </p:pic>
      <p:pic>
        <p:nvPicPr>
          <p:cNvPr id="26" name="Image 1" descr="lady_bee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C5F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2"/>
          </a:solidFill>
          <a:ln w="12700">
            <a:solidFill>
              <a:srgbClr val="64D8C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0"/>
          </a:solidFill>
          <a:ln w="12700">
            <a:solidFill>
              <a:srgbClr val="47D1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7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7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ظَقَ</a:t>
            </a:r>
            <a:endParaRPr lang="ar-SA" sz="8600" dirty="0"/>
          </a:p>
        </p:txBody>
      </p:sp>
      <p:pic>
        <p:nvPicPr>
          <p:cNvPr id="20" name="Image 0" descr="ow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14014" cy="1417320"/>
          </a:xfrm>
          <a:prstGeom prst="rect">
            <a:avLst/>
          </a:prstGeom>
        </p:spPr>
      </p:pic>
      <p:pic>
        <p:nvPicPr>
          <p:cNvPr id="21" name="Image 1" descr="pengu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0981" y="3515868"/>
            <a:ext cx="1571579" cy="1554480"/>
          </a:xfrm>
          <a:prstGeom prst="rect">
            <a:avLst/>
          </a:prstGeom>
        </p:spPr>
      </p:pic>
      <p:pic>
        <p:nvPicPr>
          <p:cNvPr id="22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409" y="45720"/>
            <a:ext cx="523951" cy="5486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E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عَقَ</a:t>
            </a:r>
            <a:endParaRPr lang="ar-SA" sz="8600" dirty="0"/>
          </a:p>
        </p:txBody>
      </p:sp>
      <p:pic>
        <p:nvPicPr>
          <p:cNvPr id="21" name="Image 0" descr="sw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064508"/>
            <a:ext cx="1083290" cy="1005840"/>
          </a:xfrm>
          <a:prstGeom prst="rect">
            <a:avLst/>
          </a:prstGeom>
        </p:spPr>
      </p:pic>
      <p:pic>
        <p:nvPicPr>
          <p:cNvPr id="22" name="Image 1" descr="butterfl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434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9642B"/>
          </a:solidFill>
          <a:ln w="12700">
            <a:solidFill>
              <a:srgbClr val="49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67934"/>
          </a:solidFill>
          <a:ln w="12700">
            <a:solidFill>
              <a:srgbClr val="36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2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غَقَ</a:t>
            </a:r>
            <a:endParaRPr lang="ar-SA" sz="8600" dirty="0"/>
          </a:p>
        </p:txBody>
      </p:sp>
      <p:pic>
        <p:nvPicPr>
          <p:cNvPr id="22" name="Image 0" descr="c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498107" cy="1417320"/>
          </a:xfrm>
          <a:prstGeom prst="rect">
            <a:avLst/>
          </a:prstGeom>
        </p:spPr>
      </p:pic>
      <p:pic>
        <p:nvPicPr>
          <p:cNvPr id="23" name="Image 1" descr="cam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0564" y="3515868"/>
            <a:ext cx="1611996" cy="1554480"/>
          </a:xfrm>
          <a:prstGeom prst="rect">
            <a:avLst/>
          </a:prstGeom>
        </p:spPr>
      </p:pic>
      <p:pic>
        <p:nvPicPr>
          <p:cNvPr id="24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709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C5E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1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فَقَ</a:t>
            </a:r>
            <a:endParaRPr lang="ar-SA" sz="8600" dirty="0"/>
          </a:p>
        </p:txBody>
      </p:sp>
      <p:pic>
        <p:nvPicPr>
          <p:cNvPr id="20" name="Image 0" descr="dolph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114014" cy="1417320"/>
          </a:xfrm>
          <a:prstGeom prst="rect">
            <a:avLst/>
          </a:prstGeom>
        </p:spPr>
      </p:pic>
      <p:pic>
        <p:nvPicPr>
          <p:cNvPr id="21" name="Image 1" descr="cra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1542" y="3515868"/>
            <a:ext cx="1741018" cy="1554480"/>
          </a:xfrm>
          <a:prstGeom prst="rect">
            <a:avLst/>
          </a:prstGeom>
        </p:spPr>
      </p:pic>
      <p:pic>
        <p:nvPicPr>
          <p:cNvPr id="22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7C5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CD"/>
          </a:solidFill>
          <a:ln w="12700">
            <a:solidFill>
              <a:srgbClr val="ED5EC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950745" y="896112"/>
            <a:ext cx="159882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5D36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950745" y="896112"/>
            <a:ext cx="159882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فَتَحَ</a:t>
            </a:r>
            <a:endParaRPr lang="ar-SA" sz="4600" dirty="0"/>
          </a:p>
        </p:txBody>
      </p:sp>
      <p:sp>
        <p:nvSpPr>
          <p:cNvPr id="20" name="C2 W2 pill"/>
          <p:cNvSpPr/>
          <p:nvPr/>
        </p:nvSpPr>
        <p:spPr>
          <a:xfrm>
            <a:off x="2594427" y="896112"/>
            <a:ext cx="203627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5D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594427" y="896112"/>
            <a:ext cx="203627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وَدَخَلَ</a:t>
            </a:r>
            <a:endParaRPr lang="ar-SA" sz="46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9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945220" y="2834640"/>
            <a:ext cx="325356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945220" y="2834640"/>
            <a:ext cx="325356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فَتَحَ وَدَخَلَ</a:t>
            </a:r>
            <a:endParaRPr lang="ar-SA" sz="4700" dirty="0"/>
          </a:p>
        </p:txBody>
      </p:sp>
      <p:pic>
        <p:nvPicPr>
          <p:cNvPr id="25" name="Image 0" descr="llam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1828800"/>
            <a:ext cx="1365016" cy="1463040"/>
          </a:xfrm>
          <a:prstGeom prst="rect">
            <a:avLst/>
          </a:prstGeom>
        </p:spPr>
      </p:pic>
      <p:pic>
        <p:nvPicPr>
          <p:cNvPr id="26" name="Image 1" descr="ew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828800"/>
            <a:ext cx="1463040" cy="1463040"/>
          </a:xfrm>
          <a:prstGeom prst="rect">
            <a:avLst/>
          </a:prstGeom>
        </p:spPr>
      </p:pic>
      <p:pic>
        <p:nvPicPr>
          <p:cNvPr id="27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7491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1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3"/>
          </a:solidFill>
          <a:ln w="12700">
            <a:solidFill>
              <a:srgbClr val="52E08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B70DB"/>
          </a:solidFill>
          <a:ln w="12700">
            <a:solidFill>
              <a:srgbClr val="CB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347"/>
          </a:solidFill>
          <a:ln w="12700">
            <a:solidFill>
              <a:srgbClr val="8553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5010741" y="896112"/>
            <a:ext cx="146683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8F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5010741" y="896112"/>
            <a:ext cx="146683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قَرَأَ</a:t>
            </a:r>
            <a:endParaRPr lang="ar-SA" sz="4400" dirty="0"/>
          </a:p>
        </p:txBody>
      </p:sp>
      <p:sp>
        <p:nvSpPr>
          <p:cNvPr id="17" name="C2 W2 pill"/>
          <p:cNvSpPr/>
          <p:nvPr/>
        </p:nvSpPr>
        <p:spPr>
          <a:xfrm>
            <a:off x="2666423" y="896112"/>
            <a:ext cx="202427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F36E2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666423" y="896112"/>
            <a:ext cx="202427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وَكَتَبَ</a:t>
            </a:r>
            <a:endParaRPr lang="ar-SA" sz="44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3069806" y="2834640"/>
            <a:ext cx="300438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3069806" y="2834640"/>
            <a:ext cx="300438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قَرَأَ وَكَتَبَ</a:t>
            </a:r>
            <a:endParaRPr lang="ar-SA" sz="4400" dirty="0"/>
          </a:p>
        </p:txBody>
      </p:sp>
      <p:pic>
        <p:nvPicPr>
          <p:cNvPr id="22" name="Image 0" descr="roos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1828800"/>
            <a:ext cx="1410371" cy="1463040"/>
          </a:xfrm>
          <a:prstGeom prst="rect">
            <a:avLst/>
          </a:prstGeom>
        </p:spPr>
      </p:pic>
      <p:pic>
        <p:nvPicPr>
          <p:cNvPr id="23" name="Image 1" descr="tur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140" y="1828800"/>
            <a:ext cx="2358420" cy="1463040"/>
          </a:xfrm>
          <a:prstGeom prst="rect">
            <a:avLst/>
          </a:prstGeom>
        </p:spPr>
      </p:pic>
      <p:pic>
        <p:nvPicPr>
          <p:cNvPr id="24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8346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C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564D8"/>
          </a:solidFill>
          <a:ln w="12700">
            <a:solidFill>
              <a:srgbClr val="A5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D47D1"/>
          </a:solidFill>
          <a:ln w="12700">
            <a:solidFill>
              <a:srgbClr val="7D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811203" y="896112"/>
            <a:ext cx="176523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C136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811203" y="896112"/>
            <a:ext cx="176523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وَقَفَ</a:t>
            </a:r>
            <a:endParaRPr lang="ar-SA" sz="4100" dirty="0"/>
          </a:p>
        </p:txBody>
      </p:sp>
      <p:sp>
        <p:nvSpPr>
          <p:cNvPr id="12" name="C2 W2 pill"/>
          <p:cNvSpPr/>
          <p:nvPr/>
        </p:nvSpPr>
        <p:spPr>
          <a:xfrm>
            <a:off x="2567561" y="896112"/>
            <a:ext cx="192360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C1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567561" y="896112"/>
            <a:ext cx="192360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وَسَأَلَ</a:t>
            </a:r>
            <a:endParaRPr lang="ar-SA" sz="41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4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905821" y="2834640"/>
            <a:ext cx="333235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905821" y="2834640"/>
            <a:ext cx="333235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وَقَفَ وَسَأَلَ</a:t>
            </a:r>
            <a:endParaRPr lang="ar-SA" sz="4200" dirty="0"/>
          </a:p>
        </p:txBody>
      </p:sp>
      <p:pic>
        <p:nvPicPr>
          <p:cNvPr id="17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1828800"/>
            <a:ext cx="1517172" cy="1463040"/>
          </a:xfrm>
          <a:prstGeom prst="rect">
            <a:avLst/>
          </a:prstGeom>
        </p:spPr>
      </p:pic>
      <p:pic>
        <p:nvPicPr>
          <p:cNvPr id="18" name="Image 1" descr="kangaro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484181" y="1828800"/>
            <a:ext cx="1568379" cy="1463040"/>
          </a:xfrm>
          <a:prstGeom prst="rect">
            <a:avLst/>
          </a:prstGeom>
        </p:spPr>
      </p:pic>
      <p:pic>
        <p:nvPicPr>
          <p:cNvPr id="19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45720"/>
            <a:ext cx="548640" cy="5486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7D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814571" y="896112"/>
            <a:ext cx="156885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1E236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814571" y="896112"/>
            <a:ext cx="156885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قَعَدَ</a:t>
            </a:r>
            <a:endParaRPr lang="ar-SA" sz="4400" dirty="0"/>
          </a:p>
        </p:txBody>
      </p:sp>
      <p:sp>
        <p:nvSpPr>
          <p:cNvPr id="13" name="C2 W2 pill"/>
          <p:cNvSpPr/>
          <p:nvPr/>
        </p:nvSpPr>
        <p:spPr>
          <a:xfrm>
            <a:off x="2760573" y="896112"/>
            <a:ext cx="173395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D1E2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760573" y="896112"/>
            <a:ext cx="173395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وَقَرَأَ</a:t>
            </a:r>
            <a:endParaRPr lang="ar-SA" sz="44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3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3126684" y="2834640"/>
            <a:ext cx="289063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3126684" y="2834640"/>
            <a:ext cx="289063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قَعَدَ وَقَرَأَ</a:t>
            </a:r>
            <a:endParaRPr lang="ar-SA" sz="4400" dirty="0"/>
          </a:p>
        </p:txBody>
      </p:sp>
      <p:pic>
        <p:nvPicPr>
          <p:cNvPr id="18" name="Image 0" descr="ew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1828800"/>
            <a:ext cx="1463040" cy="1463040"/>
          </a:xfrm>
          <a:prstGeom prst="rect">
            <a:avLst/>
          </a:prstGeom>
        </p:spPr>
      </p:pic>
      <p:pic>
        <p:nvPicPr>
          <p:cNvPr id="19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3955" y="1828800"/>
            <a:ext cx="1638605" cy="1463040"/>
          </a:xfrm>
          <a:prstGeom prst="rect">
            <a:avLst/>
          </a:prstGeom>
        </p:spPr>
      </p:pic>
      <p:pic>
        <p:nvPicPr>
          <p:cNvPr id="20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123</Slides>
  <Notes>123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123</vt:i4>
      </vt:variant>
    </vt:vector>
  </HeadingPairs>
  <TitlesOfParts>
    <vt:vector size="1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reading 11-fa-qaf</dc:title>
  <dc:subject>PptxGenJS Presentation</dc:subject>
  <dc:creator>PptxGenJS</dc:creator>
  <cp:lastModifiedBy>PptxGenJS</cp:lastModifiedBy>
  <cp:revision>1</cp:revision>
  <dcterms:created xsi:type="dcterms:W3CDTF">2026-10-20T23:11:12Z</dcterms:created>
  <dcterms:modified xsi:type="dcterms:W3CDTF">2026-10-20T23:11:12Z</dcterms:modified>
</cp:coreProperties>
</file>