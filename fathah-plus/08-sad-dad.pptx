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08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1851660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ED1"/>
          </a:solidFill>
          <a:ln w="12700">
            <a:solidFill>
              <a:srgbClr val="477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صَذَ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799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صَسَ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تَصَثَ</a:t>
            </a:r>
            <a:endParaRPr lang="ar-SA" sz="6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960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BED"/>
          </a:solidFill>
          <a:ln w="12700">
            <a:solidFill>
              <a:srgbClr val="5E8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خَصَدَ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دَصَذَ</a:t>
            </a:r>
            <a:endParaRPr lang="ar-SA" sz="8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D"/>
          </a:solidFill>
          <a:ln w="12700">
            <a:solidFill>
              <a:srgbClr val="47D1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ذَصَرَ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835908"/>
            <a:ext cx="725851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زَصَسَ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سَصَشَ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2"/>
          </a:solidFill>
          <a:ln w="12700">
            <a:solidFill>
              <a:srgbClr val="52E0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64D8"/>
          </a:solidFill>
          <a:ln w="12700">
            <a:solidFill>
              <a:srgbClr val="B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47D1"/>
          </a:solidFill>
          <a:ln w="12700">
            <a:solidFill>
              <a:srgbClr val="9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8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ED5E"/>
          </a:solidFill>
          <a:ln w="12700">
            <a:solidFill>
              <a:srgbClr val="D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164"/>
          </a:solidFill>
          <a:ln w="12700">
            <a:solidFill>
              <a:srgbClr val="D8A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5043" y="3927348"/>
            <a:ext cx="707517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B52"/>
          </a:solidFill>
          <a:ln w="12700">
            <a:solidFill>
              <a:srgbClr val="E05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D"/>
          </a:solidFill>
          <a:ln w="12700">
            <a:solidFill>
              <a:srgbClr val="70DB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4"/>
          </a:solidFill>
          <a:ln w="12700">
            <a:solidFill>
              <a:srgbClr val="64D8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6"/>
          </a:solidFill>
          <a:ln w="12700">
            <a:solidFill>
              <a:srgbClr val="47D1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08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77768" cy="169164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602" y="3241548"/>
            <a:ext cx="1495958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6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5EED"/>
          </a:solidFill>
          <a:ln w="12700">
            <a:solidFill>
              <a:srgbClr val="C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E052"/>
          </a:solidFill>
          <a:ln w="12700">
            <a:solidFill>
              <a:srgbClr val="6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70DB"/>
          </a:solidFill>
          <a:ln w="12700">
            <a:solidFill>
              <a:srgbClr val="9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64D8"/>
          </a:solidFill>
          <a:ln w="12700">
            <a:solidFill>
              <a:srgbClr val="6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BD1"/>
          </a:solidFill>
          <a:ln w="12700">
            <a:solidFill>
              <a:srgbClr val="475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986" y="3607308"/>
            <a:ext cx="709574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ضَدَ</a:t>
            </a:r>
            <a:endParaRPr lang="ar-SA" sz="10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ضَسَ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23" y="3607308"/>
            <a:ext cx="711037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ضَصَ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تَضَثَ</a:t>
            </a:r>
            <a:endParaRPr lang="ar-SA" sz="6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جَضَحَ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7575" y="3744468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خَضَدَ</a:t>
            </a:r>
            <a:endParaRPr lang="ar-SA" sz="7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دَضَذَ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رَضَزَ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زَضَسَ</a:t>
            </a:r>
            <a:endParaRPr lang="ar-SA" sz="6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81" y="3561588"/>
            <a:ext cx="719679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سَضَشَ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شَضَصَ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054" y="3835908"/>
            <a:ext cx="713506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8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038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endParaRPr lang="ar-SA" sz="8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4063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8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400312" cy="11887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4413" y="1783080"/>
            <a:ext cx="808147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8864" y="896112"/>
            <a:ext cx="21270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4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8864" y="896112"/>
            <a:ext cx="21270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9808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4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9808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2984" y="2834640"/>
            <a:ext cx="42980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2984" y="2834640"/>
            <a:ext cx="42980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وَجَلَسَ</a:t>
            </a:r>
            <a:endParaRPr lang="ar-SA" sz="5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1920240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047537" cy="14630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2011680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1356" y="896112"/>
            <a:ext cx="19686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1356" y="896112"/>
            <a:ext cx="19686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4018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4018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63346" y="2834640"/>
            <a:ext cx="36173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63346" y="2834640"/>
            <a:ext cx="36173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وَخَرَجَ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91688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323" y="1783080"/>
            <a:ext cx="933237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08-sad-dad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