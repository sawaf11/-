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0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1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4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25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0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1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4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25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0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1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4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image" Target="../media/image-18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7934"/>
          </a:solidFill>
          <a:ln w="12700">
            <a:solidFill>
              <a:srgbClr val="6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0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0800" dirty="0"/>
          </a:p>
        </p:txBody>
      </p:sp>
      <p:pic>
        <p:nvPicPr>
          <p:cNvPr id="15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1064" cy="1463040"/>
          </a:xfrm>
          <a:prstGeom prst="rect">
            <a:avLst/>
          </a:prstGeom>
        </p:spPr>
      </p:pic>
      <p:pic>
        <p:nvPicPr>
          <p:cNvPr id="1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صَأَ</a:t>
            </a:r>
            <a:endParaRPr lang="ar-SA" sz="66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5EED"/>
          </a:solidFill>
          <a:ln w="12700">
            <a:solidFill>
              <a:srgbClr val="9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</a:t>
            </a:r>
            <a:endParaRPr lang="ar-SA" sz="95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E052"/>
          </a:solidFill>
          <a:ln w="12700">
            <a:solidFill>
              <a:srgbClr val="9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70DB"/>
          </a:solidFill>
          <a:ln w="12700">
            <a:solidFill>
              <a:srgbClr val="7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صَتَ</a:t>
            </a:r>
            <a:endParaRPr lang="ar-SA" sz="9500" dirty="0"/>
          </a:p>
        </p:txBody>
      </p:sp>
      <p:pic>
        <p:nvPicPr>
          <p:cNvPr id="2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FD8"/>
          </a:solidFill>
          <a:ln w="12700">
            <a:solidFill>
              <a:srgbClr val="647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ED1"/>
          </a:solidFill>
          <a:ln w="12700">
            <a:solidFill>
              <a:srgbClr val="477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صَثَ</a:t>
            </a:r>
            <a:endParaRPr lang="ar-SA" sz="9500" dirty="0"/>
          </a:p>
        </p:txBody>
      </p:sp>
      <p:pic>
        <p:nvPicPr>
          <p:cNvPr id="20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صَجَ</a:t>
            </a:r>
            <a:endParaRPr lang="ar-SA" sz="7400" dirty="0"/>
          </a:p>
        </p:txBody>
      </p:sp>
      <p:pic>
        <p:nvPicPr>
          <p:cNvPr id="21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5"/>
          </a:solidFill>
          <a:ln w="12700">
            <a:solidFill>
              <a:srgbClr val="3479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صَحَ</a:t>
            </a:r>
            <a:endParaRPr lang="ar-SA" sz="7400" dirty="0"/>
          </a:p>
        </p:txBody>
      </p:sp>
      <p:pic>
        <p:nvPicPr>
          <p:cNvPr id="22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3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صَخَ</a:t>
            </a:r>
            <a:endParaRPr lang="ar-SA" sz="74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95E"/>
          </a:solidFill>
          <a:ln w="12700">
            <a:solidFill>
              <a:srgbClr val="ED7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صَدَ</a:t>
            </a:r>
            <a:endParaRPr lang="ar-SA" sz="110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4E0"/>
          </a:solidFill>
          <a:ln w="12700">
            <a:solidFill>
              <a:srgbClr val="52B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5"/>
          </a:solidFill>
          <a:ln w="12700">
            <a:solidFill>
              <a:srgbClr val="DB70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8547"/>
          </a:solidFill>
          <a:ln w="12700">
            <a:solidFill>
              <a:srgbClr val="7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صَذَ</a:t>
            </a:r>
            <a:endParaRPr lang="ar-SA" sz="93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C"/>
          </a:solidFill>
          <a:ln w="12700">
            <a:solidFill>
              <a:srgbClr val="D864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1"/>
          </a:solidFill>
          <a:ln w="12700">
            <a:solidFill>
              <a:srgbClr val="D147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صَرَ</a:t>
            </a:r>
            <a:endParaRPr lang="ar-SA" sz="90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صَزَ</a:t>
            </a:r>
            <a:endParaRPr lang="ar-SA" sz="9000" dirty="0"/>
          </a:p>
        </p:txBody>
      </p:sp>
      <p:pic>
        <p:nvPicPr>
          <p:cNvPr id="21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3479"/>
          </a:solidFill>
          <a:ln w="12700">
            <a:solidFill>
              <a:srgbClr val="6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صَسَ</a:t>
            </a:r>
            <a:endParaRPr lang="ar-SA" sz="8700" dirty="0"/>
          </a:p>
        </p:txBody>
      </p:sp>
      <p:pic>
        <p:nvPicPr>
          <p:cNvPr id="22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صَشَ</a:t>
            </a:r>
            <a:endParaRPr lang="ar-SA" sz="87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ED5E"/>
          </a:solidFill>
          <a:ln w="12700">
            <a:solidFill>
              <a:srgbClr val="6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أَصَبَ</a:t>
            </a:r>
            <a:endParaRPr lang="ar-SA" sz="62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8"/>
          </a:solidFill>
          <a:ln w="12700">
            <a:solidFill>
              <a:srgbClr val="E052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DB70"/>
          </a:solidFill>
          <a:ln w="12700">
            <a:solidFill>
              <a:srgbClr val="9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بَصَتَ</a:t>
            </a:r>
            <a:endParaRPr lang="ar-SA" sz="70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D864"/>
          </a:solidFill>
          <a:ln w="12700">
            <a:solidFill>
              <a:srgbClr val="B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D147"/>
          </a:solidFill>
          <a:ln w="12700">
            <a:solidFill>
              <a:srgbClr val="C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تَصَثَ</a:t>
            </a:r>
            <a:endParaRPr lang="ar-SA" sz="6900" dirty="0"/>
          </a:p>
        </p:txBody>
      </p:sp>
      <p:pic>
        <p:nvPicPr>
          <p:cNvPr id="24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64406" cy="1508760"/>
          </a:xfrm>
          <a:prstGeom prst="rect">
            <a:avLst/>
          </a:prstGeom>
        </p:spPr>
      </p:pic>
      <p:pic>
        <p:nvPicPr>
          <p:cNvPr id="25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916" y="3332988"/>
            <a:ext cx="162964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ثَصَجَ</a:t>
            </a:r>
            <a:endParaRPr lang="ar-SA" sz="66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جَصَحَ</a:t>
            </a:r>
            <a:endParaRPr lang="ar-SA" sz="6600" dirty="0"/>
          </a:p>
        </p:txBody>
      </p:sp>
      <p:pic>
        <p:nvPicPr>
          <p:cNvPr id="26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7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2988"/>
            <a:ext cx="1977116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حَصَخَ</a:t>
            </a:r>
            <a:endParaRPr lang="ar-SA" sz="66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BED"/>
          </a:solidFill>
          <a:ln w="12700">
            <a:solidFill>
              <a:srgbClr val="5E8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خَصَدَ</a:t>
            </a:r>
            <a:endParaRPr lang="ar-SA" sz="79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552"/>
          </a:solidFill>
          <a:ln w="12700">
            <a:solidFill>
              <a:srgbClr val="E0C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ADB"/>
          </a:solidFill>
          <a:ln w="12700">
            <a:solidFill>
              <a:srgbClr val="70B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4785"/>
          </a:solidFill>
          <a:ln w="12700">
            <a:solidFill>
              <a:srgbClr val="6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دَصَذَ</a:t>
            </a:r>
            <a:endParaRPr lang="ar-SA" sz="8200" dirty="0"/>
          </a:p>
        </p:txBody>
      </p:sp>
      <p:pic>
        <p:nvPicPr>
          <p:cNvPr id="29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93108"/>
            <a:ext cx="884499" cy="77724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6D8"/>
          </a:solidFill>
          <a:ln w="12700">
            <a:solidFill>
              <a:srgbClr val="64D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D"/>
          </a:solidFill>
          <a:ln w="12700">
            <a:solidFill>
              <a:srgbClr val="47D1B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ذَصَرَ</a:t>
            </a:r>
            <a:endParaRPr lang="ar-SA" sz="8000" dirty="0"/>
          </a:p>
        </p:txBody>
      </p:sp>
      <p:pic>
        <p:nvPicPr>
          <p:cNvPr id="24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5918" cy="1508760"/>
          </a:xfrm>
          <a:prstGeom prst="rect">
            <a:avLst/>
          </a:prstGeom>
        </p:spPr>
      </p:pic>
      <p:pic>
        <p:nvPicPr>
          <p:cNvPr id="25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رَصَزَ</a:t>
            </a:r>
            <a:endParaRPr lang="ar-SA" sz="80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17" y="4384548"/>
            <a:ext cx="688543" cy="68580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1"/>
          </a:solidFill>
          <a:ln w="12700">
            <a:solidFill>
              <a:srgbClr val="3479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زَصَسَ</a:t>
            </a:r>
            <a:endParaRPr lang="ar-SA" sz="6000" dirty="0"/>
          </a:p>
        </p:txBody>
      </p:sp>
      <p:pic>
        <p:nvPicPr>
          <p:cNvPr id="26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78342" cy="1508760"/>
          </a:xfrm>
          <a:prstGeom prst="rect">
            <a:avLst/>
          </a:prstGeom>
        </p:spPr>
      </p:pic>
      <p:pic>
        <p:nvPicPr>
          <p:cNvPr id="27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سَصَشَ</a:t>
            </a:r>
            <a:endParaRPr lang="ar-SA" sz="54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F"/>
          </a:solidFill>
          <a:ln w="12700">
            <a:solidFill>
              <a:srgbClr val="ED5E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شَصَأَ</a:t>
            </a:r>
            <a:endParaRPr lang="ar-SA" sz="59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2"/>
          </a:solidFill>
          <a:ln w="12700">
            <a:solidFill>
              <a:srgbClr val="52E0A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5"/>
          </a:solidFill>
          <a:ln w="12700">
            <a:solidFill>
              <a:srgbClr val="DB70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endParaRPr lang="ar-SA" sz="7000" dirty="0"/>
          </a:p>
        </p:txBody>
      </p:sp>
      <p:pic>
        <p:nvPicPr>
          <p:cNvPr id="25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243" y="4338828"/>
            <a:ext cx="571317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64D8"/>
          </a:solidFill>
          <a:ln w="12700">
            <a:solidFill>
              <a:srgbClr val="B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B47D1"/>
          </a:solidFill>
          <a:ln w="12700">
            <a:solidFill>
              <a:srgbClr val="9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endParaRPr lang="ar-SA" sz="9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1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endParaRPr lang="ar-SA" sz="9000" dirty="0"/>
          </a:p>
        </p:txBody>
      </p:sp>
      <p:pic>
        <p:nvPicPr>
          <p:cNvPr id="21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067105" cy="685800"/>
          </a:xfrm>
          <a:prstGeom prst="rect">
            <a:avLst/>
          </a:prstGeom>
        </p:spPr>
      </p:pic>
      <p:pic>
        <p:nvPicPr>
          <p:cNvPr id="22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95" y="4293108"/>
            <a:ext cx="725165" cy="77724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B64"/>
          </a:solidFill>
          <a:ln w="12700">
            <a:solidFill>
              <a:srgbClr val="2B4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879"/>
          </a:solidFill>
          <a:ln w="12700">
            <a:solidFill>
              <a:srgbClr val="343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endParaRPr lang="ar-SA" sz="8500" dirty="0"/>
          </a:p>
        </p:txBody>
      </p:sp>
      <p:pic>
        <p:nvPicPr>
          <p:cNvPr id="22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endParaRPr lang="ar-SA" sz="90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ED5E"/>
          </a:solidFill>
          <a:ln w="12700">
            <a:solidFill>
              <a:srgbClr val="D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endParaRPr lang="ar-SA" sz="90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52E0"/>
          </a:solidFill>
          <a:ln w="12700">
            <a:solidFill>
              <a:srgbClr val="7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770"/>
          </a:solidFill>
          <a:ln w="12700">
            <a:solidFill>
              <a:srgbClr val="DBC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endParaRPr lang="ar-SA" sz="9000" dirty="0"/>
          </a:p>
        </p:txBody>
      </p:sp>
      <p:pic>
        <p:nvPicPr>
          <p:cNvPr id="2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164"/>
          </a:solidFill>
          <a:ln w="12700">
            <a:solidFill>
              <a:srgbClr val="D8A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847"/>
          </a:solidFill>
          <a:ln w="12700">
            <a:solidFill>
              <a:srgbClr val="D17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</a:t>
            </a:r>
            <a:endParaRPr lang="ar-SA" sz="9000" dirty="0"/>
          </a:p>
        </p:txBody>
      </p:sp>
      <p:pic>
        <p:nvPicPr>
          <p:cNvPr id="20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</a:t>
            </a:r>
            <a:endParaRPr lang="ar-SA" sz="9000" dirty="0"/>
          </a:p>
        </p:txBody>
      </p:sp>
      <p:pic>
        <p:nvPicPr>
          <p:cNvPr id="21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</a:t>
            </a:r>
            <a:endParaRPr lang="ar-SA" sz="9000" dirty="0"/>
          </a:p>
        </p:txBody>
      </p:sp>
      <p:pic>
        <p:nvPicPr>
          <p:cNvPr id="22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3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</a:t>
            </a:r>
            <a:endParaRPr lang="ar-SA" sz="90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4"/>
          </a:solidFill>
          <a:ln w="12700">
            <a:solidFill>
              <a:srgbClr val="5EED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</a:t>
            </a:r>
            <a:endParaRPr lang="ar-SA" sz="88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B52"/>
          </a:solidFill>
          <a:ln w="12700">
            <a:solidFill>
              <a:srgbClr val="E05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D"/>
          </a:solidFill>
          <a:ln w="12700">
            <a:solidFill>
              <a:srgbClr val="70DB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endParaRPr lang="ar-SA" sz="88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4"/>
          </a:solidFill>
          <a:ln w="12700">
            <a:solidFill>
              <a:srgbClr val="64D8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6"/>
          </a:solidFill>
          <a:ln w="12700">
            <a:solidFill>
              <a:srgbClr val="47D15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08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0800" dirty="0"/>
          </a:p>
        </p:txBody>
      </p:sp>
      <p:pic>
        <p:nvPicPr>
          <p:cNvPr id="13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17172" cy="1463040"/>
          </a:xfrm>
          <a:prstGeom prst="rect">
            <a:avLst/>
          </a:prstGeom>
        </p:spPr>
      </p:pic>
      <p:pic>
        <p:nvPicPr>
          <p:cNvPr id="14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84181" y="1828800"/>
            <a:ext cx="1568379" cy="1463040"/>
          </a:xfrm>
          <a:prstGeom prst="rect">
            <a:avLst/>
          </a:prstGeom>
        </p:spPr>
      </p:pic>
      <p:pic>
        <p:nvPicPr>
          <p:cNvPr id="15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ضَأَ</a:t>
            </a:r>
            <a:endParaRPr lang="ar-SA" sz="6600" dirty="0"/>
          </a:p>
        </p:txBody>
      </p:sp>
      <p:pic>
        <p:nvPicPr>
          <p:cNvPr id="21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7934"/>
          </a:solidFill>
          <a:ln w="12700">
            <a:solidFill>
              <a:srgbClr val="5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ضَبَ</a:t>
            </a:r>
            <a:endParaRPr lang="ar-SA" sz="9500" dirty="0"/>
          </a:p>
        </p:txBody>
      </p:sp>
      <p:pic>
        <p:nvPicPr>
          <p:cNvPr id="22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ضَتَ</a:t>
            </a:r>
            <a:endParaRPr lang="ar-SA" sz="95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5EED"/>
          </a:solidFill>
          <a:ln w="12700">
            <a:solidFill>
              <a:srgbClr val="C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ضَثَ</a:t>
            </a:r>
            <a:endParaRPr lang="ar-SA" sz="95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CE052"/>
          </a:solidFill>
          <a:ln w="12700">
            <a:solidFill>
              <a:srgbClr val="6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70DB"/>
          </a:solidFill>
          <a:ln w="12700">
            <a:solidFill>
              <a:srgbClr val="9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D"/>
          </a:solidFill>
          <a:ln w="12700">
            <a:solidFill>
              <a:srgbClr val="8547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ضَجَ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764D8"/>
          </a:solidFill>
          <a:ln w="12700">
            <a:solidFill>
              <a:srgbClr val="6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BD1"/>
          </a:solidFill>
          <a:ln w="12700">
            <a:solidFill>
              <a:srgbClr val="475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ضَحَ</a:t>
            </a:r>
            <a:endParaRPr lang="ar-SA" sz="7400" dirty="0"/>
          </a:p>
        </p:txBody>
      </p:sp>
      <p:pic>
        <p:nvPicPr>
          <p:cNvPr id="20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1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ضَخَ</a:t>
            </a:r>
            <a:endParaRPr lang="ar-SA" sz="7400" dirty="0"/>
          </a:p>
        </p:txBody>
      </p:sp>
      <p:pic>
        <p:nvPicPr>
          <p:cNvPr id="21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2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C79"/>
          </a:solidFill>
          <a:ln w="12700">
            <a:solidFill>
              <a:srgbClr val="346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ضَدَ</a:t>
            </a:r>
            <a:endParaRPr lang="ar-SA" sz="106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3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ضَذَ</a:t>
            </a:r>
            <a:endParaRPr lang="ar-SA" sz="93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D5E"/>
          </a:solidFill>
          <a:ln w="12700">
            <a:solidFill>
              <a:srgbClr val="ED9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ضَرَ</a:t>
            </a:r>
            <a:endParaRPr lang="ar-SA" sz="90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0E0"/>
          </a:solidFill>
          <a:ln w="12700">
            <a:solidFill>
              <a:srgbClr val="529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770"/>
          </a:solidFill>
          <a:ln w="12700">
            <a:solidFill>
              <a:srgbClr val="DB7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ضَزَ</a:t>
            </a:r>
            <a:endParaRPr lang="ar-SA" sz="9000" dirty="0"/>
          </a:p>
        </p:txBody>
      </p:sp>
      <p:pic>
        <p:nvPicPr>
          <p:cNvPr id="25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93108"/>
            <a:ext cx="884499" cy="77724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E"/>
          </a:solidFill>
          <a:ln w="12700">
            <a:solidFill>
              <a:srgbClr val="D864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E"/>
          </a:solidFill>
          <a:ln w="12700">
            <a:solidFill>
              <a:srgbClr val="D147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ضَسَ</a:t>
            </a:r>
            <a:endParaRPr lang="ar-SA" sz="8700" dirty="0"/>
          </a:p>
        </p:txBody>
      </p:sp>
      <p:pic>
        <p:nvPicPr>
          <p:cNvPr id="20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1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ضَشَ</a:t>
            </a:r>
            <a:endParaRPr lang="ar-SA" sz="8700" dirty="0"/>
          </a:p>
        </p:txBody>
      </p:sp>
      <p:pic>
        <p:nvPicPr>
          <p:cNvPr id="21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17" y="4384548"/>
            <a:ext cx="688543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2B64"/>
          </a:solidFill>
          <a:ln w="12700">
            <a:solidFill>
              <a:srgbClr val="4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ضَصَ</a:t>
            </a:r>
            <a:endParaRPr lang="ar-SA" sz="8300" dirty="0"/>
          </a:p>
        </p:txBody>
      </p:sp>
      <p:pic>
        <p:nvPicPr>
          <p:cNvPr id="22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3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أَضَبَ</a:t>
            </a:r>
            <a:endParaRPr lang="ar-SA" sz="62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A"/>
          </a:solidFill>
          <a:ln w="12700">
            <a:solidFill>
              <a:srgbClr val="5EED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بَضَتَ</a:t>
            </a:r>
            <a:endParaRPr lang="ar-SA" sz="70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3"/>
          </a:solidFill>
          <a:ln w="12700">
            <a:solidFill>
              <a:srgbClr val="E052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DB70"/>
          </a:solidFill>
          <a:ln w="12700">
            <a:solidFill>
              <a:srgbClr val="8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تَضَثَ</a:t>
            </a:r>
            <a:endParaRPr lang="ar-SA" sz="6900" dirty="0"/>
          </a:p>
        </p:txBody>
      </p:sp>
      <p:pic>
        <p:nvPicPr>
          <p:cNvPr id="29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30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243" y="4338828"/>
            <a:ext cx="571317" cy="731520"/>
          </a:xfrm>
          <a:prstGeom prst="rect">
            <a:avLst/>
          </a:prstGeom>
        </p:spPr>
      </p:pic>
      <p:pic>
        <p:nvPicPr>
          <p:cNvPr id="31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D864"/>
          </a:solidFill>
          <a:ln w="12700">
            <a:solidFill>
              <a:srgbClr val="9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D147"/>
          </a:solidFill>
          <a:ln w="12700">
            <a:solidFill>
              <a:srgbClr val="A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ثَضَجَ</a:t>
            </a:r>
            <a:endParaRPr lang="ar-SA" sz="66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27108" cy="1508760"/>
          </a:xfrm>
          <a:prstGeom prst="rect">
            <a:avLst/>
          </a:prstGeom>
        </p:spPr>
      </p:pic>
      <p:pic>
        <p:nvPicPr>
          <p:cNvPr id="25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جَضَحَ</a:t>
            </a:r>
            <a:endParaRPr lang="ar-SA" sz="6600" dirty="0"/>
          </a:p>
        </p:txBody>
      </p:sp>
      <p:pic>
        <p:nvPicPr>
          <p:cNvPr id="25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067105" cy="685800"/>
          </a:xfrm>
          <a:prstGeom prst="rect">
            <a:avLst/>
          </a:prstGeom>
        </p:spPr>
      </p:pic>
      <p:pic>
        <p:nvPicPr>
          <p:cNvPr id="26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95" y="4293108"/>
            <a:ext cx="725165" cy="77724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434"/>
          </a:solidFill>
          <a:ln w="12700">
            <a:solidFill>
              <a:srgbClr val="796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حَضَخَ</a:t>
            </a:r>
            <a:endParaRPr lang="ar-SA" sz="6600" dirty="0"/>
          </a:p>
        </p:txBody>
      </p:sp>
      <p:pic>
        <p:nvPicPr>
          <p:cNvPr id="26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9847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خَضَدَ</a:t>
            </a:r>
            <a:endParaRPr lang="ar-SA" sz="79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7ED"/>
          </a:solidFill>
          <a:ln w="12700">
            <a:solidFill>
              <a:srgbClr val="5E6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دَضَذَ</a:t>
            </a:r>
            <a:endParaRPr lang="ar-SA" sz="82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7E052"/>
          </a:solidFill>
          <a:ln w="12700">
            <a:solidFill>
              <a:srgbClr val="D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FDB"/>
          </a:solidFill>
          <a:ln w="12700">
            <a:solidFill>
              <a:srgbClr val="709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ذَضَرَ</a:t>
            </a:r>
            <a:endParaRPr lang="ar-SA" sz="8000" dirty="0"/>
          </a:p>
        </p:txBody>
      </p:sp>
      <p:pic>
        <p:nvPicPr>
          <p:cNvPr id="29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8D8"/>
          </a:solidFill>
          <a:ln w="12700">
            <a:solidFill>
              <a:srgbClr val="64B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2D1"/>
          </a:solidFill>
          <a:ln w="12700">
            <a:solidFill>
              <a:srgbClr val="47C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رَضَزَ</a:t>
            </a:r>
            <a:endParaRPr lang="ar-SA" sz="8000" dirty="0"/>
          </a:p>
        </p:txBody>
      </p:sp>
      <p:pic>
        <p:nvPicPr>
          <p:cNvPr id="24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زَضَسَ</a:t>
            </a:r>
            <a:endParaRPr lang="ar-SA" sz="60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642B"/>
          </a:solidFill>
          <a:ln w="12700">
            <a:solidFill>
              <a:srgbClr val="2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3"/>
          </a:solidFill>
          <a:ln w="12700">
            <a:solidFill>
              <a:srgbClr val="3479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سَضَشَ</a:t>
            </a:r>
            <a:endParaRPr lang="ar-SA" sz="5400" dirty="0"/>
          </a:p>
        </p:txBody>
      </p:sp>
      <p:pic>
        <p:nvPicPr>
          <p:cNvPr id="26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94759" cy="1508760"/>
          </a:xfrm>
          <a:prstGeom prst="rect">
            <a:avLst/>
          </a:prstGeom>
        </p:spPr>
      </p:pic>
      <p:pic>
        <p:nvPicPr>
          <p:cNvPr id="27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شَضَصَ</a:t>
            </a:r>
            <a:endParaRPr lang="ar-SA" sz="52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A"/>
          </a:solidFill>
          <a:ln w="12700">
            <a:solidFill>
              <a:srgbClr val="ED5E8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صَضَأَ</a:t>
            </a:r>
            <a:endParaRPr lang="ar-SA" sz="59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6"/>
          </a:solidFill>
          <a:ln w="12700">
            <a:solidFill>
              <a:srgbClr val="52E0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9"/>
          </a:solidFill>
          <a:ln w="12700">
            <a:solidFill>
              <a:srgbClr val="DB70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endParaRPr lang="ar-SA" sz="70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5"/>
          </a:solidFill>
          <a:ln w="12700">
            <a:solidFill>
              <a:srgbClr val="D864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47D1"/>
          </a:solidFill>
          <a:ln w="12700">
            <a:solidFill>
              <a:srgbClr val="B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endParaRPr lang="ar-SA" sz="90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endParaRPr lang="ar-SA" sz="9000" dirty="0"/>
          </a:p>
        </p:txBody>
      </p:sp>
      <p:pic>
        <p:nvPicPr>
          <p:cNvPr id="21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endParaRPr lang="ar-SA" sz="8500" dirty="0"/>
          </a:p>
        </p:txBody>
      </p:sp>
      <p:pic>
        <p:nvPicPr>
          <p:cNvPr id="22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endParaRPr lang="ar-SA" sz="90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ED5E"/>
          </a:solidFill>
          <a:ln w="12700">
            <a:solidFill>
              <a:srgbClr val="A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endParaRPr lang="ar-SA" sz="90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52E0"/>
          </a:solidFill>
          <a:ln w="12700">
            <a:solidFill>
              <a:srgbClr val="A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DB70"/>
          </a:solidFill>
          <a:ln w="12700">
            <a:solidFill>
              <a:srgbClr val="D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0"/>
          </a:solidFill>
          <a:ln w="12700">
            <a:solidFill>
              <a:srgbClr val="4785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endParaRPr lang="ar-SA" sz="90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E64"/>
          </a:solidFill>
          <a:ln w="12700">
            <a:solidFill>
              <a:srgbClr val="D8B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B47"/>
          </a:solidFill>
          <a:ln w="12700">
            <a:solidFill>
              <a:srgbClr val="D19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</a:t>
            </a:r>
            <a:endParaRPr lang="ar-SA" sz="9000" dirty="0"/>
          </a:p>
        </p:txBody>
      </p:sp>
      <p:pic>
        <p:nvPicPr>
          <p:cNvPr id="20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1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</a:t>
            </a:r>
            <a:endParaRPr lang="ar-SA" sz="9000" dirty="0"/>
          </a:p>
        </p:txBody>
      </p:sp>
      <p:pic>
        <p:nvPicPr>
          <p:cNvPr id="21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2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8"/>
          </a:solidFill>
          <a:ln w="12700">
            <a:solidFill>
              <a:srgbClr val="7934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</a:t>
            </a:r>
            <a:endParaRPr lang="ar-SA" sz="90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3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endParaRPr lang="ar-SA" sz="90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1ED"/>
          </a:solidFill>
          <a:ln w="12700">
            <a:solidFill>
              <a:srgbClr val="5ED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</a:t>
            </a:r>
            <a:endParaRPr lang="ar-SA" sz="88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F52"/>
          </a:solidFill>
          <a:ln w="12700">
            <a:solidFill>
              <a:srgbClr val="E07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8"/>
          </a:solidFill>
          <a:ln w="12700">
            <a:solidFill>
              <a:srgbClr val="70DB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4785"/>
          </a:solidFill>
          <a:ln w="12700">
            <a:solidFill>
              <a:srgbClr val="5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endParaRPr lang="ar-SA" sz="8800" dirty="0"/>
          </a:p>
        </p:txBody>
      </p:sp>
      <p:pic>
        <p:nvPicPr>
          <p:cNvPr id="25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93108"/>
            <a:ext cx="884499" cy="77724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1"/>
          </a:solidFill>
          <a:ln w="12700">
            <a:solidFill>
              <a:srgbClr val="64D8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9"/>
          </a:solidFill>
          <a:ln w="12700">
            <a:solidFill>
              <a:srgbClr val="47D1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</a:t>
            </a:r>
            <a:endParaRPr lang="ar-SA" sz="8300" dirty="0"/>
          </a:p>
        </p:txBody>
      </p:sp>
      <p:pic>
        <p:nvPicPr>
          <p:cNvPr id="20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1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87476" y="896112"/>
            <a:ext cx="19654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87476" y="896112"/>
            <a:ext cx="19654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191112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6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191112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12740" y="2834640"/>
            <a:ext cx="41185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12740" y="2834640"/>
            <a:ext cx="41185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 وَشَكَرَ</a:t>
            </a:r>
            <a:endParaRPr lang="ar-SA" sz="5700" dirty="0"/>
          </a:p>
        </p:txBody>
      </p:sp>
      <p:pic>
        <p:nvPicPr>
          <p:cNvPr id="18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17172" cy="1463040"/>
          </a:xfrm>
          <a:prstGeom prst="rect">
            <a:avLst/>
          </a:prstGeom>
        </p:spPr>
      </p:pic>
      <p:pic>
        <p:nvPicPr>
          <p:cNvPr id="19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668" y="1828800"/>
            <a:ext cx="1468892" cy="1463040"/>
          </a:xfrm>
          <a:prstGeom prst="rect">
            <a:avLst/>
          </a:prstGeom>
        </p:spPr>
      </p:pic>
      <p:pic>
        <p:nvPicPr>
          <p:cNvPr id="20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7934"/>
          </a:solidFill>
          <a:ln w="12700">
            <a:solidFill>
              <a:srgbClr val="49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18864" y="896112"/>
            <a:ext cx="21270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4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18864" y="896112"/>
            <a:ext cx="21270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098088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4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98088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22984" y="2834640"/>
            <a:ext cx="429803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22984" y="2834640"/>
            <a:ext cx="429803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 وَجَلَسَ</a:t>
            </a:r>
            <a:endParaRPr lang="ar-SA" sz="5400" dirty="0"/>
          </a:p>
        </p:txBody>
      </p:sp>
      <p:pic>
        <p:nvPicPr>
          <p:cNvPr id="19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142634" cy="1463040"/>
          </a:xfrm>
          <a:prstGeom prst="rect">
            <a:avLst/>
          </a:prstGeom>
        </p:spPr>
      </p:pic>
      <p:pic>
        <p:nvPicPr>
          <p:cNvPr id="20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1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0346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2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0346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86764" y="896112"/>
            <a:ext cx="2193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86764" y="896112"/>
            <a:ext cx="2193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وَحَصَدَ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20390" y="2834640"/>
            <a:ext cx="35032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20390" y="2834640"/>
            <a:ext cx="35032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وَحَصَدَ</a:t>
            </a:r>
            <a:endParaRPr lang="ar-SA" sz="4700" dirty="0"/>
          </a:p>
        </p:txBody>
      </p:sp>
      <p:pic>
        <p:nvPicPr>
          <p:cNvPr id="17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79133" cy="1463040"/>
          </a:xfrm>
          <a:prstGeom prst="rect">
            <a:avLst/>
          </a:prstGeom>
        </p:spPr>
      </p:pic>
      <p:pic>
        <p:nvPicPr>
          <p:cNvPr id="18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2703" y="1828800"/>
            <a:ext cx="1509857" cy="1463040"/>
          </a:xfrm>
          <a:prstGeom prst="rect">
            <a:avLst/>
          </a:prstGeom>
        </p:spPr>
      </p:pic>
      <p:pic>
        <p:nvPicPr>
          <p:cNvPr id="19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5EED"/>
          </a:solidFill>
          <a:ln w="12700">
            <a:solidFill>
              <a:srgbClr val="E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61356" y="896112"/>
            <a:ext cx="19686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0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61356" y="896112"/>
            <a:ext cx="19686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14018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0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14018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63346" y="2834640"/>
            <a:ext cx="36173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63346" y="2834640"/>
            <a:ext cx="36173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 وَخَرَجَ</a:t>
            </a:r>
            <a:endParaRPr lang="ar-SA" sz="47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8892" cy="1463040"/>
          </a:xfrm>
          <a:prstGeom prst="rect">
            <a:avLst/>
          </a:prstGeom>
        </p:spPr>
      </p:pic>
      <p:pic>
        <p:nvPicPr>
          <p:cNvPr id="26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420" y="1828800"/>
            <a:ext cx="1261140" cy="146304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08-sad-dad</dc:title>
  <dc:subject>PptxGenJS Presentation</dc:subject>
  <dc:creator>PptxGenJS</dc:creator>
  <cp:lastModifiedBy>PptxGenJS</cp:lastModifiedBy>
  <cp:revision>1</cp:revision>
  <dcterms:created xsi:type="dcterms:W3CDTF">2026-10-20T23:11:11Z</dcterms:created>
  <dcterms:modified xsi:type="dcterms:W3CDTF">2026-10-20T23:11:11Z</dcterms:modified>
</cp:coreProperties>
</file>