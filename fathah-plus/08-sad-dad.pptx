
<file path=[Content_Types].xml><?xml version="1.0" encoding="utf-8"?>
<Types xmlns="http://schemas.openxmlformats.org/package/2006/content-types">
  <Default Extension="wav" ContentType="audio/wav"/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slideMasters/slideMaster26.xml" ContentType="application/vnd.openxmlformats-officedocument.presentationml.slideMaster+xml"/>
  <Override PartName="/ppt/slides/slide26.xml" ContentType="application/vnd.openxmlformats-officedocument.presentationml.slide+xml"/>
  <Override PartName="/ppt/slideMasters/slideMaster27.xml" ContentType="application/vnd.openxmlformats-officedocument.presentationml.slideMaster+xml"/>
  <Override PartName="/ppt/slides/slide27.xml" ContentType="application/vnd.openxmlformats-officedocument.presentationml.slide+xml"/>
  <Override PartName="/ppt/slideMasters/slideMaster28.xml" ContentType="application/vnd.openxmlformats-officedocument.presentationml.slideMaster+xml"/>
  <Override PartName="/ppt/slides/slide28.xml" ContentType="application/vnd.openxmlformats-officedocument.presentationml.slide+xml"/>
  <Override PartName="/ppt/slideMasters/slideMaster29.xml" ContentType="application/vnd.openxmlformats-officedocument.presentationml.slideMaster+xml"/>
  <Override PartName="/ppt/slides/slide29.xml" ContentType="application/vnd.openxmlformats-officedocument.presentationml.slide+xml"/>
  <Override PartName="/ppt/slideMasters/slideMaster30.xml" ContentType="application/vnd.openxmlformats-officedocument.presentationml.slideMaster+xml"/>
  <Override PartName="/ppt/slides/slide30.xml" ContentType="application/vnd.openxmlformats-officedocument.presentationml.slide+xml"/>
  <Override PartName="/ppt/slideMasters/slideMaster31.xml" ContentType="application/vnd.openxmlformats-officedocument.presentationml.slideMaster+xml"/>
  <Override PartName="/ppt/slides/slide31.xml" ContentType="application/vnd.openxmlformats-officedocument.presentationml.slide+xml"/>
  <Override PartName="/ppt/slideMasters/slideMaster32.xml" ContentType="application/vnd.openxmlformats-officedocument.presentationml.slideMaster+xml"/>
  <Override PartName="/ppt/slides/slide32.xml" ContentType="application/vnd.openxmlformats-officedocument.presentationml.slide+xml"/>
  <Override PartName="/ppt/slideMasters/slideMaster33.xml" ContentType="application/vnd.openxmlformats-officedocument.presentationml.slideMaster+xml"/>
  <Override PartName="/ppt/slides/slide33.xml" ContentType="application/vnd.openxmlformats-officedocument.presentationml.slide+xml"/>
  <Override PartName="/ppt/slideMasters/slideMaster34.xml" ContentType="application/vnd.openxmlformats-officedocument.presentationml.slideMaster+xml"/>
  <Override PartName="/ppt/slides/slide34.xml" ContentType="application/vnd.openxmlformats-officedocument.presentationml.slide+xml"/>
  <Override PartName="/ppt/slideMasters/slideMaster35.xml" ContentType="application/vnd.openxmlformats-officedocument.presentationml.slideMaster+xml"/>
  <Override PartName="/ppt/slides/slide35.xml" ContentType="application/vnd.openxmlformats-officedocument.presentationml.slide+xml"/>
  <Override PartName="/ppt/slideMasters/slideMaster36.xml" ContentType="application/vnd.openxmlformats-officedocument.presentationml.slideMaster+xml"/>
  <Override PartName="/ppt/slides/slide36.xml" ContentType="application/vnd.openxmlformats-officedocument.presentationml.slide+xml"/>
  <Override PartName="/ppt/slideMasters/slideMaster37.xml" ContentType="application/vnd.openxmlformats-officedocument.presentationml.slideMaster+xml"/>
  <Override PartName="/ppt/slides/slide37.xml" ContentType="application/vnd.openxmlformats-officedocument.presentationml.slide+xml"/>
  <Override PartName="/ppt/slideMasters/slideMaster38.xml" ContentType="application/vnd.openxmlformats-officedocument.presentationml.slideMaster+xml"/>
  <Override PartName="/ppt/slides/slide38.xml" ContentType="application/vnd.openxmlformats-officedocument.presentationml.slide+xml"/>
  <Override PartName="/ppt/slideMasters/slideMaster39.xml" ContentType="application/vnd.openxmlformats-officedocument.presentationml.slideMaster+xml"/>
  <Override PartName="/ppt/slides/slide39.xml" ContentType="application/vnd.openxmlformats-officedocument.presentationml.slide+xml"/>
  <Override PartName="/ppt/slideMasters/slideMaster40.xml" ContentType="application/vnd.openxmlformats-officedocument.presentationml.slideMaster+xml"/>
  <Override PartName="/ppt/slides/slide40.xml" ContentType="application/vnd.openxmlformats-officedocument.presentationml.slide+xml"/>
  <Override PartName="/ppt/slideMasters/slideMaster41.xml" ContentType="application/vnd.openxmlformats-officedocument.presentationml.slideMaster+xml"/>
  <Override PartName="/ppt/slides/slide41.xml" ContentType="application/vnd.openxmlformats-officedocument.presentationml.slide+xml"/>
  <Override PartName="/ppt/slideMasters/slideMaster42.xml" ContentType="application/vnd.openxmlformats-officedocument.presentationml.slideMaster+xml"/>
  <Override PartName="/ppt/slides/slide42.xml" ContentType="application/vnd.openxmlformats-officedocument.presentationml.slide+xml"/>
  <Override PartName="/ppt/slideMasters/slideMaster43.xml" ContentType="application/vnd.openxmlformats-officedocument.presentationml.slideMaster+xml"/>
  <Override PartName="/ppt/slides/slide43.xml" ContentType="application/vnd.openxmlformats-officedocument.presentationml.slide+xml"/>
  <Override PartName="/ppt/slideMasters/slideMaster44.xml" ContentType="application/vnd.openxmlformats-officedocument.presentationml.slideMaster+xml"/>
  <Override PartName="/ppt/slides/slide44.xml" ContentType="application/vnd.openxmlformats-officedocument.presentationml.slide+xml"/>
  <Override PartName="/ppt/slideMasters/slideMaster45.xml" ContentType="application/vnd.openxmlformats-officedocument.presentationml.slideMaster+xml"/>
  <Override PartName="/ppt/slides/slide45.xml" ContentType="application/vnd.openxmlformats-officedocument.presentationml.slide+xml"/>
  <Override PartName="/ppt/slideMasters/slideMaster46.xml" ContentType="application/vnd.openxmlformats-officedocument.presentationml.slideMaster+xml"/>
  <Override PartName="/ppt/slides/slide46.xml" ContentType="application/vnd.openxmlformats-officedocument.presentationml.slide+xml"/>
  <Override PartName="/ppt/slideMasters/slideMaster47.xml" ContentType="application/vnd.openxmlformats-officedocument.presentationml.slideMaster+xml"/>
  <Override PartName="/ppt/slides/slide47.xml" ContentType="application/vnd.openxmlformats-officedocument.presentationml.slide+xml"/>
  <Override PartName="/ppt/slideMasters/slideMaster48.xml" ContentType="application/vnd.openxmlformats-officedocument.presentationml.slideMaster+xml"/>
  <Override PartName="/ppt/slides/slide48.xml" ContentType="application/vnd.openxmlformats-officedocument.presentationml.slide+xml"/>
  <Override PartName="/ppt/slideMasters/slideMaster49.xml" ContentType="application/vnd.openxmlformats-officedocument.presentationml.slideMaster+xml"/>
  <Override PartName="/ppt/slides/slide49.xml" ContentType="application/vnd.openxmlformats-officedocument.presentationml.slide+xml"/>
  <Override PartName="/ppt/slideMasters/slideMaster50.xml" ContentType="application/vnd.openxmlformats-officedocument.presentationml.slideMaster+xml"/>
  <Override PartName="/ppt/slides/slide50.xml" ContentType="application/vnd.openxmlformats-officedocument.presentationml.slide+xml"/>
  <Override PartName="/ppt/slideMasters/slideMaster51.xml" ContentType="application/vnd.openxmlformats-officedocument.presentationml.slideMaster+xml"/>
  <Override PartName="/ppt/slides/slide51.xml" ContentType="application/vnd.openxmlformats-officedocument.presentationml.slide+xml"/>
  <Override PartName="/ppt/slideMasters/slideMaster52.xml" ContentType="application/vnd.openxmlformats-officedocument.presentationml.slideMaster+xml"/>
  <Override PartName="/ppt/slides/slide52.xml" ContentType="application/vnd.openxmlformats-officedocument.presentationml.slide+xml"/>
  <Override PartName="/ppt/slideMasters/slideMaster53.xml" ContentType="application/vnd.openxmlformats-officedocument.presentationml.slideMaster+xml"/>
  <Override PartName="/ppt/slides/slide53.xml" ContentType="application/vnd.openxmlformats-officedocument.presentationml.slide+xml"/>
  <Override PartName="/ppt/slideMasters/slideMaster54.xml" ContentType="application/vnd.openxmlformats-officedocument.presentationml.slideMaster+xml"/>
  <Override PartName="/ppt/slides/slide54.xml" ContentType="application/vnd.openxmlformats-officedocument.presentationml.slide+xml"/>
  <Override PartName="/ppt/slideMasters/slideMaster55.xml" ContentType="application/vnd.openxmlformats-officedocument.presentationml.slideMaster+xml"/>
  <Override PartName="/ppt/slides/slide55.xml" ContentType="application/vnd.openxmlformats-officedocument.presentationml.slide+xml"/>
  <Override PartName="/ppt/slideMasters/slideMaster56.xml" ContentType="application/vnd.openxmlformats-officedocument.presentationml.slideMaster+xml"/>
  <Override PartName="/ppt/slides/slide56.xml" ContentType="application/vnd.openxmlformats-officedocument.presentationml.slide+xml"/>
  <Override PartName="/ppt/slideMasters/slideMaster57.xml" ContentType="application/vnd.openxmlformats-officedocument.presentationml.slideMaster+xml"/>
  <Override PartName="/ppt/slides/slide57.xml" ContentType="application/vnd.openxmlformats-officedocument.presentationml.slide+xml"/>
  <Override PartName="/ppt/slideMasters/slideMaster58.xml" ContentType="application/vnd.openxmlformats-officedocument.presentationml.slideMaster+xml"/>
  <Override PartName="/ppt/slides/slide58.xml" ContentType="application/vnd.openxmlformats-officedocument.presentationml.slide+xml"/>
  <Override PartName="/ppt/slideMasters/slideMaster59.xml" ContentType="application/vnd.openxmlformats-officedocument.presentationml.slideMaster+xml"/>
  <Override PartName="/ppt/slides/slide59.xml" ContentType="application/vnd.openxmlformats-officedocument.presentationml.slide+xml"/>
  <Override PartName="/ppt/slideMasters/slideMaster60.xml" ContentType="application/vnd.openxmlformats-officedocument.presentationml.slideMaster+xml"/>
  <Override PartName="/ppt/slides/slide60.xml" ContentType="application/vnd.openxmlformats-officedocument.presentationml.slide+xml"/>
  <Override PartName="/ppt/slideMasters/slideMaster61.xml" ContentType="application/vnd.openxmlformats-officedocument.presentationml.slideMaster+xml"/>
  <Override PartName="/ppt/slides/slide61.xml" ContentType="application/vnd.openxmlformats-officedocument.presentationml.slide+xml"/>
  <Override PartName="/ppt/slideMasters/slideMaster62.xml" ContentType="application/vnd.openxmlformats-officedocument.presentationml.slideMaster+xml"/>
  <Override PartName="/ppt/slides/slide62.xml" ContentType="application/vnd.openxmlformats-officedocument.presentationml.slide+xml"/>
  <Override PartName="/ppt/slideMasters/slideMaster63.xml" ContentType="application/vnd.openxmlformats-officedocument.presentationml.slideMaster+xml"/>
  <Override PartName="/ppt/slides/slide63.xml" ContentType="application/vnd.openxmlformats-officedocument.presentationml.slide+xml"/>
  <Override PartName="/ppt/slideMasters/slideMaster64.xml" ContentType="application/vnd.openxmlformats-officedocument.presentationml.slideMaster+xml"/>
  <Override PartName="/ppt/slides/slide64.xml" ContentType="application/vnd.openxmlformats-officedocument.presentationml.slide+xml"/>
  <Override PartName="/ppt/slideMasters/slideMaster65.xml" ContentType="application/vnd.openxmlformats-officedocument.presentationml.slideMaster+xml"/>
  <Override PartName="/ppt/slides/slide65.xml" ContentType="application/vnd.openxmlformats-officedocument.presentationml.slide+xml"/>
  <Override PartName="/ppt/slideMasters/slideMaster66.xml" ContentType="application/vnd.openxmlformats-officedocument.presentationml.slideMaster+xml"/>
  <Override PartName="/ppt/slides/slide66.xml" ContentType="application/vnd.openxmlformats-officedocument.presentationml.slide+xml"/>
  <Override PartName="/ppt/slideMasters/slideMaster67.xml" ContentType="application/vnd.openxmlformats-officedocument.presentationml.slideMaster+xml"/>
  <Override PartName="/ppt/slides/slide67.xml" ContentType="application/vnd.openxmlformats-officedocument.presentationml.slide+xml"/>
  <Override PartName="/ppt/slideMasters/slideMaster68.xml" ContentType="application/vnd.openxmlformats-officedocument.presentationml.slideMaster+xml"/>
  <Override PartName="/ppt/slides/slide68.xml" ContentType="application/vnd.openxmlformats-officedocument.presentationml.slide+xml"/>
  <Override PartName="/ppt/slideMasters/slideMaster69.xml" ContentType="application/vnd.openxmlformats-officedocument.presentationml.slideMaster+xml"/>
  <Override PartName="/ppt/slides/slide69.xml" ContentType="application/vnd.openxmlformats-officedocument.presentationml.slide+xml"/>
  <Override PartName="/ppt/slideMasters/slideMaster70.xml" ContentType="application/vnd.openxmlformats-officedocument.presentationml.slideMaster+xml"/>
  <Override PartName="/ppt/slides/slide70.xml" ContentType="application/vnd.openxmlformats-officedocument.presentationml.slide+xml"/>
  <Override PartName="/ppt/slideMasters/slideMaster71.xml" ContentType="application/vnd.openxmlformats-officedocument.presentationml.slideMaster+xml"/>
  <Override PartName="/ppt/slides/slide71.xml" ContentType="application/vnd.openxmlformats-officedocument.presentationml.slide+xml"/>
  <Override PartName="/ppt/slideMasters/slideMaster72.xml" ContentType="application/vnd.openxmlformats-officedocument.presentationml.slideMaster+xml"/>
  <Override PartName="/ppt/slides/slide72.xml" ContentType="application/vnd.openxmlformats-officedocument.presentationml.slide+xml"/>
  <Override PartName="/ppt/slideMasters/slideMaster73.xml" ContentType="application/vnd.openxmlformats-officedocument.presentationml.slideMaster+xml"/>
  <Override PartName="/ppt/slides/slide73.xml" ContentType="application/vnd.openxmlformats-officedocument.presentationml.slide+xml"/>
  <Override PartName="/ppt/slideMasters/slideMaster74.xml" ContentType="application/vnd.openxmlformats-officedocument.presentationml.slideMaster+xml"/>
  <Override PartName="/ppt/slides/slide74.xml" ContentType="application/vnd.openxmlformats-officedocument.presentationml.slide+xml"/>
  <Override PartName="/ppt/slideMasters/slideMaster75.xml" ContentType="application/vnd.openxmlformats-officedocument.presentationml.slideMaster+xml"/>
  <Override PartName="/ppt/slides/slide75.xml" ContentType="application/vnd.openxmlformats-officedocument.presentationml.slide+xml"/>
  <Override PartName="/ppt/slideMasters/slideMaster76.xml" ContentType="application/vnd.openxmlformats-officedocument.presentationml.slideMaster+xml"/>
  <Override PartName="/ppt/slides/slide76.xml" ContentType="application/vnd.openxmlformats-officedocument.presentationml.slide+xml"/>
  <Override PartName="/ppt/slideMasters/slideMaster77.xml" ContentType="application/vnd.openxmlformats-officedocument.presentationml.slideMaster+xml"/>
  <Override PartName="/ppt/slides/slide77.xml" ContentType="application/vnd.openxmlformats-officedocument.presentationml.slide+xml"/>
  <Override PartName="/ppt/slideMasters/slideMaster78.xml" ContentType="application/vnd.openxmlformats-officedocument.presentationml.slideMaster+xml"/>
  <Override PartName="/ppt/slides/slide78.xml" ContentType="application/vnd.openxmlformats-officedocument.presentationml.slide+xml"/>
  <Override PartName="/ppt/slideMasters/slideMaster79.xml" ContentType="application/vnd.openxmlformats-officedocument.presentationml.slideMaster+xml"/>
  <Override PartName="/ppt/slides/slide79.xml" ContentType="application/vnd.openxmlformats-officedocument.presentationml.slide+xml"/>
  <Override PartName="/ppt/slideMasters/slideMaster80.xml" ContentType="application/vnd.openxmlformats-officedocument.presentationml.slideMaster+xml"/>
  <Override PartName="/ppt/slides/slide80.xml" ContentType="application/vnd.openxmlformats-officedocument.presentationml.slide+xml"/>
  <Override PartName="/ppt/slideMasters/slideMaster81.xml" ContentType="application/vnd.openxmlformats-officedocument.presentationml.slideMaster+xml"/>
  <Override PartName="/ppt/slides/slide81.xml" ContentType="application/vnd.openxmlformats-officedocument.presentationml.slide+xml"/>
  <Override PartName="/ppt/slideMasters/slideMaster82.xml" ContentType="application/vnd.openxmlformats-officedocument.presentationml.slideMaster+xml"/>
  <Override PartName="/ppt/slides/slide82.xml" ContentType="application/vnd.openxmlformats-officedocument.presentationml.slide+xml"/>
  <Override PartName="/ppt/slideMasters/slideMaster83.xml" ContentType="application/vnd.openxmlformats-officedocument.presentationml.slideMaster+xml"/>
  <Override PartName="/ppt/slides/slide83.xml" ContentType="application/vnd.openxmlformats-officedocument.presentationml.slide+xml"/>
  <Override PartName="/ppt/slideMasters/slideMaster84.xml" ContentType="application/vnd.openxmlformats-officedocument.presentationml.slideMaster+xml"/>
  <Override PartName="/ppt/slides/slide84.xml" ContentType="application/vnd.openxmlformats-officedocument.presentationml.slide+xml"/>
  <Override PartName="/ppt/slideMasters/slideMaster85.xml" ContentType="application/vnd.openxmlformats-officedocument.presentationml.slideMaster+xml"/>
  <Override PartName="/ppt/slides/slide85.xml" ContentType="application/vnd.openxmlformats-officedocument.presentationml.slide+xml"/>
  <Override PartName="/ppt/slideMasters/slideMaster86.xml" ContentType="application/vnd.openxmlformats-officedocument.presentationml.slideMaster+xml"/>
  <Override PartName="/ppt/slides/slide86.xml" ContentType="application/vnd.openxmlformats-officedocument.presentationml.slide+xml"/>
  <Override PartName="/ppt/slideMasters/slideMaster87.xml" ContentType="application/vnd.openxmlformats-officedocument.presentationml.slideMaster+xml"/>
  <Override PartName="/ppt/slides/slide8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44.xml" ContentType="application/vnd.openxmlformats-officedocument.presentationml.notesSlide+xml"/>
  <Override PartName="/ppt/notesSlides/notesSlide45.xml" ContentType="application/vnd.openxmlformats-officedocument.presentationml.notesSlide+xml"/>
  <Override PartName="/ppt/notesSlides/notesSlide46.xml" ContentType="application/vnd.openxmlformats-officedocument.presentationml.notesSlide+xml"/>
  <Override PartName="/ppt/notesSlides/notesSlide47.xml" ContentType="application/vnd.openxmlformats-officedocument.presentationml.notesSlide+xml"/>
  <Override PartName="/ppt/notesSlides/notesSlide48.xml" ContentType="application/vnd.openxmlformats-officedocument.presentationml.notesSlide+xml"/>
  <Override PartName="/ppt/notesSlides/notesSlide49.xml" ContentType="application/vnd.openxmlformats-officedocument.presentationml.notesSlide+xml"/>
  <Override PartName="/ppt/notesSlides/notesSlide50.xml" ContentType="application/vnd.openxmlformats-officedocument.presentationml.notesSlide+xml"/>
  <Override PartName="/ppt/notesSlides/notesSlide51.xml" ContentType="application/vnd.openxmlformats-officedocument.presentationml.notesSlide+xml"/>
  <Override PartName="/ppt/notesSlides/notesSlide52.xml" ContentType="application/vnd.openxmlformats-officedocument.presentationml.notesSlide+xml"/>
  <Override PartName="/ppt/notesSlides/notesSlide53.xml" ContentType="application/vnd.openxmlformats-officedocument.presentationml.notesSlide+xml"/>
  <Override PartName="/ppt/notesSlides/notesSlide54.xml" ContentType="application/vnd.openxmlformats-officedocument.presentationml.notesSlide+xml"/>
  <Override PartName="/ppt/notesSlides/notesSlide55.xml" ContentType="application/vnd.openxmlformats-officedocument.presentationml.notesSlide+xml"/>
  <Override PartName="/ppt/notesSlides/notesSlide56.xml" ContentType="application/vnd.openxmlformats-officedocument.presentationml.notesSlide+xml"/>
  <Override PartName="/ppt/notesSlides/notesSlide57.xml" ContentType="application/vnd.openxmlformats-officedocument.presentationml.notesSlide+xml"/>
  <Override PartName="/ppt/notesSlides/notesSlide58.xml" ContentType="application/vnd.openxmlformats-officedocument.presentationml.notesSlide+xml"/>
  <Override PartName="/ppt/notesSlides/notesSlide59.xml" ContentType="application/vnd.openxmlformats-officedocument.presentationml.notesSlide+xml"/>
  <Override PartName="/ppt/notesSlides/notesSlide60.xml" ContentType="application/vnd.openxmlformats-officedocument.presentationml.notesSlide+xml"/>
  <Override PartName="/ppt/notesSlides/notesSlide61.xml" ContentType="application/vnd.openxmlformats-officedocument.presentationml.notesSlide+xml"/>
  <Override PartName="/ppt/notesSlides/notesSlide62.xml" ContentType="application/vnd.openxmlformats-officedocument.presentationml.notesSlide+xml"/>
  <Override PartName="/ppt/notesSlides/notesSlide63.xml" ContentType="application/vnd.openxmlformats-officedocument.presentationml.notesSlide+xml"/>
  <Override PartName="/ppt/notesSlides/notesSlide64.xml" ContentType="application/vnd.openxmlformats-officedocument.presentationml.notesSlide+xml"/>
  <Override PartName="/ppt/notesSlides/notesSlide65.xml" ContentType="application/vnd.openxmlformats-officedocument.presentationml.notesSlide+xml"/>
  <Override PartName="/ppt/notesSlides/notesSlide66.xml" ContentType="application/vnd.openxmlformats-officedocument.presentationml.notesSlide+xml"/>
  <Override PartName="/ppt/notesSlides/notesSlide67.xml" ContentType="application/vnd.openxmlformats-officedocument.presentationml.notesSlide+xml"/>
  <Override PartName="/ppt/notesSlides/notesSlide68.xml" ContentType="application/vnd.openxmlformats-officedocument.presentationml.notesSlide+xml"/>
  <Override PartName="/ppt/notesSlides/notesSlide69.xml" ContentType="application/vnd.openxmlformats-officedocument.presentationml.notesSlide+xml"/>
  <Override PartName="/ppt/notesSlides/notesSlide70.xml" ContentType="application/vnd.openxmlformats-officedocument.presentationml.notesSlide+xml"/>
  <Override PartName="/ppt/notesSlides/notesSlide71.xml" ContentType="application/vnd.openxmlformats-officedocument.presentationml.notesSlide+xml"/>
  <Override PartName="/ppt/notesSlides/notesSlide72.xml" ContentType="application/vnd.openxmlformats-officedocument.presentationml.notesSlide+xml"/>
  <Override PartName="/ppt/notesSlides/notesSlide73.xml" ContentType="application/vnd.openxmlformats-officedocument.presentationml.notesSlide+xml"/>
  <Override PartName="/ppt/notesSlides/notesSlide74.xml" ContentType="application/vnd.openxmlformats-officedocument.presentationml.notesSlide+xml"/>
  <Override PartName="/ppt/notesSlides/notesSlide75.xml" ContentType="application/vnd.openxmlformats-officedocument.presentationml.notesSlide+xml"/>
  <Override PartName="/ppt/notesSlides/notesSlide76.xml" ContentType="application/vnd.openxmlformats-officedocument.presentationml.notesSlide+xml"/>
  <Override PartName="/ppt/notesSlides/notesSlide77.xml" ContentType="application/vnd.openxmlformats-officedocument.presentationml.notesSlide+xml"/>
  <Override PartName="/ppt/notesSlides/notesSlide78.xml" ContentType="application/vnd.openxmlformats-officedocument.presentationml.notesSlide+xml"/>
  <Override PartName="/ppt/notesSlides/notesSlide79.xml" ContentType="application/vnd.openxmlformats-officedocument.presentationml.notesSlide+xml"/>
  <Override PartName="/ppt/notesSlides/notesSlide80.xml" ContentType="application/vnd.openxmlformats-officedocument.presentationml.notesSlide+xml"/>
  <Override PartName="/ppt/notesSlides/notesSlide81.xml" ContentType="application/vnd.openxmlformats-officedocument.presentationml.notesSlide+xml"/>
  <Override PartName="/ppt/notesSlides/notesSlide82.xml" ContentType="application/vnd.openxmlformats-officedocument.presentationml.notesSlide+xml"/>
  <Override PartName="/ppt/notesSlides/notesSlide83.xml" ContentType="application/vnd.openxmlformats-officedocument.presentationml.notesSlide+xml"/>
  <Override PartName="/ppt/notesSlides/notesSlide84.xml" ContentType="application/vnd.openxmlformats-officedocument.presentationml.notesSlide+xml"/>
  <Override PartName="/ppt/notesSlides/notesSlide85.xml" ContentType="application/vnd.openxmlformats-officedocument.presentationml.notesSlide+xml"/>
  <Override PartName="/ppt/notesSlides/notesSlide86.xml" ContentType="application/vnd.openxmlformats-officedocument.presentationml.notesSlide+xml"/>
  <Override PartName="/ppt/notesSlides/notesSlide8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  <p:sldId id="289" r:id="rId35"/>
    <p:sldId id="290" r:id="rId36"/>
    <p:sldId id="291" r:id="rId37"/>
    <p:sldId id="292" r:id="rId38"/>
    <p:sldId id="293" r:id="rId39"/>
    <p:sldId id="294" r:id="rId40"/>
    <p:sldId id="295" r:id="rId41"/>
    <p:sldId id="296" r:id="rId42"/>
    <p:sldId id="297" r:id="rId43"/>
    <p:sldId id="298" r:id="rId44"/>
    <p:sldId id="299" r:id="rId45"/>
    <p:sldId id="300" r:id="rId46"/>
    <p:sldId id="301" r:id="rId47"/>
    <p:sldId id="302" r:id="rId48"/>
    <p:sldId id="303" r:id="rId49"/>
    <p:sldId id="304" r:id="rId50"/>
    <p:sldId id="305" r:id="rId51"/>
    <p:sldId id="306" r:id="rId52"/>
    <p:sldId id="307" r:id="rId53"/>
    <p:sldId id="308" r:id="rId54"/>
    <p:sldId id="309" r:id="rId55"/>
    <p:sldId id="310" r:id="rId56"/>
    <p:sldId id="311" r:id="rId57"/>
    <p:sldId id="312" r:id="rId58"/>
    <p:sldId id="313" r:id="rId59"/>
    <p:sldId id="314" r:id="rId60"/>
    <p:sldId id="315" r:id="rId61"/>
    <p:sldId id="316" r:id="rId62"/>
    <p:sldId id="317" r:id="rId63"/>
    <p:sldId id="318" r:id="rId64"/>
    <p:sldId id="319" r:id="rId65"/>
    <p:sldId id="320" r:id="rId66"/>
    <p:sldId id="321" r:id="rId67"/>
    <p:sldId id="322" r:id="rId68"/>
    <p:sldId id="323" r:id="rId69"/>
    <p:sldId id="324" r:id="rId70"/>
    <p:sldId id="325" r:id="rId71"/>
    <p:sldId id="326" r:id="rId72"/>
    <p:sldId id="327" r:id="rId73"/>
    <p:sldId id="328" r:id="rId74"/>
    <p:sldId id="329" r:id="rId75"/>
    <p:sldId id="330" r:id="rId76"/>
    <p:sldId id="331" r:id="rId77"/>
    <p:sldId id="332" r:id="rId78"/>
    <p:sldId id="333" r:id="rId79"/>
    <p:sldId id="334" r:id="rId80"/>
    <p:sldId id="335" r:id="rId81"/>
    <p:sldId id="336" r:id="rId82"/>
    <p:sldId id="337" r:id="rId83"/>
    <p:sldId id="338" r:id="rId84"/>
    <p:sldId id="339" r:id="rId85"/>
    <p:sldId id="340" r:id="rId86"/>
    <p:sldId id="341" r:id="rId87"/>
    <p:sldId id="342" r:id="rId88"/>
  </p:sldIdLst>
  <p:notesMasterIdLst>
    <p:notesMasterId r:id="rId89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slide" Target="slides/slide28.xml"/><Relationship Id="rId30" Type="http://schemas.openxmlformats.org/officeDocument/2006/relationships/slide" Target="slides/slide29.xml"/><Relationship Id="rId31" Type="http://schemas.openxmlformats.org/officeDocument/2006/relationships/slide" Target="slides/slide30.xml"/><Relationship Id="rId32" Type="http://schemas.openxmlformats.org/officeDocument/2006/relationships/slide" Target="slides/slide31.xml"/><Relationship Id="rId33" Type="http://schemas.openxmlformats.org/officeDocument/2006/relationships/slide" Target="slides/slide32.xml"/><Relationship Id="rId34" Type="http://schemas.openxmlformats.org/officeDocument/2006/relationships/slide" Target="slides/slide33.xml"/><Relationship Id="rId35" Type="http://schemas.openxmlformats.org/officeDocument/2006/relationships/slide" Target="slides/slide34.xml"/><Relationship Id="rId36" Type="http://schemas.openxmlformats.org/officeDocument/2006/relationships/slide" Target="slides/slide35.xml"/><Relationship Id="rId37" Type="http://schemas.openxmlformats.org/officeDocument/2006/relationships/slide" Target="slides/slide36.xml"/><Relationship Id="rId38" Type="http://schemas.openxmlformats.org/officeDocument/2006/relationships/slide" Target="slides/slide37.xml"/><Relationship Id="rId39" Type="http://schemas.openxmlformats.org/officeDocument/2006/relationships/slide" Target="slides/slide38.xml"/><Relationship Id="rId40" Type="http://schemas.openxmlformats.org/officeDocument/2006/relationships/slide" Target="slides/slide39.xml"/><Relationship Id="rId41" Type="http://schemas.openxmlformats.org/officeDocument/2006/relationships/slide" Target="slides/slide40.xml"/><Relationship Id="rId42" Type="http://schemas.openxmlformats.org/officeDocument/2006/relationships/slide" Target="slides/slide41.xml"/><Relationship Id="rId43" Type="http://schemas.openxmlformats.org/officeDocument/2006/relationships/slide" Target="slides/slide42.xml"/><Relationship Id="rId44" Type="http://schemas.openxmlformats.org/officeDocument/2006/relationships/slide" Target="slides/slide43.xml"/><Relationship Id="rId45" Type="http://schemas.openxmlformats.org/officeDocument/2006/relationships/slide" Target="slides/slide44.xml"/><Relationship Id="rId46" Type="http://schemas.openxmlformats.org/officeDocument/2006/relationships/slide" Target="slides/slide45.xml"/><Relationship Id="rId47" Type="http://schemas.openxmlformats.org/officeDocument/2006/relationships/slide" Target="slides/slide46.xml"/><Relationship Id="rId48" Type="http://schemas.openxmlformats.org/officeDocument/2006/relationships/slide" Target="slides/slide47.xml"/><Relationship Id="rId49" Type="http://schemas.openxmlformats.org/officeDocument/2006/relationships/slide" Target="slides/slide48.xml"/><Relationship Id="rId50" Type="http://schemas.openxmlformats.org/officeDocument/2006/relationships/slide" Target="slides/slide49.xml"/><Relationship Id="rId51" Type="http://schemas.openxmlformats.org/officeDocument/2006/relationships/slide" Target="slides/slide50.xml"/><Relationship Id="rId52" Type="http://schemas.openxmlformats.org/officeDocument/2006/relationships/slide" Target="slides/slide51.xml"/><Relationship Id="rId53" Type="http://schemas.openxmlformats.org/officeDocument/2006/relationships/slide" Target="slides/slide52.xml"/><Relationship Id="rId54" Type="http://schemas.openxmlformats.org/officeDocument/2006/relationships/slide" Target="slides/slide53.xml"/><Relationship Id="rId55" Type="http://schemas.openxmlformats.org/officeDocument/2006/relationships/slide" Target="slides/slide54.xml"/><Relationship Id="rId56" Type="http://schemas.openxmlformats.org/officeDocument/2006/relationships/slide" Target="slides/slide55.xml"/><Relationship Id="rId57" Type="http://schemas.openxmlformats.org/officeDocument/2006/relationships/slide" Target="slides/slide56.xml"/><Relationship Id="rId58" Type="http://schemas.openxmlformats.org/officeDocument/2006/relationships/slide" Target="slides/slide57.xml"/><Relationship Id="rId59" Type="http://schemas.openxmlformats.org/officeDocument/2006/relationships/slide" Target="slides/slide58.xml"/><Relationship Id="rId60" Type="http://schemas.openxmlformats.org/officeDocument/2006/relationships/slide" Target="slides/slide59.xml"/><Relationship Id="rId61" Type="http://schemas.openxmlformats.org/officeDocument/2006/relationships/slide" Target="slides/slide60.xml"/><Relationship Id="rId62" Type="http://schemas.openxmlformats.org/officeDocument/2006/relationships/slide" Target="slides/slide61.xml"/><Relationship Id="rId63" Type="http://schemas.openxmlformats.org/officeDocument/2006/relationships/slide" Target="slides/slide62.xml"/><Relationship Id="rId64" Type="http://schemas.openxmlformats.org/officeDocument/2006/relationships/slide" Target="slides/slide63.xml"/><Relationship Id="rId65" Type="http://schemas.openxmlformats.org/officeDocument/2006/relationships/slide" Target="slides/slide64.xml"/><Relationship Id="rId66" Type="http://schemas.openxmlformats.org/officeDocument/2006/relationships/slide" Target="slides/slide65.xml"/><Relationship Id="rId67" Type="http://schemas.openxmlformats.org/officeDocument/2006/relationships/slide" Target="slides/slide66.xml"/><Relationship Id="rId68" Type="http://schemas.openxmlformats.org/officeDocument/2006/relationships/slide" Target="slides/slide67.xml"/><Relationship Id="rId69" Type="http://schemas.openxmlformats.org/officeDocument/2006/relationships/slide" Target="slides/slide68.xml"/><Relationship Id="rId70" Type="http://schemas.openxmlformats.org/officeDocument/2006/relationships/slide" Target="slides/slide69.xml"/><Relationship Id="rId71" Type="http://schemas.openxmlformats.org/officeDocument/2006/relationships/slide" Target="slides/slide70.xml"/><Relationship Id="rId72" Type="http://schemas.openxmlformats.org/officeDocument/2006/relationships/slide" Target="slides/slide71.xml"/><Relationship Id="rId73" Type="http://schemas.openxmlformats.org/officeDocument/2006/relationships/slide" Target="slides/slide72.xml"/><Relationship Id="rId74" Type="http://schemas.openxmlformats.org/officeDocument/2006/relationships/slide" Target="slides/slide73.xml"/><Relationship Id="rId75" Type="http://schemas.openxmlformats.org/officeDocument/2006/relationships/slide" Target="slides/slide74.xml"/><Relationship Id="rId76" Type="http://schemas.openxmlformats.org/officeDocument/2006/relationships/slide" Target="slides/slide75.xml"/><Relationship Id="rId77" Type="http://schemas.openxmlformats.org/officeDocument/2006/relationships/slide" Target="slides/slide76.xml"/><Relationship Id="rId78" Type="http://schemas.openxmlformats.org/officeDocument/2006/relationships/slide" Target="slides/slide77.xml"/><Relationship Id="rId79" Type="http://schemas.openxmlformats.org/officeDocument/2006/relationships/slide" Target="slides/slide78.xml"/><Relationship Id="rId80" Type="http://schemas.openxmlformats.org/officeDocument/2006/relationships/slide" Target="slides/slide79.xml"/><Relationship Id="rId81" Type="http://schemas.openxmlformats.org/officeDocument/2006/relationships/slide" Target="slides/slide80.xml"/><Relationship Id="rId82" Type="http://schemas.openxmlformats.org/officeDocument/2006/relationships/slide" Target="slides/slide81.xml"/><Relationship Id="rId83" Type="http://schemas.openxmlformats.org/officeDocument/2006/relationships/slide" Target="slides/slide82.xml"/><Relationship Id="rId84" Type="http://schemas.openxmlformats.org/officeDocument/2006/relationships/slide" Target="slides/slide83.xml"/><Relationship Id="rId85" Type="http://schemas.openxmlformats.org/officeDocument/2006/relationships/slide" Target="slides/slide84.xml"/><Relationship Id="rId86" Type="http://schemas.openxmlformats.org/officeDocument/2006/relationships/slide" Target="slides/slide85.xml"/><Relationship Id="rId87" Type="http://schemas.openxmlformats.org/officeDocument/2006/relationships/slide" Target="slides/slide86.xml"/><Relationship Id="rId88" Type="http://schemas.openxmlformats.org/officeDocument/2006/relationships/slide" Target="slides/slide87.xml"/><Relationship Id="rId89" Type="http://schemas.openxmlformats.org/officeDocument/2006/relationships/notesMaster" Target="notesMasters/notesMaster1.xml"/><Relationship Id="rId90" Type="http://schemas.openxmlformats.org/officeDocument/2006/relationships/presProps" Target="presProps.xml"/><Relationship Id="rId91" Type="http://schemas.openxmlformats.org/officeDocument/2006/relationships/viewProps" Target="viewProps.xml"/><Relationship Id="rId92" Type="http://schemas.openxmlformats.org/officeDocument/2006/relationships/theme" Target="theme/theme1.xml"/><Relationship Id="rId93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_rels/notesSlide2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6.xml"/>
		</Relationships>
</file>

<file path=ppt/notesSlides/_rels/notesSlide2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7.xml"/>
		</Relationships>
</file>

<file path=ppt/notesSlides/_rels/notesSlide2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8.xml"/>
		</Relationships>
</file>

<file path=ppt/notesSlides/_rels/notesSlide2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9.xml"/>
		</Relationships>
</file>

<file path=ppt/notesSlides/_rels/notesSlide3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0.xml"/>
		</Relationships>
</file>

<file path=ppt/notesSlides/_rels/notesSlide3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1.xml"/>
		</Relationships>
</file>

<file path=ppt/notesSlides/_rels/notesSlide3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2.xml"/>
		</Relationships>
</file>

<file path=ppt/notesSlides/_rels/notesSlide3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3.xml"/>
		</Relationships>
</file>

<file path=ppt/notesSlides/_rels/notesSlide3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4.xml"/>
		</Relationships>
</file>

<file path=ppt/notesSlides/_rels/notesSlide3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5.xml"/>
		</Relationships>
</file>

<file path=ppt/notesSlides/_rels/notesSlide3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6.xml"/>
		</Relationships>
</file>

<file path=ppt/notesSlides/_rels/notesSlide3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7.xml"/>
		</Relationships>
</file>

<file path=ppt/notesSlides/_rels/notesSlide3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8.xml"/>
		</Relationships>
</file>

<file path=ppt/notesSlides/_rels/notesSlide3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9.xml"/>
		</Relationships>
</file>

<file path=ppt/notesSlides/_rels/notesSlide4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0.xml"/>
		</Relationships>
</file>

<file path=ppt/notesSlides/_rels/notesSlide4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1.xml"/>
		</Relationships>
</file>

<file path=ppt/notesSlides/_rels/notesSlide4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2.xml"/>
		</Relationships>
</file>

<file path=ppt/notesSlides/_rels/notesSlide4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3.xml"/>
		</Relationships>
</file>

<file path=ppt/notesSlides/_rels/notesSlide4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4.xml"/>
		</Relationships>
</file>

<file path=ppt/notesSlides/_rels/notesSlide4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5.xml"/>
		</Relationships>
</file>

<file path=ppt/notesSlides/_rels/notesSlide4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6.xml"/>
		</Relationships>
</file>

<file path=ppt/notesSlides/_rels/notesSlide4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7.xml"/>
		</Relationships>
</file>

<file path=ppt/notesSlides/_rels/notesSlide4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8.xml"/>
		</Relationships>
</file>

<file path=ppt/notesSlides/_rels/notesSlide4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9.xml"/>
		</Relationships>
</file>

<file path=ppt/notesSlides/_rels/notesSlide5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0.xml"/>
		</Relationships>
</file>

<file path=ppt/notesSlides/_rels/notesSlide5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1.xml"/>
		</Relationships>
</file>

<file path=ppt/notesSlides/_rels/notesSlide5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2.xml"/>
		</Relationships>
</file>

<file path=ppt/notesSlides/_rels/notesSlide5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3.xml"/>
		</Relationships>
</file>

<file path=ppt/notesSlides/_rels/notesSlide5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4.xml"/>
		</Relationships>
</file>

<file path=ppt/notesSlides/_rels/notesSlide5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5.xml"/>
		</Relationships>
</file>

<file path=ppt/notesSlides/_rels/notesSlide5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6.xml"/>
		</Relationships>
</file>

<file path=ppt/notesSlides/_rels/notesSlide5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7.xml"/>
		</Relationships>
</file>

<file path=ppt/notesSlides/_rels/notesSlide5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8.xml"/>
		</Relationships>
</file>

<file path=ppt/notesSlides/_rels/notesSlide5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9.xml"/>
		</Relationships>
</file>

<file path=ppt/notesSlides/_rels/notesSlide6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0.xml"/>
		</Relationships>
</file>

<file path=ppt/notesSlides/_rels/notesSlide6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1.xml"/>
		</Relationships>
</file>

<file path=ppt/notesSlides/_rels/notesSlide6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2.xml"/>
		</Relationships>
</file>

<file path=ppt/notesSlides/_rels/notesSlide6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3.xml"/>
		</Relationships>
</file>

<file path=ppt/notesSlides/_rels/notesSlide6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4.xml"/>
		</Relationships>
</file>

<file path=ppt/notesSlides/_rels/notesSlide6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5.xml"/>
		</Relationships>
</file>

<file path=ppt/notesSlides/_rels/notesSlide6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6.xml"/>
		</Relationships>
</file>

<file path=ppt/notesSlides/_rels/notesSlide6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7.xml"/>
		</Relationships>
</file>

<file path=ppt/notesSlides/_rels/notesSlide6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8.xml"/>
		</Relationships>
</file>

<file path=ppt/notesSlides/_rels/notesSlide6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9.xml"/>
		</Relationships>
</file>

<file path=ppt/notesSlides/_rels/notesSlide7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0.xml"/>
		</Relationships>
</file>

<file path=ppt/notesSlides/_rels/notesSlide7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1.xml"/>
		</Relationships>
</file>

<file path=ppt/notesSlides/_rels/notesSlide7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2.xml"/>
		</Relationships>
</file>

<file path=ppt/notesSlides/_rels/notesSlide7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3.xml"/>
		</Relationships>
</file>

<file path=ppt/notesSlides/_rels/notesSlide7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4.xml"/>
		</Relationships>
</file>

<file path=ppt/notesSlides/_rels/notesSlide7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5.xml"/>
		</Relationships>
</file>

<file path=ppt/notesSlides/_rels/notesSlide7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6.xml"/>
		</Relationships>
</file>

<file path=ppt/notesSlides/_rels/notesSlide7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7.xml"/>
		</Relationships>
</file>

<file path=ppt/notesSlides/_rels/notesSlide7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8.xml"/>
		</Relationships>
</file>

<file path=ppt/notesSlides/_rels/notesSlide7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9.xml"/>
		</Relationships>
</file>

<file path=ppt/notesSlides/_rels/notesSlide8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0.xml"/>
		</Relationships>
</file>

<file path=ppt/notesSlides/_rels/notesSlide8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1.xml"/>
		</Relationships>
</file>

<file path=ppt/notesSlides/_rels/notesSlide8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2.xml"/>
		</Relationships>
</file>

<file path=ppt/notesSlides/_rels/notesSlide8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3.xml"/>
		</Relationships>
</file>

<file path=ppt/notesSlides/_rels/notesSlide8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4.xml"/>
		</Relationships>
</file>

<file path=ppt/notesSlides/_rels/notesSlide8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5.xml"/>
		</Relationships>
</file>

<file path=ppt/notesSlides/_rels/notesSlide8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6.xml"/>
		</Relationships>
</file>

<file path=ppt/notesSlides/_rels/notesSlide8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7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TrSnd" Type="http://schemas.openxmlformats.org/officeDocument/2006/relationships/audio" Target="../media/whoosh.wav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TrSnd" Type="http://schemas.openxmlformats.org/officeDocument/2006/relationships/audio" Target="../media/bubbles.wav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TrSnd" Type="http://schemas.openxmlformats.org/officeDocument/2006/relationships/audio" Target="../media/sparkle.wav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TrSnd" Type="http://schemas.openxmlformats.org/officeDocument/2006/relationships/audio" Target="../media/marimba.wav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Relationship Id="rIdTrSnd" Type="http://schemas.openxmlformats.org/officeDocument/2006/relationships/audio" Target="../media/harp.wav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Relationship Id="rIdTrSnd" Type="http://schemas.openxmlformats.org/officeDocument/2006/relationships/audio" Target="../media/chime.wav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Relationship Id="rIdTrSnd" Type="http://schemas.openxmlformats.org/officeDocument/2006/relationships/audio" Target="../media/whoosh.wav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Relationship Id="rIdTrSnd" Type="http://schemas.openxmlformats.org/officeDocument/2006/relationships/audio" Target="../media/bubbles.wav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Relationship Id="rIdTrSnd" Type="http://schemas.openxmlformats.org/officeDocument/2006/relationships/audio" Target="../media/sparkle.wav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Relationship Id="rIdTrSnd" Type="http://schemas.openxmlformats.org/officeDocument/2006/relationships/audio" Target="../media/marimba.wav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Relationship Id="rIdTrSnd" Type="http://schemas.openxmlformats.org/officeDocument/2006/relationships/audio" Target="../media/harp.wav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Relationship Id="rIdTrSnd" Type="http://schemas.openxmlformats.org/officeDocument/2006/relationships/audio" Target="../media/chime.wav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Relationship Id="rIdTrSnd" Type="http://schemas.openxmlformats.org/officeDocument/2006/relationships/audio" Target="../media/whoosh.wav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Relationship Id="rIdTrSnd" Type="http://schemas.openxmlformats.org/officeDocument/2006/relationships/audio" Target="../media/bubbles.wav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Relationship Id="rIdTrSnd" Type="http://schemas.openxmlformats.org/officeDocument/2006/relationships/audio" Target="../media/sparkle.wav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Relationship Id="rIdTrSnd" Type="http://schemas.openxmlformats.org/officeDocument/2006/relationships/audio" Target="../media/marimba.wav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Relationship Id="rIdTrSnd" Type="http://schemas.openxmlformats.org/officeDocument/2006/relationships/audio" Target="../media/harp.wav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Relationship Id="rIdTrSnd" Type="http://schemas.openxmlformats.org/officeDocument/2006/relationships/audio" Target="../media/chime.wav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Relationship Id="rIdTrSnd" Type="http://schemas.openxmlformats.org/officeDocument/2006/relationships/audio" Target="../media/whoosh.wav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Relationship Id="rIdTrSnd" Type="http://schemas.openxmlformats.org/officeDocument/2006/relationships/audio" Target="../media/bubbles.wav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Relationship Id="rIdTrSnd" Type="http://schemas.openxmlformats.org/officeDocument/2006/relationships/audio" Target="../media/sparkle.wav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.xml"/><Relationship Id="rIdTrSnd" Type="http://schemas.openxmlformats.org/officeDocument/2006/relationships/audio" Target="../media/marimba.wav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4.xml"/><Relationship Id="rIdTrSnd" Type="http://schemas.openxmlformats.org/officeDocument/2006/relationships/audio" Target="../media/harp.wav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5.xml"/><Relationship Id="rIdTrSnd" Type="http://schemas.openxmlformats.org/officeDocument/2006/relationships/audio" Target="../media/chime.wav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6.xml"/><Relationship Id="rIdTrSnd" Type="http://schemas.openxmlformats.org/officeDocument/2006/relationships/audio" Target="../media/whoosh.wav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7.xml"/><Relationship Id="rIdTrSnd" Type="http://schemas.openxmlformats.org/officeDocument/2006/relationships/audio" Target="../media/bubbles.wav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8.xml"/><Relationship Id="rIdTrSnd" Type="http://schemas.openxmlformats.org/officeDocument/2006/relationships/audio" Target="../media/sparkle.wav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9.xml"/><Relationship Id="rIdTrSnd" Type="http://schemas.openxmlformats.org/officeDocument/2006/relationships/audio" Target="../media/marimba.wav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0.xml"/><Relationship Id="rIdTrSnd" Type="http://schemas.openxmlformats.org/officeDocument/2006/relationships/audio" Target="../media/harp.wav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1.xml"/><Relationship Id="rIdTrSnd" Type="http://schemas.openxmlformats.org/officeDocument/2006/relationships/audio" Target="../media/chime.wav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2.xml"/><Relationship Id="rIdTrSnd" Type="http://schemas.openxmlformats.org/officeDocument/2006/relationships/audio" Target="../media/whoosh.wav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3.xml"/><Relationship Id="rIdTrSnd" Type="http://schemas.openxmlformats.org/officeDocument/2006/relationships/audio" Target="../media/bubbles.wav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4.xml"/><Relationship Id="rIdTrSnd" Type="http://schemas.openxmlformats.org/officeDocument/2006/relationships/audio" Target="../media/sparkle.wav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5.xml"/><Relationship Id="rIdTrSnd" Type="http://schemas.openxmlformats.org/officeDocument/2006/relationships/audio" Target="../media/marimba.wav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6.xml"/><Relationship Id="rIdTrSnd" Type="http://schemas.openxmlformats.org/officeDocument/2006/relationships/audio" Target="../media/harp.wav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7.xml"/><Relationship Id="rIdTrSnd" Type="http://schemas.openxmlformats.org/officeDocument/2006/relationships/audio" Target="../media/chime.wav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8.xml"/><Relationship Id="rIdTrSnd" Type="http://schemas.openxmlformats.org/officeDocument/2006/relationships/audio" Target="../media/whoosh.wav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9.xml"/><Relationship Id="rIdTrSnd" Type="http://schemas.openxmlformats.org/officeDocument/2006/relationships/audio" Target="../media/bubbles.wav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0.xml"/><Relationship Id="rIdTrSnd" Type="http://schemas.openxmlformats.org/officeDocument/2006/relationships/audio" Target="../media/sparkle.wav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1.xml"/><Relationship Id="rIdTrSnd" Type="http://schemas.openxmlformats.org/officeDocument/2006/relationships/audio" Target="../media/marimba.wav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2.xml"/><Relationship Id="rIdTrSnd" Type="http://schemas.openxmlformats.org/officeDocument/2006/relationships/audio" Target="../media/harp.wav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3.xml"/><Relationship Id="rIdTrSnd" Type="http://schemas.openxmlformats.org/officeDocument/2006/relationships/audio" Target="../media/chime.wav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4.xml"/><Relationship Id="rIdTrSnd" Type="http://schemas.openxmlformats.org/officeDocument/2006/relationships/audio" Target="../media/whoosh.wav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5.xml"/><Relationship Id="rIdTrSnd" Type="http://schemas.openxmlformats.org/officeDocument/2006/relationships/audio" Target="../media/bubbles.wav"/></Relationships>
</file>

<file path=ppt/slides/_rels/slide4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6.xml"/><Relationship Id="rIdTrSnd" Type="http://schemas.openxmlformats.org/officeDocument/2006/relationships/audio" Target="../media/sparkle.wav"/></Relationships>
</file>

<file path=ppt/slides/_rels/slide4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7.xml"/><Relationship Id="rIdTrSnd" Type="http://schemas.openxmlformats.org/officeDocument/2006/relationships/audio" Target="../media/marimba.wav"/></Relationships>
</file>

<file path=ppt/slides/_rels/slide4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8.xml"/><Relationship Id="rIdTrSnd" Type="http://schemas.openxmlformats.org/officeDocument/2006/relationships/audio" Target="../media/harp.wav"/></Relationships>
</file>

<file path=ppt/slides/_rels/slide4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9.xml"/><Relationship Id="rIdTrSnd" Type="http://schemas.openxmlformats.org/officeDocument/2006/relationships/audio" Target="../media/chime.wav"/></Relationships>
</file>

<file path=ppt/slides/_rels/slide5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0.xml"/><Relationship Id="rIdTrSnd" Type="http://schemas.openxmlformats.org/officeDocument/2006/relationships/audio" Target="../media/whoosh.wav"/></Relationships>
</file>

<file path=ppt/slides/_rels/slide5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1.xml"/><Relationship Id="rIdTrSnd" Type="http://schemas.openxmlformats.org/officeDocument/2006/relationships/audio" Target="../media/bubbles.wav"/></Relationships>
</file>

<file path=ppt/slides/_rels/slide5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2.xml"/><Relationship Id="rIdTrSnd" Type="http://schemas.openxmlformats.org/officeDocument/2006/relationships/audio" Target="../media/sparkle.wav"/></Relationships>
</file>

<file path=ppt/slides/_rels/slide5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3.xml"/><Relationship Id="rIdTrSnd" Type="http://schemas.openxmlformats.org/officeDocument/2006/relationships/audio" Target="../media/marimba.wav"/></Relationships>
</file>

<file path=ppt/slides/_rels/slide5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4.xml"/><Relationship Id="rIdTrSnd" Type="http://schemas.openxmlformats.org/officeDocument/2006/relationships/audio" Target="../media/harp.wav"/></Relationships>
</file>

<file path=ppt/slides/_rels/slide5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5.xml"/><Relationship Id="rIdTrSnd" Type="http://schemas.openxmlformats.org/officeDocument/2006/relationships/audio" Target="../media/chime.wav"/></Relationships>
</file>

<file path=ppt/slides/_rels/slide5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6.xml"/><Relationship Id="rIdTrSnd" Type="http://schemas.openxmlformats.org/officeDocument/2006/relationships/audio" Target="../media/whoosh.wav"/></Relationships>
</file>

<file path=ppt/slides/_rels/slide5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7.xml"/><Relationship Id="rIdTrSnd" Type="http://schemas.openxmlformats.org/officeDocument/2006/relationships/audio" Target="../media/bubbles.wav"/></Relationships>
</file>

<file path=ppt/slides/_rels/slide5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8.xml"/><Relationship Id="rIdTrSnd" Type="http://schemas.openxmlformats.org/officeDocument/2006/relationships/audio" Target="../media/sparkle.wav"/></Relationships>
</file>

<file path=ppt/slides/_rels/slide5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9.xml"/><Relationship Id="rIdTrSnd" Type="http://schemas.openxmlformats.org/officeDocument/2006/relationships/audio" Target="../media/marimba.wav"/></Relationships>
</file>

<file path=ppt/slides/_rels/slide6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0.xml"/><Relationship Id="rIdTrSnd" Type="http://schemas.openxmlformats.org/officeDocument/2006/relationships/audio" Target="../media/harp.wav"/></Relationships>
</file>

<file path=ppt/slides/_rels/slide6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1.xml"/><Relationship Id="rIdTrSnd" Type="http://schemas.openxmlformats.org/officeDocument/2006/relationships/audio" Target="../media/chime.wav"/></Relationships>
</file>

<file path=ppt/slides/_rels/slide6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2.xml"/><Relationship Id="rIdTrSnd" Type="http://schemas.openxmlformats.org/officeDocument/2006/relationships/audio" Target="../media/whoosh.wav"/></Relationships>
</file>

<file path=ppt/slides/_rels/slide6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3.xml"/><Relationship Id="rIdTrSnd" Type="http://schemas.openxmlformats.org/officeDocument/2006/relationships/audio" Target="../media/bubbles.wav"/></Relationships>
</file>

<file path=ppt/slides/_rels/slide6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4.xml"/><Relationship Id="rIdTrSnd" Type="http://schemas.openxmlformats.org/officeDocument/2006/relationships/audio" Target="../media/sparkle.wav"/></Relationships>
</file>

<file path=ppt/slides/_rels/slide6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5.xml"/><Relationship Id="rIdTrSnd" Type="http://schemas.openxmlformats.org/officeDocument/2006/relationships/audio" Target="../media/marimba.wav"/></Relationships>
</file>

<file path=ppt/slides/_rels/slide6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6.xml"/><Relationship Id="rIdTrSnd" Type="http://schemas.openxmlformats.org/officeDocument/2006/relationships/audio" Target="../media/harp.wav"/></Relationships>
</file>

<file path=ppt/slides/_rels/slide6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7.xml"/><Relationship Id="rIdTrSnd" Type="http://schemas.openxmlformats.org/officeDocument/2006/relationships/audio" Target="../media/chime.wav"/></Relationships>
</file>

<file path=ppt/slides/_rels/slide6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8.xml"/><Relationship Id="rIdTrSnd" Type="http://schemas.openxmlformats.org/officeDocument/2006/relationships/audio" Target="../media/whoosh.wav"/></Relationships>
</file>

<file path=ppt/slides/_rels/slide6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9.xml"/><Relationship Id="rIdTrSnd" Type="http://schemas.openxmlformats.org/officeDocument/2006/relationships/audio" Target="../media/bubbles.wav"/></Relationships>
</file>

<file path=ppt/slides/_rels/slide7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0.xml"/><Relationship Id="rIdTrSnd" Type="http://schemas.openxmlformats.org/officeDocument/2006/relationships/audio" Target="../media/sparkle.wav"/></Relationships>
</file>

<file path=ppt/slides/_rels/slide7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1.xml"/><Relationship Id="rIdTrSnd" Type="http://schemas.openxmlformats.org/officeDocument/2006/relationships/audio" Target="../media/marimba.wav"/></Relationships>
</file>

<file path=ppt/slides/_rels/slide7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2.xml"/><Relationship Id="rIdTrSnd" Type="http://schemas.openxmlformats.org/officeDocument/2006/relationships/audio" Target="../media/harp.wav"/></Relationships>
</file>

<file path=ppt/slides/_rels/slide7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3.xml"/><Relationship Id="rIdTrSnd" Type="http://schemas.openxmlformats.org/officeDocument/2006/relationships/audio" Target="../media/chime.wav"/></Relationships>
</file>

<file path=ppt/slides/_rels/slide7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4.xml"/><Relationship Id="rIdTrSnd" Type="http://schemas.openxmlformats.org/officeDocument/2006/relationships/audio" Target="../media/whoosh.wav"/></Relationships>
</file>

<file path=ppt/slides/_rels/slide7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5.xml"/><Relationship Id="rIdTrSnd" Type="http://schemas.openxmlformats.org/officeDocument/2006/relationships/audio" Target="../media/bubbles.wav"/></Relationships>
</file>

<file path=ppt/slides/_rels/slide7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6.xml"/><Relationship Id="rIdTrSnd" Type="http://schemas.openxmlformats.org/officeDocument/2006/relationships/audio" Target="../media/sparkle.wav"/></Relationships>
</file>

<file path=ppt/slides/_rels/slide7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7.xml"/><Relationship Id="rIdTrSnd" Type="http://schemas.openxmlformats.org/officeDocument/2006/relationships/audio" Target="../media/marimba.wav"/></Relationships>
</file>

<file path=ppt/slides/_rels/slide7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8.xml"/><Relationship Id="rIdTrSnd" Type="http://schemas.openxmlformats.org/officeDocument/2006/relationships/audio" Target="../media/harp.wav"/></Relationships>
</file>

<file path=ppt/slides/_rels/slide7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9.xml"/><Relationship Id="rIdTrSnd" Type="http://schemas.openxmlformats.org/officeDocument/2006/relationships/audio" Target="../media/chime.wav"/></Relationships>
</file>

<file path=ppt/slides/_rels/slide8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0.xml"/><Relationship Id="rIdTrSnd" Type="http://schemas.openxmlformats.org/officeDocument/2006/relationships/audio" Target="../media/whoosh.wav"/></Relationships>
</file>

<file path=ppt/slides/_rels/slide8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1.xml"/><Relationship Id="rIdTrSnd" Type="http://schemas.openxmlformats.org/officeDocument/2006/relationships/audio" Target="../media/bubbles.wav"/></Relationships>
</file>

<file path=ppt/slides/_rels/slide8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2.xml"/><Relationship Id="rIdTrSnd" Type="http://schemas.openxmlformats.org/officeDocument/2006/relationships/audio" Target="../media/sparkle.wav"/></Relationships>
</file>

<file path=ppt/slides/_rels/slide8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3.xml"/><Relationship Id="rIdTrSnd" Type="http://schemas.openxmlformats.org/officeDocument/2006/relationships/audio" Target="../media/marimba.wav"/></Relationships>
</file>

<file path=ppt/slides/_rels/slide8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4.xml"/><Relationship Id="rIdTrSnd" Type="http://schemas.openxmlformats.org/officeDocument/2006/relationships/audio" Target="../media/harp.wav"/></Relationships>
</file>

<file path=ppt/slides/_rels/slide8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5.xml"/><Relationship Id="rIdTrSnd" Type="http://schemas.openxmlformats.org/officeDocument/2006/relationships/audio" Target="../media/chime.wav"/></Relationships>
</file>

<file path=ppt/slides/_rels/slide8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6.xml"/><Relationship Id="rIdTrSnd" Type="http://schemas.openxmlformats.org/officeDocument/2006/relationships/audio" Target="../media/whoosh.wav"/></Relationships>
</file>

<file path=ppt/slides/_rels/slide8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7.xml"/><Relationship Id="rIdTrSnd" Type="http://schemas.openxmlformats.org/officeDocument/2006/relationships/audio" Target="../media/bubbles.wav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431C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moon"/>
          <p:cNvSpPr/>
          <p:nvPr/>
        </p:nvSpPr>
        <p:spPr>
          <a:xfrm>
            <a:off x="365760" y="91440"/>
            <a:ext cx="502920" cy="731520"/>
          </a:xfrm>
          <a:prstGeom prst="moon">
            <a:avLst/>
          </a:prstGeom>
          <a:solidFill>
            <a:srgbClr val="FFE88A"/>
          </a:solidFill>
          <a:ln w="12700">
            <a:solidFill>
              <a:srgbClr val="FFE88A"/>
            </a:solidFill>
            <a:prstDash val="solid"/>
          </a:ln>
        </p:spPr>
      </p:sp>
      <p:sp>
        <p:nvSpPr>
          <p:cNvPr id="3" name="Deco star 0"/>
          <p:cNvSpPr/>
          <p:nvPr/>
        </p:nvSpPr>
        <p:spPr>
          <a:xfrm>
            <a:off x="1280160" y="18288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4" name="Deco star 1"/>
          <p:cNvSpPr/>
          <p:nvPr/>
        </p:nvSpPr>
        <p:spPr>
          <a:xfrm>
            <a:off x="2194560" y="50292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5" name="Deco star 2"/>
          <p:cNvSpPr/>
          <p:nvPr/>
        </p:nvSpPr>
        <p:spPr>
          <a:xfrm>
            <a:off x="3291840" y="137160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6" name="Deco star 3"/>
          <p:cNvSpPr/>
          <p:nvPr/>
        </p:nvSpPr>
        <p:spPr>
          <a:xfrm>
            <a:off x="5760720" y="457200"/>
            <a:ext cx="365760" cy="36576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7" name="Deco star 4"/>
          <p:cNvSpPr/>
          <p:nvPr/>
        </p:nvSpPr>
        <p:spPr>
          <a:xfrm>
            <a:off x="6766560" y="109728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8" name="Deco star 5"/>
          <p:cNvSpPr/>
          <p:nvPr/>
        </p:nvSpPr>
        <p:spPr>
          <a:xfrm>
            <a:off x="7772400" y="41148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9" name="Deco star 6"/>
          <p:cNvSpPr/>
          <p:nvPr/>
        </p:nvSpPr>
        <p:spPr>
          <a:xfrm>
            <a:off x="8503920" y="13716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10" name="Deco hill left"/>
          <p:cNvSpPr/>
          <p:nvPr/>
        </p:nvSpPr>
        <p:spPr>
          <a:xfrm>
            <a:off x="-914400" y="4480560"/>
            <a:ext cx="4937760" cy="1463040"/>
          </a:xfrm>
          <a:prstGeom prst="ellipse">
            <a:avLst/>
          </a:prstGeom>
          <a:solidFill>
            <a:srgbClr val="64522B"/>
          </a:solidFill>
          <a:ln w="12700">
            <a:solidFill>
              <a:srgbClr val="64522B"/>
            </a:solidFill>
            <a:prstDash val="solid"/>
          </a:ln>
        </p:spPr>
      </p:sp>
      <p:sp>
        <p:nvSpPr>
          <p:cNvPr id="11" name="Deco hill right"/>
          <p:cNvSpPr/>
          <p:nvPr/>
        </p:nvSpPr>
        <p:spPr>
          <a:xfrm>
            <a:off x="4206240" y="4572000"/>
            <a:ext cx="5669280" cy="1463040"/>
          </a:xfrm>
          <a:prstGeom prst="ellipse">
            <a:avLst/>
          </a:prstGeom>
          <a:solidFill>
            <a:srgbClr val="6D7934"/>
          </a:solidFill>
          <a:ln w="12700">
            <a:solidFill>
              <a:srgbClr val="6D7934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3063240" y="1051560"/>
            <a:ext cx="3017520" cy="301752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3A8FD9"/>
            </a:solidFill>
            <a:prstDash val="solid"/>
          </a:ln>
        </p:spPr>
      </p:sp>
      <p:sp>
        <p:nvSpPr>
          <p:cNvPr id="13" name="C1 L1 letter"/>
          <p:cNvSpPr txBox="1"/>
          <p:nvPr/>
        </p:nvSpPr>
        <p:spPr>
          <a:xfrm>
            <a:off x="3063240" y="1051560"/>
            <a:ext cx="3017520" cy="30175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0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ص</a:t>
            </a:r>
            <a:endParaRPr lang="ar-SA" sz="10800" dirty="0"/>
          </a:p>
        </p:txBody>
      </p:sp>
      <p:sp>
        <p:nvSpPr>
          <p:cNvPr id="14" name="C2 F1 fathah"/>
          <p:cNvSpPr txBox="1"/>
          <p:nvPr/>
        </p:nvSpPr>
        <p:spPr>
          <a:xfrm>
            <a:off x="3063240" y="1051560"/>
            <a:ext cx="3017520" cy="30175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0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صَ</a:t>
            </a:r>
            <a:endParaRPr lang="ar-SA" sz="10800" dirty="0"/>
          </a:p>
        </p:txBody>
      </p:sp>
    </p:spTree>
  </p:cSld>
  <p:clrMapOvr>
    <a:masterClrMapping/>
  </p:clrMapOvr>
  <p:transition spd="med">
    <p:cover dir="l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 animBg="1"/>
      <p:bldP spid="14" grpId="0" animBg="1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C5F7D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wave back"/>
          <p:cNvSpPr/>
          <p:nvPr/>
        </p:nvSpPr>
        <p:spPr>
          <a:xfrm>
            <a:off x="-182880" y="4389120"/>
            <a:ext cx="9509760" cy="548640"/>
          </a:xfrm>
          <a:prstGeom prst="wave">
            <a:avLst/>
          </a:prstGeom>
          <a:solidFill>
            <a:srgbClr val="D65CAD"/>
          </a:solidFill>
          <a:ln w="12700">
            <a:solidFill>
              <a:srgbClr val="D65CAD"/>
            </a:solidFill>
            <a:prstDash val="solid"/>
          </a:ln>
        </p:spPr>
      </p:sp>
      <p:sp>
        <p:nvSpPr>
          <p:cNvPr id="3" name="Deco sea floor"/>
          <p:cNvSpPr/>
          <p:nvPr/>
        </p:nvSpPr>
        <p:spPr>
          <a:xfrm>
            <a:off x="0" y="4709160"/>
            <a:ext cx="9144000" cy="457200"/>
          </a:xfrm>
          <a:prstGeom prst="rect">
            <a:avLst/>
          </a:prstGeom>
          <a:solidFill>
            <a:srgbClr val="CC338C"/>
          </a:solidFill>
          <a:ln w="12700">
            <a:solidFill>
              <a:srgbClr val="CC338C"/>
            </a:solidFill>
            <a:prstDash val="solid"/>
          </a:ln>
        </p:spPr>
      </p:sp>
      <p:sp>
        <p:nvSpPr>
          <p:cNvPr id="4" name="Deco bubble 0"/>
          <p:cNvSpPr/>
          <p:nvPr/>
        </p:nvSpPr>
        <p:spPr>
          <a:xfrm>
            <a:off x="365760" y="182880"/>
            <a:ext cx="411480" cy="4114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5" name="Deco bubble 1"/>
          <p:cNvSpPr/>
          <p:nvPr/>
        </p:nvSpPr>
        <p:spPr>
          <a:xfrm>
            <a:off x="914400" y="502920"/>
            <a:ext cx="256032" cy="256032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6" name="Deco bubble 2"/>
          <p:cNvSpPr/>
          <p:nvPr/>
        </p:nvSpPr>
        <p:spPr>
          <a:xfrm>
            <a:off x="8138160" y="137160"/>
            <a:ext cx="457200" cy="4572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7" name="Deco bubble 3"/>
          <p:cNvSpPr/>
          <p:nvPr/>
        </p:nvSpPr>
        <p:spPr>
          <a:xfrm>
            <a:off x="7680960" y="548640"/>
            <a:ext cx="228600" cy="2286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8" name="Deco bubble 4"/>
          <p:cNvSpPr/>
          <p:nvPr/>
        </p:nvSpPr>
        <p:spPr>
          <a:xfrm>
            <a:off x="8686800" y="566928"/>
            <a:ext cx="182880" cy="1828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9" name="Deco sun"/>
          <p:cNvSpPr/>
          <p:nvPr/>
        </p:nvSpPr>
        <p:spPr>
          <a:xfrm>
            <a:off x="4206240" y="109728"/>
            <a:ext cx="685800" cy="68580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0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1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2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3" name="C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ص</a:t>
            </a:r>
            <a:endParaRPr lang="ar-SA" sz="5600" dirty="0"/>
          </a:p>
        </p:txBody>
      </p:sp>
      <p:sp>
        <p:nvSpPr>
          <p:cNvPr id="14" name="C2 F1 fath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صَ</a:t>
            </a:r>
            <a:endParaRPr lang="ar-SA" sz="5600" dirty="0"/>
          </a:p>
        </p:txBody>
      </p:sp>
      <p:sp>
        <p:nvSpPr>
          <p:cNvPr id="15" name="C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D92684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6" name="C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أ</a:t>
            </a:r>
            <a:endParaRPr lang="ar-SA" sz="5600" dirty="0"/>
          </a:p>
        </p:txBody>
      </p:sp>
      <p:sp>
        <p:nvSpPr>
          <p:cNvPr id="17" name="C5 F2 fath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أَ</a:t>
            </a:r>
            <a:endParaRPr lang="ar-SA" sz="5600" dirty="0"/>
          </a:p>
        </p:txBody>
      </p:sp>
      <p:sp>
        <p:nvSpPr>
          <p:cNvPr id="18" name="C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B841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9" name="C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صَأَ</a:t>
            </a:r>
            <a:endParaRPr lang="ar-SA" sz="6600" dirty="0"/>
          </a:p>
        </p:txBody>
      </p:sp>
    </p:spTree>
  </p:cSld>
  <p:clrMapOvr>
    <a:masterClrMapping/>
  </p:clrMapOvr>
  <p:transition spd="med">
    <p:zoom/>
    <p:sndAc>
      <p:stSnd>
        <p:snd r:embed="rIdTrSnd" name="whoosh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 animBg="1"/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EBC5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grass"/>
          <p:cNvSpPr/>
          <p:nvPr/>
        </p:nvSpPr>
        <p:spPr>
          <a:xfrm>
            <a:off x="0" y="4617720"/>
            <a:ext cx="9144000" cy="548640"/>
          </a:xfrm>
          <a:prstGeom prst="rect">
            <a:avLst/>
          </a:prstGeom>
          <a:solidFill>
            <a:srgbClr val="C68C53"/>
          </a:solidFill>
          <a:ln w="12700">
            <a:solidFill>
              <a:srgbClr val="C68C53"/>
            </a:solidFill>
            <a:prstDash val="solid"/>
          </a:ln>
        </p:spPr>
      </p:sp>
      <p:sp>
        <p:nvSpPr>
          <p:cNvPr id="3" name="Deco stem 0"/>
          <p:cNvSpPr/>
          <p:nvPr/>
        </p:nvSpPr>
        <p:spPr>
          <a:xfrm>
            <a:off x="57607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4" name="Deco flower 0"/>
          <p:cNvSpPr/>
          <p:nvPr/>
        </p:nvSpPr>
        <p:spPr>
          <a:xfrm>
            <a:off x="457200" y="4370832"/>
            <a:ext cx="274320" cy="274320"/>
          </a:xfrm>
          <a:prstGeom prst="flowChartConnector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5" name="Deco stem 1"/>
          <p:cNvSpPr/>
          <p:nvPr/>
        </p:nvSpPr>
        <p:spPr>
          <a:xfrm>
            <a:off x="13990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6" name="Deco flower 1"/>
          <p:cNvSpPr/>
          <p:nvPr/>
        </p:nvSpPr>
        <p:spPr>
          <a:xfrm>
            <a:off x="1280160" y="4370832"/>
            <a:ext cx="274320" cy="274320"/>
          </a:xfrm>
          <a:prstGeom prst="flowChartConnector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7" name="Deco stem 2"/>
          <p:cNvSpPr/>
          <p:nvPr/>
        </p:nvSpPr>
        <p:spPr>
          <a:xfrm>
            <a:off x="22219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8" name="Deco flower 2"/>
          <p:cNvSpPr/>
          <p:nvPr/>
        </p:nvSpPr>
        <p:spPr>
          <a:xfrm>
            <a:off x="2103120" y="4370832"/>
            <a:ext cx="274320" cy="274320"/>
          </a:xfrm>
          <a:prstGeom prst="flowChartConnector">
            <a:avLst/>
          </a:prstGeom>
          <a:solidFill>
            <a:srgbClr val="B892FF"/>
          </a:solidFill>
          <a:ln w="12700">
            <a:solidFill>
              <a:srgbClr val="B892FF"/>
            </a:solidFill>
            <a:prstDash val="solid"/>
          </a:ln>
        </p:spPr>
      </p:sp>
      <p:sp>
        <p:nvSpPr>
          <p:cNvPr id="9" name="Deco stem 3"/>
          <p:cNvSpPr/>
          <p:nvPr/>
        </p:nvSpPr>
        <p:spPr>
          <a:xfrm>
            <a:off x="68854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6766560" y="4370832"/>
            <a:ext cx="274320" cy="274320"/>
          </a:xfrm>
          <a:prstGeom prst="flowChartConnector">
            <a:avLst/>
          </a:prstGeom>
          <a:solidFill>
            <a:srgbClr val="FF6F91"/>
          </a:solidFill>
          <a:ln w="12700">
            <a:solidFill>
              <a:srgbClr val="FF6F91"/>
            </a:solidFill>
            <a:prstDash val="solid"/>
          </a:ln>
        </p:spPr>
      </p:sp>
      <p:sp>
        <p:nvSpPr>
          <p:cNvPr id="11" name="Deco stem 4"/>
          <p:cNvSpPr/>
          <p:nvPr/>
        </p:nvSpPr>
        <p:spPr>
          <a:xfrm>
            <a:off x="77083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2" name="Deco flower 4"/>
          <p:cNvSpPr/>
          <p:nvPr/>
        </p:nvSpPr>
        <p:spPr>
          <a:xfrm>
            <a:off x="7589520" y="4370832"/>
            <a:ext cx="274320" cy="274320"/>
          </a:xfrm>
          <a:prstGeom prst="flowChartConnector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3" name="Deco stem 5"/>
          <p:cNvSpPr/>
          <p:nvPr/>
        </p:nvSpPr>
        <p:spPr>
          <a:xfrm>
            <a:off x="843991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4" name="Deco flower 5"/>
          <p:cNvSpPr/>
          <p:nvPr/>
        </p:nvSpPr>
        <p:spPr>
          <a:xfrm>
            <a:off x="8321040" y="4370832"/>
            <a:ext cx="274320" cy="274320"/>
          </a:xfrm>
          <a:prstGeom prst="flowChartConnector">
            <a:avLst/>
          </a:prstGeom>
          <a:solidFill>
            <a:srgbClr val="7EC8FF"/>
          </a:solidFill>
          <a:ln w="12700">
            <a:solidFill>
              <a:srgbClr val="7EC8FF"/>
            </a:solidFill>
            <a:prstDash val="solid"/>
          </a:ln>
        </p:spPr>
      </p:sp>
      <p:sp>
        <p:nvSpPr>
          <p:cNvPr id="15" name="Deco heart"/>
          <p:cNvSpPr/>
          <p:nvPr/>
        </p:nvSpPr>
        <p:spPr>
          <a:xfrm>
            <a:off x="411480" y="228600"/>
            <a:ext cx="457200" cy="411480"/>
          </a:xfrm>
          <a:prstGeom prst="heart">
            <a:avLst/>
          </a:prstGeom>
          <a:solidFill>
            <a:srgbClr val="9C5EED"/>
          </a:solidFill>
          <a:ln w="12700">
            <a:solidFill>
              <a:srgbClr val="9C5EED"/>
            </a:solidFill>
            <a:prstDash val="solid"/>
          </a:ln>
        </p:spPr>
      </p:sp>
      <p:sp>
        <p:nvSpPr>
          <p:cNvPr id="16" name="Deco cloud"/>
          <p:cNvSpPr/>
          <p:nvPr/>
        </p:nvSpPr>
        <p:spPr>
          <a:xfrm>
            <a:off x="713232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7" name="Deco friend"/>
          <p:cNvSpPr/>
          <p:nvPr/>
        </p:nvSpPr>
        <p:spPr>
          <a:xfrm>
            <a:off x="6309360" y="182880"/>
            <a:ext cx="548640" cy="548640"/>
          </a:xfrm>
          <a:prstGeom prst="smileyFace">
            <a:avLst/>
          </a:prstGeom>
          <a:solidFill>
            <a:srgbClr val="FFD166"/>
          </a:solidFill>
          <a:ln w="12700">
            <a:solidFill>
              <a:srgbClr val="FFD166"/>
            </a:solidFill>
            <a:prstDash val="solid"/>
          </a:ln>
        </p:spPr>
      </p:sp>
      <p:sp>
        <p:nvSpPr>
          <p:cNvPr id="18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9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20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21" name="C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ص</a:t>
            </a:r>
            <a:endParaRPr lang="ar-SA" sz="5600" dirty="0"/>
          </a:p>
        </p:txBody>
      </p:sp>
      <p:sp>
        <p:nvSpPr>
          <p:cNvPr id="22" name="C2 F1 fath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صَ</a:t>
            </a:r>
            <a:endParaRPr lang="ar-SA" sz="5600" dirty="0"/>
          </a:p>
        </p:txBody>
      </p:sp>
      <p:sp>
        <p:nvSpPr>
          <p:cNvPr id="23" name="C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50D9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C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</a:t>
            </a:r>
            <a:endParaRPr lang="ar-SA" sz="5600" dirty="0"/>
          </a:p>
        </p:txBody>
      </p:sp>
      <p:sp>
        <p:nvSpPr>
          <p:cNvPr id="25" name="C5 F2 fath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بَ</a:t>
            </a:r>
            <a:endParaRPr lang="ar-SA" sz="5600" dirty="0"/>
          </a:p>
        </p:txBody>
      </p:sp>
      <p:sp>
        <p:nvSpPr>
          <p:cNvPr id="26" name="C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2EB86A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7" name="C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صَبَ</a:t>
            </a:r>
            <a:endParaRPr lang="ar-SA" sz="9500" dirty="0"/>
          </a:p>
        </p:txBody>
      </p:sp>
    </p:spTree>
  </p:cSld>
  <p:clrMapOvr>
    <a:masterClrMapping/>
  </p:clrMapOvr>
  <p:transition spd="med">
    <p:wheel spokes="4"/>
    <p:sndAc>
      <p:stSnd>
        <p:snd r:embed="rIdTrSnd" name="bubbles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4043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planet"/>
          <p:cNvSpPr/>
          <p:nvPr/>
        </p:nvSpPr>
        <p:spPr>
          <a:xfrm>
            <a:off x="7680960" y="91440"/>
            <a:ext cx="731520" cy="731520"/>
          </a:xfrm>
          <a:prstGeom prst="ellipse">
            <a:avLst/>
          </a:prstGeom>
          <a:solidFill>
            <a:srgbClr val="91E052"/>
          </a:solidFill>
          <a:ln w="12700">
            <a:solidFill>
              <a:srgbClr val="91E052"/>
            </a:solidFill>
            <a:prstDash val="solid"/>
          </a:ln>
        </p:spPr>
      </p:sp>
      <p:sp>
        <p:nvSpPr>
          <p:cNvPr id="3" name="Deco planet ring"/>
          <p:cNvSpPr/>
          <p:nvPr/>
        </p:nvSpPr>
        <p:spPr>
          <a:xfrm>
            <a:off x="7452360" y="384048"/>
            <a:ext cx="1188720" cy="164592"/>
          </a:xfrm>
          <a:prstGeom prst="ellipse">
            <a:avLst/>
          </a:prstGeom>
          <a:solidFill>
            <a:srgbClr val="FFFFFF">
              <a:alpha val="0"/>
            </a:srgbClr>
          </a:solidFill>
          <a:ln w="25400">
            <a:solidFill>
              <a:srgbClr val="8CF292"/>
            </a:solidFill>
            <a:prstDash val="solid"/>
          </a:ln>
        </p:spPr>
      </p:sp>
      <p:sp>
        <p:nvSpPr>
          <p:cNvPr id="4" name="Deco small planet"/>
          <p:cNvSpPr/>
          <p:nvPr/>
        </p:nvSpPr>
        <p:spPr>
          <a:xfrm>
            <a:off x="274320" y="182880"/>
            <a:ext cx="502920" cy="502920"/>
          </a:xfrm>
          <a:prstGeom prst="ellipse">
            <a:avLst/>
          </a:prstGeom>
          <a:solidFill>
            <a:srgbClr val="7670DB"/>
          </a:solidFill>
          <a:ln w="12700">
            <a:solidFill>
              <a:srgbClr val="7670DB"/>
            </a:solidFill>
            <a:prstDash val="solid"/>
          </a:ln>
        </p:spPr>
      </p:sp>
      <p:sp>
        <p:nvSpPr>
          <p:cNvPr id="5" name="Deco star 0"/>
          <p:cNvSpPr/>
          <p:nvPr/>
        </p:nvSpPr>
        <p:spPr>
          <a:xfrm>
            <a:off x="1371600" y="27432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6" name="Deco star 1"/>
          <p:cNvSpPr/>
          <p:nvPr/>
        </p:nvSpPr>
        <p:spPr>
          <a:xfrm>
            <a:off x="2468880" y="91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7" name="Deco star 2"/>
          <p:cNvSpPr/>
          <p:nvPr/>
        </p:nvSpPr>
        <p:spPr>
          <a:xfrm>
            <a:off x="3840480" y="50292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8" name="Deco star 3"/>
          <p:cNvSpPr/>
          <p:nvPr/>
        </p:nvSpPr>
        <p:spPr>
          <a:xfrm>
            <a:off x="5120640" y="137160"/>
            <a:ext cx="256032" cy="256032"/>
          </a:xfrm>
          <a:prstGeom prst="star4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9" name="Deco star 4"/>
          <p:cNvSpPr/>
          <p:nvPr/>
        </p:nvSpPr>
        <p:spPr>
          <a:xfrm>
            <a:off x="6583680" y="4572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5"/>
          <p:cNvSpPr/>
          <p:nvPr/>
        </p:nvSpPr>
        <p:spPr>
          <a:xfrm>
            <a:off x="1097280" y="457200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star 6"/>
          <p:cNvSpPr/>
          <p:nvPr/>
        </p:nvSpPr>
        <p:spPr>
          <a:xfrm>
            <a:off x="2743200" y="475488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12" name="Deco star 7"/>
          <p:cNvSpPr/>
          <p:nvPr/>
        </p:nvSpPr>
        <p:spPr>
          <a:xfrm>
            <a:off x="6217920" y="4663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3" name="Deco star 8"/>
          <p:cNvSpPr/>
          <p:nvPr/>
        </p:nvSpPr>
        <p:spPr>
          <a:xfrm>
            <a:off x="8138160" y="45720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4" name="Deco moon surface"/>
          <p:cNvSpPr/>
          <p:nvPr/>
        </p:nvSpPr>
        <p:spPr>
          <a:xfrm>
            <a:off x="3200400" y="4709160"/>
            <a:ext cx="2743200" cy="1097280"/>
          </a:xfrm>
          <a:prstGeom prst="ellipse">
            <a:avLst/>
          </a:prstGeom>
          <a:solidFill>
            <a:srgbClr val="85476D"/>
          </a:solidFill>
          <a:ln w="12700">
            <a:solidFill>
              <a:srgbClr val="85476D"/>
            </a:solidFill>
            <a:prstDash val="solid"/>
          </a:ln>
        </p:spPr>
      </p:sp>
      <p:sp>
        <p:nvSpPr>
          <p:cNvPr id="15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6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7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8" name="C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ص</a:t>
            </a:r>
            <a:endParaRPr lang="ar-SA" sz="5600" dirty="0"/>
          </a:p>
        </p:txBody>
      </p:sp>
      <p:sp>
        <p:nvSpPr>
          <p:cNvPr id="19" name="C2 F1 fath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صَ</a:t>
            </a:r>
            <a:endParaRPr lang="ar-SA" sz="5600" dirty="0"/>
          </a:p>
        </p:txBody>
      </p:sp>
      <p:sp>
        <p:nvSpPr>
          <p:cNvPr id="20" name="C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3126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1" name="C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</a:t>
            </a:r>
            <a:endParaRPr lang="ar-SA" sz="5600" dirty="0"/>
          </a:p>
        </p:txBody>
      </p:sp>
      <p:sp>
        <p:nvSpPr>
          <p:cNvPr id="22" name="C5 F2 fath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تَ</a:t>
            </a:r>
            <a:endParaRPr lang="ar-SA" sz="5600" dirty="0"/>
          </a:p>
        </p:txBody>
      </p:sp>
      <p:sp>
        <p:nvSpPr>
          <p:cNvPr id="23" name="C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922E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C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صَتَ</a:t>
            </a:r>
            <a:endParaRPr lang="ar-SA" sz="9500" dirty="0"/>
          </a:p>
        </p:txBody>
      </p:sp>
    </p:spTree>
  </p:cSld>
  <p:clrMapOvr>
    <a:masterClrMapping/>
  </p:clrMapOvr>
  <p:transition spd="med">
    <p:wipe dir="l"/>
    <p:sndAc>
      <p:stSnd>
        <p:snd r:embed="rIdTrSnd" name="sparkl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C5E5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sun low"/>
          <p:cNvSpPr/>
          <p:nvPr/>
        </p:nvSpPr>
        <p:spPr>
          <a:xfrm>
            <a:off x="3566160" y="4343400"/>
            <a:ext cx="2011680" cy="2011680"/>
          </a:xfrm>
          <a:prstGeom prst="ellipse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3" name="Deco dune left"/>
          <p:cNvSpPr/>
          <p:nvPr/>
        </p:nvSpPr>
        <p:spPr>
          <a:xfrm>
            <a:off x="-1097280" y="4572000"/>
            <a:ext cx="4572000" cy="1280160"/>
          </a:xfrm>
          <a:prstGeom prst="ellipse">
            <a:avLst/>
          </a:prstGeom>
          <a:solidFill>
            <a:srgbClr val="647FD8"/>
          </a:solidFill>
          <a:ln w="12700">
            <a:solidFill>
              <a:srgbClr val="647FD8"/>
            </a:solidFill>
            <a:prstDash val="solid"/>
          </a:ln>
        </p:spPr>
      </p:sp>
      <p:sp>
        <p:nvSpPr>
          <p:cNvPr id="4" name="Deco dune right"/>
          <p:cNvSpPr/>
          <p:nvPr/>
        </p:nvSpPr>
        <p:spPr>
          <a:xfrm>
            <a:off x="5303520" y="4617720"/>
            <a:ext cx="5120640" cy="1280160"/>
          </a:xfrm>
          <a:prstGeom prst="ellipse">
            <a:avLst/>
          </a:prstGeom>
          <a:solidFill>
            <a:srgbClr val="477ED1"/>
          </a:solidFill>
          <a:ln w="12700">
            <a:solidFill>
              <a:srgbClr val="477ED1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320040" y="137160"/>
            <a:ext cx="1371600" cy="5943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right"/>
          <p:cNvSpPr/>
          <p:nvPr/>
        </p:nvSpPr>
        <p:spPr>
          <a:xfrm>
            <a:off x="7223760" y="182880"/>
            <a:ext cx="1280160" cy="548640"/>
          </a:xfrm>
          <a:prstGeom prst="cloud">
            <a:avLst/>
          </a:prstGeom>
          <a:solidFill>
            <a:srgbClr val="FFF3E8"/>
          </a:solidFill>
          <a:ln w="12700">
            <a:solidFill>
              <a:srgbClr val="FFF3E8"/>
            </a:solidFill>
            <a:prstDash val="solid"/>
          </a:ln>
        </p:spPr>
      </p:sp>
      <p:sp>
        <p:nvSpPr>
          <p:cNvPr id="7" name="Deco bird 0"/>
          <p:cNvSpPr/>
          <p:nvPr/>
        </p:nvSpPr>
        <p:spPr>
          <a:xfrm rot="5400000">
            <a:off x="2926080" y="32004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8" name="Deco bird 1"/>
          <p:cNvSpPr/>
          <p:nvPr/>
        </p:nvSpPr>
        <p:spPr>
          <a:xfrm rot="5400000">
            <a:off x="3291840" y="22860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9" name="Deco bird 2"/>
          <p:cNvSpPr/>
          <p:nvPr/>
        </p:nvSpPr>
        <p:spPr>
          <a:xfrm rot="5400000">
            <a:off x="5394960" y="36576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10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1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2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3" name="C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ص</a:t>
            </a:r>
            <a:endParaRPr lang="ar-SA" sz="5600" dirty="0"/>
          </a:p>
        </p:txBody>
      </p:sp>
      <p:sp>
        <p:nvSpPr>
          <p:cNvPr id="14" name="C2 F1 fath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صَ</a:t>
            </a:r>
            <a:endParaRPr lang="ar-SA" sz="5600" dirty="0"/>
          </a:p>
        </p:txBody>
      </p:sp>
      <p:sp>
        <p:nvSpPr>
          <p:cNvPr id="15" name="C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D965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6" name="C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ث</a:t>
            </a:r>
            <a:endParaRPr lang="ar-SA" sz="5600" dirty="0"/>
          </a:p>
        </p:txBody>
      </p:sp>
      <p:sp>
        <p:nvSpPr>
          <p:cNvPr id="17" name="C5 F2 fath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ثَ</a:t>
            </a:r>
            <a:endParaRPr lang="ar-SA" sz="5600" dirty="0"/>
          </a:p>
        </p:txBody>
      </p:sp>
      <p:sp>
        <p:nvSpPr>
          <p:cNvPr id="18" name="C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B5B8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9" name="C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صَثَ</a:t>
            </a:r>
            <a:endParaRPr lang="ar-SA" sz="9500" dirty="0"/>
          </a:p>
        </p:txBody>
      </p:sp>
    </p:spTree>
  </p:cSld>
  <p:clrMapOvr>
    <a:masterClrMapping/>
  </p:clrMapOvr>
  <p:transition spd="med">
    <p:circle/>
    <p:sndAc>
      <p:stSnd>
        <p:snd r:embed="rIdTrSnd" name="marimba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 animBg="1"/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7C5D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434840"/>
            <a:ext cx="4754880" cy="1463040"/>
          </a:xfrm>
          <a:prstGeom prst="ellipse">
            <a:avLst/>
          </a:prstGeom>
          <a:solidFill>
            <a:srgbClr val="AACC66"/>
          </a:solidFill>
          <a:ln w="12700">
            <a:solidFill>
              <a:srgbClr val="AACC66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023360" y="4526280"/>
            <a:ext cx="5852160" cy="1463040"/>
          </a:xfrm>
          <a:prstGeom prst="ellipse">
            <a:avLst/>
          </a:prstGeom>
          <a:solidFill>
            <a:srgbClr val="6ABF40"/>
          </a:solidFill>
          <a:ln w="12700">
            <a:solidFill>
              <a:srgbClr val="6ABF40"/>
            </a:solidFill>
            <a:prstDash val="solid"/>
          </a:ln>
        </p:spPr>
      </p:sp>
      <p:sp>
        <p:nvSpPr>
          <p:cNvPr id="4" name="Deco sun"/>
          <p:cNvSpPr/>
          <p:nvPr/>
        </p:nvSpPr>
        <p:spPr>
          <a:xfrm>
            <a:off x="274320" y="91440"/>
            <a:ext cx="731520" cy="73152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85800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863840" y="457200"/>
            <a:ext cx="822960" cy="365760"/>
          </a:xfrm>
          <a:prstGeom prst="cloud">
            <a:avLst/>
          </a:prstGeom>
          <a:solidFill>
            <a:srgbClr val="F4FAFF"/>
          </a:solidFill>
          <a:ln w="12700">
            <a:solidFill>
              <a:srgbClr val="F4FAFF"/>
            </a:solidFill>
            <a:prstDash val="solid"/>
          </a:ln>
        </p:spPr>
      </p:sp>
      <p:sp>
        <p:nvSpPr>
          <p:cNvPr id="7" name="Deco flower 0"/>
          <p:cNvSpPr/>
          <p:nvPr/>
        </p:nvSpPr>
        <p:spPr>
          <a:xfrm>
            <a:off x="128016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8" name="Deco flower 1"/>
          <p:cNvSpPr/>
          <p:nvPr/>
        </p:nvSpPr>
        <p:spPr>
          <a:xfrm>
            <a:off x="1828800" y="4526280"/>
            <a:ext cx="292608" cy="292608"/>
          </a:xfrm>
          <a:prstGeom prst="star5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9" name="Deco flower 2"/>
          <p:cNvSpPr/>
          <p:nvPr/>
        </p:nvSpPr>
        <p:spPr>
          <a:xfrm>
            <a:off x="7315200" y="4526280"/>
            <a:ext cx="292608" cy="292608"/>
          </a:xfrm>
          <a:prstGeom prst="star5">
            <a:avLst/>
          </a:prstGeom>
          <a:solidFill>
            <a:srgbClr val="8E5BD0"/>
          </a:solidFill>
          <a:ln w="12700">
            <a:solidFill>
              <a:srgbClr val="8E5BD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795528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11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2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3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4" name="C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ص</a:t>
            </a:r>
            <a:endParaRPr lang="ar-SA" sz="5600" dirty="0"/>
          </a:p>
        </p:txBody>
      </p:sp>
      <p:sp>
        <p:nvSpPr>
          <p:cNvPr id="15" name="C2 F1 fath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صَ</a:t>
            </a:r>
            <a:endParaRPr lang="ar-SA" sz="5600" dirty="0"/>
          </a:p>
        </p:txBody>
      </p:sp>
      <p:sp>
        <p:nvSpPr>
          <p:cNvPr id="16" name="C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26D99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7" name="C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ج</a:t>
            </a:r>
            <a:endParaRPr lang="ar-SA" sz="5600" dirty="0"/>
          </a:p>
        </p:txBody>
      </p:sp>
      <p:sp>
        <p:nvSpPr>
          <p:cNvPr id="18" name="C5 F2 fath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جَ</a:t>
            </a:r>
            <a:endParaRPr lang="ar-SA" sz="5600" dirty="0"/>
          </a:p>
        </p:txBody>
      </p:sp>
      <p:sp>
        <p:nvSpPr>
          <p:cNvPr id="19" name="C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2E8D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0" name="C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صَجَ</a:t>
            </a:r>
            <a:endParaRPr lang="ar-SA" sz="7400" dirty="0"/>
          </a:p>
        </p:txBody>
      </p:sp>
    </p:spTree>
  </p:cSld>
  <p:clrMapOvr>
    <a:masterClrMapping/>
  </p:clrMapOvr>
  <p:transition spd="med">
    <p:randomBar dir="vert"/>
    <p:sndAc>
      <p:stSnd>
        <p:snd r:embed="rIdTrSnd" name="harp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1743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moon"/>
          <p:cNvSpPr/>
          <p:nvPr/>
        </p:nvSpPr>
        <p:spPr>
          <a:xfrm>
            <a:off x="365760" y="91440"/>
            <a:ext cx="502920" cy="731520"/>
          </a:xfrm>
          <a:prstGeom prst="moon">
            <a:avLst/>
          </a:prstGeom>
          <a:solidFill>
            <a:srgbClr val="FFE88A"/>
          </a:solidFill>
          <a:ln w="12700">
            <a:solidFill>
              <a:srgbClr val="FFE88A"/>
            </a:solidFill>
            <a:prstDash val="solid"/>
          </a:ln>
        </p:spPr>
      </p:sp>
      <p:sp>
        <p:nvSpPr>
          <p:cNvPr id="3" name="Deco star 0"/>
          <p:cNvSpPr/>
          <p:nvPr/>
        </p:nvSpPr>
        <p:spPr>
          <a:xfrm>
            <a:off x="1280160" y="18288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4" name="Deco star 1"/>
          <p:cNvSpPr/>
          <p:nvPr/>
        </p:nvSpPr>
        <p:spPr>
          <a:xfrm>
            <a:off x="2194560" y="50292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5" name="Deco star 2"/>
          <p:cNvSpPr/>
          <p:nvPr/>
        </p:nvSpPr>
        <p:spPr>
          <a:xfrm>
            <a:off x="3291840" y="137160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6" name="Deco star 3"/>
          <p:cNvSpPr/>
          <p:nvPr/>
        </p:nvSpPr>
        <p:spPr>
          <a:xfrm>
            <a:off x="5760720" y="457200"/>
            <a:ext cx="365760" cy="36576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7" name="Deco star 4"/>
          <p:cNvSpPr/>
          <p:nvPr/>
        </p:nvSpPr>
        <p:spPr>
          <a:xfrm>
            <a:off x="6766560" y="109728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8" name="Deco star 5"/>
          <p:cNvSpPr/>
          <p:nvPr/>
        </p:nvSpPr>
        <p:spPr>
          <a:xfrm>
            <a:off x="7772400" y="41148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9" name="Deco star 6"/>
          <p:cNvSpPr/>
          <p:nvPr/>
        </p:nvSpPr>
        <p:spPr>
          <a:xfrm>
            <a:off x="8503920" y="13716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10" name="Deco hill left"/>
          <p:cNvSpPr/>
          <p:nvPr/>
        </p:nvSpPr>
        <p:spPr>
          <a:xfrm>
            <a:off x="-914400" y="4480560"/>
            <a:ext cx="4937760" cy="1463040"/>
          </a:xfrm>
          <a:prstGeom prst="ellipse">
            <a:avLst/>
          </a:prstGeom>
          <a:solidFill>
            <a:srgbClr val="2B6444"/>
          </a:solidFill>
          <a:ln w="12700">
            <a:solidFill>
              <a:srgbClr val="2B6444"/>
            </a:solidFill>
            <a:prstDash val="solid"/>
          </a:ln>
        </p:spPr>
      </p:sp>
      <p:sp>
        <p:nvSpPr>
          <p:cNvPr id="11" name="Deco hill right"/>
          <p:cNvSpPr/>
          <p:nvPr/>
        </p:nvSpPr>
        <p:spPr>
          <a:xfrm>
            <a:off x="4206240" y="4572000"/>
            <a:ext cx="5669280" cy="1463040"/>
          </a:xfrm>
          <a:prstGeom prst="ellipse">
            <a:avLst/>
          </a:prstGeom>
          <a:solidFill>
            <a:srgbClr val="347975"/>
          </a:solidFill>
          <a:ln w="12700">
            <a:solidFill>
              <a:srgbClr val="347975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C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ص</a:t>
            </a:r>
            <a:endParaRPr lang="ar-SA" sz="5600" dirty="0"/>
          </a:p>
        </p:txBody>
      </p:sp>
      <p:sp>
        <p:nvSpPr>
          <p:cNvPr id="16" name="C2 F1 fath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صَ</a:t>
            </a:r>
            <a:endParaRPr lang="ar-SA" sz="5600" dirty="0"/>
          </a:p>
        </p:txBody>
      </p:sp>
      <p:sp>
        <p:nvSpPr>
          <p:cNvPr id="17" name="C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CD26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8" name="C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ح</a:t>
            </a:r>
            <a:endParaRPr lang="ar-SA" sz="5600" dirty="0"/>
          </a:p>
        </p:txBody>
      </p:sp>
      <p:sp>
        <p:nvSpPr>
          <p:cNvPr id="19" name="C5 F2 fath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حَ</a:t>
            </a:r>
            <a:endParaRPr lang="ar-SA" sz="5600" dirty="0"/>
          </a:p>
        </p:txBody>
      </p:sp>
      <p:sp>
        <p:nvSpPr>
          <p:cNvPr id="20" name="C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B82E65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1" name="C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صَحَ</a:t>
            </a:r>
            <a:endParaRPr lang="ar-SA" sz="7400" dirty="0"/>
          </a:p>
        </p:txBody>
      </p:sp>
    </p:spTree>
  </p:cSld>
  <p:clrMapOvr>
    <a:masterClrMapping/>
  </p:clrMapOvr>
  <p:transition spd="med">
    <p:push dir="l"/>
    <p:sndAc>
      <p:stSnd>
        <p:snd r:embed="rIdTrSnd" name="chim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D0C5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wave back"/>
          <p:cNvSpPr/>
          <p:nvPr/>
        </p:nvSpPr>
        <p:spPr>
          <a:xfrm>
            <a:off x="-182880" y="4389120"/>
            <a:ext cx="9509760" cy="548640"/>
          </a:xfrm>
          <a:prstGeom prst="wave">
            <a:avLst/>
          </a:prstGeom>
          <a:solidFill>
            <a:srgbClr val="ADD65C"/>
          </a:solidFill>
          <a:ln w="12700">
            <a:solidFill>
              <a:srgbClr val="ADD65C"/>
            </a:solidFill>
            <a:prstDash val="solid"/>
          </a:ln>
        </p:spPr>
      </p:sp>
      <p:sp>
        <p:nvSpPr>
          <p:cNvPr id="3" name="Deco sea floor"/>
          <p:cNvSpPr/>
          <p:nvPr/>
        </p:nvSpPr>
        <p:spPr>
          <a:xfrm>
            <a:off x="0" y="4709160"/>
            <a:ext cx="9144000" cy="457200"/>
          </a:xfrm>
          <a:prstGeom prst="rect">
            <a:avLst/>
          </a:prstGeom>
          <a:solidFill>
            <a:srgbClr val="8CCC33"/>
          </a:solidFill>
          <a:ln w="12700">
            <a:solidFill>
              <a:srgbClr val="8CCC33"/>
            </a:solidFill>
            <a:prstDash val="solid"/>
          </a:ln>
        </p:spPr>
      </p:sp>
      <p:sp>
        <p:nvSpPr>
          <p:cNvPr id="4" name="Deco bubble 0"/>
          <p:cNvSpPr/>
          <p:nvPr/>
        </p:nvSpPr>
        <p:spPr>
          <a:xfrm>
            <a:off x="365760" y="182880"/>
            <a:ext cx="411480" cy="4114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5" name="Deco bubble 1"/>
          <p:cNvSpPr/>
          <p:nvPr/>
        </p:nvSpPr>
        <p:spPr>
          <a:xfrm>
            <a:off x="914400" y="502920"/>
            <a:ext cx="256032" cy="256032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6" name="Deco bubble 2"/>
          <p:cNvSpPr/>
          <p:nvPr/>
        </p:nvSpPr>
        <p:spPr>
          <a:xfrm>
            <a:off x="8138160" y="137160"/>
            <a:ext cx="457200" cy="4572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7" name="Deco bubble 3"/>
          <p:cNvSpPr/>
          <p:nvPr/>
        </p:nvSpPr>
        <p:spPr>
          <a:xfrm>
            <a:off x="7680960" y="548640"/>
            <a:ext cx="228600" cy="2286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8" name="Deco bubble 4"/>
          <p:cNvSpPr/>
          <p:nvPr/>
        </p:nvSpPr>
        <p:spPr>
          <a:xfrm>
            <a:off x="8686800" y="566928"/>
            <a:ext cx="182880" cy="1828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9" name="Deco sun"/>
          <p:cNvSpPr/>
          <p:nvPr/>
        </p:nvSpPr>
        <p:spPr>
          <a:xfrm>
            <a:off x="4206240" y="109728"/>
            <a:ext cx="685800" cy="68580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0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1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2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3" name="C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ص</a:t>
            </a:r>
            <a:endParaRPr lang="ar-SA" sz="5600" dirty="0"/>
          </a:p>
        </p:txBody>
      </p:sp>
      <p:sp>
        <p:nvSpPr>
          <p:cNvPr id="14" name="C2 F1 fath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صَ</a:t>
            </a:r>
            <a:endParaRPr lang="ar-SA" sz="5600" dirty="0"/>
          </a:p>
        </p:txBody>
      </p:sp>
      <p:sp>
        <p:nvSpPr>
          <p:cNvPr id="15" name="C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B0D9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6" name="C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خ</a:t>
            </a:r>
            <a:endParaRPr lang="ar-SA" sz="5600" dirty="0"/>
          </a:p>
        </p:txBody>
      </p:sp>
      <p:sp>
        <p:nvSpPr>
          <p:cNvPr id="17" name="C5 F2 fath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خَ</a:t>
            </a:r>
            <a:endParaRPr lang="ar-SA" sz="5600" dirty="0"/>
          </a:p>
        </p:txBody>
      </p:sp>
      <p:sp>
        <p:nvSpPr>
          <p:cNvPr id="18" name="C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3DB8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9" name="C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صَخَ</a:t>
            </a:r>
            <a:endParaRPr lang="ar-SA" sz="7400" dirty="0"/>
          </a:p>
        </p:txBody>
      </p:sp>
    </p:spTree>
  </p:cSld>
  <p:clrMapOvr>
    <a:masterClrMapping/>
  </p:clrMapOvr>
  <p:transition spd="med">
    <p:split orient="vert" dir="out"/>
    <p:sndAc>
      <p:stSnd>
        <p:snd r:embed="rIdTrSnd" name="whoosh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 animBg="1"/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7DFC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grass"/>
          <p:cNvSpPr/>
          <p:nvPr/>
        </p:nvSpPr>
        <p:spPr>
          <a:xfrm>
            <a:off x="0" y="4617720"/>
            <a:ext cx="9144000" cy="548640"/>
          </a:xfrm>
          <a:prstGeom prst="rect">
            <a:avLst/>
          </a:prstGeom>
          <a:solidFill>
            <a:srgbClr val="66C653"/>
          </a:solidFill>
          <a:ln w="12700">
            <a:solidFill>
              <a:srgbClr val="66C653"/>
            </a:solidFill>
            <a:prstDash val="solid"/>
          </a:ln>
        </p:spPr>
      </p:sp>
      <p:sp>
        <p:nvSpPr>
          <p:cNvPr id="3" name="Deco stem 0"/>
          <p:cNvSpPr/>
          <p:nvPr/>
        </p:nvSpPr>
        <p:spPr>
          <a:xfrm>
            <a:off x="57607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4" name="Deco flower 0"/>
          <p:cNvSpPr/>
          <p:nvPr/>
        </p:nvSpPr>
        <p:spPr>
          <a:xfrm>
            <a:off x="457200" y="4370832"/>
            <a:ext cx="274320" cy="274320"/>
          </a:xfrm>
          <a:prstGeom prst="flowChartConnector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5" name="Deco stem 1"/>
          <p:cNvSpPr/>
          <p:nvPr/>
        </p:nvSpPr>
        <p:spPr>
          <a:xfrm>
            <a:off x="13990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6" name="Deco flower 1"/>
          <p:cNvSpPr/>
          <p:nvPr/>
        </p:nvSpPr>
        <p:spPr>
          <a:xfrm>
            <a:off x="1280160" y="4370832"/>
            <a:ext cx="274320" cy="274320"/>
          </a:xfrm>
          <a:prstGeom prst="flowChartConnector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7" name="Deco stem 2"/>
          <p:cNvSpPr/>
          <p:nvPr/>
        </p:nvSpPr>
        <p:spPr>
          <a:xfrm>
            <a:off x="22219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8" name="Deco flower 2"/>
          <p:cNvSpPr/>
          <p:nvPr/>
        </p:nvSpPr>
        <p:spPr>
          <a:xfrm>
            <a:off x="2103120" y="4370832"/>
            <a:ext cx="274320" cy="274320"/>
          </a:xfrm>
          <a:prstGeom prst="flowChartConnector">
            <a:avLst/>
          </a:prstGeom>
          <a:solidFill>
            <a:srgbClr val="B892FF"/>
          </a:solidFill>
          <a:ln w="12700">
            <a:solidFill>
              <a:srgbClr val="B892FF"/>
            </a:solidFill>
            <a:prstDash val="solid"/>
          </a:ln>
        </p:spPr>
      </p:sp>
      <p:sp>
        <p:nvSpPr>
          <p:cNvPr id="9" name="Deco stem 3"/>
          <p:cNvSpPr/>
          <p:nvPr/>
        </p:nvSpPr>
        <p:spPr>
          <a:xfrm>
            <a:off x="68854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6766560" y="4370832"/>
            <a:ext cx="274320" cy="274320"/>
          </a:xfrm>
          <a:prstGeom prst="flowChartConnector">
            <a:avLst/>
          </a:prstGeom>
          <a:solidFill>
            <a:srgbClr val="FF6F91"/>
          </a:solidFill>
          <a:ln w="12700">
            <a:solidFill>
              <a:srgbClr val="FF6F91"/>
            </a:solidFill>
            <a:prstDash val="solid"/>
          </a:ln>
        </p:spPr>
      </p:sp>
      <p:sp>
        <p:nvSpPr>
          <p:cNvPr id="11" name="Deco stem 4"/>
          <p:cNvSpPr/>
          <p:nvPr/>
        </p:nvSpPr>
        <p:spPr>
          <a:xfrm>
            <a:off x="77083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2" name="Deco flower 4"/>
          <p:cNvSpPr/>
          <p:nvPr/>
        </p:nvSpPr>
        <p:spPr>
          <a:xfrm>
            <a:off x="7589520" y="4370832"/>
            <a:ext cx="274320" cy="274320"/>
          </a:xfrm>
          <a:prstGeom prst="flowChartConnector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3" name="Deco stem 5"/>
          <p:cNvSpPr/>
          <p:nvPr/>
        </p:nvSpPr>
        <p:spPr>
          <a:xfrm>
            <a:off x="843991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4" name="Deco flower 5"/>
          <p:cNvSpPr/>
          <p:nvPr/>
        </p:nvSpPr>
        <p:spPr>
          <a:xfrm>
            <a:off x="8321040" y="4370832"/>
            <a:ext cx="274320" cy="274320"/>
          </a:xfrm>
          <a:prstGeom prst="flowChartConnector">
            <a:avLst/>
          </a:prstGeom>
          <a:solidFill>
            <a:srgbClr val="7EC8FF"/>
          </a:solidFill>
          <a:ln w="12700">
            <a:solidFill>
              <a:srgbClr val="7EC8FF"/>
            </a:solidFill>
            <a:prstDash val="solid"/>
          </a:ln>
        </p:spPr>
      </p:sp>
      <p:sp>
        <p:nvSpPr>
          <p:cNvPr id="15" name="Deco heart"/>
          <p:cNvSpPr/>
          <p:nvPr/>
        </p:nvSpPr>
        <p:spPr>
          <a:xfrm>
            <a:off x="411480" y="228600"/>
            <a:ext cx="457200" cy="411480"/>
          </a:xfrm>
          <a:prstGeom prst="heart">
            <a:avLst/>
          </a:prstGeom>
          <a:solidFill>
            <a:srgbClr val="ED795E"/>
          </a:solidFill>
          <a:ln w="12700">
            <a:solidFill>
              <a:srgbClr val="ED795E"/>
            </a:solidFill>
            <a:prstDash val="solid"/>
          </a:ln>
        </p:spPr>
      </p:sp>
      <p:sp>
        <p:nvSpPr>
          <p:cNvPr id="16" name="Deco cloud"/>
          <p:cNvSpPr/>
          <p:nvPr/>
        </p:nvSpPr>
        <p:spPr>
          <a:xfrm>
            <a:off x="713232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7" name="Deco friend"/>
          <p:cNvSpPr/>
          <p:nvPr/>
        </p:nvSpPr>
        <p:spPr>
          <a:xfrm>
            <a:off x="6309360" y="182880"/>
            <a:ext cx="548640" cy="548640"/>
          </a:xfrm>
          <a:prstGeom prst="smileyFace">
            <a:avLst/>
          </a:prstGeom>
          <a:solidFill>
            <a:srgbClr val="FFD166"/>
          </a:solidFill>
          <a:ln w="12700">
            <a:solidFill>
              <a:srgbClr val="FFD166"/>
            </a:solidFill>
            <a:prstDash val="solid"/>
          </a:ln>
        </p:spPr>
      </p:sp>
      <p:sp>
        <p:nvSpPr>
          <p:cNvPr id="18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9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20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21" name="C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ص</a:t>
            </a:r>
            <a:endParaRPr lang="ar-SA" sz="5600" dirty="0"/>
          </a:p>
        </p:txBody>
      </p:sp>
      <p:sp>
        <p:nvSpPr>
          <p:cNvPr id="22" name="C2 F1 fath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صَ</a:t>
            </a:r>
            <a:endParaRPr lang="ar-SA" sz="5600" dirty="0"/>
          </a:p>
        </p:txBody>
      </p:sp>
      <p:sp>
        <p:nvSpPr>
          <p:cNvPr id="23" name="C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267C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C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</a:t>
            </a:r>
            <a:endParaRPr lang="ar-SA" sz="5600" dirty="0"/>
          </a:p>
        </p:txBody>
      </p:sp>
      <p:sp>
        <p:nvSpPr>
          <p:cNvPr id="25" name="C5 F2 fath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دَ</a:t>
            </a:r>
            <a:endParaRPr lang="ar-SA" sz="5600" dirty="0"/>
          </a:p>
        </p:txBody>
      </p:sp>
      <p:sp>
        <p:nvSpPr>
          <p:cNvPr id="26" name="C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472E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7" name="C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1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صَدَ</a:t>
            </a:r>
            <a:endParaRPr lang="ar-SA" sz="11000" dirty="0"/>
          </a:p>
        </p:txBody>
      </p:sp>
    </p:spTree>
  </p:cSld>
  <p:clrMapOvr>
    <a:masterClrMapping/>
  </p:clrMapOvr>
  <p:transition spd="med">
    <p:pull dir="l"/>
    <p:sndAc>
      <p:stSnd>
        <p:snd r:embed="rIdTrSnd" name="bubbles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14433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planet"/>
          <p:cNvSpPr/>
          <p:nvPr/>
        </p:nvSpPr>
        <p:spPr>
          <a:xfrm>
            <a:off x="7680960" y="91440"/>
            <a:ext cx="731520" cy="731520"/>
          </a:xfrm>
          <a:prstGeom prst="ellipse">
            <a:avLst/>
          </a:prstGeom>
          <a:solidFill>
            <a:srgbClr val="52B4E0"/>
          </a:solidFill>
          <a:ln w="12700">
            <a:solidFill>
              <a:srgbClr val="52B4E0"/>
            </a:solidFill>
            <a:prstDash val="solid"/>
          </a:ln>
        </p:spPr>
      </p:sp>
      <p:sp>
        <p:nvSpPr>
          <p:cNvPr id="3" name="Deco planet ring"/>
          <p:cNvSpPr/>
          <p:nvPr/>
        </p:nvSpPr>
        <p:spPr>
          <a:xfrm>
            <a:off x="7452360" y="384048"/>
            <a:ext cx="1188720" cy="164592"/>
          </a:xfrm>
          <a:prstGeom prst="ellipse">
            <a:avLst/>
          </a:prstGeom>
          <a:solidFill>
            <a:srgbClr val="FFFFFF">
              <a:alpha val="0"/>
            </a:srgbClr>
          </a:solidFill>
          <a:ln w="25400">
            <a:solidFill>
              <a:srgbClr val="8CA0F2"/>
            </a:solidFill>
            <a:prstDash val="solid"/>
          </a:ln>
        </p:spPr>
      </p:sp>
      <p:sp>
        <p:nvSpPr>
          <p:cNvPr id="4" name="Deco small planet"/>
          <p:cNvSpPr/>
          <p:nvPr/>
        </p:nvSpPr>
        <p:spPr>
          <a:xfrm>
            <a:off x="274320" y="182880"/>
            <a:ext cx="502920" cy="502920"/>
          </a:xfrm>
          <a:prstGeom prst="ellipse">
            <a:avLst/>
          </a:prstGeom>
          <a:solidFill>
            <a:srgbClr val="DB7085"/>
          </a:solidFill>
          <a:ln w="12700">
            <a:solidFill>
              <a:srgbClr val="DB7085"/>
            </a:solidFill>
            <a:prstDash val="solid"/>
          </a:ln>
        </p:spPr>
      </p:sp>
      <p:sp>
        <p:nvSpPr>
          <p:cNvPr id="5" name="Deco star 0"/>
          <p:cNvSpPr/>
          <p:nvPr/>
        </p:nvSpPr>
        <p:spPr>
          <a:xfrm>
            <a:off x="1371600" y="27432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6" name="Deco star 1"/>
          <p:cNvSpPr/>
          <p:nvPr/>
        </p:nvSpPr>
        <p:spPr>
          <a:xfrm>
            <a:off x="2468880" y="91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7" name="Deco star 2"/>
          <p:cNvSpPr/>
          <p:nvPr/>
        </p:nvSpPr>
        <p:spPr>
          <a:xfrm>
            <a:off x="3840480" y="50292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8" name="Deco star 3"/>
          <p:cNvSpPr/>
          <p:nvPr/>
        </p:nvSpPr>
        <p:spPr>
          <a:xfrm>
            <a:off x="5120640" y="137160"/>
            <a:ext cx="256032" cy="256032"/>
          </a:xfrm>
          <a:prstGeom prst="star4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9" name="Deco star 4"/>
          <p:cNvSpPr/>
          <p:nvPr/>
        </p:nvSpPr>
        <p:spPr>
          <a:xfrm>
            <a:off x="6583680" y="4572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5"/>
          <p:cNvSpPr/>
          <p:nvPr/>
        </p:nvSpPr>
        <p:spPr>
          <a:xfrm>
            <a:off x="1097280" y="457200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star 6"/>
          <p:cNvSpPr/>
          <p:nvPr/>
        </p:nvSpPr>
        <p:spPr>
          <a:xfrm>
            <a:off x="2743200" y="475488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12" name="Deco star 7"/>
          <p:cNvSpPr/>
          <p:nvPr/>
        </p:nvSpPr>
        <p:spPr>
          <a:xfrm>
            <a:off x="6217920" y="4663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3" name="Deco star 8"/>
          <p:cNvSpPr/>
          <p:nvPr/>
        </p:nvSpPr>
        <p:spPr>
          <a:xfrm>
            <a:off x="8138160" y="45720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4" name="Deco moon surface"/>
          <p:cNvSpPr/>
          <p:nvPr/>
        </p:nvSpPr>
        <p:spPr>
          <a:xfrm>
            <a:off x="3200400" y="4709160"/>
            <a:ext cx="2743200" cy="1097280"/>
          </a:xfrm>
          <a:prstGeom prst="ellipse">
            <a:avLst/>
          </a:prstGeom>
          <a:solidFill>
            <a:srgbClr val="7C8547"/>
          </a:solidFill>
          <a:ln w="12700">
            <a:solidFill>
              <a:srgbClr val="7C8547"/>
            </a:solidFill>
            <a:prstDash val="solid"/>
          </a:ln>
        </p:spPr>
      </p:sp>
      <p:sp>
        <p:nvSpPr>
          <p:cNvPr id="15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6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7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8" name="C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ص</a:t>
            </a:r>
            <a:endParaRPr lang="ar-SA" sz="5600" dirty="0"/>
          </a:p>
        </p:txBody>
      </p:sp>
      <p:sp>
        <p:nvSpPr>
          <p:cNvPr id="19" name="C2 F1 fath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صَ</a:t>
            </a:r>
            <a:endParaRPr lang="ar-SA" sz="5600" dirty="0"/>
          </a:p>
        </p:txBody>
      </p:sp>
      <p:sp>
        <p:nvSpPr>
          <p:cNvPr id="20" name="C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D9264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1" name="C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ذ</a:t>
            </a:r>
            <a:endParaRPr lang="ar-SA" sz="5600" dirty="0"/>
          </a:p>
        </p:txBody>
      </p:sp>
      <p:sp>
        <p:nvSpPr>
          <p:cNvPr id="22" name="C5 F2 fath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ذَ</a:t>
            </a:r>
            <a:endParaRPr lang="ar-SA" sz="5600" dirty="0"/>
          </a:p>
        </p:txBody>
      </p:sp>
      <p:sp>
        <p:nvSpPr>
          <p:cNvPr id="23" name="C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B86F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C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3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صَذَ</a:t>
            </a:r>
            <a:endParaRPr lang="ar-SA" sz="9300" dirty="0"/>
          </a:p>
        </p:txBody>
      </p:sp>
    </p:spTree>
  </p:cSld>
  <p:clrMapOvr>
    <a:masterClrMapping/>
  </p:clrMapOvr>
  <p:transition spd="med">
    <p:fade/>
    <p:sndAc>
      <p:stSnd>
        <p:snd r:embed="rIdTrSnd" name="sparkl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7C5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sun low"/>
          <p:cNvSpPr/>
          <p:nvPr/>
        </p:nvSpPr>
        <p:spPr>
          <a:xfrm>
            <a:off x="3566160" y="4343400"/>
            <a:ext cx="2011680" cy="2011680"/>
          </a:xfrm>
          <a:prstGeom prst="ellipse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3" name="Deco dune left"/>
          <p:cNvSpPr/>
          <p:nvPr/>
        </p:nvSpPr>
        <p:spPr>
          <a:xfrm>
            <a:off x="-1097280" y="4572000"/>
            <a:ext cx="4572000" cy="1280160"/>
          </a:xfrm>
          <a:prstGeom prst="ellipse">
            <a:avLst/>
          </a:prstGeom>
          <a:solidFill>
            <a:srgbClr val="D8649C"/>
          </a:solidFill>
          <a:ln w="12700">
            <a:solidFill>
              <a:srgbClr val="D8649C"/>
            </a:solidFill>
            <a:prstDash val="solid"/>
          </a:ln>
        </p:spPr>
      </p:sp>
      <p:sp>
        <p:nvSpPr>
          <p:cNvPr id="4" name="Deco dune right"/>
          <p:cNvSpPr/>
          <p:nvPr/>
        </p:nvSpPr>
        <p:spPr>
          <a:xfrm>
            <a:off x="5303520" y="4617720"/>
            <a:ext cx="5120640" cy="1280160"/>
          </a:xfrm>
          <a:prstGeom prst="ellipse">
            <a:avLst/>
          </a:prstGeom>
          <a:solidFill>
            <a:srgbClr val="D147A1"/>
          </a:solidFill>
          <a:ln w="12700">
            <a:solidFill>
              <a:srgbClr val="D147A1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320040" y="137160"/>
            <a:ext cx="1371600" cy="5943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right"/>
          <p:cNvSpPr/>
          <p:nvPr/>
        </p:nvSpPr>
        <p:spPr>
          <a:xfrm>
            <a:off x="7223760" y="182880"/>
            <a:ext cx="1280160" cy="548640"/>
          </a:xfrm>
          <a:prstGeom prst="cloud">
            <a:avLst/>
          </a:prstGeom>
          <a:solidFill>
            <a:srgbClr val="FFF3E8"/>
          </a:solidFill>
          <a:ln w="12700">
            <a:solidFill>
              <a:srgbClr val="FFF3E8"/>
            </a:solidFill>
            <a:prstDash val="solid"/>
          </a:ln>
        </p:spPr>
      </p:sp>
      <p:sp>
        <p:nvSpPr>
          <p:cNvPr id="7" name="Deco bird 0"/>
          <p:cNvSpPr/>
          <p:nvPr/>
        </p:nvSpPr>
        <p:spPr>
          <a:xfrm rot="5400000">
            <a:off x="2926080" y="32004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8" name="Deco bird 1"/>
          <p:cNvSpPr/>
          <p:nvPr/>
        </p:nvSpPr>
        <p:spPr>
          <a:xfrm rot="5400000">
            <a:off x="3291840" y="22860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9" name="Deco bird 2"/>
          <p:cNvSpPr/>
          <p:nvPr/>
        </p:nvSpPr>
        <p:spPr>
          <a:xfrm rot="5400000">
            <a:off x="5394960" y="36576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10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1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2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3" name="C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ص</a:t>
            </a:r>
            <a:endParaRPr lang="ar-SA" sz="5600" dirty="0"/>
          </a:p>
        </p:txBody>
      </p:sp>
      <p:sp>
        <p:nvSpPr>
          <p:cNvPr id="14" name="C2 F1 fath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صَ</a:t>
            </a:r>
            <a:endParaRPr lang="ar-SA" sz="5600" dirty="0"/>
          </a:p>
        </p:txBody>
      </p:sp>
      <p:sp>
        <p:nvSpPr>
          <p:cNvPr id="15" name="C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26D93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6" name="C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ر</a:t>
            </a:r>
            <a:endParaRPr lang="ar-SA" sz="5600" dirty="0"/>
          </a:p>
        </p:txBody>
      </p:sp>
      <p:sp>
        <p:nvSpPr>
          <p:cNvPr id="17" name="C5 F2 fath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رَ</a:t>
            </a:r>
            <a:endParaRPr lang="ar-SA" sz="5600" dirty="0"/>
          </a:p>
        </p:txBody>
      </p:sp>
      <p:sp>
        <p:nvSpPr>
          <p:cNvPr id="18" name="C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2EB89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9" name="C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صَرَ</a:t>
            </a:r>
            <a:endParaRPr lang="ar-SA" sz="9000" dirty="0"/>
          </a:p>
        </p:txBody>
      </p:sp>
    </p:spTree>
  </p:cSld>
  <p:clrMapOvr>
    <a:masterClrMapping/>
  </p:clrMapOvr>
  <p:transition spd="med">
    <p:cover dir="l"/>
    <p:sndAc>
      <p:stSnd>
        <p:snd r:embed="rIdTrSnd" name="marimba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 animBg="1"/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E3F7C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434840"/>
            <a:ext cx="4754880" cy="1463040"/>
          </a:xfrm>
          <a:prstGeom prst="ellipse">
            <a:avLst/>
          </a:prstGeom>
          <a:solidFill>
            <a:srgbClr val="66AACC"/>
          </a:solidFill>
          <a:ln w="12700">
            <a:solidFill>
              <a:srgbClr val="66AACC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023360" y="4526280"/>
            <a:ext cx="5852160" cy="1463040"/>
          </a:xfrm>
          <a:prstGeom prst="ellipse">
            <a:avLst/>
          </a:prstGeom>
          <a:solidFill>
            <a:srgbClr val="406ABF"/>
          </a:solidFill>
          <a:ln w="12700">
            <a:solidFill>
              <a:srgbClr val="406ABF"/>
            </a:solidFill>
            <a:prstDash val="solid"/>
          </a:ln>
        </p:spPr>
      </p:sp>
      <p:sp>
        <p:nvSpPr>
          <p:cNvPr id="4" name="Deco sun"/>
          <p:cNvSpPr/>
          <p:nvPr/>
        </p:nvSpPr>
        <p:spPr>
          <a:xfrm>
            <a:off x="274320" y="91440"/>
            <a:ext cx="731520" cy="73152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85800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863840" y="457200"/>
            <a:ext cx="822960" cy="365760"/>
          </a:xfrm>
          <a:prstGeom prst="cloud">
            <a:avLst/>
          </a:prstGeom>
          <a:solidFill>
            <a:srgbClr val="F4FAFF"/>
          </a:solidFill>
          <a:ln w="12700">
            <a:solidFill>
              <a:srgbClr val="F4FAFF"/>
            </a:solidFill>
            <a:prstDash val="solid"/>
          </a:ln>
        </p:spPr>
      </p:sp>
      <p:sp>
        <p:nvSpPr>
          <p:cNvPr id="7" name="Deco flower 0"/>
          <p:cNvSpPr/>
          <p:nvPr/>
        </p:nvSpPr>
        <p:spPr>
          <a:xfrm>
            <a:off x="128016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8" name="Deco flower 1"/>
          <p:cNvSpPr/>
          <p:nvPr/>
        </p:nvSpPr>
        <p:spPr>
          <a:xfrm>
            <a:off x="1828800" y="4526280"/>
            <a:ext cx="292608" cy="292608"/>
          </a:xfrm>
          <a:prstGeom prst="star5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9" name="Deco flower 2"/>
          <p:cNvSpPr/>
          <p:nvPr/>
        </p:nvSpPr>
        <p:spPr>
          <a:xfrm>
            <a:off x="7315200" y="4526280"/>
            <a:ext cx="292608" cy="292608"/>
          </a:xfrm>
          <a:prstGeom prst="star5">
            <a:avLst/>
          </a:prstGeom>
          <a:solidFill>
            <a:srgbClr val="8E5BD0"/>
          </a:solidFill>
          <a:ln w="12700">
            <a:solidFill>
              <a:srgbClr val="8E5BD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795528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11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2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3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4" name="C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ص</a:t>
            </a:r>
            <a:endParaRPr lang="ar-SA" sz="5600" dirty="0"/>
          </a:p>
        </p:txBody>
      </p:sp>
      <p:sp>
        <p:nvSpPr>
          <p:cNvPr id="15" name="C2 F1 fath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صَ</a:t>
            </a:r>
            <a:endParaRPr lang="ar-SA" sz="5600" dirty="0"/>
          </a:p>
        </p:txBody>
      </p:sp>
      <p:sp>
        <p:nvSpPr>
          <p:cNvPr id="16" name="C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6C26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7" name="C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ز</a:t>
            </a:r>
            <a:endParaRPr lang="ar-SA" sz="5600" dirty="0"/>
          </a:p>
        </p:txBody>
      </p:sp>
      <p:sp>
        <p:nvSpPr>
          <p:cNvPr id="18" name="C5 F2 fath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زَ</a:t>
            </a:r>
            <a:endParaRPr lang="ar-SA" sz="5600" dirty="0"/>
          </a:p>
        </p:txBody>
      </p:sp>
      <p:sp>
        <p:nvSpPr>
          <p:cNvPr id="19" name="C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B82EAF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0" name="C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صَزَ</a:t>
            </a:r>
            <a:endParaRPr lang="ar-SA" sz="9000" dirty="0"/>
          </a:p>
        </p:txBody>
      </p:sp>
    </p:spTree>
  </p:cSld>
  <p:clrMapOvr>
    <a:masterClrMapping/>
  </p:clrMapOvr>
  <p:transition spd="med">
    <p:zoom/>
    <p:sndAc>
      <p:stSnd>
        <p:snd r:embed="rIdTrSnd" name="harp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14234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moon"/>
          <p:cNvSpPr/>
          <p:nvPr/>
        </p:nvSpPr>
        <p:spPr>
          <a:xfrm>
            <a:off x="365760" y="91440"/>
            <a:ext cx="502920" cy="731520"/>
          </a:xfrm>
          <a:prstGeom prst="moon">
            <a:avLst/>
          </a:prstGeom>
          <a:solidFill>
            <a:srgbClr val="FFE88A"/>
          </a:solidFill>
          <a:ln w="12700">
            <a:solidFill>
              <a:srgbClr val="FFE88A"/>
            </a:solidFill>
            <a:prstDash val="solid"/>
          </a:ln>
        </p:spPr>
      </p:sp>
      <p:sp>
        <p:nvSpPr>
          <p:cNvPr id="3" name="Deco star 0"/>
          <p:cNvSpPr/>
          <p:nvPr/>
        </p:nvSpPr>
        <p:spPr>
          <a:xfrm>
            <a:off x="1280160" y="18288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4" name="Deco star 1"/>
          <p:cNvSpPr/>
          <p:nvPr/>
        </p:nvSpPr>
        <p:spPr>
          <a:xfrm>
            <a:off x="2194560" y="50292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5" name="Deco star 2"/>
          <p:cNvSpPr/>
          <p:nvPr/>
        </p:nvSpPr>
        <p:spPr>
          <a:xfrm>
            <a:off x="3291840" y="137160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6" name="Deco star 3"/>
          <p:cNvSpPr/>
          <p:nvPr/>
        </p:nvSpPr>
        <p:spPr>
          <a:xfrm>
            <a:off x="5760720" y="457200"/>
            <a:ext cx="365760" cy="36576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7" name="Deco star 4"/>
          <p:cNvSpPr/>
          <p:nvPr/>
        </p:nvSpPr>
        <p:spPr>
          <a:xfrm>
            <a:off x="6766560" y="109728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8" name="Deco star 5"/>
          <p:cNvSpPr/>
          <p:nvPr/>
        </p:nvSpPr>
        <p:spPr>
          <a:xfrm>
            <a:off x="7772400" y="41148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9" name="Deco star 6"/>
          <p:cNvSpPr/>
          <p:nvPr/>
        </p:nvSpPr>
        <p:spPr>
          <a:xfrm>
            <a:off x="8503920" y="13716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10" name="Deco hill left"/>
          <p:cNvSpPr/>
          <p:nvPr/>
        </p:nvSpPr>
        <p:spPr>
          <a:xfrm>
            <a:off x="-914400" y="4480560"/>
            <a:ext cx="4937760" cy="1463040"/>
          </a:xfrm>
          <a:prstGeom prst="ellipse">
            <a:avLst/>
          </a:prstGeom>
          <a:solidFill>
            <a:srgbClr val="352B64"/>
          </a:solidFill>
          <a:ln w="12700">
            <a:solidFill>
              <a:srgbClr val="352B64"/>
            </a:solidFill>
            <a:prstDash val="solid"/>
          </a:ln>
        </p:spPr>
      </p:sp>
      <p:sp>
        <p:nvSpPr>
          <p:cNvPr id="11" name="Deco hill right"/>
          <p:cNvSpPr/>
          <p:nvPr/>
        </p:nvSpPr>
        <p:spPr>
          <a:xfrm>
            <a:off x="4206240" y="4572000"/>
            <a:ext cx="5669280" cy="1463040"/>
          </a:xfrm>
          <a:prstGeom prst="ellipse">
            <a:avLst/>
          </a:prstGeom>
          <a:solidFill>
            <a:srgbClr val="643479"/>
          </a:solidFill>
          <a:ln w="12700">
            <a:solidFill>
              <a:srgbClr val="643479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C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ص</a:t>
            </a:r>
            <a:endParaRPr lang="ar-SA" sz="5600" dirty="0"/>
          </a:p>
        </p:txBody>
      </p:sp>
      <p:sp>
        <p:nvSpPr>
          <p:cNvPr id="16" name="C2 F1 fath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صَ</a:t>
            </a:r>
            <a:endParaRPr lang="ar-SA" sz="5600" dirty="0"/>
          </a:p>
        </p:txBody>
      </p:sp>
      <p:sp>
        <p:nvSpPr>
          <p:cNvPr id="17" name="C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D9A1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8" name="C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س</a:t>
            </a:r>
            <a:endParaRPr lang="ar-SA" sz="5600" dirty="0"/>
          </a:p>
        </p:txBody>
      </p:sp>
      <p:sp>
        <p:nvSpPr>
          <p:cNvPr id="19" name="C5 F2 fath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سَ</a:t>
            </a:r>
            <a:endParaRPr lang="ar-SA" sz="5600" dirty="0"/>
          </a:p>
        </p:txBody>
      </p:sp>
      <p:sp>
        <p:nvSpPr>
          <p:cNvPr id="20" name="C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87B8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1" name="C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7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صَسَ</a:t>
            </a:r>
            <a:endParaRPr lang="ar-SA" sz="8700" dirty="0"/>
          </a:p>
        </p:txBody>
      </p:sp>
    </p:spTree>
  </p:cSld>
  <p:clrMapOvr>
    <a:masterClrMapping/>
  </p:clrMapOvr>
  <p:transition spd="med">
    <p:wheel spokes="4"/>
    <p:sndAc>
      <p:stSnd>
        <p:snd r:embed="rIdTrSnd" name="chim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7C5C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wave back"/>
          <p:cNvSpPr/>
          <p:nvPr/>
        </p:nvSpPr>
        <p:spPr>
          <a:xfrm>
            <a:off x="-182880" y="4389120"/>
            <a:ext cx="9509760" cy="548640"/>
          </a:xfrm>
          <a:prstGeom prst="wave">
            <a:avLst/>
          </a:prstGeom>
          <a:solidFill>
            <a:srgbClr val="5CD6C2"/>
          </a:solidFill>
          <a:ln w="12700">
            <a:solidFill>
              <a:srgbClr val="5CD6C2"/>
            </a:solidFill>
            <a:prstDash val="solid"/>
          </a:ln>
        </p:spPr>
      </p:sp>
      <p:sp>
        <p:nvSpPr>
          <p:cNvPr id="3" name="Deco sea floor"/>
          <p:cNvSpPr/>
          <p:nvPr/>
        </p:nvSpPr>
        <p:spPr>
          <a:xfrm>
            <a:off x="0" y="4709160"/>
            <a:ext cx="9144000" cy="457200"/>
          </a:xfrm>
          <a:prstGeom prst="rect">
            <a:avLst/>
          </a:prstGeom>
          <a:solidFill>
            <a:srgbClr val="33CCBF"/>
          </a:solidFill>
          <a:ln w="12700">
            <a:solidFill>
              <a:srgbClr val="33CCBF"/>
            </a:solidFill>
            <a:prstDash val="solid"/>
          </a:ln>
        </p:spPr>
      </p:sp>
      <p:sp>
        <p:nvSpPr>
          <p:cNvPr id="4" name="Deco bubble 0"/>
          <p:cNvSpPr/>
          <p:nvPr/>
        </p:nvSpPr>
        <p:spPr>
          <a:xfrm>
            <a:off x="365760" y="182880"/>
            <a:ext cx="411480" cy="4114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5" name="Deco bubble 1"/>
          <p:cNvSpPr/>
          <p:nvPr/>
        </p:nvSpPr>
        <p:spPr>
          <a:xfrm>
            <a:off x="914400" y="502920"/>
            <a:ext cx="256032" cy="256032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6" name="Deco bubble 2"/>
          <p:cNvSpPr/>
          <p:nvPr/>
        </p:nvSpPr>
        <p:spPr>
          <a:xfrm>
            <a:off x="8138160" y="137160"/>
            <a:ext cx="457200" cy="4572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7" name="Deco bubble 3"/>
          <p:cNvSpPr/>
          <p:nvPr/>
        </p:nvSpPr>
        <p:spPr>
          <a:xfrm>
            <a:off x="7680960" y="548640"/>
            <a:ext cx="228600" cy="2286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8" name="Deco bubble 4"/>
          <p:cNvSpPr/>
          <p:nvPr/>
        </p:nvSpPr>
        <p:spPr>
          <a:xfrm>
            <a:off x="8686800" y="566928"/>
            <a:ext cx="182880" cy="1828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9" name="Deco sun"/>
          <p:cNvSpPr/>
          <p:nvPr/>
        </p:nvSpPr>
        <p:spPr>
          <a:xfrm>
            <a:off x="4206240" y="109728"/>
            <a:ext cx="685800" cy="68580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0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1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2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3" name="C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ص</a:t>
            </a:r>
            <a:endParaRPr lang="ar-SA" sz="5600" dirty="0"/>
          </a:p>
        </p:txBody>
      </p:sp>
      <p:sp>
        <p:nvSpPr>
          <p:cNvPr id="14" name="C2 F1 fath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صَ</a:t>
            </a:r>
            <a:endParaRPr lang="ar-SA" sz="5600" dirty="0"/>
          </a:p>
        </p:txBody>
      </p:sp>
      <p:sp>
        <p:nvSpPr>
          <p:cNvPr id="15" name="C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26D9D5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6" name="C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ش</a:t>
            </a:r>
            <a:endParaRPr lang="ar-SA" sz="5600" dirty="0"/>
          </a:p>
        </p:txBody>
      </p:sp>
      <p:sp>
        <p:nvSpPr>
          <p:cNvPr id="17" name="C5 F2 fath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شَ</a:t>
            </a:r>
            <a:endParaRPr lang="ar-SA" sz="5600" dirty="0"/>
          </a:p>
        </p:txBody>
      </p:sp>
      <p:sp>
        <p:nvSpPr>
          <p:cNvPr id="18" name="C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2E5F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9" name="C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7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صَشَ</a:t>
            </a:r>
            <a:endParaRPr lang="ar-SA" sz="8700" dirty="0"/>
          </a:p>
        </p:txBody>
      </p:sp>
    </p:spTree>
  </p:cSld>
  <p:clrMapOvr>
    <a:masterClrMapping/>
  </p:clrMapOvr>
  <p:transition spd="med">
    <p:wipe dir="l"/>
    <p:sndAc>
      <p:stSnd>
        <p:snd r:embed="rIdTrSnd" name="whoosh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 animBg="1"/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C5F7D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grass"/>
          <p:cNvSpPr/>
          <p:nvPr/>
        </p:nvSpPr>
        <p:spPr>
          <a:xfrm>
            <a:off x="0" y="4617720"/>
            <a:ext cx="9144000" cy="548640"/>
          </a:xfrm>
          <a:prstGeom prst="rect">
            <a:avLst/>
          </a:prstGeom>
          <a:solidFill>
            <a:srgbClr val="5366C6"/>
          </a:solidFill>
          <a:ln w="12700">
            <a:solidFill>
              <a:srgbClr val="5366C6"/>
            </a:solidFill>
            <a:prstDash val="solid"/>
          </a:ln>
        </p:spPr>
      </p:sp>
      <p:sp>
        <p:nvSpPr>
          <p:cNvPr id="3" name="Deco stem 0"/>
          <p:cNvSpPr/>
          <p:nvPr/>
        </p:nvSpPr>
        <p:spPr>
          <a:xfrm>
            <a:off x="57607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4" name="Deco flower 0"/>
          <p:cNvSpPr/>
          <p:nvPr/>
        </p:nvSpPr>
        <p:spPr>
          <a:xfrm>
            <a:off x="457200" y="4370832"/>
            <a:ext cx="274320" cy="274320"/>
          </a:xfrm>
          <a:prstGeom prst="flowChartConnector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5" name="Deco stem 1"/>
          <p:cNvSpPr/>
          <p:nvPr/>
        </p:nvSpPr>
        <p:spPr>
          <a:xfrm>
            <a:off x="13990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6" name="Deco flower 1"/>
          <p:cNvSpPr/>
          <p:nvPr/>
        </p:nvSpPr>
        <p:spPr>
          <a:xfrm>
            <a:off x="1280160" y="4370832"/>
            <a:ext cx="274320" cy="274320"/>
          </a:xfrm>
          <a:prstGeom prst="flowChartConnector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7" name="Deco stem 2"/>
          <p:cNvSpPr/>
          <p:nvPr/>
        </p:nvSpPr>
        <p:spPr>
          <a:xfrm>
            <a:off x="22219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8" name="Deco flower 2"/>
          <p:cNvSpPr/>
          <p:nvPr/>
        </p:nvSpPr>
        <p:spPr>
          <a:xfrm>
            <a:off x="2103120" y="4370832"/>
            <a:ext cx="274320" cy="274320"/>
          </a:xfrm>
          <a:prstGeom prst="flowChartConnector">
            <a:avLst/>
          </a:prstGeom>
          <a:solidFill>
            <a:srgbClr val="B892FF"/>
          </a:solidFill>
          <a:ln w="12700">
            <a:solidFill>
              <a:srgbClr val="B892FF"/>
            </a:solidFill>
            <a:prstDash val="solid"/>
          </a:ln>
        </p:spPr>
      </p:sp>
      <p:sp>
        <p:nvSpPr>
          <p:cNvPr id="9" name="Deco stem 3"/>
          <p:cNvSpPr/>
          <p:nvPr/>
        </p:nvSpPr>
        <p:spPr>
          <a:xfrm>
            <a:off x="68854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6766560" y="4370832"/>
            <a:ext cx="274320" cy="274320"/>
          </a:xfrm>
          <a:prstGeom prst="flowChartConnector">
            <a:avLst/>
          </a:prstGeom>
          <a:solidFill>
            <a:srgbClr val="FF6F91"/>
          </a:solidFill>
          <a:ln w="12700">
            <a:solidFill>
              <a:srgbClr val="FF6F91"/>
            </a:solidFill>
            <a:prstDash val="solid"/>
          </a:ln>
        </p:spPr>
      </p:sp>
      <p:sp>
        <p:nvSpPr>
          <p:cNvPr id="11" name="Deco stem 4"/>
          <p:cNvSpPr/>
          <p:nvPr/>
        </p:nvSpPr>
        <p:spPr>
          <a:xfrm>
            <a:off x="77083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2" name="Deco flower 4"/>
          <p:cNvSpPr/>
          <p:nvPr/>
        </p:nvSpPr>
        <p:spPr>
          <a:xfrm>
            <a:off x="7589520" y="4370832"/>
            <a:ext cx="274320" cy="274320"/>
          </a:xfrm>
          <a:prstGeom prst="flowChartConnector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3" name="Deco stem 5"/>
          <p:cNvSpPr/>
          <p:nvPr/>
        </p:nvSpPr>
        <p:spPr>
          <a:xfrm>
            <a:off x="843991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4" name="Deco flower 5"/>
          <p:cNvSpPr/>
          <p:nvPr/>
        </p:nvSpPr>
        <p:spPr>
          <a:xfrm>
            <a:off x="8321040" y="4370832"/>
            <a:ext cx="274320" cy="274320"/>
          </a:xfrm>
          <a:prstGeom prst="flowChartConnector">
            <a:avLst/>
          </a:prstGeom>
          <a:solidFill>
            <a:srgbClr val="7EC8FF"/>
          </a:solidFill>
          <a:ln w="12700">
            <a:solidFill>
              <a:srgbClr val="7EC8FF"/>
            </a:solidFill>
            <a:prstDash val="solid"/>
          </a:ln>
        </p:spPr>
      </p:sp>
      <p:sp>
        <p:nvSpPr>
          <p:cNvPr id="15" name="Deco heart"/>
          <p:cNvSpPr/>
          <p:nvPr/>
        </p:nvSpPr>
        <p:spPr>
          <a:xfrm>
            <a:off x="411480" y="228600"/>
            <a:ext cx="457200" cy="411480"/>
          </a:xfrm>
          <a:prstGeom prst="heart">
            <a:avLst/>
          </a:prstGeom>
          <a:solidFill>
            <a:srgbClr val="68ED5E"/>
          </a:solidFill>
          <a:ln w="12700">
            <a:solidFill>
              <a:srgbClr val="68ED5E"/>
            </a:solidFill>
            <a:prstDash val="solid"/>
          </a:ln>
        </p:spPr>
      </p:sp>
      <p:sp>
        <p:nvSpPr>
          <p:cNvPr id="16" name="Deco cloud"/>
          <p:cNvSpPr/>
          <p:nvPr/>
        </p:nvSpPr>
        <p:spPr>
          <a:xfrm>
            <a:off x="713232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7" name="Deco friend"/>
          <p:cNvSpPr/>
          <p:nvPr/>
        </p:nvSpPr>
        <p:spPr>
          <a:xfrm>
            <a:off x="6309360" y="182880"/>
            <a:ext cx="548640" cy="548640"/>
          </a:xfrm>
          <a:prstGeom prst="smileyFace">
            <a:avLst/>
          </a:prstGeom>
          <a:solidFill>
            <a:srgbClr val="FFD166"/>
          </a:solidFill>
          <a:ln w="12700">
            <a:solidFill>
              <a:srgbClr val="FFD166"/>
            </a:solidFill>
            <a:prstDash val="solid"/>
          </a:ln>
        </p:spPr>
      </p:sp>
      <p:sp>
        <p:nvSpPr>
          <p:cNvPr id="18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9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20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21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22" name="C1 L1 letter"/>
          <p:cNvSpPr txBox="1"/>
          <p:nvPr/>
        </p:nvSpPr>
        <p:spPr>
          <a:xfrm>
            <a:off x="726948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أ</a:t>
            </a:r>
            <a:endParaRPr lang="ar-SA" sz="3900" dirty="0"/>
          </a:p>
        </p:txBody>
      </p:sp>
      <p:sp>
        <p:nvSpPr>
          <p:cNvPr id="23" name="C2 F1 fathah"/>
          <p:cNvSpPr txBox="1"/>
          <p:nvPr/>
        </p:nvSpPr>
        <p:spPr>
          <a:xfrm>
            <a:off x="726948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أَ</a:t>
            </a:r>
            <a:endParaRPr lang="ar-SA" sz="3900" dirty="0"/>
          </a:p>
        </p:txBody>
      </p:sp>
      <p:sp>
        <p:nvSpPr>
          <p:cNvPr id="24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D926A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C4 L2 letter"/>
          <p:cNvSpPr txBox="1"/>
          <p:nvPr/>
        </p:nvSpPr>
        <p:spPr>
          <a:xfrm>
            <a:off x="548640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ص</a:t>
            </a:r>
            <a:endParaRPr lang="ar-SA" sz="3900" dirty="0"/>
          </a:p>
        </p:txBody>
      </p:sp>
      <p:sp>
        <p:nvSpPr>
          <p:cNvPr id="26" name="C5 F2 fathah"/>
          <p:cNvSpPr txBox="1"/>
          <p:nvPr/>
        </p:nvSpPr>
        <p:spPr>
          <a:xfrm>
            <a:off x="548640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صَ</a:t>
            </a:r>
            <a:endParaRPr lang="ar-SA" sz="3900" dirty="0"/>
          </a:p>
        </p:txBody>
      </p:sp>
      <p:sp>
        <p:nvSpPr>
          <p:cNvPr id="27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D926A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8" name="C7 L3 letter"/>
          <p:cNvSpPr txBox="1"/>
          <p:nvPr/>
        </p:nvSpPr>
        <p:spPr>
          <a:xfrm>
            <a:off x="370332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</a:t>
            </a:r>
            <a:endParaRPr lang="ar-SA" sz="3900" dirty="0"/>
          </a:p>
        </p:txBody>
      </p:sp>
      <p:sp>
        <p:nvSpPr>
          <p:cNvPr id="29" name="C8 F3 fathah"/>
          <p:cNvSpPr txBox="1"/>
          <p:nvPr/>
        </p:nvSpPr>
        <p:spPr>
          <a:xfrm>
            <a:off x="370332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بَ</a:t>
            </a:r>
            <a:endParaRPr lang="ar-SA" sz="3900" dirty="0"/>
          </a:p>
        </p:txBody>
      </p:sp>
      <p:sp>
        <p:nvSpPr>
          <p:cNvPr id="30" name="C9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B82E37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1" name="C10 R result"/>
          <p:cNvSpPr txBox="1"/>
          <p:nvPr/>
        </p:nvSpPr>
        <p:spPr>
          <a:xfrm>
            <a:off x="502920" y="1645920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2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أَصَبَ</a:t>
            </a:r>
            <a:endParaRPr lang="ar-SA" sz="6200" dirty="0"/>
          </a:p>
        </p:txBody>
      </p:sp>
    </p:spTree>
  </p:cSld>
  <p:clrMapOvr>
    <a:masterClrMapping/>
  </p:clrMapOvr>
  <p:transition spd="med">
    <p:circle/>
    <p:sndAc>
      <p:stSnd>
        <p:snd r:embed="rIdTrSnd" name="bubbles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  <p:bldP spid="29" grpId="0" animBg="1"/>
      <p:bldP spid="30" grpId="0" animBg="1"/>
      <p:bldP spid="31" grpId="0" animBg="1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2E144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planet"/>
          <p:cNvSpPr/>
          <p:nvPr/>
        </p:nvSpPr>
        <p:spPr>
          <a:xfrm>
            <a:off x="7680960" y="91440"/>
            <a:ext cx="731520" cy="731520"/>
          </a:xfrm>
          <a:prstGeom prst="ellipse">
            <a:avLst/>
          </a:prstGeom>
          <a:solidFill>
            <a:srgbClr val="E052D8"/>
          </a:solidFill>
          <a:ln w="12700">
            <a:solidFill>
              <a:srgbClr val="E052D8"/>
            </a:solidFill>
            <a:prstDash val="solid"/>
          </a:ln>
        </p:spPr>
      </p:sp>
      <p:sp>
        <p:nvSpPr>
          <p:cNvPr id="3" name="Deco planet ring"/>
          <p:cNvSpPr/>
          <p:nvPr/>
        </p:nvSpPr>
        <p:spPr>
          <a:xfrm>
            <a:off x="7452360" y="384048"/>
            <a:ext cx="1188720" cy="164592"/>
          </a:xfrm>
          <a:prstGeom prst="ellipse">
            <a:avLst/>
          </a:prstGeom>
          <a:solidFill>
            <a:srgbClr val="FFFFFF">
              <a:alpha val="0"/>
            </a:srgbClr>
          </a:solidFill>
          <a:ln w="25400">
            <a:solidFill>
              <a:srgbClr val="F28CB9"/>
            </a:solidFill>
            <a:prstDash val="solid"/>
          </a:ln>
        </p:spPr>
      </p:sp>
      <p:sp>
        <p:nvSpPr>
          <p:cNvPr id="4" name="Deco small planet"/>
          <p:cNvSpPr/>
          <p:nvPr/>
        </p:nvSpPr>
        <p:spPr>
          <a:xfrm>
            <a:off x="274320" y="182880"/>
            <a:ext cx="502920" cy="502920"/>
          </a:xfrm>
          <a:prstGeom prst="ellipse">
            <a:avLst/>
          </a:prstGeom>
          <a:solidFill>
            <a:srgbClr val="9FDB70"/>
          </a:solidFill>
          <a:ln w="12700">
            <a:solidFill>
              <a:srgbClr val="9FDB70"/>
            </a:solidFill>
            <a:prstDash val="solid"/>
          </a:ln>
        </p:spPr>
      </p:sp>
      <p:sp>
        <p:nvSpPr>
          <p:cNvPr id="5" name="Deco star 0"/>
          <p:cNvSpPr/>
          <p:nvPr/>
        </p:nvSpPr>
        <p:spPr>
          <a:xfrm>
            <a:off x="1371600" y="27432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6" name="Deco star 1"/>
          <p:cNvSpPr/>
          <p:nvPr/>
        </p:nvSpPr>
        <p:spPr>
          <a:xfrm>
            <a:off x="2468880" y="91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7" name="Deco star 2"/>
          <p:cNvSpPr/>
          <p:nvPr/>
        </p:nvSpPr>
        <p:spPr>
          <a:xfrm>
            <a:off x="3840480" y="50292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8" name="Deco star 3"/>
          <p:cNvSpPr/>
          <p:nvPr/>
        </p:nvSpPr>
        <p:spPr>
          <a:xfrm>
            <a:off x="5120640" y="137160"/>
            <a:ext cx="256032" cy="256032"/>
          </a:xfrm>
          <a:prstGeom prst="star4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9" name="Deco star 4"/>
          <p:cNvSpPr/>
          <p:nvPr/>
        </p:nvSpPr>
        <p:spPr>
          <a:xfrm>
            <a:off x="6583680" y="4572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5"/>
          <p:cNvSpPr/>
          <p:nvPr/>
        </p:nvSpPr>
        <p:spPr>
          <a:xfrm>
            <a:off x="1097280" y="457200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star 6"/>
          <p:cNvSpPr/>
          <p:nvPr/>
        </p:nvSpPr>
        <p:spPr>
          <a:xfrm>
            <a:off x="2743200" y="475488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12" name="Deco star 7"/>
          <p:cNvSpPr/>
          <p:nvPr/>
        </p:nvSpPr>
        <p:spPr>
          <a:xfrm>
            <a:off x="6217920" y="4663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3" name="Deco star 8"/>
          <p:cNvSpPr/>
          <p:nvPr/>
        </p:nvSpPr>
        <p:spPr>
          <a:xfrm>
            <a:off x="8138160" y="45720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4" name="Deco moon surface"/>
          <p:cNvSpPr/>
          <p:nvPr/>
        </p:nvSpPr>
        <p:spPr>
          <a:xfrm>
            <a:off x="3200400" y="4709160"/>
            <a:ext cx="2743200" cy="1097280"/>
          </a:xfrm>
          <a:prstGeom prst="ellipse">
            <a:avLst/>
          </a:prstGeom>
          <a:solidFill>
            <a:srgbClr val="47857E"/>
          </a:solidFill>
          <a:ln w="12700">
            <a:solidFill>
              <a:srgbClr val="47857E"/>
            </a:solidFill>
            <a:prstDash val="solid"/>
          </a:ln>
        </p:spPr>
      </p:sp>
      <p:sp>
        <p:nvSpPr>
          <p:cNvPr id="15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6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7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8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9" name="C1 L1 letter"/>
          <p:cNvSpPr txBox="1"/>
          <p:nvPr/>
        </p:nvSpPr>
        <p:spPr>
          <a:xfrm>
            <a:off x="726948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</a:t>
            </a:r>
            <a:endParaRPr lang="ar-SA" sz="3900" dirty="0"/>
          </a:p>
        </p:txBody>
      </p:sp>
      <p:sp>
        <p:nvSpPr>
          <p:cNvPr id="20" name="C2 F1 fathah"/>
          <p:cNvSpPr txBox="1"/>
          <p:nvPr/>
        </p:nvSpPr>
        <p:spPr>
          <a:xfrm>
            <a:off x="726948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بَ</a:t>
            </a:r>
            <a:endParaRPr lang="ar-SA" sz="3900" dirty="0"/>
          </a:p>
        </p:txBody>
      </p:sp>
      <p:sp>
        <p:nvSpPr>
          <p:cNvPr id="21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75D9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2" name="C4 L2 letter"/>
          <p:cNvSpPr txBox="1"/>
          <p:nvPr/>
        </p:nvSpPr>
        <p:spPr>
          <a:xfrm>
            <a:off x="548640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ص</a:t>
            </a:r>
            <a:endParaRPr lang="ar-SA" sz="3900" dirty="0"/>
          </a:p>
        </p:txBody>
      </p:sp>
      <p:sp>
        <p:nvSpPr>
          <p:cNvPr id="23" name="C5 F2 fathah"/>
          <p:cNvSpPr txBox="1"/>
          <p:nvPr/>
        </p:nvSpPr>
        <p:spPr>
          <a:xfrm>
            <a:off x="548640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صَ</a:t>
            </a:r>
            <a:endParaRPr lang="ar-SA" sz="3900" dirty="0"/>
          </a:p>
        </p:txBody>
      </p:sp>
      <p:sp>
        <p:nvSpPr>
          <p:cNvPr id="24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75D9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C7 L3 letter"/>
          <p:cNvSpPr txBox="1"/>
          <p:nvPr/>
        </p:nvSpPr>
        <p:spPr>
          <a:xfrm>
            <a:off x="370332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</a:t>
            </a:r>
            <a:endParaRPr lang="ar-SA" sz="3900" dirty="0"/>
          </a:p>
        </p:txBody>
      </p:sp>
      <p:sp>
        <p:nvSpPr>
          <p:cNvPr id="26" name="C8 F3 fathah"/>
          <p:cNvSpPr txBox="1"/>
          <p:nvPr/>
        </p:nvSpPr>
        <p:spPr>
          <a:xfrm>
            <a:off x="370332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تَ</a:t>
            </a:r>
            <a:endParaRPr lang="ar-SA" sz="3900" dirty="0"/>
          </a:p>
        </p:txBody>
      </p:sp>
      <p:sp>
        <p:nvSpPr>
          <p:cNvPr id="27" name="C9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2EB84D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8" name="C10 R result"/>
          <p:cNvSpPr txBox="1"/>
          <p:nvPr/>
        </p:nvSpPr>
        <p:spPr>
          <a:xfrm>
            <a:off x="502920" y="1645920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بَصَتَ</a:t>
            </a:r>
            <a:endParaRPr lang="ar-SA" sz="7000" dirty="0"/>
          </a:p>
        </p:txBody>
      </p:sp>
    </p:spTree>
  </p:cSld>
  <p:clrMapOvr>
    <a:masterClrMapping/>
  </p:clrMapOvr>
  <p:transition spd="med">
    <p:randomBar dir="vert"/>
    <p:sndAc>
      <p:stSnd>
        <p:snd r:embed="rIdTrSnd" name="sparkl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7EFC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sun low"/>
          <p:cNvSpPr/>
          <p:nvPr/>
        </p:nvSpPr>
        <p:spPr>
          <a:xfrm>
            <a:off x="3566160" y="4343400"/>
            <a:ext cx="2011680" cy="2011680"/>
          </a:xfrm>
          <a:prstGeom prst="ellipse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3" name="Deco dune left"/>
          <p:cNvSpPr/>
          <p:nvPr/>
        </p:nvSpPr>
        <p:spPr>
          <a:xfrm>
            <a:off x="-1097280" y="4572000"/>
            <a:ext cx="4572000" cy="1280160"/>
          </a:xfrm>
          <a:prstGeom prst="ellipse">
            <a:avLst/>
          </a:prstGeom>
          <a:solidFill>
            <a:srgbClr val="B9D864"/>
          </a:solidFill>
          <a:ln w="12700">
            <a:solidFill>
              <a:srgbClr val="B9D864"/>
            </a:solidFill>
            <a:prstDash val="solid"/>
          </a:ln>
        </p:spPr>
      </p:sp>
      <p:sp>
        <p:nvSpPr>
          <p:cNvPr id="4" name="Deco dune right"/>
          <p:cNvSpPr/>
          <p:nvPr/>
        </p:nvSpPr>
        <p:spPr>
          <a:xfrm>
            <a:off x="5303520" y="4617720"/>
            <a:ext cx="5120640" cy="1280160"/>
          </a:xfrm>
          <a:prstGeom prst="ellipse">
            <a:avLst/>
          </a:prstGeom>
          <a:solidFill>
            <a:srgbClr val="C3D147"/>
          </a:solidFill>
          <a:ln w="12700">
            <a:solidFill>
              <a:srgbClr val="C3D147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320040" y="137160"/>
            <a:ext cx="1371600" cy="5943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right"/>
          <p:cNvSpPr/>
          <p:nvPr/>
        </p:nvSpPr>
        <p:spPr>
          <a:xfrm>
            <a:off x="7223760" y="182880"/>
            <a:ext cx="1280160" cy="548640"/>
          </a:xfrm>
          <a:prstGeom prst="cloud">
            <a:avLst/>
          </a:prstGeom>
          <a:solidFill>
            <a:srgbClr val="FFF3E8"/>
          </a:solidFill>
          <a:ln w="12700">
            <a:solidFill>
              <a:srgbClr val="FFF3E8"/>
            </a:solidFill>
            <a:prstDash val="solid"/>
          </a:ln>
        </p:spPr>
      </p:sp>
      <p:sp>
        <p:nvSpPr>
          <p:cNvPr id="7" name="Deco bird 0"/>
          <p:cNvSpPr/>
          <p:nvPr/>
        </p:nvSpPr>
        <p:spPr>
          <a:xfrm rot="5400000">
            <a:off x="2926080" y="32004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8" name="Deco bird 1"/>
          <p:cNvSpPr/>
          <p:nvPr/>
        </p:nvSpPr>
        <p:spPr>
          <a:xfrm rot="5400000">
            <a:off x="3291840" y="22860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9" name="Deco bird 2"/>
          <p:cNvSpPr/>
          <p:nvPr/>
        </p:nvSpPr>
        <p:spPr>
          <a:xfrm rot="5400000">
            <a:off x="5394960" y="36576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10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1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2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3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4" name="C1 L1 letter"/>
          <p:cNvSpPr txBox="1"/>
          <p:nvPr/>
        </p:nvSpPr>
        <p:spPr>
          <a:xfrm>
            <a:off x="726948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</a:t>
            </a:r>
            <a:endParaRPr lang="ar-SA" sz="3900" dirty="0"/>
          </a:p>
        </p:txBody>
      </p:sp>
      <p:sp>
        <p:nvSpPr>
          <p:cNvPr id="15" name="C2 F1 fathah"/>
          <p:cNvSpPr txBox="1"/>
          <p:nvPr/>
        </p:nvSpPr>
        <p:spPr>
          <a:xfrm>
            <a:off x="726948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تَ</a:t>
            </a:r>
            <a:endParaRPr lang="ar-SA" sz="3900" dirty="0"/>
          </a:p>
        </p:txBody>
      </p:sp>
      <p:sp>
        <p:nvSpPr>
          <p:cNvPr id="16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2641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7" name="C4 L2 letter"/>
          <p:cNvSpPr txBox="1"/>
          <p:nvPr/>
        </p:nvSpPr>
        <p:spPr>
          <a:xfrm>
            <a:off x="548640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ص</a:t>
            </a:r>
            <a:endParaRPr lang="ar-SA" sz="3900" dirty="0"/>
          </a:p>
        </p:txBody>
      </p:sp>
      <p:sp>
        <p:nvSpPr>
          <p:cNvPr id="18" name="C5 F2 fathah"/>
          <p:cNvSpPr txBox="1"/>
          <p:nvPr/>
        </p:nvSpPr>
        <p:spPr>
          <a:xfrm>
            <a:off x="548640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صَ</a:t>
            </a:r>
            <a:endParaRPr lang="ar-SA" sz="3900" dirty="0"/>
          </a:p>
        </p:txBody>
      </p:sp>
      <p:sp>
        <p:nvSpPr>
          <p:cNvPr id="19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2641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0" name="C7 L3 letter"/>
          <p:cNvSpPr txBox="1"/>
          <p:nvPr/>
        </p:nvSpPr>
        <p:spPr>
          <a:xfrm>
            <a:off x="370332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ث</a:t>
            </a:r>
            <a:endParaRPr lang="ar-SA" sz="3900" dirty="0"/>
          </a:p>
        </p:txBody>
      </p:sp>
      <p:sp>
        <p:nvSpPr>
          <p:cNvPr id="21" name="C8 F3 fathah"/>
          <p:cNvSpPr txBox="1"/>
          <p:nvPr/>
        </p:nvSpPr>
        <p:spPr>
          <a:xfrm>
            <a:off x="370332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ثَ</a:t>
            </a:r>
            <a:endParaRPr lang="ar-SA" sz="3900" dirty="0"/>
          </a:p>
        </p:txBody>
      </p:sp>
      <p:sp>
        <p:nvSpPr>
          <p:cNvPr id="22" name="C9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752E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3" name="C10 R result"/>
          <p:cNvSpPr txBox="1"/>
          <p:nvPr/>
        </p:nvSpPr>
        <p:spPr>
          <a:xfrm>
            <a:off x="502920" y="1645920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تَصَثَ</a:t>
            </a:r>
            <a:endParaRPr lang="ar-SA" sz="6900" dirty="0"/>
          </a:p>
        </p:txBody>
      </p:sp>
    </p:spTree>
  </p:cSld>
  <p:clrMapOvr>
    <a:masterClrMapping/>
  </p:clrMapOvr>
  <p:transition spd="med">
    <p:push dir="l"/>
    <p:sndAc>
      <p:stSnd>
        <p:snd r:embed="rIdTrSnd" name="marimba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C5F0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434840"/>
            <a:ext cx="4754880" cy="1463040"/>
          </a:xfrm>
          <a:prstGeom prst="ellipse">
            <a:avLst/>
          </a:prstGeom>
          <a:solidFill>
            <a:srgbClr val="AA66CC"/>
          </a:solidFill>
          <a:ln w="12700">
            <a:solidFill>
              <a:srgbClr val="AA66CC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023360" y="4526280"/>
            <a:ext cx="5852160" cy="1463040"/>
          </a:xfrm>
          <a:prstGeom prst="ellipse">
            <a:avLst/>
          </a:prstGeom>
          <a:solidFill>
            <a:srgbClr val="BF40BF"/>
          </a:solidFill>
          <a:ln w="12700">
            <a:solidFill>
              <a:srgbClr val="BF40BF"/>
            </a:solidFill>
            <a:prstDash val="solid"/>
          </a:ln>
        </p:spPr>
      </p:sp>
      <p:sp>
        <p:nvSpPr>
          <p:cNvPr id="4" name="Deco sun"/>
          <p:cNvSpPr/>
          <p:nvPr/>
        </p:nvSpPr>
        <p:spPr>
          <a:xfrm>
            <a:off x="274320" y="91440"/>
            <a:ext cx="731520" cy="73152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85800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863840" y="457200"/>
            <a:ext cx="822960" cy="365760"/>
          </a:xfrm>
          <a:prstGeom prst="cloud">
            <a:avLst/>
          </a:prstGeom>
          <a:solidFill>
            <a:srgbClr val="F4FAFF"/>
          </a:solidFill>
          <a:ln w="12700">
            <a:solidFill>
              <a:srgbClr val="F4FAFF"/>
            </a:solidFill>
            <a:prstDash val="solid"/>
          </a:ln>
        </p:spPr>
      </p:sp>
      <p:sp>
        <p:nvSpPr>
          <p:cNvPr id="7" name="Deco flower 0"/>
          <p:cNvSpPr/>
          <p:nvPr/>
        </p:nvSpPr>
        <p:spPr>
          <a:xfrm>
            <a:off x="128016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8" name="Deco flower 1"/>
          <p:cNvSpPr/>
          <p:nvPr/>
        </p:nvSpPr>
        <p:spPr>
          <a:xfrm>
            <a:off x="1828800" y="4526280"/>
            <a:ext cx="292608" cy="292608"/>
          </a:xfrm>
          <a:prstGeom prst="star5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9" name="Deco flower 2"/>
          <p:cNvSpPr/>
          <p:nvPr/>
        </p:nvSpPr>
        <p:spPr>
          <a:xfrm>
            <a:off x="7315200" y="4526280"/>
            <a:ext cx="292608" cy="292608"/>
          </a:xfrm>
          <a:prstGeom prst="star5">
            <a:avLst/>
          </a:prstGeom>
          <a:solidFill>
            <a:srgbClr val="8E5BD0"/>
          </a:solidFill>
          <a:ln w="12700">
            <a:solidFill>
              <a:srgbClr val="8E5BD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795528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11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2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3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C1 L1 letter"/>
          <p:cNvSpPr txBox="1"/>
          <p:nvPr/>
        </p:nvSpPr>
        <p:spPr>
          <a:xfrm>
            <a:off x="726948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ث</a:t>
            </a:r>
            <a:endParaRPr lang="ar-SA" sz="3900" dirty="0"/>
          </a:p>
        </p:txBody>
      </p:sp>
      <p:sp>
        <p:nvSpPr>
          <p:cNvPr id="16" name="C2 F1 fathah"/>
          <p:cNvSpPr txBox="1"/>
          <p:nvPr/>
        </p:nvSpPr>
        <p:spPr>
          <a:xfrm>
            <a:off x="726948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ثَ</a:t>
            </a:r>
            <a:endParaRPr lang="ar-SA" sz="3900" dirty="0"/>
          </a:p>
        </p:txBody>
      </p:sp>
      <p:sp>
        <p:nvSpPr>
          <p:cNvPr id="17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D940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8" name="C4 L2 letter"/>
          <p:cNvSpPr txBox="1"/>
          <p:nvPr/>
        </p:nvSpPr>
        <p:spPr>
          <a:xfrm>
            <a:off x="548640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ص</a:t>
            </a:r>
            <a:endParaRPr lang="ar-SA" sz="3900" dirty="0"/>
          </a:p>
        </p:txBody>
      </p:sp>
      <p:sp>
        <p:nvSpPr>
          <p:cNvPr id="19" name="C5 F2 fathah"/>
          <p:cNvSpPr txBox="1"/>
          <p:nvPr/>
        </p:nvSpPr>
        <p:spPr>
          <a:xfrm>
            <a:off x="548640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صَ</a:t>
            </a:r>
            <a:endParaRPr lang="ar-SA" sz="3900" dirty="0"/>
          </a:p>
        </p:txBody>
      </p:sp>
      <p:sp>
        <p:nvSpPr>
          <p:cNvPr id="20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D940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1" name="C7 L3 letter"/>
          <p:cNvSpPr txBox="1"/>
          <p:nvPr/>
        </p:nvSpPr>
        <p:spPr>
          <a:xfrm>
            <a:off x="370332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ج</a:t>
            </a:r>
            <a:endParaRPr lang="ar-SA" sz="3900" dirty="0"/>
          </a:p>
        </p:txBody>
      </p:sp>
      <p:sp>
        <p:nvSpPr>
          <p:cNvPr id="22" name="C8 F3 fathah"/>
          <p:cNvSpPr txBox="1"/>
          <p:nvPr/>
        </p:nvSpPr>
        <p:spPr>
          <a:xfrm>
            <a:off x="370332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جَ</a:t>
            </a:r>
            <a:endParaRPr lang="ar-SA" sz="3900" dirty="0"/>
          </a:p>
        </p:txBody>
      </p:sp>
      <p:sp>
        <p:nvSpPr>
          <p:cNvPr id="23" name="C9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B89E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C10 R result"/>
          <p:cNvSpPr txBox="1"/>
          <p:nvPr/>
        </p:nvSpPr>
        <p:spPr>
          <a:xfrm>
            <a:off x="502920" y="1645920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ثَصَجَ</a:t>
            </a:r>
            <a:endParaRPr lang="ar-SA" sz="6600" dirty="0"/>
          </a:p>
        </p:txBody>
      </p:sp>
    </p:spTree>
  </p:cSld>
  <p:clrMapOvr>
    <a:masterClrMapping/>
  </p:clrMapOvr>
  <p:transition spd="med">
    <p:split orient="vert" dir="out"/>
    <p:sndAc>
      <p:stSnd>
        <p:snd r:embed="rIdTrSnd" name="harp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</p:bld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4314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moon"/>
          <p:cNvSpPr/>
          <p:nvPr/>
        </p:nvSpPr>
        <p:spPr>
          <a:xfrm>
            <a:off x="365760" y="91440"/>
            <a:ext cx="502920" cy="731520"/>
          </a:xfrm>
          <a:prstGeom prst="moon">
            <a:avLst/>
          </a:prstGeom>
          <a:solidFill>
            <a:srgbClr val="FFE88A"/>
          </a:solidFill>
          <a:ln w="12700">
            <a:solidFill>
              <a:srgbClr val="FFE88A"/>
            </a:solidFill>
            <a:prstDash val="solid"/>
          </a:ln>
        </p:spPr>
      </p:sp>
      <p:sp>
        <p:nvSpPr>
          <p:cNvPr id="3" name="Deco star 0"/>
          <p:cNvSpPr/>
          <p:nvPr/>
        </p:nvSpPr>
        <p:spPr>
          <a:xfrm>
            <a:off x="1280160" y="18288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4" name="Deco star 1"/>
          <p:cNvSpPr/>
          <p:nvPr/>
        </p:nvSpPr>
        <p:spPr>
          <a:xfrm>
            <a:off x="2194560" y="50292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5" name="Deco star 2"/>
          <p:cNvSpPr/>
          <p:nvPr/>
        </p:nvSpPr>
        <p:spPr>
          <a:xfrm>
            <a:off x="3291840" y="137160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6" name="Deco star 3"/>
          <p:cNvSpPr/>
          <p:nvPr/>
        </p:nvSpPr>
        <p:spPr>
          <a:xfrm>
            <a:off x="5760720" y="457200"/>
            <a:ext cx="365760" cy="36576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7" name="Deco star 4"/>
          <p:cNvSpPr/>
          <p:nvPr/>
        </p:nvSpPr>
        <p:spPr>
          <a:xfrm>
            <a:off x="6766560" y="109728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8" name="Deco star 5"/>
          <p:cNvSpPr/>
          <p:nvPr/>
        </p:nvSpPr>
        <p:spPr>
          <a:xfrm>
            <a:off x="7772400" y="41148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9" name="Deco star 6"/>
          <p:cNvSpPr/>
          <p:nvPr/>
        </p:nvSpPr>
        <p:spPr>
          <a:xfrm>
            <a:off x="8503920" y="13716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10" name="Deco hill left"/>
          <p:cNvSpPr/>
          <p:nvPr/>
        </p:nvSpPr>
        <p:spPr>
          <a:xfrm>
            <a:off x="-914400" y="4480560"/>
            <a:ext cx="4937760" cy="1463040"/>
          </a:xfrm>
          <a:prstGeom prst="ellipse">
            <a:avLst/>
          </a:prstGeom>
          <a:solidFill>
            <a:srgbClr val="642B2F"/>
          </a:solidFill>
          <a:ln w="12700">
            <a:solidFill>
              <a:srgbClr val="642B2F"/>
            </a:solidFill>
            <a:prstDash val="solid"/>
          </a:ln>
        </p:spPr>
      </p:sp>
      <p:sp>
        <p:nvSpPr>
          <p:cNvPr id="11" name="Deco hill right"/>
          <p:cNvSpPr/>
          <p:nvPr/>
        </p:nvSpPr>
        <p:spPr>
          <a:xfrm>
            <a:off x="4206240" y="4572000"/>
            <a:ext cx="5669280" cy="1463040"/>
          </a:xfrm>
          <a:prstGeom prst="ellipse">
            <a:avLst/>
          </a:prstGeom>
          <a:solidFill>
            <a:srgbClr val="795234"/>
          </a:solidFill>
          <a:ln w="12700">
            <a:solidFill>
              <a:srgbClr val="795234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4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5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6" name="C1 L1 letter"/>
          <p:cNvSpPr txBox="1"/>
          <p:nvPr/>
        </p:nvSpPr>
        <p:spPr>
          <a:xfrm>
            <a:off x="726948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ج</a:t>
            </a:r>
            <a:endParaRPr lang="ar-SA" sz="3900" dirty="0"/>
          </a:p>
        </p:txBody>
      </p:sp>
      <p:sp>
        <p:nvSpPr>
          <p:cNvPr id="17" name="C2 F1 fathah"/>
          <p:cNvSpPr txBox="1"/>
          <p:nvPr/>
        </p:nvSpPr>
        <p:spPr>
          <a:xfrm>
            <a:off x="726948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جَ</a:t>
            </a:r>
            <a:endParaRPr lang="ar-SA" sz="3900" dirty="0"/>
          </a:p>
        </p:txBody>
      </p:sp>
      <p:sp>
        <p:nvSpPr>
          <p:cNvPr id="18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26D974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9" name="C4 L2 letter"/>
          <p:cNvSpPr txBox="1"/>
          <p:nvPr/>
        </p:nvSpPr>
        <p:spPr>
          <a:xfrm>
            <a:off x="548640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ص</a:t>
            </a:r>
            <a:endParaRPr lang="ar-SA" sz="3900" dirty="0"/>
          </a:p>
        </p:txBody>
      </p:sp>
      <p:sp>
        <p:nvSpPr>
          <p:cNvPr id="20" name="C5 F2 fathah"/>
          <p:cNvSpPr txBox="1"/>
          <p:nvPr/>
        </p:nvSpPr>
        <p:spPr>
          <a:xfrm>
            <a:off x="548640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صَ</a:t>
            </a:r>
            <a:endParaRPr lang="ar-SA" sz="3900" dirty="0"/>
          </a:p>
        </p:txBody>
      </p:sp>
      <p:sp>
        <p:nvSpPr>
          <p:cNvPr id="21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26D974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2" name="C7 L3 letter"/>
          <p:cNvSpPr txBox="1"/>
          <p:nvPr/>
        </p:nvSpPr>
        <p:spPr>
          <a:xfrm>
            <a:off x="370332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ح</a:t>
            </a:r>
            <a:endParaRPr lang="ar-SA" sz="3900" dirty="0"/>
          </a:p>
        </p:txBody>
      </p:sp>
      <p:sp>
        <p:nvSpPr>
          <p:cNvPr id="23" name="C8 F3 fathah"/>
          <p:cNvSpPr txBox="1"/>
          <p:nvPr/>
        </p:nvSpPr>
        <p:spPr>
          <a:xfrm>
            <a:off x="370332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حَ</a:t>
            </a:r>
            <a:endParaRPr lang="ar-SA" sz="3900" dirty="0"/>
          </a:p>
        </p:txBody>
      </p:sp>
      <p:sp>
        <p:nvSpPr>
          <p:cNvPr id="24" name="C9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2EA9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C10 R result"/>
          <p:cNvSpPr txBox="1"/>
          <p:nvPr/>
        </p:nvSpPr>
        <p:spPr>
          <a:xfrm>
            <a:off x="502920" y="1645920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جَصَحَ</a:t>
            </a:r>
            <a:endParaRPr lang="ar-SA" sz="6600" dirty="0"/>
          </a:p>
        </p:txBody>
      </p:sp>
    </p:spTree>
  </p:cSld>
  <p:clrMapOvr>
    <a:masterClrMapping/>
  </p:clrMapOvr>
  <p:transition spd="med">
    <p:pull dir="l"/>
    <p:sndAc>
      <p:stSnd>
        <p:snd r:embed="rIdTrSnd" name="chim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</p:bld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D3F7C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wave back"/>
          <p:cNvSpPr/>
          <p:nvPr/>
        </p:nvSpPr>
        <p:spPr>
          <a:xfrm>
            <a:off x="-182880" y="4389120"/>
            <a:ext cx="9509760" cy="548640"/>
          </a:xfrm>
          <a:prstGeom prst="wave">
            <a:avLst/>
          </a:prstGeom>
          <a:solidFill>
            <a:srgbClr val="C25CD6"/>
          </a:solidFill>
          <a:ln w="12700">
            <a:solidFill>
              <a:srgbClr val="C25CD6"/>
            </a:solidFill>
            <a:prstDash val="solid"/>
          </a:ln>
        </p:spPr>
      </p:sp>
      <p:sp>
        <p:nvSpPr>
          <p:cNvPr id="3" name="Deco sea floor"/>
          <p:cNvSpPr/>
          <p:nvPr/>
        </p:nvSpPr>
        <p:spPr>
          <a:xfrm>
            <a:off x="0" y="4709160"/>
            <a:ext cx="9144000" cy="457200"/>
          </a:xfrm>
          <a:prstGeom prst="rect">
            <a:avLst/>
          </a:prstGeom>
          <a:solidFill>
            <a:srgbClr val="BF33CC"/>
          </a:solidFill>
          <a:ln w="12700">
            <a:solidFill>
              <a:srgbClr val="BF33CC"/>
            </a:solidFill>
            <a:prstDash val="solid"/>
          </a:ln>
        </p:spPr>
      </p:sp>
      <p:sp>
        <p:nvSpPr>
          <p:cNvPr id="4" name="Deco bubble 0"/>
          <p:cNvSpPr/>
          <p:nvPr/>
        </p:nvSpPr>
        <p:spPr>
          <a:xfrm>
            <a:off x="365760" y="182880"/>
            <a:ext cx="411480" cy="4114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5" name="Deco bubble 1"/>
          <p:cNvSpPr/>
          <p:nvPr/>
        </p:nvSpPr>
        <p:spPr>
          <a:xfrm>
            <a:off x="914400" y="502920"/>
            <a:ext cx="256032" cy="256032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6" name="Deco bubble 2"/>
          <p:cNvSpPr/>
          <p:nvPr/>
        </p:nvSpPr>
        <p:spPr>
          <a:xfrm>
            <a:off x="8138160" y="137160"/>
            <a:ext cx="457200" cy="4572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7" name="Deco bubble 3"/>
          <p:cNvSpPr/>
          <p:nvPr/>
        </p:nvSpPr>
        <p:spPr>
          <a:xfrm>
            <a:off x="7680960" y="548640"/>
            <a:ext cx="228600" cy="2286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8" name="Deco bubble 4"/>
          <p:cNvSpPr/>
          <p:nvPr/>
        </p:nvSpPr>
        <p:spPr>
          <a:xfrm>
            <a:off x="8686800" y="566928"/>
            <a:ext cx="182880" cy="1828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9" name="Deco sun"/>
          <p:cNvSpPr/>
          <p:nvPr/>
        </p:nvSpPr>
        <p:spPr>
          <a:xfrm>
            <a:off x="4206240" y="109728"/>
            <a:ext cx="685800" cy="68580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0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1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2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3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4" name="C1 L1 letter"/>
          <p:cNvSpPr txBox="1"/>
          <p:nvPr/>
        </p:nvSpPr>
        <p:spPr>
          <a:xfrm>
            <a:off x="726948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ح</a:t>
            </a:r>
            <a:endParaRPr lang="ar-SA" sz="3900" dirty="0"/>
          </a:p>
        </p:txBody>
      </p:sp>
      <p:sp>
        <p:nvSpPr>
          <p:cNvPr id="15" name="C2 F1 fathah"/>
          <p:cNvSpPr txBox="1"/>
          <p:nvPr/>
        </p:nvSpPr>
        <p:spPr>
          <a:xfrm>
            <a:off x="726948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حَ</a:t>
            </a:r>
            <a:endParaRPr lang="ar-SA" sz="3900" dirty="0"/>
          </a:p>
        </p:txBody>
      </p:sp>
      <p:sp>
        <p:nvSpPr>
          <p:cNvPr id="16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A826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7" name="C4 L2 letter"/>
          <p:cNvSpPr txBox="1"/>
          <p:nvPr/>
        </p:nvSpPr>
        <p:spPr>
          <a:xfrm>
            <a:off x="548640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ص</a:t>
            </a:r>
            <a:endParaRPr lang="ar-SA" sz="3900" dirty="0"/>
          </a:p>
        </p:txBody>
      </p:sp>
      <p:sp>
        <p:nvSpPr>
          <p:cNvPr id="18" name="C5 F2 fathah"/>
          <p:cNvSpPr txBox="1"/>
          <p:nvPr/>
        </p:nvSpPr>
        <p:spPr>
          <a:xfrm>
            <a:off x="548640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صَ</a:t>
            </a:r>
            <a:endParaRPr lang="ar-SA" sz="3900" dirty="0"/>
          </a:p>
        </p:txBody>
      </p:sp>
      <p:sp>
        <p:nvSpPr>
          <p:cNvPr id="19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A826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0" name="C7 L3 letter"/>
          <p:cNvSpPr txBox="1"/>
          <p:nvPr/>
        </p:nvSpPr>
        <p:spPr>
          <a:xfrm>
            <a:off x="370332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خ</a:t>
            </a:r>
            <a:endParaRPr lang="ar-SA" sz="3900" dirty="0"/>
          </a:p>
        </p:txBody>
      </p:sp>
      <p:sp>
        <p:nvSpPr>
          <p:cNvPr id="21" name="C8 F3 fathah"/>
          <p:cNvSpPr txBox="1"/>
          <p:nvPr/>
        </p:nvSpPr>
        <p:spPr>
          <a:xfrm>
            <a:off x="370332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خَ</a:t>
            </a:r>
            <a:endParaRPr lang="ar-SA" sz="3900" dirty="0"/>
          </a:p>
        </p:txBody>
      </p:sp>
      <p:sp>
        <p:nvSpPr>
          <p:cNvPr id="22" name="C9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B82E8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3" name="C10 R result"/>
          <p:cNvSpPr txBox="1"/>
          <p:nvPr/>
        </p:nvSpPr>
        <p:spPr>
          <a:xfrm>
            <a:off x="502920" y="1645920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حَصَخَ</a:t>
            </a:r>
            <a:endParaRPr lang="ar-SA" sz="6600" dirty="0"/>
          </a:p>
        </p:txBody>
      </p:sp>
    </p:spTree>
  </p:cSld>
  <p:clrMapOvr>
    <a:masterClrMapping/>
  </p:clrMapOvr>
  <p:transition spd="med">
    <p:fade/>
    <p:sndAc>
      <p:stSnd>
        <p:snd r:embed="rIdTrSnd" name="whoosh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</p:bld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C6C5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grass"/>
          <p:cNvSpPr/>
          <p:nvPr/>
        </p:nvSpPr>
        <p:spPr>
          <a:xfrm>
            <a:off x="0" y="4617720"/>
            <a:ext cx="9144000" cy="548640"/>
          </a:xfrm>
          <a:prstGeom prst="rect">
            <a:avLst/>
          </a:prstGeom>
          <a:solidFill>
            <a:srgbClr val="C65366"/>
          </a:solidFill>
          <a:ln w="12700">
            <a:solidFill>
              <a:srgbClr val="C65366"/>
            </a:solidFill>
            <a:prstDash val="solid"/>
          </a:ln>
        </p:spPr>
      </p:sp>
      <p:sp>
        <p:nvSpPr>
          <p:cNvPr id="3" name="Deco stem 0"/>
          <p:cNvSpPr/>
          <p:nvPr/>
        </p:nvSpPr>
        <p:spPr>
          <a:xfrm>
            <a:off x="57607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4" name="Deco flower 0"/>
          <p:cNvSpPr/>
          <p:nvPr/>
        </p:nvSpPr>
        <p:spPr>
          <a:xfrm>
            <a:off x="457200" y="4370832"/>
            <a:ext cx="274320" cy="274320"/>
          </a:xfrm>
          <a:prstGeom prst="flowChartConnector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5" name="Deco stem 1"/>
          <p:cNvSpPr/>
          <p:nvPr/>
        </p:nvSpPr>
        <p:spPr>
          <a:xfrm>
            <a:off x="13990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6" name="Deco flower 1"/>
          <p:cNvSpPr/>
          <p:nvPr/>
        </p:nvSpPr>
        <p:spPr>
          <a:xfrm>
            <a:off x="1280160" y="4370832"/>
            <a:ext cx="274320" cy="274320"/>
          </a:xfrm>
          <a:prstGeom prst="flowChartConnector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7" name="Deco stem 2"/>
          <p:cNvSpPr/>
          <p:nvPr/>
        </p:nvSpPr>
        <p:spPr>
          <a:xfrm>
            <a:off x="22219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8" name="Deco flower 2"/>
          <p:cNvSpPr/>
          <p:nvPr/>
        </p:nvSpPr>
        <p:spPr>
          <a:xfrm>
            <a:off x="2103120" y="4370832"/>
            <a:ext cx="274320" cy="274320"/>
          </a:xfrm>
          <a:prstGeom prst="flowChartConnector">
            <a:avLst/>
          </a:prstGeom>
          <a:solidFill>
            <a:srgbClr val="B892FF"/>
          </a:solidFill>
          <a:ln w="12700">
            <a:solidFill>
              <a:srgbClr val="B892FF"/>
            </a:solidFill>
            <a:prstDash val="solid"/>
          </a:ln>
        </p:spPr>
      </p:sp>
      <p:sp>
        <p:nvSpPr>
          <p:cNvPr id="9" name="Deco stem 3"/>
          <p:cNvSpPr/>
          <p:nvPr/>
        </p:nvSpPr>
        <p:spPr>
          <a:xfrm>
            <a:off x="68854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6766560" y="4370832"/>
            <a:ext cx="274320" cy="274320"/>
          </a:xfrm>
          <a:prstGeom prst="flowChartConnector">
            <a:avLst/>
          </a:prstGeom>
          <a:solidFill>
            <a:srgbClr val="FF6F91"/>
          </a:solidFill>
          <a:ln w="12700">
            <a:solidFill>
              <a:srgbClr val="FF6F91"/>
            </a:solidFill>
            <a:prstDash val="solid"/>
          </a:ln>
        </p:spPr>
      </p:sp>
      <p:sp>
        <p:nvSpPr>
          <p:cNvPr id="11" name="Deco stem 4"/>
          <p:cNvSpPr/>
          <p:nvPr/>
        </p:nvSpPr>
        <p:spPr>
          <a:xfrm>
            <a:off x="77083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2" name="Deco flower 4"/>
          <p:cNvSpPr/>
          <p:nvPr/>
        </p:nvSpPr>
        <p:spPr>
          <a:xfrm>
            <a:off x="7589520" y="4370832"/>
            <a:ext cx="274320" cy="274320"/>
          </a:xfrm>
          <a:prstGeom prst="flowChartConnector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3" name="Deco stem 5"/>
          <p:cNvSpPr/>
          <p:nvPr/>
        </p:nvSpPr>
        <p:spPr>
          <a:xfrm>
            <a:off x="843991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4" name="Deco flower 5"/>
          <p:cNvSpPr/>
          <p:nvPr/>
        </p:nvSpPr>
        <p:spPr>
          <a:xfrm>
            <a:off x="8321040" y="4370832"/>
            <a:ext cx="274320" cy="274320"/>
          </a:xfrm>
          <a:prstGeom prst="flowChartConnector">
            <a:avLst/>
          </a:prstGeom>
          <a:solidFill>
            <a:srgbClr val="7EC8FF"/>
          </a:solidFill>
          <a:ln w="12700">
            <a:solidFill>
              <a:srgbClr val="7EC8FF"/>
            </a:solidFill>
            <a:prstDash val="solid"/>
          </a:ln>
        </p:spPr>
      </p:sp>
      <p:sp>
        <p:nvSpPr>
          <p:cNvPr id="15" name="Deco heart"/>
          <p:cNvSpPr/>
          <p:nvPr/>
        </p:nvSpPr>
        <p:spPr>
          <a:xfrm>
            <a:off x="411480" y="228600"/>
            <a:ext cx="457200" cy="411480"/>
          </a:xfrm>
          <a:prstGeom prst="heart">
            <a:avLst/>
          </a:prstGeom>
          <a:solidFill>
            <a:srgbClr val="5E8BED"/>
          </a:solidFill>
          <a:ln w="12700">
            <a:solidFill>
              <a:srgbClr val="5E8BED"/>
            </a:solidFill>
            <a:prstDash val="solid"/>
          </a:ln>
        </p:spPr>
      </p:sp>
      <p:sp>
        <p:nvSpPr>
          <p:cNvPr id="16" name="Deco cloud"/>
          <p:cNvSpPr/>
          <p:nvPr/>
        </p:nvSpPr>
        <p:spPr>
          <a:xfrm>
            <a:off x="713232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7" name="Deco friend"/>
          <p:cNvSpPr/>
          <p:nvPr/>
        </p:nvSpPr>
        <p:spPr>
          <a:xfrm>
            <a:off x="6309360" y="182880"/>
            <a:ext cx="548640" cy="548640"/>
          </a:xfrm>
          <a:prstGeom prst="smileyFace">
            <a:avLst/>
          </a:prstGeom>
          <a:solidFill>
            <a:srgbClr val="FFD166"/>
          </a:solidFill>
          <a:ln w="12700">
            <a:solidFill>
              <a:srgbClr val="FFD166"/>
            </a:solidFill>
            <a:prstDash val="solid"/>
          </a:ln>
        </p:spPr>
      </p:sp>
      <p:sp>
        <p:nvSpPr>
          <p:cNvPr id="18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9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20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21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22" name="C1 L1 letter"/>
          <p:cNvSpPr txBox="1"/>
          <p:nvPr/>
        </p:nvSpPr>
        <p:spPr>
          <a:xfrm>
            <a:off x="726948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خ</a:t>
            </a:r>
            <a:endParaRPr lang="ar-SA" sz="3900" dirty="0"/>
          </a:p>
        </p:txBody>
      </p:sp>
      <p:sp>
        <p:nvSpPr>
          <p:cNvPr id="23" name="C2 F1 fathah"/>
          <p:cNvSpPr txBox="1"/>
          <p:nvPr/>
        </p:nvSpPr>
        <p:spPr>
          <a:xfrm>
            <a:off x="726948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خَ</a:t>
            </a:r>
            <a:endParaRPr lang="ar-SA" sz="3900" dirty="0"/>
          </a:p>
        </p:txBody>
      </p:sp>
      <p:sp>
        <p:nvSpPr>
          <p:cNvPr id="24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D5D9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C4 L2 letter"/>
          <p:cNvSpPr txBox="1"/>
          <p:nvPr/>
        </p:nvSpPr>
        <p:spPr>
          <a:xfrm>
            <a:off x="548640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ص</a:t>
            </a:r>
            <a:endParaRPr lang="ar-SA" sz="3900" dirty="0"/>
          </a:p>
        </p:txBody>
      </p:sp>
      <p:sp>
        <p:nvSpPr>
          <p:cNvPr id="26" name="C5 F2 fathah"/>
          <p:cNvSpPr txBox="1"/>
          <p:nvPr/>
        </p:nvSpPr>
        <p:spPr>
          <a:xfrm>
            <a:off x="548640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صَ</a:t>
            </a:r>
            <a:endParaRPr lang="ar-SA" sz="3900" dirty="0"/>
          </a:p>
        </p:txBody>
      </p:sp>
      <p:sp>
        <p:nvSpPr>
          <p:cNvPr id="27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D5D9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8" name="C7 L3 letter"/>
          <p:cNvSpPr txBox="1"/>
          <p:nvPr/>
        </p:nvSpPr>
        <p:spPr>
          <a:xfrm>
            <a:off x="370332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</a:t>
            </a:r>
            <a:endParaRPr lang="ar-SA" sz="3900" dirty="0"/>
          </a:p>
        </p:txBody>
      </p:sp>
      <p:sp>
        <p:nvSpPr>
          <p:cNvPr id="29" name="C8 F3 fathah"/>
          <p:cNvSpPr txBox="1"/>
          <p:nvPr/>
        </p:nvSpPr>
        <p:spPr>
          <a:xfrm>
            <a:off x="370332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دَ</a:t>
            </a:r>
            <a:endParaRPr lang="ar-SA" sz="3900" dirty="0"/>
          </a:p>
        </p:txBody>
      </p:sp>
      <p:sp>
        <p:nvSpPr>
          <p:cNvPr id="30" name="C9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59B8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1" name="C10 R result"/>
          <p:cNvSpPr txBox="1"/>
          <p:nvPr/>
        </p:nvSpPr>
        <p:spPr>
          <a:xfrm>
            <a:off x="502920" y="1645920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خَصَدَ</a:t>
            </a:r>
            <a:endParaRPr lang="ar-SA" sz="7900" dirty="0"/>
          </a:p>
        </p:txBody>
      </p:sp>
    </p:spTree>
  </p:cSld>
  <p:clrMapOvr>
    <a:masterClrMapping/>
  </p:clrMapOvr>
  <p:transition spd="med">
    <p:cover dir="l"/>
    <p:sndAc>
      <p:stSnd>
        <p:snd r:embed="rIdTrSnd" name="bubbles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  <p:bldP spid="29" grpId="0" animBg="1"/>
      <p:bldP spid="30" grpId="0" animBg="1"/>
      <p:bldP spid="31" grpId="0" animBg="1"/>
    </p:bld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4322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planet"/>
          <p:cNvSpPr/>
          <p:nvPr/>
        </p:nvSpPr>
        <p:spPr>
          <a:xfrm>
            <a:off x="7680960" y="91440"/>
            <a:ext cx="731520" cy="731520"/>
          </a:xfrm>
          <a:prstGeom prst="ellipse">
            <a:avLst/>
          </a:prstGeom>
          <a:solidFill>
            <a:srgbClr val="E0C552"/>
          </a:solidFill>
          <a:ln w="12700">
            <a:solidFill>
              <a:srgbClr val="E0C552"/>
            </a:solidFill>
            <a:prstDash val="solid"/>
          </a:ln>
        </p:spPr>
      </p:sp>
      <p:sp>
        <p:nvSpPr>
          <p:cNvPr id="3" name="Deco planet ring"/>
          <p:cNvSpPr/>
          <p:nvPr/>
        </p:nvSpPr>
        <p:spPr>
          <a:xfrm>
            <a:off x="7452360" y="384048"/>
            <a:ext cx="1188720" cy="164592"/>
          </a:xfrm>
          <a:prstGeom prst="ellipse">
            <a:avLst/>
          </a:prstGeom>
          <a:solidFill>
            <a:srgbClr val="FFFFFF">
              <a:alpha val="0"/>
            </a:srgbClr>
          </a:solidFill>
          <a:ln w="25400">
            <a:solidFill>
              <a:srgbClr val="D3F28C"/>
            </a:solidFill>
            <a:prstDash val="solid"/>
          </a:ln>
        </p:spPr>
      </p:sp>
      <p:sp>
        <p:nvSpPr>
          <p:cNvPr id="4" name="Deco small planet"/>
          <p:cNvSpPr/>
          <p:nvPr/>
        </p:nvSpPr>
        <p:spPr>
          <a:xfrm>
            <a:off x="274320" y="182880"/>
            <a:ext cx="502920" cy="502920"/>
          </a:xfrm>
          <a:prstGeom prst="ellipse">
            <a:avLst/>
          </a:prstGeom>
          <a:solidFill>
            <a:srgbClr val="70BADB"/>
          </a:solidFill>
          <a:ln w="12700">
            <a:solidFill>
              <a:srgbClr val="70BADB"/>
            </a:solidFill>
            <a:prstDash val="solid"/>
          </a:ln>
        </p:spPr>
      </p:sp>
      <p:sp>
        <p:nvSpPr>
          <p:cNvPr id="5" name="Deco star 0"/>
          <p:cNvSpPr/>
          <p:nvPr/>
        </p:nvSpPr>
        <p:spPr>
          <a:xfrm>
            <a:off x="1371600" y="27432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6" name="Deco star 1"/>
          <p:cNvSpPr/>
          <p:nvPr/>
        </p:nvSpPr>
        <p:spPr>
          <a:xfrm>
            <a:off x="2468880" y="91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7" name="Deco star 2"/>
          <p:cNvSpPr/>
          <p:nvPr/>
        </p:nvSpPr>
        <p:spPr>
          <a:xfrm>
            <a:off x="3840480" y="50292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8" name="Deco star 3"/>
          <p:cNvSpPr/>
          <p:nvPr/>
        </p:nvSpPr>
        <p:spPr>
          <a:xfrm>
            <a:off x="5120640" y="137160"/>
            <a:ext cx="256032" cy="256032"/>
          </a:xfrm>
          <a:prstGeom prst="star4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9" name="Deco star 4"/>
          <p:cNvSpPr/>
          <p:nvPr/>
        </p:nvSpPr>
        <p:spPr>
          <a:xfrm>
            <a:off x="6583680" y="4572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5"/>
          <p:cNvSpPr/>
          <p:nvPr/>
        </p:nvSpPr>
        <p:spPr>
          <a:xfrm>
            <a:off x="1097280" y="457200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star 6"/>
          <p:cNvSpPr/>
          <p:nvPr/>
        </p:nvSpPr>
        <p:spPr>
          <a:xfrm>
            <a:off x="2743200" y="475488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12" name="Deco star 7"/>
          <p:cNvSpPr/>
          <p:nvPr/>
        </p:nvSpPr>
        <p:spPr>
          <a:xfrm>
            <a:off x="6217920" y="4663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3" name="Deco star 8"/>
          <p:cNvSpPr/>
          <p:nvPr/>
        </p:nvSpPr>
        <p:spPr>
          <a:xfrm>
            <a:off x="8138160" y="45720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4" name="Deco moon surface"/>
          <p:cNvSpPr/>
          <p:nvPr/>
        </p:nvSpPr>
        <p:spPr>
          <a:xfrm>
            <a:off x="3200400" y="4709160"/>
            <a:ext cx="2743200" cy="1097280"/>
          </a:xfrm>
          <a:prstGeom prst="ellipse">
            <a:avLst/>
          </a:prstGeom>
          <a:solidFill>
            <a:srgbClr val="6F4785"/>
          </a:solidFill>
          <a:ln w="12700">
            <a:solidFill>
              <a:srgbClr val="6F4785"/>
            </a:solidFill>
            <a:prstDash val="solid"/>
          </a:ln>
        </p:spPr>
      </p:sp>
      <p:sp>
        <p:nvSpPr>
          <p:cNvPr id="15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6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7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8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9" name="C1 L1 letter"/>
          <p:cNvSpPr txBox="1"/>
          <p:nvPr/>
        </p:nvSpPr>
        <p:spPr>
          <a:xfrm>
            <a:off x="726948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</a:t>
            </a:r>
            <a:endParaRPr lang="ar-SA" sz="3900" dirty="0"/>
          </a:p>
        </p:txBody>
      </p:sp>
      <p:sp>
        <p:nvSpPr>
          <p:cNvPr id="20" name="C2 F1 fathah"/>
          <p:cNvSpPr txBox="1"/>
          <p:nvPr/>
        </p:nvSpPr>
        <p:spPr>
          <a:xfrm>
            <a:off x="726948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دَ</a:t>
            </a:r>
            <a:endParaRPr lang="ar-SA" sz="3900" dirty="0"/>
          </a:p>
        </p:txBody>
      </p:sp>
      <p:sp>
        <p:nvSpPr>
          <p:cNvPr id="21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26A1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2" name="C4 L2 letter"/>
          <p:cNvSpPr txBox="1"/>
          <p:nvPr/>
        </p:nvSpPr>
        <p:spPr>
          <a:xfrm>
            <a:off x="548640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ص</a:t>
            </a:r>
            <a:endParaRPr lang="ar-SA" sz="3900" dirty="0"/>
          </a:p>
        </p:txBody>
      </p:sp>
      <p:sp>
        <p:nvSpPr>
          <p:cNvPr id="23" name="C5 F2 fathah"/>
          <p:cNvSpPr txBox="1"/>
          <p:nvPr/>
        </p:nvSpPr>
        <p:spPr>
          <a:xfrm>
            <a:off x="548640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صَ</a:t>
            </a:r>
            <a:endParaRPr lang="ar-SA" sz="3900" dirty="0"/>
          </a:p>
        </p:txBody>
      </p:sp>
      <p:sp>
        <p:nvSpPr>
          <p:cNvPr id="24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26A1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C7 L3 letter"/>
          <p:cNvSpPr txBox="1"/>
          <p:nvPr/>
        </p:nvSpPr>
        <p:spPr>
          <a:xfrm>
            <a:off x="370332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ذ</a:t>
            </a:r>
            <a:endParaRPr lang="ar-SA" sz="3900" dirty="0"/>
          </a:p>
        </p:txBody>
      </p:sp>
      <p:sp>
        <p:nvSpPr>
          <p:cNvPr id="26" name="C8 F3 fathah"/>
          <p:cNvSpPr txBox="1"/>
          <p:nvPr/>
        </p:nvSpPr>
        <p:spPr>
          <a:xfrm>
            <a:off x="370332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ذَ</a:t>
            </a:r>
            <a:endParaRPr lang="ar-SA" sz="3900" dirty="0"/>
          </a:p>
        </p:txBody>
      </p:sp>
      <p:sp>
        <p:nvSpPr>
          <p:cNvPr id="27" name="C9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2E31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8" name="C10 R result"/>
          <p:cNvSpPr txBox="1"/>
          <p:nvPr/>
        </p:nvSpPr>
        <p:spPr>
          <a:xfrm>
            <a:off x="502920" y="1645920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دَصَذَ</a:t>
            </a:r>
            <a:endParaRPr lang="ar-SA" sz="8200" dirty="0"/>
          </a:p>
        </p:txBody>
      </p:sp>
    </p:spTree>
  </p:cSld>
  <p:clrMapOvr>
    <a:masterClrMapping/>
  </p:clrMapOvr>
  <p:transition spd="med">
    <p:zoom/>
    <p:sndAc>
      <p:stSnd>
        <p:snd r:embed="rIdTrSnd" name="sparkl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</p:bld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C5F7E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sun low"/>
          <p:cNvSpPr/>
          <p:nvPr/>
        </p:nvSpPr>
        <p:spPr>
          <a:xfrm>
            <a:off x="3566160" y="4343400"/>
            <a:ext cx="2011680" cy="2011680"/>
          </a:xfrm>
          <a:prstGeom prst="ellipse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3" name="Deco dune left"/>
          <p:cNvSpPr/>
          <p:nvPr/>
        </p:nvSpPr>
        <p:spPr>
          <a:xfrm>
            <a:off x="-1097280" y="4572000"/>
            <a:ext cx="4572000" cy="1280160"/>
          </a:xfrm>
          <a:prstGeom prst="ellipse">
            <a:avLst/>
          </a:prstGeom>
          <a:solidFill>
            <a:srgbClr val="64D6D8"/>
          </a:solidFill>
          <a:ln w="12700">
            <a:solidFill>
              <a:srgbClr val="64D6D8"/>
            </a:solidFill>
            <a:prstDash val="solid"/>
          </a:ln>
        </p:spPr>
      </p:sp>
      <p:sp>
        <p:nvSpPr>
          <p:cNvPr id="4" name="Deco dune right"/>
          <p:cNvSpPr/>
          <p:nvPr/>
        </p:nvSpPr>
        <p:spPr>
          <a:xfrm>
            <a:off x="5303520" y="4617720"/>
            <a:ext cx="5120640" cy="1280160"/>
          </a:xfrm>
          <a:prstGeom prst="ellipse">
            <a:avLst/>
          </a:prstGeom>
          <a:solidFill>
            <a:srgbClr val="47D1BD"/>
          </a:solidFill>
          <a:ln w="12700">
            <a:solidFill>
              <a:srgbClr val="47D1BD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320040" y="137160"/>
            <a:ext cx="1371600" cy="5943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right"/>
          <p:cNvSpPr/>
          <p:nvPr/>
        </p:nvSpPr>
        <p:spPr>
          <a:xfrm>
            <a:off x="7223760" y="182880"/>
            <a:ext cx="1280160" cy="548640"/>
          </a:xfrm>
          <a:prstGeom prst="cloud">
            <a:avLst/>
          </a:prstGeom>
          <a:solidFill>
            <a:srgbClr val="FFF3E8"/>
          </a:solidFill>
          <a:ln w="12700">
            <a:solidFill>
              <a:srgbClr val="FFF3E8"/>
            </a:solidFill>
            <a:prstDash val="solid"/>
          </a:ln>
        </p:spPr>
      </p:sp>
      <p:sp>
        <p:nvSpPr>
          <p:cNvPr id="7" name="Deco bird 0"/>
          <p:cNvSpPr/>
          <p:nvPr/>
        </p:nvSpPr>
        <p:spPr>
          <a:xfrm rot="5400000">
            <a:off x="2926080" y="32004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8" name="Deco bird 1"/>
          <p:cNvSpPr/>
          <p:nvPr/>
        </p:nvSpPr>
        <p:spPr>
          <a:xfrm rot="5400000">
            <a:off x="3291840" y="22860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9" name="Deco bird 2"/>
          <p:cNvSpPr/>
          <p:nvPr/>
        </p:nvSpPr>
        <p:spPr>
          <a:xfrm rot="5400000">
            <a:off x="5394960" y="36576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10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1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2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3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4" name="C1 L1 letter"/>
          <p:cNvSpPr txBox="1"/>
          <p:nvPr/>
        </p:nvSpPr>
        <p:spPr>
          <a:xfrm>
            <a:off x="726948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ذ</a:t>
            </a:r>
            <a:endParaRPr lang="ar-SA" sz="3900" dirty="0"/>
          </a:p>
        </p:txBody>
      </p:sp>
      <p:sp>
        <p:nvSpPr>
          <p:cNvPr id="15" name="C2 F1 fathah"/>
          <p:cNvSpPr txBox="1"/>
          <p:nvPr/>
        </p:nvSpPr>
        <p:spPr>
          <a:xfrm>
            <a:off x="726948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ذَ</a:t>
            </a:r>
            <a:endParaRPr lang="ar-SA" sz="3900" dirty="0"/>
          </a:p>
        </p:txBody>
      </p:sp>
      <p:sp>
        <p:nvSpPr>
          <p:cNvPr id="16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D9266D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7" name="C4 L2 letter"/>
          <p:cNvSpPr txBox="1"/>
          <p:nvPr/>
        </p:nvSpPr>
        <p:spPr>
          <a:xfrm>
            <a:off x="548640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ص</a:t>
            </a:r>
            <a:endParaRPr lang="ar-SA" sz="3900" dirty="0"/>
          </a:p>
        </p:txBody>
      </p:sp>
      <p:sp>
        <p:nvSpPr>
          <p:cNvPr id="18" name="C5 F2 fathah"/>
          <p:cNvSpPr txBox="1"/>
          <p:nvPr/>
        </p:nvSpPr>
        <p:spPr>
          <a:xfrm>
            <a:off x="548640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صَ</a:t>
            </a:r>
            <a:endParaRPr lang="ar-SA" sz="3900" dirty="0"/>
          </a:p>
        </p:txBody>
      </p:sp>
      <p:sp>
        <p:nvSpPr>
          <p:cNvPr id="19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D9266D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0" name="C7 L3 letter"/>
          <p:cNvSpPr txBox="1"/>
          <p:nvPr/>
        </p:nvSpPr>
        <p:spPr>
          <a:xfrm>
            <a:off x="370332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ر</a:t>
            </a:r>
            <a:endParaRPr lang="ar-SA" sz="3900" dirty="0"/>
          </a:p>
        </p:txBody>
      </p:sp>
      <p:sp>
        <p:nvSpPr>
          <p:cNvPr id="21" name="C8 F3 fathah"/>
          <p:cNvSpPr txBox="1"/>
          <p:nvPr/>
        </p:nvSpPr>
        <p:spPr>
          <a:xfrm>
            <a:off x="370332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رَ</a:t>
            </a:r>
            <a:endParaRPr lang="ar-SA" sz="3900" dirty="0"/>
          </a:p>
        </p:txBody>
      </p:sp>
      <p:sp>
        <p:nvSpPr>
          <p:cNvPr id="22" name="C9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B853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3" name="C10 R result"/>
          <p:cNvSpPr txBox="1"/>
          <p:nvPr/>
        </p:nvSpPr>
        <p:spPr>
          <a:xfrm>
            <a:off x="502920" y="1645920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ذَصَرَ</a:t>
            </a:r>
            <a:endParaRPr lang="ar-SA" sz="8000" dirty="0"/>
          </a:p>
        </p:txBody>
      </p:sp>
    </p:spTree>
  </p:cSld>
  <p:clrMapOvr>
    <a:masterClrMapping/>
  </p:clrMapOvr>
  <p:transition spd="med">
    <p:wheel spokes="4"/>
    <p:sndAc>
      <p:stSnd>
        <p:snd r:embed="rIdTrSnd" name="marimba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</p:bld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F1C5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434840"/>
            <a:ext cx="4754880" cy="1463040"/>
          </a:xfrm>
          <a:prstGeom prst="ellipse">
            <a:avLst/>
          </a:prstGeom>
          <a:solidFill>
            <a:srgbClr val="CCAA66"/>
          </a:solidFill>
          <a:ln w="12700">
            <a:solidFill>
              <a:srgbClr val="CCAA66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023360" y="4526280"/>
            <a:ext cx="5852160" cy="1463040"/>
          </a:xfrm>
          <a:prstGeom prst="ellipse">
            <a:avLst/>
          </a:prstGeom>
          <a:solidFill>
            <a:srgbClr val="BFBF40"/>
          </a:solidFill>
          <a:ln w="12700">
            <a:solidFill>
              <a:srgbClr val="BFBF40"/>
            </a:solidFill>
            <a:prstDash val="solid"/>
          </a:ln>
        </p:spPr>
      </p:sp>
      <p:sp>
        <p:nvSpPr>
          <p:cNvPr id="4" name="Deco sun"/>
          <p:cNvSpPr/>
          <p:nvPr/>
        </p:nvSpPr>
        <p:spPr>
          <a:xfrm>
            <a:off x="274320" y="91440"/>
            <a:ext cx="731520" cy="73152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85800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863840" y="457200"/>
            <a:ext cx="822960" cy="365760"/>
          </a:xfrm>
          <a:prstGeom prst="cloud">
            <a:avLst/>
          </a:prstGeom>
          <a:solidFill>
            <a:srgbClr val="F4FAFF"/>
          </a:solidFill>
          <a:ln w="12700">
            <a:solidFill>
              <a:srgbClr val="F4FAFF"/>
            </a:solidFill>
            <a:prstDash val="solid"/>
          </a:ln>
        </p:spPr>
      </p:sp>
      <p:sp>
        <p:nvSpPr>
          <p:cNvPr id="7" name="Deco flower 0"/>
          <p:cNvSpPr/>
          <p:nvPr/>
        </p:nvSpPr>
        <p:spPr>
          <a:xfrm>
            <a:off x="128016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8" name="Deco flower 1"/>
          <p:cNvSpPr/>
          <p:nvPr/>
        </p:nvSpPr>
        <p:spPr>
          <a:xfrm>
            <a:off x="1828800" y="4526280"/>
            <a:ext cx="292608" cy="292608"/>
          </a:xfrm>
          <a:prstGeom prst="star5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9" name="Deco flower 2"/>
          <p:cNvSpPr/>
          <p:nvPr/>
        </p:nvSpPr>
        <p:spPr>
          <a:xfrm>
            <a:off x="7315200" y="4526280"/>
            <a:ext cx="292608" cy="292608"/>
          </a:xfrm>
          <a:prstGeom prst="star5">
            <a:avLst/>
          </a:prstGeom>
          <a:solidFill>
            <a:srgbClr val="8E5BD0"/>
          </a:solidFill>
          <a:ln w="12700">
            <a:solidFill>
              <a:srgbClr val="8E5BD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795528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11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2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3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C1 L1 letter"/>
          <p:cNvSpPr txBox="1"/>
          <p:nvPr/>
        </p:nvSpPr>
        <p:spPr>
          <a:xfrm>
            <a:off x="726948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ر</a:t>
            </a:r>
            <a:endParaRPr lang="ar-SA" sz="3900" dirty="0"/>
          </a:p>
        </p:txBody>
      </p:sp>
      <p:sp>
        <p:nvSpPr>
          <p:cNvPr id="16" name="C2 F1 fathah"/>
          <p:cNvSpPr txBox="1"/>
          <p:nvPr/>
        </p:nvSpPr>
        <p:spPr>
          <a:xfrm>
            <a:off x="726948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رَ</a:t>
            </a:r>
            <a:endParaRPr lang="ar-SA" sz="3900" dirty="0"/>
          </a:p>
        </p:txBody>
      </p:sp>
      <p:sp>
        <p:nvSpPr>
          <p:cNvPr id="17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39D9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8" name="C4 L2 letter"/>
          <p:cNvSpPr txBox="1"/>
          <p:nvPr/>
        </p:nvSpPr>
        <p:spPr>
          <a:xfrm>
            <a:off x="548640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ص</a:t>
            </a:r>
            <a:endParaRPr lang="ar-SA" sz="3900" dirty="0"/>
          </a:p>
        </p:txBody>
      </p:sp>
      <p:sp>
        <p:nvSpPr>
          <p:cNvPr id="19" name="C5 F2 fathah"/>
          <p:cNvSpPr txBox="1"/>
          <p:nvPr/>
        </p:nvSpPr>
        <p:spPr>
          <a:xfrm>
            <a:off x="548640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صَ</a:t>
            </a:r>
            <a:endParaRPr lang="ar-SA" sz="3900" dirty="0"/>
          </a:p>
        </p:txBody>
      </p:sp>
      <p:sp>
        <p:nvSpPr>
          <p:cNvPr id="20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39D9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1" name="C7 L3 letter"/>
          <p:cNvSpPr txBox="1"/>
          <p:nvPr/>
        </p:nvSpPr>
        <p:spPr>
          <a:xfrm>
            <a:off x="370332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ز</a:t>
            </a:r>
            <a:endParaRPr lang="ar-SA" sz="3900" dirty="0"/>
          </a:p>
        </p:txBody>
      </p:sp>
      <p:sp>
        <p:nvSpPr>
          <p:cNvPr id="22" name="C8 F3 fathah"/>
          <p:cNvSpPr txBox="1"/>
          <p:nvPr/>
        </p:nvSpPr>
        <p:spPr>
          <a:xfrm>
            <a:off x="370332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زَ</a:t>
            </a:r>
            <a:endParaRPr lang="ar-SA" sz="3900" dirty="0"/>
          </a:p>
        </p:txBody>
      </p:sp>
      <p:sp>
        <p:nvSpPr>
          <p:cNvPr id="23" name="C9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2EB87B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C10 R result"/>
          <p:cNvSpPr txBox="1"/>
          <p:nvPr/>
        </p:nvSpPr>
        <p:spPr>
          <a:xfrm>
            <a:off x="502920" y="1645920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رَصَزَ</a:t>
            </a:r>
            <a:endParaRPr lang="ar-SA" sz="8000" dirty="0"/>
          </a:p>
        </p:txBody>
      </p:sp>
    </p:spTree>
  </p:cSld>
  <p:clrMapOvr>
    <a:masterClrMapping/>
  </p:clrMapOvr>
  <p:transition spd="med">
    <p:wipe dir="l"/>
    <p:sndAc>
      <p:stSnd>
        <p:snd r:embed="rIdTrSnd" name="harp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</p:bld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3A43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moon"/>
          <p:cNvSpPr/>
          <p:nvPr/>
        </p:nvSpPr>
        <p:spPr>
          <a:xfrm>
            <a:off x="365760" y="91440"/>
            <a:ext cx="502920" cy="731520"/>
          </a:xfrm>
          <a:prstGeom prst="moon">
            <a:avLst/>
          </a:prstGeom>
          <a:solidFill>
            <a:srgbClr val="FFE88A"/>
          </a:solidFill>
          <a:ln w="12700">
            <a:solidFill>
              <a:srgbClr val="FFE88A"/>
            </a:solidFill>
            <a:prstDash val="solid"/>
          </a:ln>
        </p:spPr>
      </p:sp>
      <p:sp>
        <p:nvSpPr>
          <p:cNvPr id="3" name="Deco star 0"/>
          <p:cNvSpPr/>
          <p:nvPr/>
        </p:nvSpPr>
        <p:spPr>
          <a:xfrm>
            <a:off x="1280160" y="18288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4" name="Deco star 1"/>
          <p:cNvSpPr/>
          <p:nvPr/>
        </p:nvSpPr>
        <p:spPr>
          <a:xfrm>
            <a:off x="2194560" y="50292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5" name="Deco star 2"/>
          <p:cNvSpPr/>
          <p:nvPr/>
        </p:nvSpPr>
        <p:spPr>
          <a:xfrm>
            <a:off x="3291840" y="137160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6" name="Deco star 3"/>
          <p:cNvSpPr/>
          <p:nvPr/>
        </p:nvSpPr>
        <p:spPr>
          <a:xfrm>
            <a:off x="5760720" y="457200"/>
            <a:ext cx="365760" cy="36576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7" name="Deco star 4"/>
          <p:cNvSpPr/>
          <p:nvPr/>
        </p:nvSpPr>
        <p:spPr>
          <a:xfrm>
            <a:off x="6766560" y="109728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8" name="Deco star 5"/>
          <p:cNvSpPr/>
          <p:nvPr/>
        </p:nvSpPr>
        <p:spPr>
          <a:xfrm>
            <a:off x="7772400" y="41148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9" name="Deco star 6"/>
          <p:cNvSpPr/>
          <p:nvPr/>
        </p:nvSpPr>
        <p:spPr>
          <a:xfrm>
            <a:off x="8503920" y="13716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10" name="Deco hill left"/>
          <p:cNvSpPr/>
          <p:nvPr/>
        </p:nvSpPr>
        <p:spPr>
          <a:xfrm>
            <a:off x="-914400" y="4480560"/>
            <a:ext cx="4937760" cy="1463040"/>
          </a:xfrm>
          <a:prstGeom prst="ellipse">
            <a:avLst/>
          </a:prstGeom>
          <a:solidFill>
            <a:srgbClr val="3D642B"/>
          </a:solidFill>
          <a:ln w="12700">
            <a:solidFill>
              <a:srgbClr val="3D642B"/>
            </a:solidFill>
            <a:prstDash val="solid"/>
          </a:ln>
        </p:spPr>
      </p:sp>
      <p:sp>
        <p:nvSpPr>
          <p:cNvPr id="11" name="Deco hill right"/>
          <p:cNvSpPr/>
          <p:nvPr/>
        </p:nvSpPr>
        <p:spPr>
          <a:xfrm>
            <a:off x="4206240" y="4572000"/>
            <a:ext cx="5669280" cy="1463040"/>
          </a:xfrm>
          <a:prstGeom prst="ellipse">
            <a:avLst/>
          </a:prstGeom>
          <a:solidFill>
            <a:srgbClr val="347941"/>
          </a:solidFill>
          <a:ln w="12700">
            <a:solidFill>
              <a:srgbClr val="347941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4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5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6" name="C1 L1 letter"/>
          <p:cNvSpPr txBox="1"/>
          <p:nvPr/>
        </p:nvSpPr>
        <p:spPr>
          <a:xfrm>
            <a:off x="726948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ز</a:t>
            </a:r>
            <a:endParaRPr lang="ar-SA" sz="3900" dirty="0"/>
          </a:p>
        </p:txBody>
      </p:sp>
      <p:sp>
        <p:nvSpPr>
          <p:cNvPr id="17" name="C2 F1 fathah"/>
          <p:cNvSpPr txBox="1"/>
          <p:nvPr/>
        </p:nvSpPr>
        <p:spPr>
          <a:xfrm>
            <a:off x="726948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زَ</a:t>
            </a:r>
            <a:endParaRPr lang="ar-SA" sz="3900" dirty="0"/>
          </a:p>
        </p:txBody>
      </p:sp>
      <p:sp>
        <p:nvSpPr>
          <p:cNvPr id="18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4826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9" name="C4 L2 letter"/>
          <p:cNvSpPr txBox="1"/>
          <p:nvPr/>
        </p:nvSpPr>
        <p:spPr>
          <a:xfrm>
            <a:off x="548640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ص</a:t>
            </a:r>
            <a:endParaRPr lang="ar-SA" sz="3900" dirty="0"/>
          </a:p>
        </p:txBody>
      </p:sp>
      <p:sp>
        <p:nvSpPr>
          <p:cNvPr id="20" name="C5 F2 fathah"/>
          <p:cNvSpPr txBox="1"/>
          <p:nvPr/>
        </p:nvSpPr>
        <p:spPr>
          <a:xfrm>
            <a:off x="548640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صَ</a:t>
            </a:r>
            <a:endParaRPr lang="ar-SA" sz="3900" dirty="0"/>
          </a:p>
        </p:txBody>
      </p:sp>
      <p:sp>
        <p:nvSpPr>
          <p:cNvPr id="21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4826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2" name="C7 L3 letter"/>
          <p:cNvSpPr txBox="1"/>
          <p:nvPr/>
        </p:nvSpPr>
        <p:spPr>
          <a:xfrm>
            <a:off x="370332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س</a:t>
            </a:r>
            <a:endParaRPr lang="ar-SA" sz="3900" dirty="0"/>
          </a:p>
        </p:txBody>
      </p:sp>
      <p:sp>
        <p:nvSpPr>
          <p:cNvPr id="23" name="C8 F3 fathah"/>
          <p:cNvSpPr txBox="1"/>
          <p:nvPr/>
        </p:nvSpPr>
        <p:spPr>
          <a:xfrm>
            <a:off x="370332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سَ</a:t>
            </a:r>
            <a:endParaRPr lang="ar-SA" sz="3900" dirty="0"/>
          </a:p>
        </p:txBody>
      </p:sp>
      <p:sp>
        <p:nvSpPr>
          <p:cNvPr id="24" name="C9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A32E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C10 R result"/>
          <p:cNvSpPr txBox="1"/>
          <p:nvPr/>
        </p:nvSpPr>
        <p:spPr>
          <a:xfrm>
            <a:off x="502920" y="1645920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زَصَسَ</a:t>
            </a:r>
            <a:endParaRPr lang="ar-SA" sz="6000" dirty="0"/>
          </a:p>
        </p:txBody>
      </p:sp>
    </p:spTree>
  </p:cSld>
  <p:clrMapOvr>
    <a:masterClrMapping/>
  </p:clrMapOvr>
  <p:transition spd="med">
    <p:circle/>
    <p:sndAc>
      <p:stSnd>
        <p:snd r:embed="rIdTrSnd" name="chim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</p:bld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solidFill>
          <a:srgbClr val="C5DF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wave back"/>
          <p:cNvSpPr/>
          <p:nvPr/>
        </p:nvSpPr>
        <p:spPr>
          <a:xfrm>
            <a:off x="-182880" y="4389120"/>
            <a:ext cx="9509760" cy="548640"/>
          </a:xfrm>
          <a:prstGeom prst="wave">
            <a:avLst/>
          </a:prstGeom>
          <a:solidFill>
            <a:srgbClr val="D6855C"/>
          </a:solidFill>
          <a:ln w="12700">
            <a:solidFill>
              <a:srgbClr val="D6855C"/>
            </a:solidFill>
            <a:prstDash val="solid"/>
          </a:ln>
        </p:spPr>
      </p:sp>
      <p:sp>
        <p:nvSpPr>
          <p:cNvPr id="3" name="Deco sea floor"/>
          <p:cNvSpPr/>
          <p:nvPr/>
        </p:nvSpPr>
        <p:spPr>
          <a:xfrm>
            <a:off x="0" y="4709160"/>
            <a:ext cx="9144000" cy="457200"/>
          </a:xfrm>
          <a:prstGeom prst="rect">
            <a:avLst/>
          </a:prstGeom>
          <a:solidFill>
            <a:srgbClr val="CC7333"/>
          </a:solidFill>
          <a:ln w="12700">
            <a:solidFill>
              <a:srgbClr val="CC7333"/>
            </a:solidFill>
            <a:prstDash val="solid"/>
          </a:ln>
        </p:spPr>
      </p:sp>
      <p:sp>
        <p:nvSpPr>
          <p:cNvPr id="4" name="Deco bubble 0"/>
          <p:cNvSpPr/>
          <p:nvPr/>
        </p:nvSpPr>
        <p:spPr>
          <a:xfrm>
            <a:off x="365760" y="182880"/>
            <a:ext cx="411480" cy="4114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5" name="Deco bubble 1"/>
          <p:cNvSpPr/>
          <p:nvPr/>
        </p:nvSpPr>
        <p:spPr>
          <a:xfrm>
            <a:off x="914400" y="502920"/>
            <a:ext cx="256032" cy="256032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6" name="Deco bubble 2"/>
          <p:cNvSpPr/>
          <p:nvPr/>
        </p:nvSpPr>
        <p:spPr>
          <a:xfrm>
            <a:off x="8138160" y="137160"/>
            <a:ext cx="457200" cy="4572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7" name="Deco bubble 3"/>
          <p:cNvSpPr/>
          <p:nvPr/>
        </p:nvSpPr>
        <p:spPr>
          <a:xfrm>
            <a:off x="7680960" y="548640"/>
            <a:ext cx="228600" cy="2286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8" name="Deco bubble 4"/>
          <p:cNvSpPr/>
          <p:nvPr/>
        </p:nvSpPr>
        <p:spPr>
          <a:xfrm>
            <a:off x="8686800" y="566928"/>
            <a:ext cx="182880" cy="1828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9" name="Deco sun"/>
          <p:cNvSpPr/>
          <p:nvPr/>
        </p:nvSpPr>
        <p:spPr>
          <a:xfrm>
            <a:off x="4206240" y="109728"/>
            <a:ext cx="685800" cy="68580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0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1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2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3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4" name="C1 L1 letter"/>
          <p:cNvSpPr txBox="1"/>
          <p:nvPr/>
        </p:nvSpPr>
        <p:spPr>
          <a:xfrm>
            <a:off x="726948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س</a:t>
            </a:r>
            <a:endParaRPr lang="ar-SA" sz="3900" dirty="0"/>
          </a:p>
        </p:txBody>
      </p:sp>
      <p:sp>
        <p:nvSpPr>
          <p:cNvPr id="15" name="C2 F1 fathah"/>
          <p:cNvSpPr txBox="1"/>
          <p:nvPr/>
        </p:nvSpPr>
        <p:spPr>
          <a:xfrm>
            <a:off x="726948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سَ</a:t>
            </a:r>
            <a:endParaRPr lang="ar-SA" sz="3900" dirty="0"/>
          </a:p>
        </p:txBody>
      </p:sp>
      <p:sp>
        <p:nvSpPr>
          <p:cNvPr id="16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D97C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7" name="C4 L2 letter"/>
          <p:cNvSpPr txBox="1"/>
          <p:nvPr/>
        </p:nvSpPr>
        <p:spPr>
          <a:xfrm>
            <a:off x="548640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ص</a:t>
            </a:r>
            <a:endParaRPr lang="ar-SA" sz="3900" dirty="0"/>
          </a:p>
        </p:txBody>
      </p:sp>
      <p:sp>
        <p:nvSpPr>
          <p:cNvPr id="18" name="C5 F2 fathah"/>
          <p:cNvSpPr txBox="1"/>
          <p:nvPr/>
        </p:nvSpPr>
        <p:spPr>
          <a:xfrm>
            <a:off x="548640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صَ</a:t>
            </a:r>
            <a:endParaRPr lang="ar-SA" sz="3900" dirty="0"/>
          </a:p>
        </p:txBody>
      </p:sp>
      <p:sp>
        <p:nvSpPr>
          <p:cNvPr id="19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D97C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0" name="C7 L3 letter"/>
          <p:cNvSpPr txBox="1"/>
          <p:nvPr/>
        </p:nvSpPr>
        <p:spPr>
          <a:xfrm>
            <a:off x="370332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ش</a:t>
            </a:r>
            <a:endParaRPr lang="ar-SA" sz="3900" dirty="0"/>
          </a:p>
        </p:txBody>
      </p:sp>
      <p:sp>
        <p:nvSpPr>
          <p:cNvPr id="21" name="C8 F3 fathah"/>
          <p:cNvSpPr txBox="1"/>
          <p:nvPr/>
        </p:nvSpPr>
        <p:spPr>
          <a:xfrm>
            <a:off x="370332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شَ</a:t>
            </a:r>
            <a:endParaRPr lang="ar-SA" sz="3900" dirty="0"/>
          </a:p>
        </p:txBody>
      </p:sp>
      <p:sp>
        <p:nvSpPr>
          <p:cNvPr id="22" name="C9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A4B8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3" name="C10 R result"/>
          <p:cNvSpPr txBox="1"/>
          <p:nvPr/>
        </p:nvSpPr>
        <p:spPr>
          <a:xfrm>
            <a:off x="502920" y="1645920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سَصَشَ</a:t>
            </a:r>
            <a:endParaRPr lang="ar-SA" sz="5400" dirty="0"/>
          </a:p>
        </p:txBody>
      </p:sp>
    </p:spTree>
  </p:cSld>
  <p:clrMapOvr>
    <a:masterClrMapping/>
  </p:clrMapOvr>
  <p:transition spd="med">
    <p:randomBar dir="vert"/>
    <p:sndAc>
      <p:stSnd>
        <p:snd r:embed="rIdTrSnd" name="whoosh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</p:bld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bg>
      <p:bgPr>
        <a:solidFill>
          <a:srgbClr val="F7C5D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grass"/>
          <p:cNvSpPr/>
          <p:nvPr/>
        </p:nvSpPr>
        <p:spPr>
          <a:xfrm>
            <a:off x="0" y="4617720"/>
            <a:ext cx="9144000" cy="548640"/>
          </a:xfrm>
          <a:prstGeom prst="rect">
            <a:avLst/>
          </a:prstGeom>
          <a:solidFill>
            <a:srgbClr val="B3C653"/>
          </a:solidFill>
          <a:ln w="12700">
            <a:solidFill>
              <a:srgbClr val="B3C653"/>
            </a:solidFill>
            <a:prstDash val="solid"/>
          </a:ln>
        </p:spPr>
      </p:sp>
      <p:sp>
        <p:nvSpPr>
          <p:cNvPr id="3" name="Deco stem 0"/>
          <p:cNvSpPr/>
          <p:nvPr/>
        </p:nvSpPr>
        <p:spPr>
          <a:xfrm>
            <a:off x="57607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4" name="Deco flower 0"/>
          <p:cNvSpPr/>
          <p:nvPr/>
        </p:nvSpPr>
        <p:spPr>
          <a:xfrm>
            <a:off x="457200" y="4370832"/>
            <a:ext cx="274320" cy="274320"/>
          </a:xfrm>
          <a:prstGeom prst="flowChartConnector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5" name="Deco stem 1"/>
          <p:cNvSpPr/>
          <p:nvPr/>
        </p:nvSpPr>
        <p:spPr>
          <a:xfrm>
            <a:off x="13990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6" name="Deco flower 1"/>
          <p:cNvSpPr/>
          <p:nvPr/>
        </p:nvSpPr>
        <p:spPr>
          <a:xfrm>
            <a:off x="1280160" y="4370832"/>
            <a:ext cx="274320" cy="274320"/>
          </a:xfrm>
          <a:prstGeom prst="flowChartConnector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7" name="Deco stem 2"/>
          <p:cNvSpPr/>
          <p:nvPr/>
        </p:nvSpPr>
        <p:spPr>
          <a:xfrm>
            <a:off x="22219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8" name="Deco flower 2"/>
          <p:cNvSpPr/>
          <p:nvPr/>
        </p:nvSpPr>
        <p:spPr>
          <a:xfrm>
            <a:off x="2103120" y="4370832"/>
            <a:ext cx="274320" cy="274320"/>
          </a:xfrm>
          <a:prstGeom prst="flowChartConnector">
            <a:avLst/>
          </a:prstGeom>
          <a:solidFill>
            <a:srgbClr val="B892FF"/>
          </a:solidFill>
          <a:ln w="12700">
            <a:solidFill>
              <a:srgbClr val="B892FF"/>
            </a:solidFill>
            <a:prstDash val="solid"/>
          </a:ln>
        </p:spPr>
      </p:sp>
      <p:sp>
        <p:nvSpPr>
          <p:cNvPr id="9" name="Deco stem 3"/>
          <p:cNvSpPr/>
          <p:nvPr/>
        </p:nvSpPr>
        <p:spPr>
          <a:xfrm>
            <a:off x="68854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6766560" y="4370832"/>
            <a:ext cx="274320" cy="274320"/>
          </a:xfrm>
          <a:prstGeom prst="flowChartConnector">
            <a:avLst/>
          </a:prstGeom>
          <a:solidFill>
            <a:srgbClr val="FF6F91"/>
          </a:solidFill>
          <a:ln w="12700">
            <a:solidFill>
              <a:srgbClr val="FF6F91"/>
            </a:solidFill>
            <a:prstDash val="solid"/>
          </a:ln>
        </p:spPr>
      </p:sp>
      <p:sp>
        <p:nvSpPr>
          <p:cNvPr id="11" name="Deco stem 4"/>
          <p:cNvSpPr/>
          <p:nvPr/>
        </p:nvSpPr>
        <p:spPr>
          <a:xfrm>
            <a:off x="77083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2" name="Deco flower 4"/>
          <p:cNvSpPr/>
          <p:nvPr/>
        </p:nvSpPr>
        <p:spPr>
          <a:xfrm>
            <a:off x="7589520" y="4370832"/>
            <a:ext cx="274320" cy="274320"/>
          </a:xfrm>
          <a:prstGeom prst="flowChartConnector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3" name="Deco stem 5"/>
          <p:cNvSpPr/>
          <p:nvPr/>
        </p:nvSpPr>
        <p:spPr>
          <a:xfrm>
            <a:off x="843991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4" name="Deco flower 5"/>
          <p:cNvSpPr/>
          <p:nvPr/>
        </p:nvSpPr>
        <p:spPr>
          <a:xfrm>
            <a:off x="8321040" y="4370832"/>
            <a:ext cx="274320" cy="274320"/>
          </a:xfrm>
          <a:prstGeom prst="flowChartConnector">
            <a:avLst/>
          </a:prstGeom>
          <a:solidFill>
            <a:srgbClr val="7EC8FF"/>
          </a:solidFill>
          <a:ln w="12700">
            <a:solidFill>
              <a:srgbClr val="7EC8FF"/>
            </a:solidFill>
            <a:prstDash val="solid"/>
          </a:ln>
        </p:spPr>
      </p:sp>
      <p:sp>
        <p:nvSpPr>
          <p:cNvPr id="15" name="Deco heart"/>
          <p:cNvSpPr/>
          <p:nvPr/>
        </p:nvSpPr>
        <p:spPr>
          <a:xfrm>
            <a:off x="411480" y="228600"/>
            <a:ext cx="457200" cy="411480"/>
          </a:xfrm>
          <a:prstGeom prst="heart">
            <a:avLst/>
          </a:prstGeom>
          <a:solidFill>
            <a:srgbClr val="ED5EAF"/>
          </a:solidFill>
          <a:ln w="12700">
            <a:solidFill>
              <a:srgbClr val="ED5EAF"/>
            </a:solidFill>
            <a:prstDash val="solid"/>
          </a:ln>
        </p:spPr>
      </p:sp>
      <p:sp>
        <p:nvSpPr>
          <p:cNvPr id="16" name="Deco cloud"/>
          <p:cNvSpPr/>
          <p:nvPr/>
        </p:nvSpPr>
        <p:spPr>
          <a:xfrm>
            <a:off x="713232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7" name="Deco friend"/>
          <p:cNvSpPr/>
          <p:nvPr/>
        </p:nvSpPr>
        <p:spPr>
          <a:xfrm>
            <a:off x="6309360" y="182880"/>
            <a:ext cx="548640" cy="548640"/>
          </a:xfrm>
          <a:prstGeom prst="smileyFace">
            <a:avLst/>
          </a:prstGeom>
          <a:solidFill>
            <a:srgbClr val="FFD166"/>
          </a:solidFill>
          <a:ln w="12700">
            <a:solidFill>
              <a:srgbClr val="FFD166"/>
            </a:solidFill>
            <a:prstDash val="solid"/>
          </a:ln>
        </p:spPr>
      </p:sp>
      <p:sp>
        <p:nvSpPr>
          <p:cNvPr id="18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9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20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21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22" name="C1 L1 letter"/>
          <p:cNvSpPr txBox="1"/>
          <p:nvPr/>
        </p:nvSpPr>
        <p:spPr>
          <a:xfrm>
            <a:off x="726948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ش</a:t>
            </a:r>
            <a:endParaRPr lang="ar-SA" sz="3900" dirty="0"/>
          </a:p>
        </p:txBody>
      </p:sp>
      <p:sp>
        <p:nvSpPr>
          <p:cNvPr id="23" name="C2 F1 fathah"/>
          <p:cNvSpPr txBox="1"/>
          <p:nvPr/>
        </p:nvSpPr>
        <p:spPr>
          <a:xfrm>
            <a:off x="726948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شَ</a:t>
            </a:r>
            <a:endParaRPr lang="ar-SA" sz="3900" dirty="0"/>
          </a:p>
        </p:txBody>
      </p:sp>
      <p:sp>
        <p:nvSpPr>
          <p:cNvPr id="24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26D9B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C4 L2 letter"/>
          <p:cNvSpPr txBox="1"/>
          <p:nvPr/>
        </p:nvSpPr>
        <p:spPr>
          <a:xfrm>
            <a:off x="548640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ص</a:t>
            </a:r>
            <a:endParaRPr lang="ar-SA" sz="3900" dirty="0"/>
          </a:p>
        </p:txBody>
      </p:sp>
      <p:sp>
        <p:nvSpPr>
          <p:cNvPr id="26" name="C5 F2 fathah"/>
          <p:cNvSpPr txBox="1"/>
          <p:nvPr/>
        </p:nvSpPr>
        <p:spPr>
          <a:xfrm>
            <a:off x="548640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صَ</a:t>
            </a:r>
            <a:endParaRPr lang="ar-SA" sz="3900" dirty="0"/>
          </a:p>
        </p:txBody>
      </p:sp>
      <p:sp>
        <p:nvSpPr>
          <p:cNvPr id="27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26D9B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8" name="C7 L3 letter"/>
          <p:cNvSpPr txBox="1"/>
          <p:nvPr/>
        </p:nvSpPr>
        <p:spPr>
          <a:xfrm>
            <a:off x="370332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أ</a:t>
            </a:r>
            <a:endParaRPr lang="ar-SA" sz="3900" dirty="0"/>
          </a:p>
        </p:txBody>
      </p:sp>
      <p:sp>
        <p:nvSpPr>
          <p:cNvPr id="29" name="C8 F3 fathah"/>
          <p:cNvSpPr txBox="1"/>
          <p:nvPr/>
        </p:nvSpPr>
        <p:spPr>
          <a:xfrm>
            <a:off x="370332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أَ</a:t>
            </a:r>
            <a:endParaRPr lang="ar-SA" sz="3900" dirty="0"/>
          </a:p>
        </p:txBody>
      </p:sp>
      <p:sp>
        <p:nvSpPr>
          <p:cNvPr id="30" name="C9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2E7B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1" name="C10 R result"/>
          <p:cNvSpPr txBox="1"/>
          <p:nvPr/>
        </p:nvSpPr>
        <p:spPr>
          <a:xfrm>
            <a:off x="502920" y="1645920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شَصَأَ</a:t>
            </a:r>
            <a:endParaRPr lang="ar-SA" sz="5900" dirty="0"/>
          </a:p>
        </p:txBody>
      </p:sp>
    </p:spTree>
  </p:cSld>
  <p:clrMapOvr>
    <a:masterClrMapping/>
  </p:clrMapOvr>
  <p:transition spd="med">
    <p:push dir="l"/>
    <p:sndAc>
      <p:stSnd>
        <p:snd r:embed="rIdTrSnd" name="bubbles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  <p:bldP spid="29" grpId="0" animBg="1"/>
      <p:bldP spid="30" grpId="0" animBg="1"/>
      <p:bldP spid="31" grpId="0" animBg="1"/>
    </p:bld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bg>
      <p:bgPr>
        <a:solidFill>
          <a:srgbClr val="14431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planet"/>
          <p:cNvSpPr/>
          <p:nvPr/>
        </p:nvSpPr>
        <p:spPr>
          <a:xfrm>
            <a:off x="7680960" y="91440"/>
            <a:ext cx="731520" cy="731520"/>
          </a:xfrm>
          <a:prstGeom prst="ellipse">
            <a:avLst/>
          </a:prstGeom>
          <a:solidFill>
            <a:srgbClr val="52E0A2"/>
          </a:solidFill>
          <a:ln w="12700">
            <a:solidFill>
              <a:srgbClr val="52E0A2"/>
            </a:solidFill>
            <a:prstDash val="solid"/>
          </a:ln>
        </p:spPr>
      </p:sp>
      <p:sp>
        <p:nvSpPr>
          <p:cNvPr id="3" name="Deco planet ring"/>
          <p:cNvSpPr/>
          <p:nvPr/>
        </p:nvSpPr>
        <p:spPr>
          <a:xfrm>
            <a:off x="7452360" y="384048"/>
            <a:ext cx="1188720" cy="164592"/>
          </a:xfrm>
          <a:prstGeom prst="ellipse">
            <a:avLst/>
          </a:prstGeom>
          <a:solidFill>
            <a:srgbClr val="FFFFFF">
              <a:alpha val="0"/>
            </a:srgbClr>
          </a:solidFill>
          <a:ln w="25400">
            <a:solidFill>
              <a:srgbClr val="8CECF2"/>
            </a:solidFill>
            <a:prstDash val="solid"/>
          </a:ln>
        </p:spPr>
      </p:sp>
      <p:sp>
        <p:nvSpPr>
          <p:cNvPr id="4" name="Deco small planet"/>
          <p:cNvSpPr/>
          <p:nvPr/>
        </p:nvSpPr>
        <p:spPr>
          <a:xfrm>
            <a:off x="274320" y="182880"/>
            <a:ext cx="502920" cy="502920"/>
          </a:xfrm>
          <a:prstGeom prst="ellipse">
            <a:avLst/>
          </a:prstGeom>
          <a:solidFill>
            <a:srgbClr val="DB70D5"/>
          </a:solidFill>
          <a:ln w="12700">
            <a:solidFill>
              <a:srgbClr val="DB70D5"/>
            </a:solidFill>
            <a:prstDash val="solid"/>
          </a:ln>
        </p:spPr>
      </p:sp>
      <p:sp>
        <p:nvSpPr>
          <p:cNvPr id="5" name="Deco star 0"/>
          <p:cNvSpPr/>
          <p:nvPr/>
        </p:nvSpPr>
        <p:spPr>
          <a:xfrm>
            <a:off x="1371600" y="27432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6" name="Deco star 1"/>
          <p:cNvSpPr/>
          <p:nvPr/>
        </p:nvSpPr>
        <p:spPr>
          <a:xfrm>
            <a:off x="2468880" y="91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7" name="Deco star 2"/>
          <p:cNvSpPr/>
          <p:nvPr/>
        </p:nvSpPr>
        <p:spPr>
          <a:xfrm>
            <a:off x="3840480" y="50292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8" name="Deco star 3"/>
          <p:cNvSpPr/>
          <p:nvPr/>
        </p:nvSpPr>
        <p:spPr>
          <a:xfrm>
            <a:off x="5120640" y="137160"/>
            <a:ext cx="256032" cy="256032"/>
          </a:xfrm>
          <a:prstGeom prst="star4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9" name="Deco star 4"/>
          <p:cNvSpPr/>
          <p:nvPr/>
        </p:nvSpPr>
        <p:spPr>
          <a:xfrm>
            <a:off x="6583680" y="4572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5"/>
          <p:cNvSpPr/>
          <p:nvPr/>
        </p:nvSpPr>
        <p:spPr>
          <a:xfrm>
            <a:off x="1097280" y="457200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star 6"/>
          <p:cNvSpPr/>
          <p:nvPr/>
        </p:nvSpPr>
        <p:spPr>
          <a:xfrm>
            <a:off x="2743200" y="475488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12" name="Deco star 7"/>
          <p:cNvSpPr/>
          <p:nvPr/>
        </p:nvSpPr>
        <p:spPr>
          <a:xfrm>
            <a:off x="6217920" y="4663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3" name="Deco star 8"/>
          <p:cNvSpPr/>
          <p:nvPr/>
        </p:nvSpPr>
        <p:spPr>
          <a:xfrm>
            <a:off x="8138160" y="45720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4" name="Deco moon surface"/>
          <p:cNvSpPr/>
          <p:nvPr/>
        </p:nvSpPr>
        <p:spPr>
          <a:xfrm>
            <a:off x="3200400" y="4709160"/>
            <a:ext cx="2743200" cy="1097280"/>
          </a:xfrm>
          <a:prstGeom prst="ellipse">
            <a:avLst/>
          </a:prstGeom>
          <a:solidFill>
            <a:srgbClr val="856047"/>
          </a:solidFill>
          <a:ln w="12700">
            <a:solidFill>
              <a:srgbClr val="856047"/>
            </a:solidFill>
            <a:prstDash val="solid"/>
          </a:ln>
        </p:spPr>
      </p:sp>
      <p:sp>
        <p:nvSpPr>
          <p:cNvPr id="15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6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7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8" name="C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أ</a:t>
            </a:r>
            <a:endParaRPr lang="ar-SA" sz="5600" dirty="0"/>
          </a:p>
        </p:txBody>
      </p:sp>
      <p:sp>
        <p:nvSpPr>
          <p:cNvPr id="19" name="C2 F1 fath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أَ</a:t>
            </a:r>
            <a:endParaRPr lang="ar-SA" sz="5600" dirty="0"/>
          </a:p>
        </p:txBody>
      </p:sp>
      <p:sp>
        <p:nvSpPr>
          <p:cNvPr id="20" name="C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D926C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1" name="C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ص</a:t>
            </a:r>
            <a:endParaRPr lang="ar-SA" sz="5600" dirty="0"/>
          </a:p>
        </p:txBody>
      </p:sp>
      <p:sp>
        <p:nvSpPr>
          <p:cNvPr id="22" name="C5 F2 fath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صَ</a:t>
            </a:r>
            <a:endParaRPr lang="ar-SA" sz="5600" dirty="0"/>
          </a:p>
        </p:txBody>
      </p:sp>
      <p:sp>
        <p:nvSpPr>
          <p:cNvPr id="23" name="C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B82E53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C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أَصَ</a:t>
            </a:r>
            <a:endParaRPr lang="ar-SA" sz="7000" dirty="0"/>
          </a:p>
        </p:txBody>
      </p:sp>
    </p:spTree>
  </p:cSld>
  <p:clrMapOvr>
    <a:masterClrMapping/>
  </p:clrMapOvr>
  <p:transition spd="med">
    <p:split orient="vert" dir="out"/>
    <p:sndAc>
      <p:stSnd>
        <p:snd r:embed="rIdTrSnd" name="sparkl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</p:bld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">
    <p:bg>
      <p:bgPr>
        <a:solidFill>
          <a:srgbClr val="D7C5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sun low"/>
          <p:cNvSpPr/>
          <p:nvPr/>
        </p:nvSpPr>
        <p:spPr>
          <a:xfrm>
            <a:off x="3566160" y="4343400"/>
            <a:ext cx="2011680" cy="2011680"/>
          </a:xfrm>
          <a:prstGeom prst="ellipse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3" name="Deco dune left"/>
          <p:cNvSpPr/>
          <p:nvPr/>
        </p:nvSpPr>
        <p:spPr>
          <a:xfrm>
            <a:off x="-1097280" y="4572000"/>
            <a:ext cx="4572000" cy="1280160"/>
          </a:xfrm>
          <a:prstGeom prst="ellipse">
            <a:avLst/>
          </a:prstGeom>
          <a:solidFill>
            <a:srgbClr val="BE64D8"/>
          </a:solidFill>
          <a:ln w="12700">
            <a:solidFill>
              <a:srgbClr val="BE64D8"/>
            </a:solidFill>
            <a:prstDash val="solid"/>
          </a:ln>
        </p:spPr>
      </p:sp>
      <p:sp>
        <p:nvSpPr>
          <p:cNvPr id="4" name="Deco dune right"/>
          <p:cNvSpPr/>
          <p:nvPr/>
        </p:nvSpPr>
        <p:spPr>
          <a:xfrm>
            <a:off x="5303520" y="4617720"/>
            <a:ext cx="5120640" cy="1280160"/>
          </a:xfrm>
          <a:prstGeom prst="ellipse">
            <a:avLst/>
          </a:prstGeom>
          <a:solidFill>
            <a:srgbClr val="9B47D1"/>
          </a:solidFill>
          <a:ln w="12700">
            <a:solidFill>
              <a:srgbClr val="9B47D1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320040" y="137160"/>
            <a:ext cx="1371600" cy="5943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right"/>
          <p:cNvSpPr/>
          <p:nvPr/>
        </p:nvSpPr>
        <p:spPr>
          <a:xfrm>
            <a:off x="7223760" y="182880"/>
            <a:ext cx="1280160" cy="548640"/>
          </a:xfrm>
          <a:prstGeom prst="cloud">
            <a:avLst/>
          </a:prstGeom>
          <a:solidFill>
            <a:srgbClr val="FFF3E8"/>
          </a:solidFill>
          <a:ln w="12700">
            <a:solidFill>
              <a:srgbClr val="FFF3E8"/>
            </a:solidFill>
            <a:prstDash val="solid"/>
          </a:ln>
        </p:spPr>
      </p:sp>
      <p:sp>
        <p:nvSpPr>
          <p:cNvPr id="7" name="Deco bird 0"/>
          <p:cNvSpPr/>
          <p:nvPr/>
        </p:nvSpPr>
        <p:spPr>
          <a:xfrm rot="5400000">
            <a:off x="2926080" y="32004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8" name="Deco bird 1"/>
          <p:cNvSpPr/>
          <p:nvPr/>
        </p:nvSpPr>
        <p:spPr>
          <a:xfrm rot="5400000">
            <a:off x="3291840" y="22860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9" name="Deco bird 2"/>
          <p:cNvSpPr/>
          <p:nvPr/>
        </p:nvSpPr>
        <p:spPr>
          <a:xfrm rot="5400000">
            <a:off x="5394960" y="36576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10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1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2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3" name="C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</a:t>
            </a:r>
            <a:endParaRPr lang="ar-SA" sz="5600" dirty="0"/>
          </a:p>
        </p:txBody>
      </p:sp>
      <p:sp>
        <p:nvSpPr>
          <p:cNvPr id="14" name="C2 F1 fath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بَ</a:t>
            </a:r>
            <a:endParaRPr lang="ar-SA" sz="5600" dirty="0"/>
          </a:p>
        </p:txBody>
      </p:sp>
      <p:sp>
        <p:nvSpPr>
          <p:cNvPr id="15" name="C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9AD9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6" name="C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ص</a:t>
            </a:r>
            <a:endParaRPr lang="ar-SA" sz="5600" dirty="0"/>
          </a:p>
        </p:txBody>
      </p:sp>
      <p:sp>
        <p:nvSpPr>
          <p:cNvPr id="17" name="C5 F2 fath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صَ</a:t>
            </a:r>
            <a:endParaRPr lang="ar-SA" sz="5600" dirty="0"/>
          </a:p>
        </p:txBody>
      </p:sp>
      <p:sp>
        <p:nvSpPr>
          <p:cNvPr id="18" name="C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2EB83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9" name="C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بَصَ</a:t>
            </a:r>
            <a:endParaRPr lang="ar-SA" sz="9000" dirty="0"/>
          </a:p>
        </p:txBody>
      </p:sp>
    </p:spTree>
  </p:cSld>
  <p:clrMapOvr>
    <a:masterClrMapping/>
  </p:clrMapOvr>
  <p:transition spd="med">
    <p:pull dir="l"/>
    <p:sndAc>
      <p:stSnd>
        <p:snd r:embed="rIdTrSnd" name="marimba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 animBg="1"/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</p:bld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0">
    <p:bg>
      <p:bgPr>
        <a:solidFill>
          <a:srgbClr val="F7E5C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434840"/>
            <a:ext cx="4754880" cy="1463040"/>
          </a:xfrm>
          <a:prstGeom prst="ellipse">
            <a:avLst/>
          </a:prstGeom>
          <a:solidFill>
            <a:srgbClr val="66CC66"/>
          </a:solidFill>
          <a:ln w="12700">
            <a:solidFill>
              <a:srgbClr val="66CC66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023360" y="4526280"/>
            <a:ext cx="5852160" cy="1463040"/>
          </a:xfrm>
          <a:prstGeom prst="ellipse">
            <a:avLst/>
          </a:prstGeom>
          <a:solidFill>
            <a:srgbClr val="40BF6A"/>
          </a:solidFill>
          <a:ln w="12700">
            <a:solidFill>
              <a:srgbClr val="40BF6A"/>
            </a:solidFill>
            <a:prstDash val="solid"/>
          </a:ln>
        </p:spPr>
      </p:sp>
      <p:sp>
        <p:nvSpPr>
          <p:cNvPr id="4" name="Deco sun"/>
          <p:cNvSpPr/>
          <p:nvPr/>
        </p:nvSpPr>
        <p:spPr>
          <a:xfrm>
            <a:off x="274320" y="91440"/>
            <a:ext cx="731520" cy="73152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85800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863840" y="457200"/>
            <a:ext cx="822960" cy="365760"/>
          </a:xfrm>
          <a:prstGeom prst="cloud">
            <a:avLst/>
          </a:prstGeom>
          <a:solidFill>
            <a:srgbClr val="F4FAFF"/>
          </a:solidFill>
          <a:ln w="12700">
            <a:solidFill>
              <a:srgbClr val="F4FAFF"/>
            </a:solidFill>
            <a:prstDash val="solid"/>
          </a:ln>
        </p:spPr>
      </p:sp>
      <p:sp>
        <p:nvSpPr>
          <p:cNvPr id="7" name="Deco flower 0"/>
          <p:cNvSpPr/>
          <p:nvPr/>
        </p:nvSpPr>
        <p:spPr>
          <a:xfrm>
            <a:off x="128016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8" name="Deco flower 1"/>
          <p:cNvSpPr/>
          <p:nvPr/>
        </p:nvSpPr>
        <p:spPr>
          <a:xfrm>
            <a:off x="1828800" y="4526280"/>
            <a:ext cx="292608" cy="292608"/>
          </a:xfrm>
          <a:prstGeom prst="star5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9" name="Deco flower 2"/>
          <p:cNvSpPr/>
          <p:nvPr/>
        </p:nvSpPr>
        <p:spPr>
          <a:xfrm>
            <a:off x="7315200" y="4526280"/>
            <a:ext cx="292608" cy="292608"/>
          </a:xfrm>
          <a:prstGeom prst="star5">
            <a:avLst/>
          </a:prstGeom>
          <a:solidFill>
            <a:srgbClr val="8E5BD0"/>
          </a:solidFill>
          <a:ln w="12700">
            <a:solidFill>
              <a:srgbClr val="8E5BD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795528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11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2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3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4" name="C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</a:t>
            </a:r>
            <a:endParaRPr lang="ar-SA" sz="5600" dirty="0"/>
          </a:p>
        </p:txBody>
      </p:sp>
      <p:sp>
        <p:nvSpPr>
          <p:cNvPr id="15" name="C2 F1 fath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تَ</a:t>
            </a:r>
            <a:endParaRPr lang="ar-SA" sz="5600" dirty="0"/>
          </a:p>
        </p:txBody>
      </p:sp>
      <p:sp>
        <p:nvSpPr>
          <p:cNvPr id="16" name="C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2666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7" name="C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ص</a:t>
            </a:r>
            <a:endParaRPr lang="ar-SA" sz="5600" dirty="0"/>
          </a:p>
        </p:txBody>
      </p:sp>
      <p:sp>
        <p:nvSpPr>
          <p:cNvPr id="18" name="C5 F2 fath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صَ</a:t>
            </a:r>
            <a:endParaRPr lang="ar-SA" sz="5600" dirty="0"/>
          </a:p>
        </p:txBody>
      </p:sp>
      <p:sp>
        <p:nvSpPr>
          <p:cNvPr id="19" name="C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592E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0" name="C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تَصَ</a:t>
            </a:r>
            <a:endParaRPr lang="ar-SA" sz="9000" dirty="0"/>
          </a:p>
        </p:txBody>
      </p:sp>
    </p:spTree>
  </p:cSld>
  <p:clrMapOvr>
    <a:masterClrMapping/>
  </p:clrMapOvr>
  <p:transition spd="med">
    <p:fade/>
    <p:sndAc>
      <p:stSnd>
        <p:snd r:embed="rIdTrSnd" name="harp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</p:bld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1">
    <p:bg>
      <p:bgPr>
        <a:solidFill>
          <a:srgbClr val="14434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moon"/>
          <p:cNvSpPr/>
          <p:nvPr/>
        </p:nvSpPr>
        <p:spPr>
          <a:xfrm>
            <a:off x="365760" y="91440"/>
            <a:ext cx="502920" cy="731520"/>
          </a:xfrm>
          <a:prstGeom prst="moon">
            <a:avLst/>
          </a:prstGeom>
          <a:solidFill>
            <a:srgbClr val="FFE88A"/>
          </a:solidFill>
          <a:ln w="12700">
            <a:solidFill>
              <a:srgbClr val="FFE88A"/>
            </a:solidFill>
            <a:prstDash val="solid"/>
          </a:ln>
        </p:spPr>
      </p:sp>
      <p:sp>
        <p:nvSpPr>
          <p:cNvPr id="3" name="Deco star 0"/>
          <p:cNvSpPr/>
          <p:nvPr/>
        </p:nvSpPr>
        <p:spPr>
          <a:xfrm>
            <a:off x="1280160" y="18288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4" name="Deco star 1"/>
          <p:cNvSpPr/>
          <p:nvPr/>
        </p:nvSpPr>
        <p:spPr>
          <a:xfrm>
            <a:off x="2194560" y="50292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5" name="Deco star 2"/>
          <p:cNvSpPr/>
          <p:nvPr/>
        </p:nvSpPr>
        <p:spPr>
          <a:xfrm>
            <a:off x="3291840" y="137160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6" name="Deco star 3"/>
          <p:cNvSpPr/>
          <p:nvPr/>
        </p:nvSpPr>
        <p:spPr>
          <a:xfrm>
            <a:off x="5760720" y="457200"/>
            <a:ext cx="365760" cy="36576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7" name="Deco star 4"/>
          <p:cNvSpPr/>
          <p:nvPr/>
        </p:nvSpPr>
        <p:spPr>
          <a:xfrm>
            <a:off x="6766560" y="109728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8" name="Deco star 5"/>
          <p:cNvSpPr/>
          <p:nvPr/>
        </p:nvSpPr>
        <p:spPr>
          <a:xfrm>
            <a:off x="7772400" y="41148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9" name="Deco star 6"/>
          <p:cNvSpPr/>
          <p:nvPr/>
        </p:nvSpPr>
        <p:spPr>
          <a:xfrm>
            <a:off x="8503920" y="13716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10" name="Deco hill left"/>
          <p:cNvSpPr/>
          <p:nvPr/>
        </p:nvSpPr>
        <p:spPr>
          <a:xfrm>
            <a:off x="-914400" y="4480560"/>
            <a:ext cx="4937760" cy="1463040"/>
          </a:xfrm>
          <a:prstGeom prst="ellipse">
            <a:avLst/>
          </a:prstGeom>
          <a:solidFill>
            <a:srgbClr val="2B4B64"/>
          </a:solidFill>
          <a:ln w="12700">
            <a:solidFill>
              <a:srgbClr val="2B4B64"/>
            </a:solidFill>
            <a:prstDash val="solid"/>
          </a:ln>
        </p:spPr>
      </p:sp>
      <p:sp>
        <p:nvSpPr>
          <p:cNvPr id="11" name="Deco hill right"/>
          <p:cNvSpPr/>
          <p:nvPr/>
        </p:nvSpPr>
        <p:spPr>
          <a:xfrm>
            <a:off x="4206240" y="4572000"/>
            <a:ext cx="5669280" cy="1463040"/>
          </a:xfrm>
          <a:prstGeom prst="ellipse">
            <a:avLst/>
          </a:prstGeom>
          <a:solidFill>
            <a:srgbClr val="343879"/>
          </a:solidFill>
          <a:ln w="12700">
            <a:solidFill>
              <a:srgbClr val="343879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C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ث</a:t>
            </a:r>
            <a:endParaRPr lang="ar-SA" sz="5600" dirty="0"/>
          </a:p>
        </p:txBody>
      </p:sp>
      <p:sp>
        <p:nvSpPr>
          <p:cNvPr id="16" name="C2 F1 fath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ثَ</a:t>
            </a:r>
            <a:endParaRPr lang="ar-SA" sz="5600" dirty="0"/>
          </a:p>
        </p:txBody>
      </p:sp>
      <p:sp>
        <p:nvSpPr>
          <p:cNvPr id="17" name="C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D9263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8" name="C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ص</a:t>
            </a:r>
            <a:endParaRPr lang="ar-SA" sz="5600" dirty="0"/>
          </a:p>
        </p:txBody>
      </p:sp>
      <p:sp>
        <p:nvSpPr>
          <p:cNvPr id="19" name="C5 F2 fath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صَ</a:t>
            </a:r>
            <a:endParaRPr lang="ar-SA" sz="5600" dirty="0"/>
          </a:p>
        </p:txBody>
      </p:sp>
      <p:sp>
        <p:nvSpPr>
          <p:cNvPr id="20" name="C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B881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1" name="C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ثَصَ</a:t>
            </a:r>
            <a:endParaRPr lang="ar-SA" sz="8500" dirty="0"/>
          </a:p>
        </p:txBody>
      </p:sp>
    </p:spTree>
  </p:cSld>
  <p:clrMapOvr>
    <a:masterClrMapping/>
  </p:clrMapOvr>
  <p:transition spd="med">
    <p:cover dir="l"/>
    <p:sndAc>
      <p:stSnd>
        <p:snd r:embed="rIdTrSnd" name="chim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</p:bld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2">
    <p:bg>
      <p:bgPr>
        <a:solidFill>
          <a:srgbClr val="F7C5E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wave back"/>
          <p:cNvSpPr/>
          <p:nvPr/>
        </p:nvSpPr>
        <p:spPr>
          <a:xfrm>
            <a:off x="-182880" y="4389120"/>
            <a:ext cx="9509760" cy="548640"/>
          </a:xfrm>
          <a:prstGeom prst="wave">
            <a:avLst/>
          </a:prstGeom>
          <a:solidFill>
            <a:srgbClr val="5CD685"/>
          </a:solidFill>
          <a:ln w="12700">
            <a:solidFill>
              <a:srgbClr val="5CD685"/>
            </a:solidFill>
            <a:prstDash val="solid"/>
          </a:ln>
        </p:spPr>
      </p:sp>
      <p:sp>
        <p:nvSpPr>
          <p:cNvPr id="3" name="Deco sea floor"/>
          <p:cNvSpPr/>
          <p:nvPr/>
        </p:nvSpPr>
        <p:spPr>
          <a:xfrm>
            <a:off x="0" y="4709160"/>
            <a:ext cx="9144000" cy="457200"/>
          </a:xfrm>
          <a:prstGeom prst="rect">
            <a:avLst/>
          </a:prstGeom>
          <a:solidFill>
            <a:srgbClr val="33CC73"/>
          </a:solidFill>
          <a:ln w="12700">
            <a:solidFill>
              <a:srgbClr val="33CC73"/>
            </a:solidFill>
            <a:prstDash val="solid"/>
          </a:ln>
        </p:spPr>
      </p:sp>
      <p:sp>
        <p:nvSpPr>
          <p:cNvPr id="4" name="Deco bubble 0"/>
          <p:cNvSpPr/>
          <p:nvPr/>
        </p:nvSpPr>
        <p:spPr>
          <a:xfrm>
            <a:off x="365760" y="182880"/>
            <a:ext cx="411480" cy="4114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5" name="Deco bubble 1"/>
          <p:cNvSpPr/>
          <p:nvPr/>
        </p:nvSpPr>
        <p:spPr>
          <a:xfrm>
            <a:off x="914400" y="502920"/>
            <a:ext cx="256032" cy="256032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6" name="Deco bubble 2"/>
          <p:cNvSpPr/>
          <p:nvPr/>
        </p:nvSpPr>
        <p:spPr>
          <a:xfrm>
            <a:off x="8138160" y="137160"/>
            <a:ext cx="457200" cy="4572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7" name="Deco bubble 3"/>
          <p:cNvSpPr/>
          <p:nvPr/>
        </p:nvSpPr>
        <p:spPr>
          <a:xfrm>
            <a:off x="7680960" y="548640"/>
            <a:ext cx="228600" cy="2286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8" name="Deco bubble 4"/>
          <p:cNvSpPr/>
          <p:nvPr/>
        </p:nvSpPr>
        <p:spPr>
          <a:xfrm>
            <a:off x="8686800" y="566928"/>
            <a:ext cx="182880" cy="1828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9" name="Deco sun"/>
          <p:cNvSpPr/>
          <p:nvPr/>
        </p:nvSpPr>
        <p:spPr>
          <a:xfrm>
            <a:off x="4206240" y="109728"/>
            <a:ext cx="685800" cy="68580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0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1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2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3" name="C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ج</a:t>
            </a:r>
            <a:endParaRPr lang="ar-SA" sz="5600" dirty="0"/>
          </a:p>
        </p:txBody>
      </p:sp>
      <p:sp>
        <p:nvSpPr>
          <p:cNvPr id="14" name="C2 F1 fath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جَ</a:t>
            </a:r>
            <a:endParaRPr lang="ar-SA" sz="5600" dirty="0"/>
          </a:p>
        </p:txBody>
      </p:sp>
      <p:sp>
        <p:nvSpPr>
          <p:cNvPr id="15" name="C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26D94F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6" name="C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ص</a:t>
            </a:r>
            <a:endParaRPr lang="ar-SA" sz="5600" dirty="0"/>
          </a:p>
        </p:txBody>
      </p:sp>
      <p:sp>
        <p:nvSpPr>
          <p:cNvPr id="17" name="C5 F2 fath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صَ</a:t>
            </a:r>
            <a:endParaRPr lang="ar-SA" sz="5600" dirty="0"/>
          </a:p>
        </p:txBody>
      </p:sp>
      <p:sp>
        <p:nvSpPr>
          <p:cNvPr id="18" name="C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2EB8A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9" name="C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جَصَ</a:t>
            </a:r>
            <a:endParaRPr lang="ar-SA" sz="9000" dirty="0"/>
          </a:p>
        </p:txBody>
      </p:sp>
    </p:spTree>
  </p:cSld>
  <p:clrMapOvr>
    <a:masterClrMapping/>
  </p:clrMapOvr>
  <p:transition spd="med">
    <p:zoom/>
    <p:sndAc>
      <p:stSnd>
        <p:snd r:embed="rIdTrSnd" name="whoosh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 animBg="1"/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</p:bld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3">
    <p:bg>
      <p:bgPr>
        <a:solidFill>
          <a:srgbClr val="DDF7C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grass"/>
          <p:cNvSpPr/>
          <p:nvPr/>
        </p:nvSpPr>
        <p:spPr>
          <a:xfrm>
            <a:off x="0" y="4617720"/>
            <a:ext cx="9144000" cy="548640"/>
          </a:xfrm>
          <a:prstGeom prst="rect">
            <a:avLst/>
          </a:prstGeom>
          <a:solidFill>
            <a:srgbClr val="53B3C6"/>
          </a:solidFill>
          <a:ln w="12700">
            <a:solidFill>
              <a:srgbClr val="53B3C6"/>
            </a:solidFill>
            <a:prstDash val="solid"/>
          </a:ln>
        </p:spPr>
      </p:sp>
      <p:sp>
        <p:nvSpPr>
          <p:cNvPr id="3" name="Deco stem 0"/>
          <p:cNvSpPr/>
          <p:nvPr/>
        </p:nvSpPr>
        <p:spPr>
          <a:xfrm>
            <a:off x="57607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4" name="Deco flower 0"/>
          <p:cNvSpPr/>
          <p:nvPr/>
        </p:nvSpPr>
        <p:spPr>
          <a:xfrm>
            <a:off x="457200" y="4370832"/>
            <a:ext cx="274320" cy="274320"/>
          </a:xfrm>
          <a:prstGeom prst="flowChartConnector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5" name="Deco stem 1"/>
          <p:cNvSpPr/>
          <p:nvPr/>
        </p:nvSpPr>
        <p:spPr>
          <a:xfrm>
            <a:off x="13990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6" name="Deco flower 1"/>
          <p:cNvSpPr/>
          <p:nvPr/>
        </p:nvSpPr>
        <p:spPr>
          <a:xfrm>
            <a:off x="1280160" y="4370832"/>
            <a:ext cx="274320" cy="274320"/>
          </a:xfrm>
          <a:prstGeom prst="flowChartConnector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7" name="Deco stem 2"/>
          <p:cNvSpPr/>
          <p:nvPr/>
        </p:nvSpPr>
        <p:spPr>
          <a:xfrm>
            <a:off x="22219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8" name="Deco flower 2"/>
          <p:cNvSpPr/>
          <p:nvPr/>
        </p:nvSpPr>
        <p:spPr>
          <a:xfrm>
            <a:off x="2103120" y="4370832"/>
            <a:ext cx="274320" cy="274320"/>
          </a:xfrm>
          <a:prstGeom prst="flowChartConnector">
            <a:avLst/>
          </a:prstGeom>
          <a:solidFill>
            <a:srgbClr val="B892FF"/>
          </a:solidFill>
          <a:ln w="12700">
            <a:solidFill>
              <a:srgbClr val="B892FF"/>
            </a:solidFill>
            <a:prstDash val="solid"/>
          </a:ln>
        </p:spPr>
      </p:sp>
      <p:sp>
        <p:nvSpPr>
          <p:cNvPr id="9" name="Deco stem 3"/>
          <p:cNvSpPr/>
          <p:nvPr/>
        </p:nvSpPr>
        <p:spPr>
          <a:xfrm>
            <a:off x="68854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6766560" y="4370832"/>
            <a:ext cx="274320" cy="274320"/>
          </a:xfrm>
          <a:prstGeom prst="flowChartConnector">
            <a:avLst/>
          </a:prstGeom>
          <a:solidFill>
            <a:srgbClr val="FF6F91"/>
          </a:solidFill>
          <a:ln w="12700">
            <a:solidFill>
              <a:srgbClr val="FF6F91"/>
            </a:solidFill>
            <a:prstDash val="solid"/>
          </a:ln>
        </p:spPr>
      </p:sp>
      <p:sp>
        <p:nvSpPr>
          <p:cNvPr id="11" name="Deco stem 4"/>
          <p:cNvSpPr/>
          <p:nvPr/>
        </p:nvSpPr>
        <p:spPr>
          <a:xfrm>
            <a:off x="77083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2" name="Deco flower 4"/>
          <p:cNvSpPr/>
          <p:nvPr/>
        </p:nvSpPr>
        <p:spPr>
          <a:xfrm>
            <a:off x="7589520" y="4370832"/>
            <a:ext cx="274320" cy="274320"/>
          </a:xfrm>
          <a:prstGeom prst="flowChartConnector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3" name="Deco stem 5"/>
          <p:cNvSpPr/>
          <p:nvPr/>
        </p:nvSpPr>
        <p:spPr>
          <a:xfrm>
            <a:off x="843991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4" name="Deco flower 5"/>
          <p:cNvSpPr/>
          <p:nvPr/>
        </p:nvSpPr>
        <p:spPr>
          <a:xfrm>
            <a:off x="8321040" y="4370832"/>
            <a:ext cx="274320" cy="274320"/>
          </a:xfrm>
          <a:prstGeom prst="flowChartConnector">
            <a:avLst/>
          </a:prstGeom>
          <a:solidFill>
            <a:srgbClr val="7EC8FF"/>
          </a:solidFill>
          <a:ln w="12700">
            <a:solidFill>
              <a:srgbClr val="7EC8FF"/>
            </a:solidFill>
            <a:prstDash val="solid"/>
          </a:ln>
        </p:spPr>
      </p:sp>
      <p:sp>
        <p:nvSpPr>
          <p:cNvPr id="15" name="Deco heart"/>
          <p:cNvSpPr/>
          <p:nvPr/>
        </p:nvSpPr>
        <p:spPr>
          <a:xfrm>
            <a:off x="411480" y="228600"/>
            <a:ext cx="457200" cy="411480"/>
          </a:xfrm>
          <a:prstGeom prst="heart">
            <a:avLst/>
          </a:prstGeom>
          <a:solidFill>
            <a:srgbClr val="D2ED5E"/>
          </a:solidFill>
          <a:ln w="12700">
            <a:solidFill>
              <a:srgbClr val="D2ED5E"/>
            </a:solidFill>
            <a:prstDash val="solid"/>
          </a:ln>
        </p:spPr>
      </p:sp>
      <p:sp>
        <p:nvSpPr>
          <p:cNvPr id="16" name="Deco cloud"/>
          <p:cNvSpPr/>
          <p:nvPr/>
        </p:nvSpPr>
        <p:spPr>
          <a:xfrm>
            <a:off x="713232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7" name="Deco friend"/>
          <p:cNvSpPr/>
          <p:nvPr/>
        </p:nvSpPr>
        <p:spPr>
          <a:xfrm>
            <a:off x="6309360" y="182880"/>
            <a:ext cx="548640" cy="548640"/>
          </a:xfrm>
          <a:prstGeom prst="smileyFace">
            <a:avLst/>
          </a:prstGeom>
          <a:solidFill>
            <a:srgbClr val="FFD166"/>
          </a:solidFill>
          <a:ln w="12700">
            <a:solidFill>
              <a:srgbClr val="FFD166"/>
            </a:solidFill>
            <a:prstDash val="solid"/>
          </a:ln>
        </p:spPr>
      </p:sp>
      <p:sp>
        <p:nvSpPr>
          <p:cNvPr id="18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9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20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21" name="C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ح</a:t>
            </a:r>
            <a:endParaRPr lang="ar-SA" sz="5600" dirty="0"/>
          </a:p>
        </p:txBody>
      </p:sp>
      <p:sp>
        <p:nvSpPr>
          <p:cNvPr id="22" name="C2 F1 fath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حَ</a:t>
            </a:r>
            <a:endParaRPr lang="ar-SA" sz="5600" dirty="0"/>
          </a:p>
        </p:txBody>
      </p:sp>
      <p:sp>
        <p:nvSpPr>
          <p:cNvPr id="23" name="C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8326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C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ص</a:t>
            </a:r>
            <a:endParaRPr lang="ar-SA" sz="5600" dirty="0"/>
          </a:p>
        </p:txBody>
      </p:sp>
      <p:sp>
        <p:nvSpPr>
          <p:cNvPr id="25" name="C5 F2 fath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صَ</a:t>
            </a:r>
            <a:endParaRPr lang="ar-SA" sz="5600" dirty="0"/>
          </a:p>
        </p:txBody>
      </p:sp>
      <p:sp>
        <p:nvSpPr>
          <p:cNvPr id="26" name="C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B82E9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7" name="C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حَصَ</a:t>
            </a:r>
            <a:endParaRPr lang="ar-SA" sz="9000" dirty="0"/>
          </a:p>
        </p:txBody>
      </p:sp>
    </p:spTree>
  </p:cSld>
  <p:clrMapOvr>
    <a:masterClrMapping/>
  </p:clrMapOvr>
  <p:transition spd="med">
    <p:wheel spokes="4"/>
    <p:sndAc>
      <p:stSnd>
        <p:snd r:embed="rIdTrSnd" name="bubbles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</p:bld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4">
    <p:bg>
      <p:bgPr>
        <a:solidFill>
          <a:srgbClr val="141C4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planet"/>
          <p:cNvSpPr/>
          <p:nvPr/>
        </p:nvSpPr>
        <p:spPr>
          <a:xfrm>
            <a:off x="7680960" y="91440"/>
            <a:ext cx="731520" cy="731520"/>
          </a:xfrm>
          <a:prstGeom prst="ellipse">
            <a:avLst/>
          </a:prstGeom>
          <a:solidFill>
            <a:srgbClr val="7E52E0"/>
          </a:solidFill>
          <a:ln w="12700">
            <a:solidFill>
              <a:srgbClr val="7E52E0"/>
            </a:solidFill>
            <a:prstDash val="solid"/>
          </a:ln>
        </p:spPr>
      </p:sp>
      <p:sp>
        <p:nvSpPr>
          <p:cNvPr id="3" name="Deco planet ring"/>
          <p:cNvSpPr/>
          <p:nvPr/>
        </p:nvSpPr>
        <p:spPr>
          <a:xfrm>
            <a:off x="7452360" y="384048"/>
            <a:ext cx="1188720" cy="164592"/>
          </a:xfrm>
          <a:prstGeom prst="ellipse">
            <a:avLst/>
          </a:prstGeom>
          <a:solidFill>
            <a:srgbClr val="FFFFFF">
              <a:alpha val="0"/>
            </a:srgbClr>
          </a:solidFill>
          <a:ln w="25400">
            <a:solidFill>
              <a:srgbClr val="DF8CF2"/>
            </a:solidFill>
            <a:prstDash val="solid"/>
          </a:ln>
        </p:spPr>
      </p:sp>
      <p:sp>
        <p:nvSpPr>
          <p:cNvPr id="4" name="Deco small planet"/>
          <p:cNvSpPr/>
          <p:nvPr/>
        </p:nvSpPr>
        <p:spPr>
          <a:xfrm>
            <a:off x="274320" y="182880"/>
            <a:ext cx="502920" cy="502920"/>
          </a:xfrm>
          <a:prstGeom prst="ellipse">
            <a:avLst/>
          </a:prstGeom>
          <a:solidFill>
            <a:srgbClr val="DBC770"/>
          </a:solidFill>
          <a:ln w="12700">
            <a:solidFill>
              <a:srgbClr val="DBC770"/>
            </a:solidFill>
            <a:prstDash val="solid"/>
          </a:ln>
        </p:spPr>
      </p:sp>
      <p:sp>
        <p:nvSpPr>
          <p:cNvPr id="5" name="Deco star 0"/>
          <p:cNvSpPr/>
          <p:nvPr/>
        </p:nvSpPr>
        <p:spPr>
          <a:xfrm>
            <a:off x="1371600" y="27432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6" name="Deco star 1"/>
          <p:cNvSpPr/>
          <p:nvPr/>
        </p:nvSpPr>
        <p:spPr>
          <a:xfrm>
            <a:off x="2468880" y="91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7" name="Deco star 2"/>
          <p:cNvSpPr/>
          <p:nvPr/>
        </p:nvSpPr>
        <p:spPr>
          <a:xfrm>
            <a:off x="3840480" y="50292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8" name="Deco star 3"/>
          <p:cNvSpPr/>
          <p:nvPr/>
        </p:nvSpPr>
        <p:spPr>
          <a:xfrm>
            <a:off x="5120640" y="137160"/>
            <a:ext cx="256032" cy="256032"/>
          </a:xfrm>
          <a:prstGeom prst="star4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9" name="Deco star 4"/>
          <p:cNvSpPr/>
          <p:nvPr/>
        </p:nvSpPr>
        <p:spPr>
          <a:xfrm>
            <a:off x="6583680" y="4572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5"/>
          <p:cNvSpPr/>
          <p:nvPr/>
        </p:nvSpPr>
        <p:spPr>
          <a:xfrm>
            <a:off x="1097280" y="457200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star 6"/>
          <p:cNvSpPr/>
          <p:nvPr/>
        </p:nvSpPr>
        <p:spPr>
          <a:xfrm>
            <a:off x="2743200" y="475488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12" name="Deco star 7"/>
          <p:cNvSpPr/>
          <p:nvPr/>
        </p:nvSpPr>
        <p:spPr>
          <a:xfrm>
            <a:off x="6217920" y="4663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3" name="Deco star 8"/>
          <p:cNvSpPr/>
          <p:nvPr/>
        </p:nvSpPr>
        <p:spPr>
          <a:xfrm>
            <a:off x="8138160" y="45720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4" name="Deco moon surface"/>
          <p:cNvSpPr/>
          <p:nvPr/>
        </p:nvSpPr>
        <p:spPr>
          <a:xfrm>
            <a:off x="3200400" y="4709160"/>
            <a:ext cx="2743200" cy="1097280"/>
          </a:xfrm>
          <a:prstGeom prst="ellipse">
            <a:avLst/>
          </a:prstGeom>
          <a:solidFill>
            <a:srgbClr val="478550"/>
          </a:solidFill>
          <a:ln w="12700">
            <a:solidFill>
              <a:srgbClr val="478550"/>
            </a:solidFill>
            <a:prstDash val="solid"/>
          </a:ln>
        </p:spPr>
      </p:sp>
      <p:sp>
        <p:nvSpPr>
          <p:cNvPr id="15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6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7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8" name="C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خ</a:t>
            </a:r>
            <a:endParaRPr lang="ar-SA" sz="5600" dirty="0"/>
          </a:p>
        </p:txBody>
      </p:sp>
      <p:sp>
        <p:nvSpPr>
          <p:cNvPr id="19" name="C2 F1 fath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خَ</a:t>
            </a:r>
            <a:endParaRPr lang="ar-SA" sz="5600" dirty="0"/>
          </a:p>
        </p:txBody>
      </p:sp>
      <p:sp>
        <p:nvSpPr>
          <p:cNvPr id="20" name="C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D9B7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1" name="C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ص</a:t>
            </a:r>
            <a:endParaRPr lang="ar-SA" sz="5600" dirty="0"/>
          </a:p>
        </p:txBody>
      </p:sp>
      <p:sp>
        <p:nvSpPr>
          <p:cNvPr id="22" name="C5 F2 fath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صَ</a:t>
            </a:r>
            <a:endParaRPr lang="ar-SA" sz="5600" dirty="0"/>
          </a:p>
        </p:txBody>
      </p:sp>
      <p:sp>
        <p:nvSpPr>
          <p:cNvPr id="23" name="C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76B8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C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خَصَ</a:t>
            </a:r>
            <a:endParaRPr lang="ar-SA" sz="9000" dirty="0"/>
          </a:p>
        </p:txBody>
      </p:sp>
    </p:spTree>
  </p:cSld>
  <p:clrMapOvr>
    <a:masterClrMapping/>
  </p:clrMapOvr>
  <p:transition spd="med">
    <p:wipe dir="l"/>
    <p:sndAc>
      <p:stSnd>
        <p:snd r:embed="rIdTrSnd" name="sparkl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</p:bld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5">
    <p:bg>
      <p:bgPr>
        <a:solidFill>
          <a:srgbClr val="F7CAC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sun low"/>
          <p:cNvSpPr/>
          <p:nvPr/>
        </p:nvSpPr>
        <p:spPr>
          <a:xfrm>
            <a:off x="3566160" y="4343400"/>
            <a:ext cx="2011680" cy="2011680"/>
          </a:xfrm>
          <a:prstGeom prst="ellipse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3" name="Deco dune left"/>
          <p:cNvSpPr/>
          <p:nvPr/>
        </p:nvSpPr>
        <p:spPr>
          <a:xfrm>
            <a:off x="-1097280" y="4572000"/>
            <a:ext cx="4572000" cy="1280160"/>
          </a:xfrm>
          <a:prstGeom prst="ellipse">
            <a:avLst/>
          </a:prstGeom>
          <a:solidFill>
            <a:srgbClr val="D8A164"/>
          </a:solidFill>
          <a:ln w="12700">
            <a:solidFill>
              <a:srgbClr val="D8A164"/>
            </a:solidFill>
            <a:prstDash val="solid"/>
          </a:ln>
        </p:spPr>
      </p:sp>
      <p:sp>
        <p:nvSpPr>
          <p:cNvPr id="4" name="Deco dune right"/>
          <p:cNvSpPr/>
          <p:nvPr/>
        </p:nvSpPr>
        <p:spPr>
          <a:xfrm>
            <a:off x="5303520" y="4617720"/>
            <a:ext cx="5120640" cy="1280160"/>
          </a:xfrm>
          <a:prstGeom prst="ellipse">
            <a:avLst/>
          </a:prstGeom>
          <a:solidFill>
            <a:srgbClr val="D17847"/>
          </a:solidFill>
          <a:ln w="12700">
            <a:solidFill>
              <a:srgbClr val="D17847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320040" y="137160"/>
            <a:ext cx="1371600" cy="5943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right"/>
          <p:cNvSpPr/>
          <p:nvPr/>
        </p:nvSpPr>
        <p:spPr>
          <a:xfrm>
            <a:off x="7223760" y="182880"/>
            <a:ext cx="1280160" cy="548640"/>
          </a:xfrm>
          <a:prstGeom prst="cloud">
            <a:avLst/>
          </a:prstGeom>
          <a:solidFill>
            <a:srgbClr val="FFF3E8"/>
          </a:solidFill>
          <a:ln w="12700">
            <a:solidFill>
              <a:srgbClr val="FFF3E8"/>
            </a:solidFill>
            <a:prstDash val="solid"/>
          </a:ln>
        </p:spPr>
      </p:sp>
      <p:sp>
        <p:nvSpPr>
          <p:cNvPr id="7" name="Deco bird 0"/>
          <p:cNvSpPr/>
          <p:nvPr/>
        </p:nvSpPr>
        <p:spPr>
          <a:xfrm rot="5400000">
            <a:off x="2926080" y="32004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8" name="Deco bird 1"/>
          <p:cNvSpPr/>
          <p:nvPr/>
        </p:nvSpPr>
        <p:spPr>
          <a:xfrm rot="5400000">
            <a:off x="3291840" y="22860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9" name="Deco bird 2"/>
          <p:cNvSpPr/>
          <p:nvPr/>
        </p:nvSpPr>
        <p:spPr>
          <a:xfrm rot="5400000">
            <a:off x="5394960" y="36576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10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1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2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3" name="C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</a:t>
            </a:r>
            <a:endParaRPr lang="ar-SA" sz="5600" dirty="0"/>
          </a:p>
        </p:txBody>
      </p:sp>
      <p:sp>
        <p:nvSpPr>
          <p:cNvPr id="14" name="C2 F1 fath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دَ</a:t>
            </a:r>
            <a:endParaRPr lang="ar-SA" sz="5600" dirty="0"/>
          </a:p>
        </p:txBody>
      </p:sp>
      <p:sp>
        <p:nvSpPr>
          <p:cNvPr id="15" name="C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26C6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6" name="C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ص</a:t>
            </a:r>
            <a:endParaRPr lang="ar-SA" sz="5600" dirty="0"/>
          </a:p>
        </p:txBody>
      </p:sp>
      <p:sp>
        <p:nvSpPr>
          <p:cNvPr id="17" name="C5 F2 fath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صَ</a:t>
            </a:r>
            <a:endParaRPr lang="ar-SA" sz="5600" dirty="0"/>
          </a:p>
        </p:txBody>
      </p:sp>
      <p:sp>
        <p:nvSpPr>
          <p:cNvPr id="18" name="C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2E4D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9" name="C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دَصَ</a:t>
            </a:r>
            <a:endParaRPr lang="ar-SA" sz="9000" dirty="0"/>
          </a:p>
        </p:txBody>
      </p:sp>
    </p:spTree>
  </p:cSld>
  <p:clrMapOvr>
    <a:masterClrMapping/>
  </p:clrMapOvr>
  <p:transition spd="med">
    <p:circle/>
    <p:sndAc>
      <p:stSnd>
        <p:snd r:embed="rIdTrSnd" name="marimba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 animBg="1"/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</p:bldLst>
  </p:timing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6">
    <p:bg>
      <p:bgPr>
        <a:solidFill>
          <a:srgbClr val="C5F7D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434840"/>
            <a:ext cx="4754880" cy="1463040"/>
          </a:xfrm>
          <a:prstGeom prst="ellipse">
            <a:avLst/>
          </a:prstGeom>
          <a:solidFill>
            <a:srgbClr val="6666CC"/>
          </a:solidFill>
          <a:ln w="12700">
            <a:solidFill>
              <a:srgbClr val="6666CC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023360" y="4526280"/>
            <a:ext cx="5852160" cy="1463040"/>
          </a:xfrm>
          <a:prstGeom prst="ellipse">
            <a:avLst/>
          </a:prstGeom>
          <a:solidFill>
            <a:srgbClr val="6A40BF"/>
          </a:solidFill>
          <a:ln w="12700">
            <a:solidFill>
              <a:srgbClr val="6A40BF"/>
            </a:solidFill>
            <a:prstDash val="solid"/>
          </a:ln>
        </p:spPr>
      </p:sp>
      <p:sp>
        <p:nvSpPr>
          <p:cNvPr id="4" name="Deco sun"/>
          <p:cNvSpPr/>
          <p:nvPr/>
        </p:nvSpPr>
        <p:spPr>
          <a:xfrm>
            <a:off x="274320" y="91440"/>
            <a:ext cx="731520" cy="73152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85800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863840" y="457200"/>
            <a:ext cx="822960" cy="365760"/>
          </a:xfrm>
          <a:prstGeom prst="cloud">
            <a:avLst/>
          </a:prstGeom>
          <a:solidFill>
            <a:srgbClr val="F4FAFF"/>
          </a:solidFill>
          <a:ln w="12700">
            <a:solidFill>
              <a:srgbClr val="F4FAFF"/>
            </a:solidFill>
            <a:prstDash val="solid"/>
          </a:ln>
        </p:spPr>
      </p:sp>
      <p:sp>
        <p:nvSpPr>
          <p:cNvPr id="7" name="Deco flower 0"/>
          <p:cNvSpPr/>
          <p:nvPr/>
        </p:nvSpPr>
        <p:spPr>
          <a:xfrm>
            <a:off x="128016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8" name="Deco flower 1"/>
          <p:cNvSpPr/>
          <p:nvPr/>
        </p:nvSpPr>
        <p:spPr>
          <a:xfrm>
            <a:off x="1828800" y="4526280"/>
            <a:ext cx="292608" cy="292608"/>
          </a:xfrm>
          <a:prstGeom prst="star5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9" name="Deco flower 2"/>
          <p:cNvSpPr/>
          <p:nvPr/>
        </p:nvSpPr>
        <p:spPr>
          <a:xfrm>
            <a:off x="7315200" y="4526280"/>
            <a:ext cx="292608" cy="292608"/>
          </a:xfrm>
          <a:prstGeom prst="star5">
            <a:avLst/>
          </a:prstGeom>
          <a:solidFill>
            <a:srgbClr val="8E5BD0"/>
          </a:solidFill>
          <a:ln w="12700">
            <a:solidFill>
              <a:srgbClr val="8E5BD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795528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11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2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3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4" name="C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ذ</a:t>
            </a:r>
            <a:endParaRPr lang="ar-SA" sz="5600" dirty="0"/>
          </a:p>
        </p:txBody>
      </p:sp>
      <p:sp>
        <p:nvSpPr>
          <p:cNvPr id="15" name="C2 F1 fath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ذَ</a:t>
            </a:r>
            <a:endParaRPr lang="ar-SA" sz="5600" dirty="0"/>
          </a:p>
        </p:txBody>
      </p:sp>
      <p:sp>
        <p:nvSpPr>
          <p:cNvPr id="16" name="C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D92692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7" name="C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ص</a:t>
            </a:r>
            <a:endParaRPr lang="ar-SA" sz="5600" dirty="0"/>
          </a:p>
        </p:txBody>
      </p:sp>
      <p:sp>
        <p:nvSpPr>
          <p:cNvPr id="18" name="C5 F2 fath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صَ</a:t>
            </a:r>
            <a:endParaRPr lang="ar-SA" sz="5600" dirty="0"/>
          </a:p>
        </p:txBody>
      </p:sp>
      <p:sp>
        <p:nvSpPr>
          <p:cNvPr id="19" name="C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B837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0" name="C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ذَصَ</a:t>
            </a:r>
            <a:endParaRPr lang="ar-SA" sz="9000" dirty="0"/>
          </a:p>
        </p:txBody>
      </p:sp>
    </p:spTree>
  </p:cSld>
  <p:clrMapOvr>
    <a:masterClrMapping/>
  </p:clrMapOvr>
  <p:transition spd="med">
    <p:randomBar dir="vert"/>
    <p:sndAc>
      <p:stSnd>
        <p:snd r:embed="rIdTrSnd" name="harp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</p:bldLst>
  </p:timing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7">
    <p:bg>
      <p:bgPr>
        <a:solidFill>
          <a:srgbClr val="34144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moon"/>
          <p:cNvSpPr/>
          <p:nvPr/>
        </p:nvSpPr>
        <p:spPr>
          <a:xfrm>
            <a:off x="365760" y="91440"/>
            <a:ext cx="502920" cy="731520"/>
          </a:xfrm>
          <a:prstGeom prst="moon">
            <a:avLst/>
          </a:prstGeom>
          <a:solidFill>
            <a:srgbClr val="FFE88A"/>
          </a:solidFill>
          <a:ln w="12700">
            <a:solidFill>
              <a:srgbClr val="FFE88A"/>
            </a:solidFill>
            <a:prstDash val="solid"/>
          </a:ln>
        </p:spPr>
      </p:sp>
      <p:sp>
        <p:nvSpPr>
          <p:cNvPr id="3" name="Deco star 0"/>
          <p:cNvSpPr/>
          <p:nvPr/>
        </p:nvSpPr>
        <p:spPr>
          <a:xfrm>
            <a:off x="1280160" y="18288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4" name="Deco star 1"/>
          <p:cNvSpPr/>
          <p:nvPr/>
        </p:nvSpPr>
        <p:spPr>
          <a:xfrm>
            <a:off x="2194560" y="50292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5" name="Deco star 2"/>
          <p:cNvSpPr/>
          <p:nvPr/>
        </p:nvSpPr>
        <p:spPr>
          <a:xfrm>
            <a:off x="3291840" y="137160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6" name="Deco star 3"/>
          <p:cNvSpPr/>
          <p:nvPr/>
        </p:nvSpPr>
        <p:spPr>
          <a:xfrm>
            <a:off x="5760720" y="457200"/>
            <a:ext cx="365760" cy="36576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7" name="Deco star 4"/>
          <p:cNvSpPr/>
          <p:nvPr/>
        </p:nvSpPr>
        <p:spPr>
          <a:xfrm>
            <a:off x="6766560" y="109728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8" name="Deco star 5"/>
          <p:cNvSpPr/>
          <p:nvPr/>
        </p:nvSpPr>
        <p:spPr>
          <a:xfrm>
            <a:off x="7772400" y="41148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9" name="Deco star 6"/>
          <p:cNvSpPr/>
          <p:nvPr/>
        </p:nvSpPr>
        <p:spPr>
          <a:xfrm>
            <a:off x="8503920" y="13716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10" name="Deco hill left"/>
          <p:cNvSpPr/>
          <p:nvPr/>
        </p:nvSpPr>
        <p:spPr>
          <a:xfrm>
            <a:off x="-914400" y="4480560"/>
            <a:ext cx="4937760" cy="1463040"/>
          </a:xfrm>
          <a:prstGeom prst="ellipse">
            <a:avLst/>
          </a:prstGeom>
          <a:solidFill>
            <a:srgbClr val="642B59"/>
          </a:solidFill>
          <a:ln w="12700">
            <a:solidFill>
              <a:srgbClr val="642B59"/>
            </a:solidFill>
            <a:prstDash val="solid"/>
          </a:ln>
        </p:spPr>
      </p:sp>
      <p:sp>
        <p:nvSpPr>
          <p:cNvPr id="11" name="Deco hill right"/>
          <p:cNvSpPr/>
          <p:nvPr/>
        </p:nvSpPr>
        <p:spPr>
          <a:xfrm>
            <a:off x="4206240" y="4572000"/>
            <a:ext cx="5669280" cy="1463040"/>
          </a:xfrm>
          <a:prstGeom prst="ellipse">
            <a:avLst/>
          </a:prstGeom>
          <a:solidFill>
            <a:srgbClr val="79344A"/>
          </a:solidFill>
          <a:ln w="12700">
            <a:solidFill>
              <a:srgbClr val="79344A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C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ر</a:t>
            </a:r>
            <a:endParaRPr lang="ar-SA" sz="5600" dirty="0"/>
          </a:p>
        </p:txBody>
      </p:sp>
      <p:sp>
        <p:nvSpPr>
          <p:cNvPr id="16" name="C2 F1 fath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رَ</a:t>
            </a:r>
            <a:endParaRPr lang="ar-SA" sz="5600" dirty="0"/>
          </a:p>
        </p:txBody>
      </p:sp>
      <p:sp>
        <p:nvSpPr>
          <p:cNvPr id="17" name="C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5ED9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8" name="C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ص</a:t>
            </a:r>
            <a:endParaRPr lang="ar-SA" sz="5600" dirty="0"/>
          </a:p>
        </p:txBody>
      </p:sp>
      <p:sp>
        <p:nvSpPr>
          <p:cNvPr id="19" name="C5 F2 fath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صَ</a:t>
            </a:r>
            <a:endParaRPr lang="ar-SA" sz="5600" dirty="0"/>
          </a:p>
        </p:txBody>
      </p:sp>
      <p:sp>
        <p:nvSpPr>
          <p:cNvPr id="20" name="C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2EB85F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1" name="C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رَصَ</a:t>
            </a:r>
            <a:endParaRPr lang="ar-SA" sz="9000" dirty="0"/>
          </a:p>
        </p:txBody>
      </p:sp>
    </p:spTree>
  </p:cSld>
  <p:clrMapOvr>
    <a:masterClrMapping/>
  </p:clrMapOvr>
  <p:transition spd="med">
    <p:push dir="l"/>
    <p:sndAc>
      <p:stSnd>
        <p:snd r:embed="rIdTrSnd" name="chim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</p:bldLst>
  </p:timing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8">
    <p:bg>
      <p:bgPr>
        <a:solidFill>
          <a:srgbClr val="F7F6C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wave back"/>
          <p:cNvSpPr/>
          <p:nvPr/>
        </p:nvSpPr>
        <p:spPr>
          <a:xfrm>
            <a:off x="-182880" y="4389120"/>
            <a:ext cx="9509760" cy="548640"/>
          </a:xfrm>
          <a:prstGeom prst="wave">
            <a:avLst/>
          </a:prstGeom>
          <a:solidFill>
            <a:srgbClr val="5C70D6"/>
          </a:solidFill>
          <a:ln w="12700">
            <a:solidFill>
              <a:srgbClr val="5C70D6"/>
            </a:solidFill>
            <a:prstDash val="solid"/>
          </a:ln>
        </p:spPr>
      </p:sp>
      <p:sp>
        <p:nvSpPr>
          <p:cNvPr id="3" name="Deco sea floor"/>
          <p:cNvSpPr/>
          <p:nvPr/>
        </p:nvSpPr>
        <p:spPr>
          <a:xfrm>
            <a:off x="0" y="4709160"/>
            <a:ext cx="9144000" cy="457200"/>
          </a:xfrm>
          <a:prstGeom prst="rect">
            <a:avLst/>
          </a:prstGeom>
          <a:solidFill>
            <a:srgbClr val="3340CC"/>
          </a:solidFill>
          <a:ln w="12700">
            <a:solidFill>
              <a:srgbClr val="3340CC"/>
            </a:solidFill>
            <a:prstDash val="solid"/>
          </a:ln>
        </p:spPr>
      </p:sp>
      <p:sp>
        <p:nvSpPr>
          <p:cNvPr id="4" name="Deco bubble 0"/>
          <p:cNvSpPr/>
          <p:nvPr/>
        </p:nvSpPr>
        <p:spPr>
          <a:xfrm>
            <a:off x="365760" y="182880"/>
            <a:ext cx="411480" cy="4114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5" name="Deco bubble 1"/>
          <p:cNvSpPr/>
          <p:nvPr/>
        </p:nvSpPr>
        <p:spPr>
          <a:xfrm>
            <a:off x="914400" y="502920"/>
            <a:ext cx="256032" cy="256032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6" name="Deco bubble 2"/>
          <p:cNvSpPr/>
          <p:nvPr/>
        </p:nvSpPr>
        <p:spPr>
          <a:xfrm>
            <a:off x="8138160" y="137160"/>
            <a:ext cx="457200" cy="4572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7" name="Deco bubble 3"/>
          <p:cNvSpPr/>
          <p:nvPr/>
        </p:nvSpPr>
        <p:spPr>
          <a:xfrm>
            <a:off x="7680960" y="548640"/>
            <a:ext cx="228600" cy="2286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8" name="Deco bubble 4"/>
          <p:cNvSpPr/>
          <p:nvPr/>
        </p:nvSpPr>
        <p:spPr>
          <a:xfrm>
            <a:off x="8686800" y="566928"/>
            <a:ext cx="182880" cy="1828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9" name="Deco sun"/>
          <p:cNvSpPr/>
          <p:nvPr/>
        </p:nvSpPr>
        <p:spPr>
          <a:xfrm>
            <a:off x="4206240" y="109728"/>
            <a:ext cx="685800" cy="68580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0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1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2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3" name="C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ز</a:t>
            </a:r>
            <a:endParaRPr lang="ar-SA" sz="5600" dirty="0"/>
          </a:p>
        </p:txBody>
      </p:sp>
      <p:sp>
        <p:nvSpPr>
          <p:cNvPr id="14" name="C2 F1 fath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زَ</a:t>
            </a:r>
            <a:endParaRPr lang="ar-SA" sz="5600" dirty="0"/>
          </a:p>
        </p:txBody>
      </p:sp>
      <p:sp>
        <p:nvSpPr>
          <p:cNvPr id="15" name="C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262A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6" name="C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ص</a:t>
            </a:r>
            <a:endParaRPr lang="ar-SA" sz="5600" dirty="0"/>
          </a:p>
        </p:txBody>
      </p:sp>
      <p:sp>
        <p:nvSpPr>
          <p:cNvPr id="17" name="C5 F2 fath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صَ</a:t>
            </a:r>
            <a:endParaRPr lang="ar-SA" sz="5600" dirty="0"/>
          </a:p>
        </p:txBody>
      </p:sp>
      <p:sp>
        <p:nvSpPr>
          <p:cNvPr id="18" name="C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872E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9" name="C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زَصَ</a:t>
            </a:r>
            <a:endParaRPr lang="ar-SA" sz="9000" dirty="0"/>
          </a:p>
        </p:txBody>
      </p:sp>
    </p:spTree>
  </p:cSld>
  <p:clrMapOvr>
    <a:masterClrMapping/>
  </p:clrMapOvr>
  <p:transition spd="med">
    <p:split orient="vert" dir="out"/>
    <p:sndAc>
      <p:stSnd>
        <p:snd r:embed="rIdTrSnd" name="whoosh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 animBg="1"/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</p:bldLst>
  </p:timing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9">
    <p:bg>
      <p:bgPr>
        <a:solidFill>
          <a:srgbClr val="C5E9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grass"/>
          <p:cNvSpPr/>
          <p:nvPr/>
        </p:nvSpPr>
        <p:spPr>
          <a:xfrm>
            <a:off x="0" y="4617720"/>
            <a:ext cx="9144000" cy="548640"/>
          </a:xfrm>
          <a:prstGeom prst="rect">
            <a:avLst/>
          </a:prstGeom>
          <a:solidFill>
            <a:srgbClr val="8C53C6"/>
          </a:solidFill>
          <a:ln w="12700">
            <a:solidFill>
              <a:srgbClr val="8C53C6"/>
            </a:solidFill>
            <a:prstDash val="solid"/>
          </a:ln>
        </p:spPr>
      </p:sp>
      <p:sp>
        <p:nvSpPr>
          <p:cNvPr id="3" name="Deco stem 0"/>
          <p:cNvSpPr/>
          <p:nvPr/>
        </p:nvSpPr>
        <p:spPr>
          <a:xfrm>
            <a:off x="57607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4" name="Deco flower 0"/>
          <p:cNvSpPr/>
          <p:nvPr/>
        </p:nvSpPr>
        <p:spPr>
          <a:xfrm>
            <a:off x="457200" y="4370832"/>
            <a:ext cx="274320" cy="274320"/>
          </a:xfrm>
          <a:prstGeom prst="flowChartConnector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5" name="Deco stem 1"/>
          <p:cNvSpPr/>
          <p:nvPr/>
        </p:nvSpPr>
        <p:spPr>
          <a:xfrm>
            <a:off x="13990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6" name="Deco flower 1"/>
          <p:cNvSpPr/>
          <p:nvPr/>
        </p:nvSpPr>
        <p:spPr>
          <a:xfrm>
            <a:off x="1280160" y="4370832"/>
            <a:ext cx="274320" cy="274320"/>
          </a:xfrm>
          <a:prstGeom prst="flowChartConnector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7" name="Deco stem 2"/>
          <p:cNvSpPr/>
          <p:nvPr/>
        </p:nvSpPr>
        <p:spPr>
          <a:xfrm>
            <a:off x="22219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8" name="Deco flower 2"/>
          <p:cNvSpPr/>
          <p:nvPr/>
        </p:nvSpPr>
        <p:spPr>
          <a:xfrm>
            <a:off x="2103120" y="4370832"/>
            <a:ext cx="274320" cy="274320"/>
          </a:xfrm>
          <a:prstGeom prst="flowChartConnector">
            <a:avLst/>
          </a:prstGeom>
          <a:solidFill>
            <a:srgbClr val="B892FF"/>
          </a:solidFill>
          <a:ln w="12700">
            <a:solidFill>
              <a:srgbClr val="B892FF"/>
            </a:solidFill>
            <a:prstDash val="solid"/>
          </a:ln>
        </p:spPr>
      </p:sp>
      <p:sp>
        <p:nvSpPr>
          <p:cNvPr id="9" name="Deco stem 3"/>
          <p:cNvSpPr/>
          <p:nvPr/>
        </p:nvSpPr>
        <p:spPr>
          <a:xfrm>
            <a:off x="68854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6766560" y="4370832"/>
            <a:ext cx="274320" cy="274320"/>
          </a:xfrm>
          <a:prstGeom prst="flowChartConnector">
            <a:avLst/>
          </a:prstGeom>
          <a:solidFill>
            <a:srgbClr val="FF6F91"/>
          </a:solidFill>
          <a:ln w="12700">
            <a:solidFill>
              <a:srgbClr val="FF6F91"/>
            </a:solidFill>
            <a:prstDash val="solid"/>
          </a:ln>
        </p:spPr>
      </p:sp>
      <p:sp>
        <p:nvSpPr>
          <p:cNvPr id="11" name="Deco stem 4"/>
          <p:cNvSpPr/>
          <p:nvPr/>
        </p:nvSpPr>
        <p:spPr>
          <a:xfrm>
            <a:off x="77083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2" name="Deco flower 4"/>
          <p:cNvSpPr/>
          <p:nvPr/>
        </p:nvSpPr>
        <p:spPr>
          <a:xfrm>
            <a:off x="7589520" y="4370832"/>
            <a:ext cx="274320" cy="274320"/>
          </a:xfrm>
          <a:prstGeom prst="flowChartConnector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3" name="Deco stem 5"/>
          <p:cNvSpPr/>
          <p:nvPr/>
        </p:nvSpPr>
        <p:spPr>
          <a:xfrm>
            <a:off x="843991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4" name="Deco flower 5"/>
          <p:cNvSpPr/>
          <p:nvPr/>
        </p:nvSpPr>
        <p:spPr>
          <a:xfrm>
            <a:off x="8321040" y="4370832"/>
            <a:ext cx="274320" cy="274320"/>
          </a:xfrm>
          <a:prstGeom prst="flowChartConnector">
            <a:avLst/>
          </a:prstGeom>
          <a:solidFill>
            <a:srgbClr val="7EC8FF"/>
          </a:solidFill>
          <a:ln w="12700">
            <a:solidFill>
              <a:srgbClr val="7EC8FF"/>
            </a:solidFill>
            <a:prstDash val="solid"/>
          </a:ln>
        </p:spPr>
      </p:sp>
      <p:sp>
        <p:nvSpPr>
          <p:cNvPr id="15" name="Deco heart"/>
          <p:cNvSpPr/>
          <p:nvPr/>
        </p:nvSpPr>
        <p:spPr>
          <a:xfrm>
            <a:off x="411480" y="228600"/>
            <a:ext cx="457200" cy="411480"/>
          </a:xfrm>
          <a:prstGeom prst="heart">
            <a:avLst/>
          </a:prstGeom>
          <a:solidFill>
            <a:srgbClr val="5EEDE4"/>
          </a:solidFill>
          <a:ln w="12700">
            <a:solidFill>
              <a:srgbClr val="5EEDE4"/>
            </a:solidFill>
            <a:prstDash val="solid"/>
          </a:ln>
        </p:spPr>
      </p:sp>
      <p:sp>
        <p:nvSpPr>
          <p:cNvPr id="16" name="Deco cloud"/>
          <p:cNvSpPr/>
          <p:nvPr/>
        </p:nvSpPr>
        <p:spPr>
          <a:xfrm>
            <a:off x="713232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7" name="Deco friend"/>
          <p:cNvSpPr/>
          <p:nvPr/>
        </p:nvSpPr>
        <p:spPr>
          <a:xfrm>
            <a:off x="6309360" y="182880"/>
            <a:ext cx="548640" cy="548640"/>
          </a:xfrm>
          <a:prstGeom prst="smileyFace">
            <a:avLst/>
          </a:prstGeom>
          <a:solidFill>
            <a:srgbClr val="FFD166"/>
          </a:solidFill>
          <a:ln w="12700">
            <a:solidFill>
              <a:srgbClr val="FFD166"/>
            </a:solidFill>
            <a:prstDash val="solid"/>
          </a:ln>
        </p:spPr>
      </p:sp>
      <p:sp>
        <p:nvSpPr>
          <p:cNvPr id="18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9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20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21" name="C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س</a:t>
            </a:r>
            <a:endParaRPr lang="ar-SA" sz="5600" dirty="0"/>
          </a:p>
        </p:txBody>
      </p:sp>
      <p:sp>
        <p:nvSpPr>
          <p:cNvPr id="22" name="C2 F1 fath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سَ</a:t>
            </a:r>
            <a:endParaRPr lang="ar-SA" sz="5600" dirty="0"/>
          </a:p>
        </p:txBody>
      </p:sp>
      <p:sp>
        <p:nvSpPr>
          <p:cNvPr id="23" name="C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D957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C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ص</a:t>
            </a:r>
            <a:endParaRPr lang="ar-SA" sz="5600" dirty="0"/>
          </a:p>
        </p:txBody>
      </p:sp>
      <p:sp>
        <p:nvSpPr>
          <p:cNvPr id="25" name="C5 F2 fath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صَ</a:t>
            </a:r>
            <a:endParaRPr lang="ar-SA" sz="5600" dirty="0"/>
          </a:p>
        </p:txBody>
      </p:sp>
      <p:sp>
        <p:nvSpPr>
          <p:cNvPr id="26" name="C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B8AF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7" name="C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سَصَ</a:t>
            </a:r>
            <a:endParaRPr lang="ar-SA" sz="8800" dirty="0"/>
          </a:p>
        </p:txBody>
      </p:sp>
    </p:spTree>
  </p:cSld>
  <p:clrMapOvr>
    <a:masterClrMapping/>
  </p:clrMapOvr>
  <p:transition spd="med">
    <p:pull dir="l"/>
    <p:sndAc>
      <p:stSnd>
        <p:snd r:embed="rIdTrSnd" name="bubbles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</p:bldLst>
  </p:timing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0">
    <p:bg>
      <p:bgPr>
        <a:solidFill>
          <a:srgbClr val="4314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planet"/>
          <p:cNvSpPr/>
          <p:nvPr/>
        </p:nvSpPr>
        <p:spPr>
          <a:xfrm>
            <a:off x="7680960" y="91440"/>
            <a:ext cx="731520" cy="731520"/>
          </a:xfrm>
          <a:prstGeom prst="ellipse">
            <a:avLst/>
          </a:prstGeom>
          <a:solidFill>
            <a:srgbClr val="E05B52"/>
          </a:solidFill>
          <a:ln w="12700">
            <a:solidFill>
              <a:srgbClr val="E05B52"/>
            </a:solidFill>
            <a:prstDash val="solid"/>
          </a:ln>
        </p:spPr>
      </p:sp>
      <p:sp>
        <p:nvSpPr>
          <p:cNvPr id="3" name="Deco planet ring"/>
          <p:cNvSpPr/>
          <p:nvPr/>
        </p:nvSpPr>
        <p:spPr>
          <a:xfrm>
            <a:off x="7452360" y="384048"/>
            <a:ext cx="1188720" cy="164592"/>
          </a:xfrm>
          <a:prstGeom prst="ellipse">
            <a:avLst/>
          </a:prstGeom>
          <a:solidFill>
            <a:srgbClr val="FFFFFF">
              <a:alpha val="0"/>
            </a:srgbClr>
          </a:solidFill>
          <a:ln w="25400">
            <a:solidFill>
              <a:srgbClr val="F2C68C"/>
            </a:solidFill>
            <a:prstDash val="solid"/>
          </a:ln>
        </p:spPr>
      </p:sp>
      <p:sp>
        <p:nvSpPr>
          <p:cNvPr id="4" name="Deco small planet"/>
          <p:cNvSpPr/>
          <p:nvPr/>
        </p:nvSpPr>
        <p:spPr>
          <a:xfrm>
            <a:off x="274320" y="182880"/>
            <a:ext cx="502920" cy="502920"/>
          </a:xfrm>
          <a:prstGeom prst="ellipse">
            <a:avLst/>
          </a:prstGeom>
          <a:solidFill>
            <a:srgbClr val="70DBAD"/>
          </a:solidFill>
          <a:ln w="12700">
            <a:solidFill>
              <a:srgbClr val="70DBAD"/>
            </a:solidFill>
            <a:prstDash val="solid"/>
          </a:ln>
        </p:spPr>
      </p:sp>
      <p:sp>
        <p:nvSpPr>
          <p:cNvPr id="5" name="Deco star 0"/>
          <p:cNvSpPr/>
          <p:nvPr/>
        </p:nvSpPr>
        <p:spPr>
          <a:xfrm>
            <a:off x="1371600" y="27432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6" name="Deco star 1"/>
          <p:cNvSpPr/>
          <p:nvPr/>
        </p:nvSpPr>
        <p:spPr>
          <a:xfrm>
            <a:off x="2468880" y="91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7" name="Deco star 2"/>
          <p:cNvSpPr/>
          <p:nvPr/>
        </p:nvSpPr>
        <p:spPr>
          <a:xfrm>
            <a:off x="3840480" y="50292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8" name="Deco star 3"/>
          <p:cNvSpPr/>
          <p:nvPr/>
        </p:nvSpPr>
        <p:spPr>
          <a:xfrm>
            <a:off x="5120640" y="137160"/>
            <a:ext cx="256032" cy="256032"/>
          </a:xfrm>
          <a:prstGeom prst="star4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9" name="Deco star 4"/>
          <p:cNvSpPr/>
          <p:nvPr/>
        </p:nvSpPr>
        <p:spPr>
          <a:xfrm>
            <a:off x="6583680" y="4572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5"/>
          <p:cNvSpPr/>
          <p:nvPr/>
        </p:nvSpPr>
        <p:spPr>
          <a:xfrm>
            <a:off x="1097280" y="457200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star 6"/>
          <p:cNvSpPr/>
          <p:nvPr/>
        </p:nvSpPr>
        <p:spPr>
          <a:xfrm>
            <a:off x="2743200" y="475488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12" name="Deco star 7"/>
          <p:cNvSpPr/>
          <p:nvPr/>
        </p:nvSpPr>
        <p:spPr>
          <a:xfrm>
            <a:off x="6217920" y="4663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3" name="Deco star 8"/>
          <p:cNvSpPr/>
          <p:nvPr/>
        </p:nvSpPr>
        <p:spPr>
          <a:xfrm>
            <a:off x="8138160" y="45720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4" name="Deco moon surface"/>
          <p:cNvSpPr/>
          <p:nvPr/>
        </p:nvSpPr>
        <p:spPr>
          <a:xfrm>
            <a:off x="3200400" y="4709160"/>
            <a:ext cx="2743200" cy="1097280"/>
          </a:xfrm>
          <a:prstGeom prst="ellipse">
            <a:avLst/>
          </a:prstGeom>
          <a:solidFill>
            <a:srgbClr val="474E85"/>
          </a:solidFill>
          <a:ln w="12700">
            <a:solidFill>
              <a:srgbClr val="474E85"/>
            </a:solidFill>
            <a:prstDash val="solid"/>
          </a:ln>
        </p:spPr>
      </p:sp>
      <p:sp>
        <p:nvSpPr>
          <p:cNvPr id="15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6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7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8" name="C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ش</a:t>
            </a:r>
            <a:endParaRPr lang="ar-SA" sz="5600" dirty="0"/>
          </a:p>
        </p:txBody>
      </p:sp>
      <p:sp>
        <p:nvSpPr>
          <p:cNvPr id="19" name="C2 F1 fath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شَ</a:t>
            </a:r>
            <a:endParaRPr lang="ar-SA" sz="5600" dirty="0"/>
          </a:p>
        </p:txBody>
      </p:sp>
      <p:sp>
        <p:nvSpPr>
          <p:cNvPr id="20" name="C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26D98B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1" name="C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ص</a:t>
            </a:r>
            <a:endParaRPr lang="ar-SA" sz="5600" dirty="0"/>
          </a:p>
        </p:txBody>
      </p:sp>
      <p:sp>
        <p:nvSpPr>
          <p:cNvPr id="22" name="C5 F2 fath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صَ</a:t>
            </a:r>
            <a:endParaRPr lang="ar-SA" sz="5600" dirty="0"/>
          </a:p>
        </p:txBody>
      </p:sp>
      <p:sp>
        <p:nvSpPr>
          <p:cNvPr id="23" name="C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2E98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C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شَصَ</a:t>
            </a:r>
            <a:endParaRPr lang="ar-SA" sz="8800" dirty="0"/>
          </a:p>
        </p:txBody>
      </p:sp>
    </p:spTree>
  </p:cSld>
  <p:clrMapOvr>
    <a:masterClrMapping/>
  </p:clrMapOvr>
  <p:transition spd="med">
    <p:fade/>
    <p:sndAc>
      <p:stSnd>
        <p:snd r:embed="rIdTrSnd" name="sparkl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</p:bldLst>
  </p:timing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1">
    <p:bg>
      <p:bgPr>
        <a:solidFill>
          <a:srgbClr val="CCF7C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sun low"/>
          <p:cNvSpPr/>
          <p:nvPr/>
        </p:nvSpPr>
        <p:spPr>
          <a:xfrm>
            <a:off x="3566160" y="4343400"/>
            <a:ext cx="2011680" cy="2011680"/>
          </a:xfrm>
          <a:prstGeom prst="ellipse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3" name="Deco dune left"/>
          <p:cNvSpPr/>
          <p:nvPr/>
        </p:nvSpPr>
        <p:spPr>
          <a:xfrm>
            <a:off x="-1097280" y="4572000"/>
            <a:ext cx="4572000" cy="1280160"/>
          </a:xfrm>
          <a:prstGeom prst="ellipse">
            <a:avLst/>
          </a:prstGeom>
          <a:solidFill>
            <a:srgbClr val="64D884"/>
          </a:solidFill>
          <a:ln w="12700">
            <a:solidFill>
              <a:srgbClr val="64D884"/>
            </a:solidFill>
            <a:prstDash val="solid"/>
          </a:ln>
        </p:spPr>
      </p:sp>
      <p:sp>
        <p:nvSpPr>
          <p:cNvPr id="4" name="Deco dune right"/>
          <p:cNvSpPr/>
          <p:nvPr/>
        </p:nvSpPr>
        <p:spPr>
          <a:xfrm>
            <a:off x="5303520" y="4617720"/>
            <a:ext cx="5120640" cy="1280160"/>
          </a:xfrm>
          <a:prstGeom prst="ellipse">
            <a:avLst/>
          </a:prstGeom>
          <a:solidFill>
            <a:srgbClr val="47D156"/>
          </a:solidFill>
          <a:ln w="12700">
            <a:solidFill>
              <a:srgbClr val="47D156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320040" y="137160"/>
            <a:ext cx="1371600" cy="5943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right"/>
          <p:cNvSpPr/>
          <p:nvPr/>
        </p:nvSpPr>
        <p:spPr>
          <a:xfrm>
            <a:off x="7223760" y="182880"/>
            <a:ext cx="1280160" cy="548640"/>
          </a:xfrm>
          <a:prstGeom prst="cloud">
            <a:avLst/>
          </a:prstGeom>
          <a:solidFill>
            <a:srgbClr val="FFF3E8"/>
          </a:solidFill>
          <a:ln w="12700">
            <a:solidFill>
              <a:srgbClr val="FFF3E8"/>
            </a:solidFill>
            <a:prstDash val="solid"/>
          </a:ln>
        </p:spPr>
      </p:sp>
      <p:sp>
        <p:nvSpPr>
          <p:cNvPr id="7" name="Deco bird 0"/>
          <p:cNvSpPr/>
          <p:nvPr/>
        </p:nvSpPr>
        <p:spPr>
          <a:xfrm rot="5400000">
            <a:off x="2926080" y="32004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8" name="Deco bird 1"/>
          <p:cNvSpPr/>
          <p:nvPr/>
        </p:nvSpPr>
        <p:spPr>
          <a:xfrm rot="5400000">
            <a:off x="3291840" y="22860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9" name="Deco bird 2"/>
          <p:cNvSpPr/>
          <p:nvPr/>
        </p:nvSpPr>
        <p:spPr>
          <a:xfrm rot="5400000">
            <a:off x="5394960" y="36576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10" name="Circle 1"/>
          <p:cNvSpPr/>
          <p:nvPr/>
        </p:nvSpPr>
        <p:spPr>
          <a:xfrm>
            <a:off x="3063240" y="1051560"/>
            <a:ext cx="3017520" cy="301752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3A8FD9"/>
            </a:solidFill>
            <a:prstDash val="solid"/>
          </a:ln>
        </p:spPr>
      </p:sp>
      <p:sp>
        <p:nvSpPr>
          <p:cNvPr id="11" name="C1 L1 letter"/>
          <p:cNvSpPr txBox="1"/>
          <p:nvPr/>
        </p:nvSpPr>
        <p:spPr>
          <a:xfrm>
            <a:off x="3063240" y="1051560"/>
            <a:ext cx="3017520" cy="30175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0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ض</a:t>
            </a:r>
            <a:endParaRPr lang="ar-SA" sz="10800" dirty="0"/>
          </a:p>
        </p:txBody>
      </p:sp>
      <p:sp>
        <p:nvSpPr>
          <p:cNvPr id="12" name="C2 F1 fathah"/>
          <p:cNvSpPr txBox="1"/>
          <p:nvPr/>
        </p:nvSpPr>
        <p:spPr>
          <a:xfrm>
            <a:off x="3063240" y="1051560"/>
            <a:ext cx="3017520" cy="30175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0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ضَ</a:t>
            </a:r>
            <a:endParaRPr lang="ar-SA" sz="10800" dirty="0"/>
          </a:p>
        </p:txBody>
      </p:sp>
    </p:spTree>
  </p:cSld>
  <p:clrMapOvr>
    <a:masterClrMapping/>
  </p:clrMapOvr>
  <p:transition spd="med">
    <p:cover dir="l"/>
    <p:sndAc>
      <p:stSnd>
        <p:snd r:embed="rIdTrSnd" name="marimba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 animBg="1"/>
      <p:bldP spid="12" grpId="0" animBg="1"/>
    </p:bldLst>
  </p:timing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2">
    <p:bg>
      <p:bgPr>
        <a:solidFill>
          <a:srgbClr val="CCC5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434840"/>
            <a:ext cx="4754880" cy="1463040"/>
          </a:xfrm>
          <a:prstGeom prst="ellipse">
            <a:avLst/>
          </a:prstGeom>
          <a:solidFill>
            <a:srgbClr val="CC6666"/>
          </a:solidFill>
          <a:ln w="12700">
            <a:solidFill>
              <a:srgbClr val="CC6666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023360" y="4526280"/>
            <a:ext cx="5852160" cy="1463040"/>
          </a:xfrm>
          <a:prstGeom prst="ellipse">
            <a:avLst/>
          </a:prstGeom>
          <a:solidFill>
            <a:srgbClr val="BF6A40"/>
          </a:solidFill>
          <a:ln w="12700">
            <a:solidFill>
              <a:srgbClr val="BF6A40"/>
            </a:solidFill>
            <a:prstDash val="solid"/>
          </a:ln>
        </p:spPr>
      </p:sp>
      <p:sp>
        <p:nvSpPr>
          <p:cNvPr id="4" name="Deco sun"/>
          <p:cNvSpPr/>
          <p:nvPr/>
        </p:nvSpPr>
        <p:spPr>
          <a:xfrm>
            <a:off x="274320" y="91440"/>
            <a:ext cx="731520" cy="73152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85800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863840" y="457200"/>
            <a:ext cx="822960" cy="365760"/>
          </a:xfrm>
          <a:prstGeom prst="cloud">
            <a:avLst/>
          </a:prstGeom>
          <a:solidFill>
            <a:srgbClr val="F4FAFF"/>
          </a:solidFill>
          <a:ln w="12700">
            <a:solidFill>
              <a:srgbClr val="F4FAFF"/>
            </a:solidFill>
            <a:prstDash val="solid"/>
          </a:ln>
        </p:spPr>
      </p:sp>
      <p:sp>
        <p:nvSpPr>
          <p:cNvPr id="7" name="Deco flower 0"/>
          <p:cNvSpPr/>
          <p:nvPr/>
        </p:nvSpPr>
        <p:spPr>
          <a:xfrm>
            <a:off x="128016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8" name="Deco flower 1"/>
          <p:cNvSpPr/>
          <p:nvPr/>
        </p:nvSpPr>
        <p:spPr>
          <a:xfrm>
            <a:off x="1828800" y="4526280"/>
            <a:ext cx="292608" cy="292608"/>
          </a:xfrm>
          <a:prstGeom prst="star5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9" name="Deco flower 2"/>
          <p:cNvSpPr/>
          <p:nvPr/>
        </p:nvSpPr>
        <p:spPr>
          <a:xfrm>
            <a:off x="7315200" y="4526280"/>
            <a:ext cx="292608" cy="292608"/>
          </a:xfrm>
          <a:prstGeom prst="star5">
            <a:avLst/>
          </a:prstGeom>
          <a:solidFill>
            <a:srgbClr val="8E5BD0"/>
          </a:solidFill>
          <a:ln w="12700">
            <a:solidFill>
              <a:srgbClr val="8E5BD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795528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11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2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3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4" name="C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ض</a:t>
            </a:r>
            <a:endParaRPr lang="ar-SA" sz="5600" dirty="0"/>
          </a:p>
        </p:txBody>
      </p:sp>
      <p:sp>
        <p:nvSpPr>
          <p:cNvPr id="15" name="C2 F1 fath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ضَ</a:t>
            </a:r>
            <a:endParaRPr lang="ar-SA" sz="5600" dirty="0"/>
          </a:p>
        </p:txBody>
      </p:sp>
      <p:sp>
        <p:nvSpPr>
          <p:cNvPr id="16" name="C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BED9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7" name="C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أ</a:t>
            </a:r>
            <a:endParaRPr lang="ar-SA" sz="5600" dirty="0"/>
          </a:p>
        </p:txBody>
      </p:sp>
      <p:sp>
        <p:nvSpPr>
          <p:cNvPr id="18" name="C5 F2 fath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أَ</a:t>
            </a:r>
            <a:endParaRPr lang="ar-SA" sz="5600" dirty="0"/>
          </a:p>
        </p:txBody>
      </p:sp>
      <p:sp>
        <p:nvSpPr>
          <p:cNvPr id="19" name="C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48B8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0" name="C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ضَأَ</a:t>
            </a:r>
            <a:endParaRPr lang="ar-SA" sz="6600" dirty="0"/>
          </a:p>
        </p:txBody>
      </p:sp>
    </p:spTree>
  </p:cSld>
  <p:clrMapOvr>
    <a:masterClrMapping/>
  </p:clrMapOvr>
  <p:transition spd="med">
    <p:zoom/>
    <p:sndAc>
      <p:stSnd>
        <p:snd r:embed="rIdTrSnd" name="harp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</p:bldLst>
  </p:timing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3">
    <p:bg>
      <p:bgPr>
        <a:solidFill>
          <a:srgbClr val="4328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moon"/>
          <p:cNvSpPr/>
          <p:nvPr/>
        </p:nvSpPr>
        <p:spPr>
          <a:xfrm>
            <a:off x="365760" y="91440"/>
            <a:ext cx="502920" cy="731520"/>
          </a:xfrm>
          <a:prstGeom prst="moon">
            <a:avLst/>
          </a:prstGeom>
          <a:solidFill>
            <a:srgbClr val="FFE88A"/>
          </a:solidFill>
          <a:ln w="12700">
            <a:solidFill>
              <a:srgbClr val="FFE88A"/>
            </a:solidFill>
            <a:prstDash val="solid"/>
          </a:ln>
        </p:spPr>
      </p:sp>
      <p:sp>
        <p:nvSpPr>
          <p:cNvPr id="3" name="Deco star 0"/>
          <p:cNvSpPr/>
          <p:nvPr/>
        </p:nvSpPr>
        <p:spPr>
          <a:xfrm>
            <a:off x="1280160" y="18288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4" name="Deco star 1"/>
          <p:cNvSpPr/>
          <p:nvPr/>
        </p:nvSpPr>
        <p:spPr>
          <a:xfrm>
            <a:off x="2194560" y="50292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5" name="Deco star 2"/>
          <p:cNvSpPr/>
          <p:nvPr/>
        </p:nvSpPr>
        <p:spPr>
          <a:xfrm>
            <a:off x="3291840" y="137160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6" name="Deco star 3"/>
          <p:cNvSpPr/>
          <p:nvPr/>
        </p:nvSpPr>
        <p:spPr>
          <a:xfrm>
            <a:off x="5760720" y="457200"/>
            <a:ext cx="365760" cy="36576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7" name="Deco star 4"/>
          <p:cNvSpPr/>
          <p:nvPr/>
        </p:nvSpPr>
        <p:spPr>
          <a:xfrm>
            <a:off x="6766560" y="109728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8" name="Deco star 5"/>
          <p:cNvSpPr/>
          <p:nvPr/>
        </p:nvSpPr>
        <p:spPr>
          <a:xfrm>
            <a:off x="7772400" y="41148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9" name="Deco star 6"/>
          <p:cNvSpPr/>
          <p:nvPr/>
        </p:nvSpPr>
        <p:spPr>
          <a:xfrm>
            <a:off x="8503920" y="13716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10" name="Deco hill left"/>
          <p:cNvSpPr/>
          <p:nvPr/>
        </p:nvSpPr>
        <p:spPr>
          <a:xfrm>
            <a:off x="-914400" y="4480560"/>
            <a:ext cx="4937760" cy="1463040"/>
          </a:xfrm>
          <a:prstGeom prst="ellipse">
            <a:avLst/>
          </a:prstGeom>
          <a:solidFill>
            <a:srgbClr val="64602B"/>
          </a:solidFill>
          <a:ln w="12700">
            <a:solidFill>
              <a:srgbClr val="64602B"/>
            </a:solidFill>
            <a:prstDash val="solid"/>
          </a:ln>
        </p:spPr>
      </p:sp>
      <p:sp>
        <p:nvSpPr>
          <p:cNvPr id="11" name="Deco hill right"/>
          <p:cNvSpPr/>
          <p:nvPr/>
        </p:nvSpPr>
        <p:spPr>
          <a:xfrm>
            <a:off x="4206240" y="4572000"/>
            <a:ext cx="5669280" cy="1463040"/>
          </a:xfrm>
          <a:prstGeom prst="ellipse">
            <a:avLst/>
          </a:prstGeom>
          <a:solidFill>
            <a:srgbClr val="5B7934"/>
          </a:solidFill>
          <a:ln w="12700">
            <a:solidFill>
              <a:srgbClr val="5B7934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C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ض</a:t>
            </a:r>
            <a:endParaRPr lang="ar-SA" sz="5600" dirty="0"/>
          </a:p>
        </p:txBody>
      </p:sp>
      <p:sp>
        <p:nvSpPr>
          <p:cNvPr id="16" name="C2 F1 fath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ضَ</a:t>
            </a:r>
            <a:endParaRPr lang="ar-SA" sz="5600" dirty="0"/>
          </a:p>
        </p:txBody>
      </p:sp>
      <p:sp>
        <p:nvSpPr>
          <p:cNvPr id="17" name="C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268A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8" name="C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</a:t>
            </a:r>
            <a:endParaRPr lang="ar-SA" sz="5600" dirty="0"/>
          </a:p>
        </p:txBody>
      </p:sp>
      <p:sp>
        <p:nvSpPr>
          <p:cNvPr id="19" name="C5 F2 fath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بَ</a:t>
            </a:r>
            <a:endParaRPr lang="ar-SA" sz="5600" dirty="0"/>
          </a:p>
        </p:txBody>
      </p:sp>
      <p:sp>
        <p:nvSpPr>
          <p:cNvPr id="20" name="C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3C2E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1" name="C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ضَبَ</a:t>
            </a:r>
            <a:endParaRPr lang="ar-SA" sz="9500" dirty="0"/>
          </a:p>
        </p:txBody>
      </p:sp>
    </p:spTree>
  </p:cSld>
  <p:clrMapOvr>
    <a:masterClrMapping/>
  </p:clrMapOvr>
  <p:transition spd="med">
    <p:wheel spokes="4"/>
    <p:sndAc>
      <p:stSnd>
        <p:snd r:embed="rIdTrSnd" name="chim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</p:bldLst>
  </p:timing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4">
    <p:bg>
      <p:bgPr>
        <a:solidFill>
          <a:srgbClr val="C5F7E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wave back"/>
          <p:cNvSpPr/>
          <p:nvPr/>
        </p:nvSpPr>
        <p:spPr>
          <a:xfrm>
            <a:off x="-182880" y="4389120"/>
            <a:ext cx="9509760" cy="548640"/>
          </a:xfrm>
          <a:prstGeom prst="wave">
            <a:avLst/>
          </a:prstGeom>
          <a:solidFill>
            <a:srgbClr val="D65C70"/>
          </a:solidFill>
          <a:ln w="12700">
            <a:solidFill>
              <a:srgbClr val="D65C70"/>
            </a:solidFill>
            <a:prstDash val="solid"/>
          </a:ln>
        </p:spPr>
      </p:sp>
      <p:sp>
        <p:nvSpPr>
          <p:cNvPr id="3" name="Deco sea floor"/>
          <p:cNvSpPr/>
          <p:nvPr/>
        </p:nvSpPr>
        <p:spPr>
          <a:xfrm>
            <a:off x="0" y="4709160"/>
            <a:ext cx="9144000" cy="457200"/>
          </a:xfrm>
          <a:prstGeom prst="rect">
            <a:avLst/>
          </a:prstGeom>
          <a:solidFill>
            <a:srgbClr val="CC3340"/>
          </a:solidFill>
          <a:ln w="12700">
            <a:solidFill>
              <a:srgbClr val="CC3340"/>
            </a:solidFill>
            <a:prstDash val="solid"/>
          </a:ln>
        </p:spPr>
      </p:sp>
      <p:sp>
        <p:nvSpPr>
          <p:cNvPr id="4" name="Deco bubble 0"/>
          <p:cNvSpPr/>
          <p:nvPr/>
        </p:nvSpPr>
        <p:spPr>
          <a:xfrm>
            <a:off x="365760" y="182880"/>
            <a:ext cx="411480" cy="4114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5" name="Deco bubble 1"/>
          <p:cNvSpPr/>
          <p:nvPr/>
        </p:nvSpPr>
        <p:spPr>
          <a:xfrm>
            <a:off x="914400" y="502920"/>
            <a:ext cx="256032" cy="256032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6" name="Deco bubble 2"/>
          <p:cNvSpPr/>
          <p:nvPr/>
        </p:nvSpPr>
        <p:spPr>
          <a:xfrm>
            <a:off x="8138160" y="137160"/>
            <a:ext cx="457200" cy="4572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7" name="Deco bubble 3"/>
          <p:cNvSpPr/>
          <p:nvPr/>
        </p:nvSpPr>
        <p:spPr>
          <a:xfrm>
            <a:off x="7680960" y="548640"/>
            <a:ext cx="228600" cy="2286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8" name="Deco bubble 4"/>
          <p:cNvSpPr/>
          <p:nvPr/>
        </p:nvSpPr>
        <p:spPr>
          <a:xfrm>
            <a:off x="8686800" y="566928"/>
            <a:ext cx="182880" cy="1828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9" name="Deco sun"/>
          <p:cNvSpPr/>
          <p:nvPr/>
        </p:nvSpPr>
        <p:spPr>
          <a:xfrm>
            <a:off x="4206240" y="109728"/>
            <a:ext cx="685800" cy="68580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0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1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2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3" name="C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ض</a:t>
            </a:r>
            <a:endParaRPr lang="ar-SA" sz="5600" dirty="0"/>
          </a:p>
        </p:txBody>
      </p:sp>
      <p:sp>
        <p:nvSpPr>
          <p:cNvPr id="14" name="C2 F1 fath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ضَ</a:t>
            </a:r>
            <a:endParaRPr lang="ar-SA" sz="5600" dirty="0"/>
          </a:p>
        </p:txBody>
      </p:sp>
      <p:sp>
        <p:nvSpPr>
          <p:cNvPr id="15" name="C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D9265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6" name="C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</a:t>
            </a:r>
            <a:endParaRPr lang="ar-SA" sz="5600" dirty="0"/>
          </a:p>
        </p:txBody>
      </p:sp>
      <p:sp>
        <p:nvSpPr>
          <p:cNvPr id="17" name="C5 F2 fath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تَ</a:t>
            </a:r>
            <a:endParaRPr lang="ar-SA" sz="5600" dirty="0"/>
          </a:p>
        </p:txBody>
      </p:sp>
      <p:sp>
        <p:nvSpPr>
          <p:cNvPr id="18" name="C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B865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9" name="C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ضَتَ</a:t>
            </a:r>
            <a:endParaRPr lang="ar-SA" sz="9500" dirty="0"/>
          </a:p>
        </p:txBody>
      </p:sp>
    </p:spTree>
  </p:cSld>
  <p:clrMapOvr>
    <a:masterClrMapping/>
  </p:clrMapOvr>
  <p:transition spd="med">
    <p:wipe dir="l"/>
    <p:sndAc>
      <p:stSnd>
        <p:snd r:embed="rIdTrSnd" name="whoosh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 animBg="1"/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</p:bldLst>
  </p:timing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5">
    <p:bg>
      <p:bgPr>
        <a:solidFill>
          <a:srgbClr val="F7C5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grass"/>
          <p:cNvSpPr/>
          <p:nvPr/>
        </p:nvSpPr>
        <p:spPr>
          <a:xfrm>
            <a:off x="0" y="4617720"/>
            <a:ext cx="9144000" cy="548640"/>
          </a:xfrm>
          <a:prstGeom prst="rect">
            <a:avLst/>
          </a:prstGeom>
          <a:solidFill>
            <a:srgbClr val="C68C53"/>
          </a:solidFill>
          <a:ln w="12700">
            <a:solidFill>
              <a:srgbClr val="C68C53"/>
            </a:solidFill>
            <a:prstDash val="solid"/>
          </a:ln>
        </p:spPr>
      </p:sp>
      <p:sp>
        <p:nvSpPr>
          <p:cNvPr id="3" name="Deco stem 0"/>
          <p:cNvSpPr/>
          <p:nvPr/>
        </p:nvSpPr>
        <p:spPr>
          <a:xfrm>
            <a:off x="57607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4" name="Deco flower 0"/>
          <p:cNvSpPr/>
          <p:nvPr/>
        </p:nvSpPr>
        <p:spPr>
          <a:xfrm>
            <a:off x="457200" y="4370832"/>
            <a:ext cx="274320" cy="274320"/>
          </a:xfrm>
          <a:prstGeom prst="flowChartConnector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5" name="Deco stem 1"/>
          <p:cNvSpPr/>
          <p:nvPr/>
        </p:nvSpPr>
        <p:spPr>
          <a:xfrm>
            <a:off x="13990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6" name="Deco flower 1"/>
          <p:cNvSpPr/>
          <p:nvPr/>
        </p:nvSpPr>
        <p:spPr>
          <a:xfrm>
            <a:off x="1280160" y="4370832"/>
            <a:ext cx="274320" cy="274320"/>
          </a:xfrm>
          <a:prstGeom prst="flowChartConnector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7" name="Deco stem 2"/>
          <p:cNvSpPr/>
          <p:nvPr/>
        </p:nvSpPr>
        <p:spPr>
          <a:xfrm>
            <a:off x="22219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8" name="Deco flower 2"/>
          <p:cNvSpPr/>
          <p:nvPr/>
        </p:nvSpPr>
        <p:spPr>
          <a:xfrm>
            <a:off x="2103120" y="4370832"/>
            <a:ext cx="274320" cy="274320"/>
          </a:xfrm>
          <a:prstGeom prst="flowChartConnector">
            <a:avLst/>
          </a:prstGeom>
          <a:solidFill>
            <a:srgbClr val="B892FF"/>
          </a:solidFill>
          <a:ln w="12700">
            <a:solidFill>
              <a:srgbClr val="B892FF"/>
            </a:solidFill>
            <a:prstDash val="solid"/>
          </a:ln>
        </p:spPr>
      </p:sp>
      <p:sp>
        <p:nvSpPr>
          <p:cNvPr id="9" name="Deco stem 3"/>
          <p:cNvSpPr/>
          <p:nvPr/>
        </p:nvSpPr>
        <p:spPr>
          <a:xfrm>
            <a:off x="68854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6766560" y="4370832"/>
            <a:ext cx="274320" cy="274320"/>
          </a:xfrm>
          <a:prstGeom prst="flowChartConnector">
            <a:avLst/>
          </a:prstGeom>
          <a:solidFill>
            <a:srgbClr val="FF6F91"/>
          </a:solidFill>
          <a:ln w="12700">
            <a:solidFill>
              <a:srgbClr val="FF6F91"/>
            </a:solidFill>
            <a:prstDash val="solid"/>
          </a:ln>
        </p:spPr>
      </p:sp>
      <p:sp>
        <p:nvSpPr>
          <p:cNvPr id="11" name="Deco stem 4"/>
          <p:cNvSpPr/>
          <p:nvPr/>
        </p:nvSpPr>
        <p:spPr>
          <a:xfrm>
            <a:off x="77083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2" name="Deco flower 4"/>
          <p:cNvSpPr/>
          <p:nvPr/>
        </p:nvSpPr>
        <p:spPr>
          <a:xfrm>
            <a:off x="7589520" y="4370832"/>
            <a:ext cx="274320" cy="274320"/>
          </a:xfrm>
          <a:prstGeom prst="flowChartConnector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3" name="Deco stem 5"/>
          <p:cNvSpPr/>
          <p:nvPr/>
        </p:nvSpPr>
        <p:spPr>
          <a:xfrm>
            <a:off x="843991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4" name="Deco flower 5"/>
          <p:cNvSpPr/>
          <p:nvPr/>
        </p:nvSpPr>
        <p:spPr>
          <a:xfrm>
            <a:off x="8321040" y="4370832"/>
            <a:ext cx="274320" cy="274320"/>
          </a:xfrm>
          <a:prstGeom prst="flowChartConnector">
            <a:avLst/>
          </a:prstGeom>
          <a:solidFill>
            <a:srgbClr val="7EC8FF"/>
          </a:solidFill>
          <a:ln w="12700">
            <a:solidFill>
              <a:srgbClr val="7EC8FF"/>
            </a:solidFill>
            <a:prstDash val="solid"/>
          </a:ln>
        </p:spPr>
      </p:sp>
      <p:sp>
        <p:nvSpPr>
          <p:cNvPr id="15" name="Deco heart"/>
          <p:cNvSpPr/>
          <p:nvPr/>
        </p:nvSpPr>
        <p:spPr>
          <a:xfrm>
            <a:off x="411480" y="228600"/>
            <a:ext cx="457200" cy="411480"/>
          </a:xfrm>
          <a:prstGeom prst="heart">
            <a:avLst/>
          </a:prstGeom>
          <a:solidFill>
            <a:srgbClr val="C15EED"/>
          </a:solidFill>
          <a:ln w="12700">
            <a:solidFill>
              <a:srgbClr val="C15EED"/>
            </a:solidFill>
            <a:prstDash val="solid"/>
          </a:ln>
        </p:spPr>
      </p:sp>
      <p:sp>
        <p:nvSpPr>
          <p:cNvPr id="16" name="Deco cloud"/>
          <p:cNvSpPr/>
          <p:nvPr/>
        </p:nvSpPr>
        <p:spPr>
          <a:xfrm>
            <a:off x="713232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7" name="Deco friend"/>
          <p:cNvSpPr/>
          <p:nvPr/>
        </p:nvSpPr>
        <p:spPr>
          <a:xfrm>
            <a:off x="6309360" y="182880"/>
            <a:ext cx="548640" cy="548640"/>
          </a:xfrm>
          <a:prstGeom prst="smileyFace">
            <a:avLst/>
          </a:prstGeom>
          <a:solidFill>
            <a:srgbClr val="FFD166"/>
          </a:solidFill>
          <a:ln w="12700">
            <a:solidFill>
              <a:srgbClr val="FFD166"/>
            </a:solidFill>
            <a:prstDash val="solid"/>
          </a:ln>
        </p:spPr>
      </p:sp>
      <p:sp>
        <p:nvSpPr>
          <p:cNvPr id="18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9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20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21" name="C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ض</a:t>
            </a:r>
            <a:endParaRPr lang="ar-SA" sz="5600" dirty="0"/>
          </a:p>
        </p:txBody>
      </p:sp>
      <p:sp>
        <p:nvSpPr>
          <p:cNvPr id="22" name="C2 F1 fath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ضَ</a:t>
            </a:r>
            <a:endParaRPr lang="ar-SA" sz="5600" dirty="0"/>
          </a:p>
        </p:txBody>
      </p:sp>
      <p:sp>
        <p:nvSpPr>
          <p:cNvPr id="23" name="C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26D92A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C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ث</a:t>
            </a:r>
            <a:endParaRPr lang="ar-SA" sz="5600" dirty="0"/>
          </a:p>
        </p:txBody>
      </p:sp>
      <p:sp>
        <p:nvSpPr>
          <p:cNvPr id="25" name="C5 F2 fath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ثَ</a:t>
            </a:r>
            <a:endParaRPr lang="ar-SA" sz="5600" dirty="0"/>
          </a:p>
        </p:txBody>
      </p:sp>
      <p:sp>
        <p:nvSpPr>
          <p:cNvPr id="26" name="C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2EB88D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7" name="C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ضَثَ</a:t>
            </a:r>
            <a:endParaRPr lang="ar-SA" sz="9500" dirty="0"/>
          </a:p>
        </p:txBody>
      </p:sp>
    </p:spTree>
  </p:cSld>
  <p:clrMapOvr>
    <a:masterClrMapping/>
  </p:clrMapOvr>
  <p:transition spd="med">
    <p:circle/>
    <p:sndAc>
      <p:stSnd>
        <p:snd r:embed="rIdTrSnd" name="bubbles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</p:bldLst>
  </p:timing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6">
    <p:bg>
      <p:bgPr>
        <a:solidFill>
          <a:srgbClr val="3443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planet"/>
          <p:cNvSpPr/>
          <p:nvPr/>
        </p:nvSpPr>
        <p:spPr>
          <a:xfrm>
            <a:off x="7680960" y="91440"/>
            <a:ext cx="731520" cy="731520"/>
          </a:xfrm>
          <a:prstGeom prst="ellipse">
            <a:avLst/>
          </a:prstGeom>
          <a:solidFill>
            <a:srgbClr val="6CE052"/>
          </a:solidFill>
          <a:ln w="12700">
            <a:solidFill>
              <a:srgbClr val="6CE052"/>
            </a:solidFill>
            <a:prstDash val="solid"/>
          </a:ln>
        </p:spPr>
      </p:sp>
      <p:sp>
        <p:nvSpPr>
          <p:cNvPr id="3" name="Deco planet ring"/>
          <p:cNvSpPr/>
          <p:nvPr/>
        </p:nvSpPr>
        <p:spPr>
          <a:xfrm>
            <a:off x="7452360" y="384048"/>
            <a:ext cx="1188720" cy="164592"/>
          </a:xfrm>
          <a:prstGeom prst="ellipse">
            <a:avLst/>
          </a:prstGeom>
          <a:solidFill>
            <a:srgbClr val="FFFFFF">
              <a:alpha val="0"/>
            </a:srgbClr>
          </a:solidFill>
          <a:ln w="25400">
            <a:solidFill>
              <a:srgbClr val="8CF2AC"/>
            </a:solidFill>
            <a:prstDash val="solid"/>
          </a:ln>
        </p:spPr>
      </p:sp>
      <p:sp>
        <p:nvSpPr>
          <p:cNvPr id="4" name="Deco small planet"/>
          <p:cNvSpPr/>
          <p:nvPr/>
        </p:nvSpPr>
        <p:spPr>
          <a:xfrm>
            <a:off x="274320" y="182880"/>
            <a:ext cx="502920" cy="502920"/>
          </a:xfrm>
          <a:prstGeom prst="ellipse">
            <a:avLst/>
          </a:prstGeom>
          <a:solidFill>
            <a:srgbClr val="9270DB"/>
          </a:solidFill>
          <a:ln w="12700">
            <a:solidFill>
              <a:srgbClr val="9270DB"/>
            </a:solidFill>
            <a:prstDash val="solid"/>
          </a:ln>
        </p:spPr>
      </p:sp>
      <p:sp>
        <p:nvSpPr>
          <p:cNvPr id="5" name="Deco star 0"/>
          <p:cNvSpPr/>
          <p:nvPr/>
        </p:nvSpPr>
        <p:spPr>
          <a:xfrm>
            <a:off x="1371600" y="27432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6" name="Deco star 1"/>
          <p:cNvSpPr/>
          <p:nvPr/>
        </p:nvSpPr>
        <p:spPr>
          <a:xfrm>
            <a:off x="2468880" y="91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7" name="Deco star 2"/>
          <p:cNvSpPr/>
          <p:nvPr/>
        </p:nvSpPr>
        <p:spPr>
          <a:xfrm>
            <a:off x="3840480" y="50292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8" name="Deco star 3"/>
          <p:cNvSpPr/>
          <p:nvPr/>
        </p:nvSpPr>
        <p:spPr>
          <a:xfrm>
            <a:off x="5120640" y="137160"/>
            <a:ext cx="256032" cy="256032"/>
          </a:xfrm>
          <a:prstGeom prst="star4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9" name="Deco star 4"/>
          <p:cNvSpPr/>
          <p:nvPr/>
        </p:nvSpPr>
        <p:spPr>
          <a:xfrm>
            <a:off x="6583680" y="4572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5"/>
          <p:cNvSpPr/>
          <p:nvPr/>
        </p:nvSpPr>
        <p:spPr>
          <a:xfrm>
            <a:off x="1097280" y="457200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star 6"/>
          <p:cNvSpPr/>
          <p:nvPr/>
        </p:nvSpPr>
        <p:spPr>
          <a:xfrm>
            <a:off x="2743200" y="475488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12" name="Deco star 7"/>
          <p:cNvSpPr/>
          <p:nvPr/>
        </p:nvSpPr>
        <p:spPr>
          <a:xfrm>
            <a:off x="6217920" y="4663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3" name="Deco star 8"/>
          <p:cNvSpPr/>
          <p:nvPr/>
        </p:nvSpPr>
        <p:spPr>
          <a:xfrm>
            <a:off x="8138160" y="45720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4" name="Deco moon surface"/>
          <p:cNvSpPr/>
          <p:nvPr/>
        </p:nvSpPr>
        <p:spPr>
          <a:xfrm>
            <a:off x="3200400" y="4709160"/>
            <a:ext cx="2743200" cy="1097280"/>
          </a:xfrm>
          <a:prstGeom prst="ellipse">
            <a:avLst/>
          </a:prstGeom>
          <a:solidFill>
            <a:srgbClr val="85475D"/>
          </a:solidFill>
          <a:ln w="12700">
            <a:solidFill>
              <a:srgbClr val="85475D"/>
            </a:solidFill>
            <a:prstDash val="solid"/>
          </a:ln>
        </p:spPr>
      </p:sp>
      <p:sp>
        <p:nvSpPr>
          <p:cNvPr id="15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6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7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8" name="C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ض</a:t>
            </a:r>
            <a:endParaRPr lang="ar-SA" sz="5600" dirty="0"/>
          </a:p>
        </p:txBody>
      </p:sp>
      <p:sp>
        <p:nvSpPr>
          <p:cNvPr id="19" name="C2 F1 fath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ضَ</a:t>
            </a:r>
            <a:endParaRPr lang="ar-SA" sz="5600" dirty="0"/>
          </a:p>
        </p:txBody>
      </p:sp>
      <p:sp>
        <p:nvSpPr>
          <p:cNvPr id="20" name="C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5E26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1" name="C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ج</a:t>
            </a:r>
            <a:endParaRPr lang="ar-SA" sz="5600" dirty="0"/>
          </a:p>
        </p:txBody>
      </p:sp>
      <p:sp>
        <p:nvSpPr>
          <p:cNvPr id="22" name="C5 F2 fath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جَ</a:t>
            </a:r>
            <a:endParaRPr lang="ar-SA" sz="5600" dirty="0"/>
          </a:p>
        </p:txBody>
      </p:sp>
      <p:sp>
        <p:nvSpPr>
          <p:cNvPr id="23" name="C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B52E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C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ضَجَ</a:t>
            </a:r>
            <a:endParaRPr lang="ar-SA" sz="7400" dirty="0"/>
          </a:p>
        </p:txBody>
      </p:sp>
    </p:spTree>
  </p:cSld>
  <p:clrMapOvr>
    <a:masterClrMapping/>
  </p:clrMapOvr>
  <p:transition spd="med">
    <p:randomBar dir="vert"/>
    <p:sndAc>
      <p:stSnd>
        <p:snd r:embed="rIdTrSnd" name="sparkl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</p:bldLst>
  </p:timing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7">
    <p:bg>
      <p:bgPr>
        <a:solidFill>
          <a:srgbClr val="C5D9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sun low"/>
          <p:cNvSpPr/>
          <p:nvPr/>
        </p:nvSpPr>
        <p:spPr>
          <a:xfrm>
            <a:off x="3566160" y="4343400"/>
            <a:ext cx="2011680" cy="2011680"/>
          </a:xfrm>
          <a:prstGeom prst="ellipse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3" name="Deco dune left"/>
          <p:cNvSpPr/>
          <p:nvPr/>
        </p:nvSpPr>
        <p:spPr>
          <a:xfrm>
            <a:off x="-1097280" y="4572000"/>
            <a:ext cx="4572000" cy="1280160"/>
          </a:xfrm>
          <a:prstGeom prst="ellipse">
            <a:avLst/>
          </a:prstGeom>
          <a:solidFill>
            <a:srgbClr val="6764D8"/>
          </a:solidFill>
          <a:ln w="12700">
            <a:solidFill>
              <a:srgbClr val="6764D8"/>
            </a:solidFill>
            <a:prstDash val="solid"/>
          </a:ln>
        </p:spPr>
      </p:sp>
      <p:sp>
        <p:nvSpPr>
          <p:cNvPr id="4" name="Deco dune right"/>
          <p:cNvSpPr/>
          <p:nvPr/>
        </p:nvSpPr>
        <p:spPr>
          <a:xfrm>
            <a:off x="5303520" y="4617720"/>
            <a:ext cx="5120640" cy="1280160"/>
          </a:xfrm>
          <a:prstGeom prst="ellipse">
            <a:avLst/>
          </a:prstGeom>
          <a:solidFill>
            <a:srgbClr val="475BD1"/>
          </a:solidFill>
          <a:ln w="12700">
            <a:solidFill>
              <a:srgbClr val="475BD1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320040" y="137160"/>
            <a:ext cx="1371600" cy="5943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right"/>
          <p:cNvSpPr/>
          <p:nvPr/>
        </p:nvSpPr>
        <p:spPr>
          <a:xfrm>
            <a:off x="7223760" y="182880"/>
            <a:ext cx="1280160" cy="548640"/>
          </a:xfrm>
          <a:prstGeom prst="cloud">
            <a:avLst/>
          </a:prstGeom>
          <a:solidFill>
            <a:srgbClr val="FFF3E8"/>
          </a:solidFill>
          <a:ln w="12700">
            <a:solidFill>
              <a:srgbClr val="FFF3E8"/>
            </a:solidFill>
            <a:prstDash val="solid"/>
          </a:ln>
        </p:spPr>
      </p:sp>
      <p:sp>
        <p:nvSpPr>
          <p:cNvPr id="7" name="Deco bird 0"/>
          <p:cNvSpPr/>
          <p:nvPr/>
        </p:nvSpPr>
        <p:spPr>
          <a:xfrm rot="5400000">
            <a:off x="2926080" y="32004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8" name="Deco bird 1"/>
          <p:cNvSpPr/>
          <p:nvPr/>
        </p:nvSpPr>
        <p:spPr>
          <a:xfrm rot="5400000">
            <a:off x="3291840" y="22860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9" name="Deco bird 2"/>
          <p:cNvSpPr/>
          <p:nvPr/>
        </p:nvSpPr>
        <p:spPr>
          <a:xfrm rot="5400000">
            <a:off x="5394960" y="36576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10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1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2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3" name="C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ض</a:t>
            </a:r>
            <a:endParaRPr lang="ar-SA" sz="5600" dirty="0"/>
          </a:p>
        </p:txBody>
      </p:sp>
      <p:sp>
        <p:nvSpPr>
          <p:cNvPr id="14" name="C2 F1 fath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ضَ</a:t>
            </a:r>
            <a:endParaRPr lang="ar-SA" sz="5600" dirty="0"/>
          </a:p>
        </p:txBody>
      </p:sp>
      <p:sp>
        <p:nvSpPr>
          <p:cNvPr id="15" name="C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D992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6" name="C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ح</a:t>
            </a:r>
            <a:endParaRPr lang="ar-SA" sz="5600" dirty="0"/>
          </a:p>
        </p:txBody>
      </p:sp>
      <p:sp>
        <p:nvSpPr>
          <p:cNvPr id="17" name="C5 F2 fath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حَ</a:t>
            </a:r>
            <a:endParaRPr lang="ar-SA" sz="5600" dirty="0"/>
          </a:p>
        </p:txBody>
      </p:sp>
      <p:sp>
        <p:nvSpPr>
          <p:cNvPr id="18" name="C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92B8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9" name="C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ضَحَ</a:t>
            </a:r>
            <a:endParaRPr lang="ar-SA" sz="7400" dirty="0"/>
          </a:p>
        </p:txBody>
      </p:sp>
    </p:spTree>
  </p:cSld>
  <p:clrMapOvr>
    <a:masterClrMapping/>
  </p:clrMapOvr>
  <p:transition spd="med">
    <p:push dir="l"/>
    <p:sndAc>
      <p:stSnd>
        <p:snd r:embed="rIdTrSnd" name="marimba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 animBg="1"/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</p:bldLst>
  </p:timing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8">
    <p:bg>
      <p:bgPr>
        <a:solidFill>
          <a:srgbClr val="F7C5C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434840"/>
            <a:ext cx="4754880" cy="1463040"/>
          </a:xfrm>
          <a:prstGeom prst="ellipse">
            <a:avLst/>
          </a:prstGeom>
          <a:solidFill>
            <a:srgbClr val="AACC66"/>
          </a:solidFill>
          <a:ln w="12700">
            <a:solidFill>
              <a:srgbClr val="AACC66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023360" y="4526280"/>
            <a:ext cx="5852160" cy="1463040"/>
          </a:xfrm>
          <a:prstGeom prst="ellipse">
            <a:avLst/>
          </a:prstGeom>
          <a:solidFill>
            <a:srgbClr val="6ABF40"/>
          </a:solidFill>
          <a:ln w="12700">
            <a:solidFill>
              <a:srgbClr val="6ABF40"/>
            </a:solidFill>
            <a:prstDash val="solid"/>
          </a:ln>
        </p:spPr>
      </p:sp>
      <p:sp>
        <p:nvSpPr>
          <p:cNvPr id="4" name="Deco sun"/>
          <p:cNvSpPr/>
          <p:nvPr/>
        </p:nvSpPr>
        <p:spPr>
          <a:xfrm>
            <a:off x="274320" y="91440"/>
            <a:ext cx="731520" cy="73152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85800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863840" y="457200"/>
            <a:ext cx="822960" cy="365760"/>
          </a:xfrm>
          <a:prstGeom prst="cloud">
            <a:avLst/>
          </a:prstGeom>
          <a:solidFill>
            <a:srgbClr val="F4FAFF"/>
          </a:solidFill>
          <a:ln w="12700">
            <a:solidFill>
              <a:srgbClr val="F4FAFF"/>
            </a:solidFill>
            <a:prstDash val="solid"/>
          </a:ln>
        </p:spPr>
      </p:sp>
      <p:sp>
        <p:nvSpPr>
          <p:cNvPr id="7" name="Deco flower 0"/>
          <p:cNvSpPr/>
          <p:nvPr/>
        </p:nvSpPr>
        <p:spPr>
          <a:xfrm>
            <a:off x="128016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8" name="Deco flower 1"/>
          <p:cNvSpPr/>
          <p:nvPr/>
        </p:nvSpPr>
        <p:spPr>
          <a:xfrm>
            <a:off x="1828800" y="4526280"/>
            <a:ext cx="292608" cy="292608"/>
          </a:xfrm>
          <a:prstGeom prst="star5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9" name="Deco flower 2"/>
          <p:cNvSpPr/>
          <p:nvPr/>
        </p:nvSpPr>
        <p:spPr>
          <a:xfrm>
            <a:off x="7315200" y="4526280"/>
            <a:ext cx="292608" cy="292608"/>
          </a:xfrm>
          <a:prstGeom prst="star5">
            <a:avLst/>
          </a:prstGeom>
          <a:solidFill>
            <a:srgbClr val="8E5BD0"/>
          </a:solidFill>
          <a:ln w="12700">
            <a:solidFill>
              <a:srgbClr val="8E5BD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795528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11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2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3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4" name="C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ض</a:t>
            </a:r>
            <a:endParaRPr lang="ar-SA" sz="5600" dirty="0"/>
          </a:p>
        </p:txBody>
      </p:sp>
      <p:sp>
        <p:nvSpPr>
          <p:cNvPr id="15" name="C2 F1 fath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ضَ</a:t>
            </a:r>
            <a:endParaRPr lang="ar-SA" sz="5600" dirty="0"/>
          </a:p>
        </p:txBody>
      </p:sp>
      <p:sp>
        <p:nvSpPr>
          <p:cNvPr id="16" name="C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26D9C7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7" name="C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خ</a:t>
            </a:r>
            <a:endParaRPr lang="ar-SA" sz="5600" dirty="0"/>
          </a:p>
        </p:txBody>
      </p:sp>
      <p:sp>
        <p:nvSpPr>
          <p:cNvPr id="18" name="C5 F2 fath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خَ</a:t>
            </a:r>
            <a:endParaRPr lang="ar-SA" sz="5600" dirty="0"/>
          </a:p>
        </p:txBody>
      </p:sp>
      <p:sp>
        <p:nvSpPr>
          <p:cNvPr id="19" name="C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2E6A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0" name="C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ضَخَ</a:t>
            </a:r>
            <a:endParaRPr lang="ar-SA" sz="7400" dirty="0"/>
          </a:p>
        </p:txBody>
      </p:sp>
    </p:spTree>
  </p:cSld>
  <p:clrMapOvr>
    <a:masterClrMapping/>
  </p:clrMapOvr>
  <p:transition spd="med">
    <p:split orient="vert" dir="out"/>
    <p:sndAc>
      <p:stSnd>
        <p:snd r:embed="rIdTrSnd" name="harp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</p:bldLst>
  </p:timing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9">
    <p:bg>
      <p:bgPr>
        <a:solidFill>
          <a:srgbClr val="14431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moon"/>
          <p:cNvSpPr/>
          <p:nvPr/>
        </p:nvSpPr>
        <p:spPr>
          <a:xfrm>
            <a:off x="365760" y="91440"/>
            <a:ext cx="502920" cy="731520"/>
          </a:xfrm>
          <a:prstGeom prst="moon">
            <a:avLst/>
          </a:prstGeom>
          <a:solidFill>
            <a:srgbClr val="FFE88A"/>
          </a:solidFill>
          <a:ln w="12700">
            <a:solidFill>
              <a:srgbClr val="FFE88A"/>
            </a:solidFill>
            <a:prstDash val="solid"/>
          </a:ln>
        </p:spPr>
      </p:sp>
      <p:sp>
        <p:nvSpPr>
          <p:cNvPr id="3" name="Deco star 0"/>
          <p:cNvSpPr/>
          <p:nvPr/>
        </p:nvSpPr>
        <p:spPr>
          <a:xfrm>
            <a:off x="1280160" y="18288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4" name="Deco star 1"/>
          <p:cNvSpPr/>
          <p:nvPr/>
        </p:nvSpPr>
        <p:spPr>
          <a:xfrm>
            <a:off x="2194560" y="50292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5" name="Deco star 2"/>
          <p:cNvSpPr/>
          <p:nvPr/>
        </p:nvSpPr>
        <p:spPr>
          <a:xfrm>
            <a:off x="3291840" y="137160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6" name="Deco star 3"/>
          <p:cNvSpPr/>
          <p:nvPr/>
        </p:nvSpPr>
        <p:spPr>
          <a:xfrm>
            <a:off x="5760720" y="457200"/>
            <a:ext cx="365760" cy="36576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7" name="Deco star 4"/>
          <p:cNvSpPr/>
          <p:nvPr/>
        </p:nvSpPr>
        <p:spPr>
          <a:xfrm>
            <a:off x="6766560" y="109728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8" name="Deco star 5"/>
          <p:cNvSpPr/>
          <p:nvPr/>
        </p:nvSpPr>
        <p:spPr>
          <a:xfrm>
            <a:off x="7772400" y="41148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9" name="Deco star 6"/>
          <p:cNvSpPr/>
          <p:nvPr/>
        </p:nvSpPr>
        <p:spPr>
          <a:xfrm>
            <a:off x="8503920" y="13716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10" name="Deco hill left"/>
          <p:cNvSpPr/>
          <p:nvPr/>
        </p:nvSpPr>
        <p:spPr>
          <a:xfrm>
            <a:off x="-914400" y="4480560"/>
            <a:ext cx="4937760" cy="1463040"/>
          </a:xfrm>
          <a:prstGeom prst="ellipse">
            <a:avLst/>
          </a:prstGeom>
          <a:solidFill>
            <a:srgbClr val="2B6452"/>
          </a:solidFill>
          <a:ln w="12700">
            <a:solidFill>
              <a:srgbClr val="2B6452"/>
            </a:solidFill>
            <a:prstDash val="solid"/>
          </a:ln>
        </p:spPr>
      </p:sp>
      <p:sp>
        <p:nvSpPr>
          <p:cNvPr id="11" name="Deco hill right"/>
          <p:cNvSpPr/>
          <p:nvPr/>
        </p:nvSpPr>
        <p:spPr>
          <a:xfrm>
            <a:off x="4206240" y="4572000"/>
            <a:ext cx="5669280" cy="1463040"/>
          </a:xfrm>
          <a:prstGeom prst="ellipse">
            <a:avLst/>
          </a:prstGeom>
          <a:solidFill>
            <a:srgbClr val="346C79"/>
          </a:solidFill>
          <a:ln w="12700">
            <a:solidFill>
              <a:srgbClr val="346C79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C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ض</a:t>
            </a:r>
            <a:endParaRPr lang="ar-SA" sz="5600" dirty="0"/>
          </a:p>
        </p:txBody>
      </p:sp>
      <p:sp>
        <p:nvSpPr>
          <p:cNvPr id="16" name="C2 F1 fath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ضَ</a:t>
            </a:r>
            <a:endParaRPr lang="ar-SA" sz="5600" dirty="0"/>
          </a:p>
        </p:txBody>
      </p:sp>
      <p:sp>
        <p:nvSpPr>
          <p:cNvPr id="17" name="C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D926B7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8" name="C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</a:t>
            </a:r>
            <a:endParaRPr lang="ar-SA" sz="5600" dirty="0"/>
          </a:p>
        </p:txBody>
      </p:sp>
      <p:sp>
        <p:nvSpPr>
          <p:cNvPr id="19" name="C5 F2 fath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دَ</a:t>
            </a:r>
            <a:endParaRPr lang="ar-SA" sz="5600" dirty="0"/>
          </a:p>
        </p:txBody>
      </p:sp>
      <p:sp>
        <p:nvSpPr>
          <p:cNvPr id="20" name="C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B82E42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1" name="C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0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ضَدَ</a:t>
            </a:r>
            <a:endParaRPr lang="ar-SA" sz="10600" dirty="0"/>
          </a:p>
        </p:txBody>
      </p:sp>
    </p:spTree>
  </p:cSld>
  <p:clrMapOvr>
    <a:masterClrMapping/>
  </p:clrMapOvr>
  <p:transition spd="med">
    <p:pull dir="l"/>
    <p:sndAc>
      <p:stSnd>
        <p:snd r:embed="rIdTrSnd" name="chim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</p:bldLst>
  </p:timing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0">
    <p:bg>
      <p:bgPr>
        <a:solidFill>
          <a:srgbClr val="DDC5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wave back"/>
          <p:cNvSpPr/>
          <p:nvPr/>
        </p:nvSpPr>
        <p:spPr>
          <a:xfrm>
            <a:off x="-182880" y="4389120"/>
            <a:ext cx="9509760" cy="548640"/>
          </a:xfrm>
          <a:prstGeom prst="wave">
            <a:avLst/>
          </a:prstGeom>
          <a:solidFill>
            <a:srgbClr val="ADD65C"/>
          </a:solidFill>
          <a:ln w="12700">
            <a:solidFill>
              <a:srgbClr val="ADD65C"/>
            </a:solidFill>
            <a:prstDash val="solid"/>
          </a:ln>
        </p:spPr>
      </p:sp>
      <p:sp>
        <p:nvSpPr>
          <p:cNvPr id="3" name="Deco sea floor"/>
          <p:cNvSpPr/>
          <p:nvPr/>
        </p:nvSpPr>
        <p:spPr>
          <a:xfrm>
            <a:off x="0" y="4709160"/>
            <a:ext cx="9144000" cy="457200"/>
          </a:xfrm>
          <a:prstGeom prst="rect">
            <a:avLst/>
          </a:prstGeom>
          <a:solidFill>
            <a:srgbClr val="8CCC33"/>
          </a:solidFill>
          <a:ln w="12700">
            <a:solidFill>
              <a:srgbClr val="8CCC33"/>
            </a:solidFill>
            <a:prstDash val="solid"/>
          </a:ln>
        </p:spPr>
      </p:sp>
      <p:sp>
        <p:nvSpPr>
          <p:cNvPr id="4" name="Deco bubble 0"/>
          <p:cNvSpPr/>
          <p:nvPr/>
        </p:nvSpPr>
        <p:spPr>
          <a:xfrm>
            <a:off x="365760" y="182880"/>
            <a:ext cx="411480" cy="4114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5" name="Deco bubble 1"/>
          <p:cNvSpPr/>
          <p:nvPr/>
        </p:nvSpPr>
        <p:spPr>
          <a:xfrm>
            <a:off x="914400" y="502920"/>
            <a:ext cx="256032" cy="256032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6" name="Deco bubble 2"/>
          <p:cNvSpPr/>
          <p:nvPr/>
        </p:nvSpPr>
        <p:spPr>
          <a:xfrm>
            <a:off x="8138160" y="137160"/>
            <a:ext cx="457200" cy="4572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7" name="Deco bubble 3"/>
          <p:cNvSpPr/>
          <p:nvPr/>
        </p:nvSpPr>
        <p:spPr>
          <a:xfrm>
            <a:off x="7680960" y="548640"/>
            <a:ext cx="228600" cy="2286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8" name="Deco bubble 4"/>
          <p:cNvSpPr/>
          <p:nvPr/>
        </p:nvSpPr>
        <p:spPr>
          <a:xfrm>
            <a:off x="8686800" y="566928"/>
            <a:ext cx="182880" cy="1828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9" name="Deco sun"/>
          <p:cNvSpPr/>
          <p:nvPr/>
        </p:nvSpPr>
        <p:spPr>
          <a:xfrm>
            <a:off x="4206240" y="109728"/>
            <a:ext cx="685800" cy="68580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0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1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2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3" name="C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ض</a:t>
            </a:r>
            <a:endParaRPr lang="ar-SA" sz="5600" dirty="0"/>
          </a:p>
        </p:txBody>
      </p:sp>
      <p:sp>
        <p:nvSpPr>
          <p:cNvPr id="14" name="C2 F1 fath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ضَ</a:t>
            </a:r>
            <a:endParaRPr lang="ar-SA" sz="5600" dirty="0"/>
          </a:p>
        </p:txBody>
      </p:sp>
      <p:sp>
        <p:nvSpPr>
          <p:cNvPr id="15" name="C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83D9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6" name="C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ذ</a:t>
            </a:r>
            <a:endParaRPr lang="ar-SA" sz="5600" dirty="0"/>
          </a:p>
        </p:txBody>
      </p:sp>
      <p:sp>
        <p:nvSpPr>
          <p:cNvPr id="17" name="C5 F2 fath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ذَ</a:t>
            </a:r>
            <a:endParaRPr lang="ar-SA" sz="5600" dirty="0"/>
          </a:p>
        </p:txBody>
      </p:sp>
      <p:sp>
        <p:nvSpPr>
          <p:cNvPr id="18" name="C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2EB842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9" name="C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3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ضَذَ</a:t>
            </a:r>
            <a:endParaRPr lang="ar-SA" sz="9300" dirty="0"/>
          </a:p>
        </p:txBody>
      </p:sp>
    </p:spTree>
  </p:cSld>
  <p:clrMapOvr>
    <a:masterClrMapping/>
  </p:clrMapOvr>
  <p:transition spd="med">
    <p:fade/>
    <p:sndAc>
      <p:stSnd>
        <p:snd r:embed="rIdTrSnd" name="whoosh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 animBg="1"/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</p:bldLst>
  </p:timing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1">
    <p:bg>
      <p:bgPr>
        <a:solidFill>
          <a:srgbClr val="F7EBC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grass"/>
          <p:cNvSpPr/>
          <p:nvPr/>
        </p:nvSpPr>
        <p:spPr>
          <a:xfrm>
            <a:off x="0" y="4617720"/>
            <a:ext cx="9144000" cy="548640"/>
          </a:xfrm>
          <a:prstGeom prst="rect">
            <a:avLst/>
          </a:prstGeom>
          <a:solidFill>
            <a:srgbClr val="53C68C"/>
          </a:solidFill>
          <a:ln w="12700">
            <a:solidFill>
              <a:srgbClr val="53C68C"/>
            </a:solidFill>
            <a:prstDash val="solid"/>
          </a:ln>
        </p:spPr>
      </p:sp>
      <p:sp>
        <p:nvSpPr>
          <p:cNvPr id="3" name="Deco stem 0"/>
          <p:cNvSpPr/>
          <p:nvPr/>
        </p:nvSpPr>
        <p:spPr>
          <a:xfrm>
            <a:off x="57607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4" name="Deco flower 0"/>
          <p:cNvSpPr/>
          <p:nvPr/>
        </p:nvSpPr>
        <p:spPr>
          <a:xfrm>
            <a:off x="457200" y="4370832"/>
            <a:ext cx="274320" cy="274320"/>
          </a:xfrm>
          <a:prstGeom prst="flowChartConnector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5" name="Deco stem 1"/>
          <p:cNvSpPr/>
          <p:nvPr/>
        </p:nvSpPr>
        <p:spPr>
          <a:xfrm>
            <a:off x="13990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6" name="Deco flower 1"/>
          <p:cNvSpPr/>
          <p:nvPr/>
        </p:nvSpPr>
        <p:spPr>
          <a:xfrm>
            <a:off x="1280160" y="4370832"/>
            <a:ext cx="274320" cy="274320"/>
          </a:xfrm>
          <a:prstGeom prst="flowChartConnector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7" name="Deco stem 2"/>
          <p:cNvSpPr/>
          <p:nvPr/>
        </p:nvSpPr>
        <p:spPr>
          <a:xfrm>
            <a:off x="22219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8" name="Deco flower 2"/>
          <p:cNvSpPr/>
          <p:nvPr/>
        </p:nvSpPr>
        <p:spPr>
          <a:xfrm>
            <a:off x="2103120" y="4370832"/>
            <a:ext cx="274320" cy="274320"/>
          </a:xfrm>
          <a:prstGeom prst="flowChartConnector">
            <a:avLst/>
          </a:prstGeom>
          <a:solidFill>
            <a:srgbClr val="B892FF"/>
          </a:solidFill>
          <a:ln w="12700">
            <a:solidFill>
              <a:srgbClr val="B892FF"/>
            </a:solidFill>
            <a:prstDash val="solid"/>
          </a:ln>
        </p:spPr>
      </p:sp>
      <p:sp>
        <p:nvSpPr>
          <p:cNvPr id="9" name="Deco stem 3"/>
          <p:cNvSpPr/>
          <p:nvPr/>
        </p:nvSpPr>
        <p:spPr>
          <a:xfrm>
            <a:off x="68854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6766560" y="4370832"/>
            <a:ext cx="274320" cy="274320"/>
          </a:xfrm>
          <a:prstGeom prst="flowChartConnector">
            <a:avLst/>
          </a:prstGeom>
          <a:solidFill>
            <a:srgbClr val="FF6F91"/>
          </a:solidFill>
          <a:ln w="12700">
            <a:solidFill>
              <a:srgbClr val="FF6F91"/>
            </a:solidFill>
            <a:prstDash val="solid"/>
          </a:ln>
        </p:spPr>
      </p:sp>
      <p:sp>
        <p:nvSpPr>
          <p:cNvPr id="11" name="Deco stem 4"/>
          <p:cNvSpPr/>
          <p:nvPr/>
        </p:nvSpPr>
        <p:spPr>
          <a:xfrm>
            <a:off x="77083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2" name="Deco flower 4"/>
          <p:cNvSpPr/>
          <p:nvPr/>
        </p:nvSpPr>
        <p:spPr>
          <a:xfrm>
            <a:off x="7589520" y="4370832"/>
            <a:ext cx="274320" cy="274320"/>
          </a:xfrm>
          <a:prstGeom prst="flowChartConnector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3" name="Deco stem 5"/>
          <p:cNvSpPr/>
          <p:nvPr/>
        </p:nvSpPr>
        <p:spPr>
          <a:xfrm>
            <a:off x="843991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4" name="Deco flower 5"/>
          <p:cNvSpPr/>
          <p:nvPr/>
        </p:nvSpPr>
        <p:spPr>
          <a:xfrm>
            <a:off x="8321040" y="4370832"/>
            <a:ext cx="274320" cy="274320"/>
          </a:xfrm>
          <a:prstGeom prst="flowChartConnector">
            <a:avLst/>
          </a:prstGeom>
          <a:solidFill>
            <a:srgbClr val="7EC8FF"/>
          </a:solidFill>
          <a:ln w="12700">
            <a:solidFill>
              <a:srgbClr val="7EC8FF"/>
            </a:solidFill>
            <a:prstDash val="solid"/>
          </a:ln>
        </p:spPr>
      </p:sp>
      <p:sp>
        <p:nvSpPr>
          <p:cNvPr id="15" name="Deco heart"/>
          <p:cNvSpPr/>
          <p:nvPr/>
        </p:nvSpPr>
        <p:spPr>
          <a:xfrm>
            <a:off x="411480" y="228600"/>
            <a:ext cx="457200" cy="411480"/>
          </a:xfrm>
          <a:prstGeom prst="heart">
            <a:avLst/>
          </a:prstGeom>
          <a:solidFill>
            <a:srgbClr val="ED9D5E"/>
          </a:solidFill>
          <a:ln w="12700">
            <a:solidFill>
              <a:srgbClr val="ED9D5E"/>
            </a:solidFill>
            <a:prstDash val="solid"/>
          </a:ln>
        </p:spPr>
      </p:sp>
      <p:sp>
        <p:nvSpPr>
          <p:cNvPr id="16" name="Deco cloud"/>
          <p:cNvSpPr/>
          <p:nvPr/>
        </p:nvSpPr>
        <p:spPr>
          <a:xfrm>
            <a:off x="713232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7" name="Deco friend"/>
          <p:cNvSpPr/>
          <p:nvPr/>
        </p:nvSpPr>
        <p:spPr>
          <a:xfrm>
            <a:off x="6309360" y="182880"/>
            <a:ext cx="548640" cy="548640"/>
          </a:xfrm>
          <a:prstGeom prst="smileyFace">
            <a:avLst/>
          </a:prstGeom>
          <a:solidFill>
            <a:srgbClr val="FFD166"/>
          </a:solidFill>
          <a:ln w="12700">
            <a:solidFill>
              <a:srgbClr val="FFD166"/>
            </a:solidFill>
            <a:prstDash val="solid"/>
          </a:ln>
        </p:spPr>
      </p:sp>
      <p:sp>
        <p:nvSpPr>
          <p:cNvPr id="18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9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20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21" name="C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ض</a:t>
            </a:r>
            <a:endParaRPr lang="ar-SA" sz="5600" dirty="0"/>
          </a:p>
        </p:txBody>
      </p:sp>
      <p:sp>
        <p:nvSpPr>
          <p:cNvPr id="22" name="C2 F1 fath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ضَ</a:t>
            </a:r>
            <a:endParaRPr lang="ar-SA" sz="5600" dirty="0"/>
          </a:p>
        </p:txBody>
      </p:sp>
      <p:sp>
        <p:nvSpPr>
          <p:cNvPr id="23" name="C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264F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C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ر</a:t>
            </a:r>
            <a:endParaRPr lang="ar-SA" sz="5600" dirty="0"/>
          </a:p>
        </p:txBody>
      </p:sp>
      <p:sp>
        <p:nvSpPr>
          <p:cNvPr id="25" name="C5 F2 fath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رَ</a:t>
            </a:r>
            <a:endParaRPr lang="ar-SA" sz="5600" dirty="0"/>
          </a:p>
        </p:txBody>
      </p:sp>
      <p:sp>
        <p:nvSpPr>
          <p:cNvPr id="26" name="C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6A2E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7" name="C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ضَرَ</a:t>
            </a:r>
            <a:endParaRPr lang="ar-SA" sz="9000" dirty="0"/>
          </a:p>
        </p:txBody>
      </p:sp>
    </p:spTree>
  </p:cSld>
  <p:clrMapOvr>
    <a:masterClrMapping/>
  </p:clrMapOvr>
  <p:transition spd="med">
    <p:cover dir="l"/>
    <p:sndAc>
      <p:stSnd>
        <p:snd r:embed="rIdTrSnd" name="bubbles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</p:bldLst>
  </p:timing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2">
    <p:bg>
      <p:bgPr>
        <a:solidFill>
          <a:srgbClr val="14404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planet"/>
          <p:cNvSpPr/>
          <p:nvPr/>
        </p:nvSpPr>
        <p:spPr>
          <a:xfrm>
            <a:off x="7680960" y="91440"/>
            <a:ext cx="731520" cy="731520"/>
          </a:xfrm>
          <a:prstGeom prst="ellipse">
            <a:avLst/>
          </a:prstGeom>
          <a:solidFill>
            <a:srgbClr val="5290E0"/>
          </a:solidFill>
          <a:ln w="12700">
            <a:solidFill>
              <a:srgbClr val="5290E0"/>
            </a:solidFill>
            <a:prstDash val="solid"/>
          </a:ln>
        </p:spPr>
      </p:sp>
      <p:sp>
        <p:nvSpPr>
          <p:cNvPr id="3" name="Deco planet ring"/>
          <p:cNvSpPr/>
          <p:nvPr/>
        </p:nvSpPr>
        <p:spPr>
          <a:xfrm>
            <a:off x="7452360" y="384048"/>
            <a:ext cx="1188720" cy="164592"/>
          </a:xfrm>
          <a:prstGeom prst="ellipse">
            <a:avLst/>
          </a:prstGeom>
          <a:solidFill>
            <a:srgbClr val="FFFFFF">
              <a:alpha val="0"/>
            </a:srgbClr>
          </a:solidFill>
          <a:ln w="25400">
            <a:solidFill>
              <a:srgbClr val="938CF2"/>
            </a:solidFill>
            <a:prstDash val="solid"/>
          </a:ln>
        </p:spPr>
      </p:sp>
      <p:sp>
        <p:nvSpPr>
          <p:cNvPr id="4" name="Deco small planet"/>
          <p:cNvSpPr/>
          <p:nvPr/>
        </p:nvSpPr>
        <p:spPr>
          <a:xfrm>
            <a:off x="274320" y="182880"/>
            <a:ext cx="502920" cy="502920"/>
          </a:xfrm>
          <a:prstGeom prst="ellipse">
            <a:avLst/>
          </a:prstGeom>
          <a:solidFill>
            <a:srgbClr val="DB7770"/>
          </a:solidFill>
          <a:ln w="12700">
            <a:solidFill>
              <a:srgbClr val="DB7770"/>
            </a:solidFill>
            <a:prstDash val="solid"/>
          </a:ln>
        </p:spPr>
      </p:sp>
      <p:sp>
        <p:nvSpPr>
          <p:cNvPr id="5" name="Deco star 0"/>
          <p:cNvSpPr/>
          <p:nvPr/>
        </p:nvSpPr>
        <p:spPr>
          <a:xfrm>
            <a:off x="1371600" y="27432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6" name="Deco star 1"/>
          <p:cNvSpPr/>
          <p:nvPr/>
        </p:nvSpPr>
        <p:spPr>
          <a:xfrm>
            <a:off x="2468880" y="91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7" name="Deco star 2"/>
          <p:cNvSpPr/>
          <p:nvPr/>
        </p:nvSpPr>
        <p:spPr>
          <a:xfrm>
            <a:off x="3840480" y="50292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8" name="Deco star 3"/>
          <p:cNvSpPr/>
          <p:nvPr/>
        </p:nvSpPr>
        <p:spPr>
          <a:xfrm>
            <a:off x="5120640" y="137160"/>
            <a:ext cx="256032" cy="256032"/>
          </a:xfrm>
          <a:prstGeom prst="star4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9" name="Deco star 4"/>
          <p:cNvSpPr/>
          <p:nvPr/>
        </p:nvSpPr>
        <p:spPr>
          <a:xfrm>
            <a:off x="6583680" y="4572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5"/>
          <p:cNvSpPr/>
          <p:nvPr/>
        </p:nvSpPr>
        <p:spPr>
          <a:xfrm>
            <a:off x="1097280" y="457200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star 6"/>
          <p:cNvSpPr/>
          <p:nvPr/>
        </p:nvSpPr>
        <p:spPr>
          <a:xfrm>
            <a:off x="2743200" y="475488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12" name="Deco star 7"/>
          <p:cNvSpPr/>
          <p:nvPr/>
        </p:nvSpPr>
        <p:spPr>
          <a:xfrm>
            <a:off x="6217920" y="4663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3" name="Deco star 8"/>
          <p:cNvSpPr/>
          <p:nvPr/>
        </p:nvSpPr>
        <p:spPr>
          <a:xfrm>
            <a:off x="8138160" y="45720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4" name="Deco moon surface"/>
          <p:cNvSpPr/>
          <p:nvPr/>
        </p:nvSpPr>
        <p:spPr>
          <a:xfrm>
            <a:off x="3200400" y="4709160"/>
            <a:ext cx="2743200" cy="1097280"/>
          </a:xfrm>
          <a:prstGeom prst="ellipse">
            <a:avLst/>
          </a:prstGeom>
          <a:solidFill>
            <a:srgbClr val="6C8547"/>
          </a:solidFill>
          <a:ln w="12700">
            <a:solidFill>
              <a:srgbClr val="6C8547"/>
            </a:solidFill>
            <a:prstDash val="solid"/>
          </a:ln>
        </p:spPr>
      </p:sp>
      <p:sp>
        <p:nvSpPr>
          <p:cNvPr id="15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6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7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8" name="C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ض</a:t>
            </a:r>
            <a:endParaRPr lang="ar-SA" sz="5600" dirty="0"/>
          </a:p>
        </p:txBody>
      </p:sp>
      <p:sp>
        <p:nvSpPr>
          <p:cNvPr id="19" name="C2 F1 fath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ضَ</a:t>
            </a:r>
            <a:endParaRPr lang="ar-SA" sz="5600" dirty="0"/>
          </a:p>
        </p:txBody>
      </p:sp>
      <p:sp>
        <p:nvSpPr>
          <p:cNvPr id="20" name="C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D932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1" name="C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ز</a:t>
            </a:r>
            <a:endParaRPr lang="ar-SA" sz="5600" dirty="0"/>
          </a:p>
        </p:txBody>
      </p:sp>
      <p:sp>
        <p:nvSpPr>
          <p:cNvPr id="22" name="C5 F2 fath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زَ</a:t>
            </a:r>
            <a:endParaRPr lang="ar-SA" sz="5600" dirty="0"/>
          </a:p>
        </p:txBody>
      </p:sp>
      <p:sp>
        <p:nvSpPr>
          <p:cNvPr id="23" name="C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B893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C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ضَزَ</a:t>
            </a:r>
            <a:endParaRPr lang="ar-SA" sz="9000" dirty="0"/>
          </a:p>
        </p:txBody>
      </p:sp>
    </p:spTree>
  </p:cSld>
  <p:clrMapOvr>
    <a:masterClrMapping/>
  </p:clrMapOvr>
  <p:transition spd="med">
    <p:zoom/>
    <p:sndAc>
      <p:stSnd>
        <p:snd r:embed="rIdTrSnd" name="sparkl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</p:bldLst>
  </p:timing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3">
    <p:bg>
      <p:bgPr>
        <a:solidFill>
          <a:srgbClr val="F7C5E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sun low"/>
          <p:cNvSpPr/>
          <p:nvPr/>
        </p:nvSpPr>
        <p:spPr>
          <a:xfrm>
            <a:off x="3566160" y="4343400"/>
            <a:ext cx="2011680" cy="2011680"/>
          </a:xfrm>
          <a:prstGeom prst="ellipse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3" name="Deco dune left"/>
          <p:cNvSpPr/>
          <p:nvPr/>
        </p:nvSpPr>
        <p:spPr>
          <a:xfrm>
            <a:off x="-1097280" y="4572000"/>
            <a:ext cx="4572000" cy="1280160"/>
          </a:xfrm>
          <a:prstGeom prst="ellipse">
            <a:avLst/>
          </a:prstGeom>
          <a:solidFill>
            <a:srgbClr val="D8647E"/>
          </a:solidFill>
          <a:ln w="12700">
            <a:solidFill>
              <a:srgbClr val="D8647E"/>
            </a:solidFill>
            <a:prstDash val="solid"/>
          </a:ln>
        </p:spPr>
      </p:sp>
      <p:sp>
        <p:nvSpPr>
          <p:cNvPr id="4" name="Deco dune right"/>
          <p:cNvSpPr/>
          <p:nvPr/>
        </p:nvSpPr>
        <p:spPr>
          <a:xfrm>
            <a:off x="5303520" y="4617720"/>
            <a:ext cx="5120640" cy="1280160"/>
          </a:xfrm>
          <a:prstGeom prst="ellipse">
            <a:avLst/>
          </a:prstGeom>
          <a:solidFill>
            <a:srgbClr val="D1477E"/>
          </a:solidFill>
          <a:ln w="12700">
            <a:solidFill>
              <a:srgbClr val="D1477E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320040" y="137160"/>
            <a:ext cx="1371600" cy="5943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right"/>
          <p:cNvSpPr/>
          <p:nvPr/>
        </p:nvSpPr>
        <p:spPr>
          <a:xfrm>
            <a:off x="7223760" y="182880"/>
            <a:ext cx="1280160" cy="548640"/>
          </a:xfrm>
          <a:prstGeom prst="cloud">
            <a:avLst/>
          </a:prstGeom>
          <a:solidFill>
            <a:srgbClr val="FFF3E8"/>
          </a:solidFill>
          <a:ln w="12700">
            <a:solidFill>
              <a:srgbClr val="FFF3E8"/>
            </a:solidFill>
            <a:prstDash val="solid"/>
          </a:ln>
        </p:spPr>
      </p:sp>
      <p:sp>
        <p:nvSpPr>
          <p:cNvPr id="7" name="Deco bird 0"/>
          <p:cNvSpPr/>
          <p:nvPr/>
        </p:nvSpPr>
        <p:spPr>
          <a:xfrm rot="5400000">
            <a:off x="2926080" y="32004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8" name="Deco bird 1"/>
          <p:cNvSpPr/>
          <p:nvPr/>
        </p:nvSpPr>
        <p:spPr>
          <a:xfrm rot="5400000">
            <a:off x="3291840" y="22860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9" name="Deco bird 2"/>
          <p:cNvSpPr/>
          <p:nvPr/>
        </p:nvSpPr>
        <p:spPr>
          <a:xfrm rot="5400000">
            <a:off x="5394960" y="36576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10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1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2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3" name="C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ض</a:t>
            </a:r>
            <a:endParaRPr lang="ar-SA" sz="5600" dirty="0"/>
          </a:p>
        </p:txBody>
      </p:sp>
      <p:sp>
        <p:nvSpPr>
          <p:cNvPr id="14" name="C2 F1 fath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ضَ</a:t>
            </a:r>
            <a:endParaRPr lang="ar-SA" sz="5600" dirty="0"/>
          </a:p>
        </p:txBody>
      </p:sp>
      <p:sp>
        <p:nvSpPr>
          <p:cNvPr id="15" name="C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26D96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6" name="C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س</a:t>
            </a:r>
            <a:endParaRPr lang="ar-SA" sz="5600" dirty="0"/>
          </a:p>
        </p:txBody>
      </p:sp>
      <p:sp>
        <p:nvSpPr>
          <p:cNvPr id="17" name="C5 F2 fath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سَ</a:t>
            </a:r>
            <a:endParaRPr lang="ar-SA" sz="5600" dirty="0"/>
          </a:p>
        </p:txBody>
      </p:sp>
      <p:sp>
        <p:nvSpPr>
          <p:cNvPr id="18" name="C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2EB4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9" name="C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7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ضَسَ</a:t>
            </a:r>
            <a:endParaRPr lang="ar-SA" sz="8700" dirty="0"/>
          </a:p>
        </p:txBody>
      </p:sp>
    </p:spTree>
  </p:cSld>
  <p:clrMapOvr>
    <a:masterClrMapping/>
  </p:clrMapOvr>
  <p:transition spd="med">
    <p:wheel spokes="4"/>
    <p:sndAc>
      <p:stSnd>
        <p:snd r:embed="rIdTrSnd" name="marimba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 animBg="1"/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</p:bldLst>
  </p:timing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4">
    <p:bg>
      <p:bgPr>
        <a:solidFill>
          <a:srgbClr val="D6F7C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434840"/>
            <a:ext cx="4754880" cy="1463040"/>
          </a:xfrm>
          <a:prstGeom prst="ellipse">
            <a:avLst/>
          </a:prstGeom>
          <a:solidFill>
            <a:srgbClr val="66AACC"/>
          </a:solidFill>
          <a:ln w="12700">
            <a:solidFill>
              <a:srgbClr val="66AACC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023360" y="4526280"/>
            <a:ext cx="5852160" cy="1463040"/>
          </a:xfrm>
          <a:prstGeom prst="ellipse">
            <a:avLst/>
          </a:prstGeom>
          <a:solidFill>
            <a:srgbClr val="406ABF"/>
          </a:solidFill>
          <a:ln w="12700">
            <a:solidFill>
              <a:srgbClr val="406ABF"/>
            </a:solidFill>
            <a:prstDash val="solid"/>
          </a:ln>
        </p:spPr>
      </p:sp>
      <p:sp>
        <p:nvSpPr>
          <p:cNvPr id="4" name="Deco sun"/>
          <p:cNvSpPr/>
          <p:nvPr/>
        </p:nvSpPr>
        <p:spPr>
          <a:xfrm>
            <a:off x="274320" y="91440"/>
            <a:ext cx="731520" cy="73152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85800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863840" y="457200"/>
            <a:ext cx="822960" cy="365760"/>
          </a:xfrm>
          <a:prstGeom prst="cloud">
            <a:avLst/>
          </a:prstGeom>
          <a:solidFill>
            <a:srgbClr val="F4FAFF"/>
          </a:solidFill>
          <a:ln w="12700">
            <a:solidFill>
              <a:srgbClr val="F4FAFF"/>
            </a:solidFill>
            <a:prstDash val="solid"/>
          </a:ln>
        </p:spPr>
      </p:sp>
      <p:sp>
        <p:nvSpPr>
          <p:cNvPr id="7" name="Deco flower 0"/>
          <p:cNvSpPr/>
          <p:nvPr/>
        </p:nvSpPr>
        <p:spPr>
          <a:xfrm>
            <a:off x="128016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8" name="Deco flower 1"/>
          <p:cNvSpPr/>
          <p:nvPr/>
        </p:nvSpPr>
        <p:spPr>
          <a:xfrm>
            <a:off x="1828800" y="4526280"/>
            <a:ext cx="292608" cy="292608"/>
          </a:xfrm>
          <a:prstGeom prst="star5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9" name="Deco flower 2"/>
          <p:cNvSpPr/>
          <p:nvPr/>
        </p:nvSpPr>
        <p:spPr>
          <a:xfrm>
            <a:off x="7315200" y="4526280"/>
            <a:ext cx="292608" cy="292608"/>
          </a:xfrm>
          <a:prstGeom prst="star5">
            <a:avLst/>
          </a:prstGeom>
          <a:solidFill>
            <a:srgbClr val="8E5BD0"/>
          </a:solidFill>
          <a:ln w="12700">
            <a:solidFill>
              <a:srgbClr val="8E5BD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795528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11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2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3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4" name="C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ض</a:t>
            </a:r>
            <a:endParaRPr lang="ar-SA" sz="5600" dirty="0"/>
          </a:p>
        </p:txBody>
      </p:sp>
      <p:sp>
        <p:nvSpPr>
          <p:cNvPr id="15" name="C2 F1 fath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ضَ</a:t>
            </a:r>
            <a:endParaRPr lang="ar-SA" sz="5600" dirty="0"/>
          </a:p>
        </p:txBody>
      </p:sp>
      <p:sp>
        <p:nvSpPr>
          <p:cNvPr id="16" name="C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9A26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7" name="C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ش</a:t>
            </a:r>
            <a:endParaRPr lang="ar-SA" sz="5600" dirty="0"/>
          </a:p>
        </p:txBody>
      </p:sp>
      <p:sp>
        <p:nvSpPr>
          <p:cNvPr id="18" name="C5 F2 fath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شَ</a:t>
            </a:r>
            <a:endParaRPr lang="ar-SA" sz="5600" dirty="0"/>
          </a:p>
        </p:txBody>
      </p:sp>
      <p:sp>
        <p:nvSpPr>
          <p:cNvPr id="19" name="C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B82E8C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0" name="C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7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ضَشَ</a:t>
            </a:r>
            <a:endParaRPr lang="ar-SA" sz="8700" dirty="0"/>
          </a:p>
        </p:txBody>
      </p:sp>
    </p:spTree>
  </p:cSld>
  <p:clrMapOvr>
    <a:masterClrMapping/>
  </p:clrMapOvr>
  <p:transition spd="med">
    <p:wipe dir="l"/>
    <p:sndAc>
      <p:stSnd>
        <p:snd r:embed="rIdTrSnd" name="harp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</p:bldLst>
  </p:timing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5">
    <p:bg>
      <p:bgPr>
        <a:solidFill>
          <a:srgbClr val="14164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moon"/>
          <p:cNvSpPr/>
          <p:nvPr/>
        </p:nvSpPr>
        <p:spPr>
          <a:xfrm>
            <a:off x="365760" y="91440"/>
            <a:ext cx="502920" cy="731520"/>
          </a:xfrm>
          <a:prstGeom prst="moon">
            <a:avLst/>
          </a:prstGeom>
          <a:solidFill>
            <a:srgbClr val="FFE88A"/>
          </a:solidFill>
          <a:ln w="12700">
            <a:solidFill>
              <a:srgbClr val="FFE88A"/>
            </a:solidFill>
            <a:prstDash val="solid"/>
          </a:ln>
        </p:spPr>
      </p:sp>
      <p:sp>
        <p:nvSpPr>
          <p:cNvPr id="3" name="Deco star 0"/>
          <p:cNvSpPr/>
          <p:nvPr/>
        </p:nvSpPr>
        <p:spPr>
          <a:xfrm>
            <a:off x="1280160" y="18288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4" name="Deco star 1"/>
          <p:cNvSpPr/>
          <p:nvPr/>
        </p:nvSpPr>
        <p:spPr>
          <a:xfrm>
            <a:off x="2194560" y="50292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5" name="Deco star 2"/>
          <p:cNvSpPr/>
          <p:nvPr/>
        </p:nvSpPr>
        <p:spPr>
          <a:xfrm>
            <a:off x="3291840" y="137160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6" name="Deco star 3"/>
          <p:cNvSpPr/>
          <p:nvPr/>
        </p:nvSpPr>
        <p:spPr>
          <a:xfrm>
            <a:off x="5760720" y="457200"/>
            <a:ext cx="365760" cy="36576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7" name="Deco star 4"/>
          <p:cNvSpPr/>
          <p:nvPr/>
        </p:nvSpPr>
        <p:spPr>
          <a:xfrm>
            <a:off x="6766560" y="109728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8" name="Deco star 5"/>
          <p:cNvSpPr/>
          <p:nvPr/>
        </p:nvSpPr>
        <p:spPr>
          <a:xfrm>
            <a:off x="7772400" y="41148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9" name="Deco star 6"/>
          <p:cNvSpPr/>
          <p:nvPr/>
        </p:nvSpPr>
        <p:spPr>
          <a:xfrm>
            <a:off x="8503920" y="13716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10" name="Deco hill left"/>
          <p:cNvSpPr/>
          <p:nvPr/>
        </p:nvSpPr>
        <p:spPr>
          <a:xfrm>
            <a:off x="-914400" y="4480560"/>
            <a:ext cx="4937760" cy="1463040"/>
          </a:xfrm>
          <a:prstGeom prst="ellipse">
            <a:avLst/>
          </a:prstGeom>
          <a:solidFill>
            <a:srgbClr val="442B64"/>
          </a:solidFill>
          <a:ln w="12700">
            <a:solidFill>
              <a:srgbClr val="442B64"/>
            </a:solidFill>
            <a:prstDash val="solid"/>
          </a:ln>
        </p:spPr>
      </p:sp>
      <p:sp>
        <p:nvSpPr>
          <p:cNvPr id="11" name="Deco hill right"/>
          <p:cNvSpPr/>
          <p:nvPr/>
        </p:nvSpPr>
        <p:spPr>
          <a:xfrm>
            <a:off x="4206240" y="4572000"/>
            <a:ext cx="5669280" cy="1463040"/>
          </a:xfrm>
          <a:prstGeom prst="ellipse">
            <a:avLst/>
          </a:prstGeom>
          <a:solidFill>
            <a:srgbClr val="753479"/>
          </a:solidFill>
          <a:ln w="12700">
            <a:solidFill>
              <a:srgbClr val="753479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C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ض</a:t>
            </a:r>
            <a:endParaRPr lang="ar-SA" sz="5600" dirty="0"/>
          </a:p>
        </p:txBody>
      </p:sp>
      <p:sp>
        <p:nvSpPr>
          <p:cNvPr id="16" name="C2 F1 fath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ضَ</a:t>
            </a:r>
            <a:endParaRPr lang="ar-SA" sz="5600" dirty="0"/>
          </a:p>
        </p:txBody>
      </p:sp>
      <p:sp>
        <p:nvSpPr>
          <p:cNvPr id="17" name="C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D9CE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8" name="C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ص</a:t>
            </a:r>
            <a:endParaRPr lang="ar-SA" sz="5600" dirty="0"/>
          </a:p>
        </p:txBody>
      </p:sp>
      <p:sp>
        <p:nvSpPr>
          <p:cNvPr id="19" name="C5 F2 fath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صَ</a:t>
            </a:r>
            <a:endParaRPr lang="ar-SA" sz="5600" dirty="0"/>
          </a:p>
        </p:txBody>
      </p:sp>
      <p:sp>
        <p:nvSpPr>
          <p:cNvPr id="20" name="C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64B8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1" name="C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3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ضَصَ</a:t>
            </a:r>
            <a:endParaRPr lang="ar-SA" sz="8300" dirty="0"/>
          </a:p>
        </p:txBody>
      </p:sp>
    </p:spTree>
  </p:cSld>
  <p:clrMapOvr>
    <a:masterClrMapping/>
  </p:clrMapOvr>
  <p:transition spd="med">
    <p:circle/>
    <p:sndAc>
      <p:stSnd>
        <p:snd r:embed="rIdTrSnd" name="chim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</p:bldLst>
  </p:timing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6">
    <p:bg>
      <p:bgPr>
        <a:solidFill>
          <a:srgbClr val="F7D1C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wave back"/>
          <p:cNvSpPr/>
          <p:nvPr/>
        </p:nvSpPr>
        <p:spPr>
          <a:xfrm>
            <a:off x="-182880" y="4389120"/>
            <a:ext cx="9509760" cy="548640"/>
          </a:xfrm>
          <a:prstGeom prst="wave">
            <a:avLst/>
          </a:prstGeom>
          <a:solidFill>
            <a:srgbClr val="5CADD6"/>
          </a:solidFill>
          <a:ln w="12700">
            <a:solidFill>
              <a:srgbClr val="5CADD6"/>
            </a:solidFill>
            <a:prstDash val="solid"/>
          </a:ln>
        </p:spPr>
      </p:sp>
      <p:sp>
        <p:nvSpPr>
          <p:cNvPr id="3" name="Deco sea floor"/>
          <p:cNvSpPr/>
          <p:nvPr/>
        </p:nvSpPr>
        <p:spPr>
          <a:xfrm>
            <a:off x="0" y="4709160"/>
            <a:ext cx="9144000" cy="457200"/>
          </a:xfrm>
          <a:prstGeom prst="rect">
            <a:avLst/>
          </a:prstGeom>
          <a:solidFill>
            <a:srgbClr val="338CCC"/>
          </a:solidFill>
          <a:ln w="12700">
            <a:solidFill>
              <a:srgbClr val="338CCC"/>
            </a:solidFill>
            <a:prstDash val="solid"/>
          </a:ln>
        </p:spPr>
      </p:sp>
      <p:sp>
        <p:nvSpPr>
          <p:cNvPr id="4" name="Deco bubble 0"/>
          <p:cNvSpPr/>
          <p:nvPr/>
        </p:nvSpPr>
        <p:spPr>
          <a:xfrm>
            <a:off x="365760" y="182880"/>
            <a:ext cx="411480" cy="4114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5" name="Deco bubble 1"/>
          <p:cNvSpPr/>
          <p:nvPr/>
        </p:nvSpPr>
        <p:spPr>
          <a:xfrm>
            <a:off x="914400" y="502920"/>
            <a:ext cx="256032" cy="256032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6" name="Deco bubble 2"/>
          <p:cNvSpPr/>
          <p:nvPr/>
        </p:nvSpPr>
        <p:spPr>
          <a:xfrm>
            <a:off x="8138160" y="137160"/>
            <a:ext cx="457200" cy="4572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7" name="Deco bubble 3"/>
          <p:cNvSpPr/>
          <p:nvPr/>
        </p:nvSpPr>
        <p:spPr>
          <a:xfrm>
            <a:off x="7680960" y="548640"/>
            <a:ext cx="228600" cy="2286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8" name="Deco bubble 4"/>
          <p:cNvSpPr/>
          <p:nvPr/>
        </p:nvSpPr>
        <p:spPr>
          <a:xfrm>
            <a:off x="8686800" y="566928"/>
            <a:ext cx="182880" cy="1828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9" name="Deco sun"/>
          <p:cNvSpPr/>
          <p:nvPr/>
        </p:nvSpPr>
        <p:spPr>
          <a:xfrm>
            <a:off x="4206240" y="109728"/>
            <a:ext cx="685800" cy="68580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0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1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2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3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4" name="C1 L1 letter"/>
          <p:cNvSpPr txBox="1"/>
          <p:nvPr/>
        </p:nvSpPr>
        <p:spPr>
          <a:xfrm>
            <a:off x="726948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أ</a:t>
            </a:r>
            <a:endParaRPr lang="ar-SA" sz="3900" dirty="0"/>
          </a:p>
        </p:txBody>
      </p:sp>
      <p:sp>
        <p:nvSpPr>
          <p:cNvPr id="15" name="C2 F1 fathah"/>
          <p:cNvSpPr txBox="1"/>
          <p:nvPr/>
        </p:nvSpPr>
        <p:spPr>
          <a:xfrm>
            <a:off x="726948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أَ</a:t>
            </a:r>
            <a:endParaRPr lang="ar-SA" sz="3900" dirty="0"/>
          </a:p>
        </p:txBody>
      </p:sp>
      <p:sp>
        <p:nvSpPr>
          <p:cNvPr id="16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26AF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7" name="C4 L2 letter"/>
          <p:cNvSpPr txBox="1"/>
          <p:nvPr/>
        </p:nvSpPr>
        <p:spPr>
          <a:xfrm>
            <a:off x="548640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ض</a:t>
            </a:r>
            <a:endParaRPr lang="ar-SA" sz="3900" dirty="0"/>
          </a:p>
        </p:txBody>
      </p:sp>
      <p:sp>
        <p:nvSpPr>
          <p:cNvPr id="18" name="C5 F2 fathah"/>
          <p:cNvSpPr txBox="1"/>
          <p:nvPr/>
        </p:nvSpPr>
        <p:spPr>
          <a:xfrm>
            <a:off x="548640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ضَ</a:t>
            </a:r>
            <a:endParaRPr lang="ar-SA" sz="3900" dirty="0"/>
          </a:p>
        </p:txBody>
      </p:sp>
      <p:sp>
        <p:nvSpPr>
          <p:cNvPr id="19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26AF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0" name="C7 L3 letter"/>
          <p:cNvSpPr txBox="1"/>
          <p:nvPr/>
        </p:nvSpPr>
        <p:spPr>
          <a:xfrm>
            <a:off x="370332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</a:t>
            </a:r>
            <a:endParaRPr lang="ar-SA" sz="3900" dirty="0"/>
          </a:p>
        </p:txBody>
      </p:sp>
      <p:sp>
        <p:nvSpPr>
          <p:cNvPr id="21" name="C8 F3 fathah"/>
          <p:cNvSpPr txBox="1"/>
          <p:nvPr/>
        </p:nvSpPr>
        <p:spPr>
          <a:xfrm>
            <a:off x="370332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بَ</a:t>
            </a:r>
            <a:endParaRPr lang="ar-SA" sz="3900" dirty="0"/>
          </a:p>
        </p:txBody>
      </p:sp>
      <p:sp>
        <p:nvSpPr>
          <p:cNvPr id="22" name="C9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2E3C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3" name="C10 R result"/>
          <p:cNvSpPr txBox="1"/>
          <p:nvPr/>
        </p:nvSpPr>
        <p:spPr>
          <a:xfrm>
            <a:off x="502920" y="1645920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2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أَضَبَ</a:t>
            </a:r>
            <a:endParaRPr lang="ar-SA" sz="6200" dirty="0"/>
          </a:p>
        </p:txBody>
      </p:sp>
    </p:spTree>
  </p:cSld>
  <p:clrMapOvr>
    <a:masterClrMapping/>
  </p:clrMapOvr>
  <p:transition spd="med">
    <p:randomBar dir="vert"/>
    <p:sndAc>
      <p:stSnd>
        <p:snd r:embed="rIdTrSnd" name="whoosh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</p:bldLst>
  </p:timing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7">
    <p:bg>
      <p:bgPr>
        <a:solidFill>
          <a:srgbClr val="C5F7D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grass"/>
          <p:cNvSpPr/>
          <p:nvPr/>
        </p:nvSpPr>
        <p:spPr>
          <a:xfrm>
            <a:off x="0" y="4617720"/>
            <a:ext cx="9144000" cy="548640"/>
          </a:xfrm>
          <a:prstGeom prst="rect">
            <a:avLst/>
          </a:prstGeom>
          <a:solidFill>
            <a:srgbClr val="5366C6"/>
          </a:solidFill>
          <a:ln w="12700">
            <a:solidFill>
              <a:srgbClr val="5366C6"/>
            </a:solidFill>
            <a:prstDash val="solid"/>
          </a:ln>
        </p:spPr>
      </p:sp>
      <p:sp>
        <p:nvSpPr>
          <p:cNvPr id="3" name="Deco stem 0"/>
          <p:cNvSpPr/>
          <p:nvPr/>
        </p:nvSpPr>
        <p:spPr>
          <a:xfrm>
            <a:off x="57607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4" name="Deco flower 0"/>
          <p:cNvSpPr/>
          <p:nvPr/>
        </p:nvSpPr>
        <p:spPr>
          <a:xfrm>
            <a:off x="457200" y="4370832"/>
            <a:ext cx="274320" cy="274320"/>
          </a:xfrm>
          <a:prstGeom prst="flowChartConnector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5" name="Deco stem 1"/>
          <p:cNvSpPr/>
          <p:nvPr/>
        </p:nvSpPr>
        <p:spPr>
          <a:xfrm>
            <a:off x="13990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6" name="Deco flower 1"/>
          <p:cNvSpPr/>
          <p:nvPr/>
        </p:nvSpPr>
        <p:spPr>
          <a:xfrm>
            <a:off x="1280160" y="4370832"/>
            <a:ext cx="274320" cy="274320"/>
          </a:xfrm>
          <a:prstGeom prst="flowChartConnector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7" name="Deco stem 2"/>
          <p:cNvSpPr/>
          <p:nvPr/>
        </p:nvSpPr>
        <p:spPr>
          <a:xfrm>
            <a:off x="22219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8" name="Deco flower 2"/>
          <p:cNvSpPr/>
          <p:nvPr/>
        </p:nvSpPr>
        <p:spPr>
          <a:xfrm>
            <a:off x="2103120" y="4370832"/>
            <a:ext cx="274320" cy="274320"/>
          </a:xfrm>
          <a:prstGeom prst="flowChartConnector">
            <a:avLst/>
          </a:prstGeom>
          <a:solidFill>
            <a:srgbClr val="B892FF"/>
          </a:solidFill>
          <a:ln w="12700">
            <a:solidFill>
              <a:srgbClr val="B892FF"/>
            </a:solidFill>
            <a:prstDash val="solid"/>
          </a:ln>
        </p:spPr>
      </p:sp>
      <p:sp>
        <p:nvSpPr>
          <p:cNvPr id="9" name="Deco stem 3"/>
          <p:cNvSpPr/>
          <p:nvPr/>
        </p:nvSpPr>
        <p:spPr>
          <a:xfrm>
            <a:off x="68854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6766560" y="4370832"/>
            <a:ext cx="274320" cy="274320"/>
          </a:xfrm>
          <a:prstGeom prst="flowChartConnector">
            <a:avLst/>
          </a:prstGeom>
          <a:solidFill>
            <a:srgbClr val="FF6F91"/>
          </a:solidFill>
          <a:ln w="12700">
            <a:solidFill>
              <a:srgbClr val="FF6F91"/>
            </a:solidFill>
            <a:prstDash val="solid"/>
          </a:ln>
        </p:spPr>
      </p:sp>
      <p:sp>
        <p:nvSpPr>
          <p:cNvPr id="11" name="Deco stem 4"/>
          <p:cNvSpPr/>
          <p:nvPr/>
        </p:nvSpPr>
        <p:spPr>
          <a:xfrm>
            <a:off x="77083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2" name="Deco flower 4"/>
          <p:cNvSpPr/>
          <p:nvPr/>
        </p:nvSpPr>
        <p:spPr>
          <a:xfrm>
            <a:off x="7589520" y="4370832"/>
            <a:ext cx="274320" cy="274320"/>
          </a:xfrm>
          <a:prstGeom prst="flowChartConnector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3" name="Deco stem 5"/>
          <p:cNvSpPr/>
          <p:nvPr/>
        </p:nvSpPr>
        <p:spPr>
          <a:xfrm>
            <a:off x="843991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4" name="Deco flower 5"/>
          <p:cNvSpPr/>
          <p:nvPr/>
        </p:nvSpPr>
        <p:spPr>
          <a:xfrm>
            <a:off x="8321040" y="4370832"/>
            <a:ext cx="274320" cy="274320"/>
          </a:xfrm>
          <a:prstGeom prst="flowChartConnector">
            <a:avLst/>
          </a:prstGeom>
          <a:solidFill>
            <a:srgbClr val="7EC8FF"/>
          </a:solidFill>
          <a:ln w="12700">
            <a:solidFill>
              <a:srgbClr val="7EC8FF"/>
            </a:solidFill>
            <a:prstDash val="solid"/>
          </a:ln>
        </p:spPr>
      </p:sp>
      <p:sp>
        <p:nvSpPr>
          <p:cNvPr id="15" name="Deco heart"/>
          <p:cNvSpPr/>
          <p:nvPr/>
        </p:nvSpPr>
        <p:spPr>
          <a:xfrm>
            <a:off x="411480" y="228600"/>
            <a:ext cx="457200" cy="411480"/>
          </a:xfrm>
          <a:prstGeom prst="heart">
            <a:avLst/>
          </a:prstGeom>
          <a:solidFill>
            <a:srgbClr val="5EED7A"/>
          </a:solidFill>
          <a:ln w="12700">
            <a:solidFill>
              <a:srgbClr val="5EED7A"/>
            </a:solidFill>
            <a:prstDash val="solid"/>
          </a:ln>
        </p:spPr>
      </p:sp>
      <p:sp>
        <p:nvSpPr>
          <p:cNvPr id="16" name="Deco cloud"/>
          <p:cNvSpPr/>
          <p:nvPr/>
        </p:nvSpPr>
        <p:spPr>
          <a:xfrm>
            <a:off x="713232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7" name="Deco friend"/>
          <p:cNvSpPr/>
          <p:nvPr/>
        </p:nvSpPr>
        <p:spPr>
          <a:xfrm>
            <a:off x="6309360" y="182880"/>
            <a:ext cx="548640" cy="548640"/>
          </a:xfrm>
          <a:prstGeom prst="smileyFace">
            <a:avLst/>
          </a:prstGeom>
          <a:solidFill>
            <a:srgbClr val="FFD166"/>
          </a:solidFill>
          <a:ln w="12700">
            <a:solidFill>
              <a:srgbClr val="FFD166"/>
            </a:solidFill>
            <a:prstDash val="solid"/>
          </a:ln>
        </p:spPr>
      </p:sp>
      <p:sp>
        <p:nvSpPr>
          <p:cNvPr id="18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9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20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21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22" name="C1 L1 letter"/>
          <p:cNvSpPr txBox="1"/>
          <p:nvPr/>
        </p:nvSpPr>
        <p:spPr>
          <a:xfrm>
            <a:off x="726948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</a:t>
            </a:r>
            <a:endParaRPr lang="ar-SA" sz="3900" dirty="0"/>
          </a:p>
        </p:txBody>
      </p:sp>
      <p:sp>
        <p:nvSpPr>
          <p:cNvPr id="23" name="C2 F1 fathah"/>
          <p:cNvSpPr txBox="1"/>
          <p:nvPr/>
        </p:nvSpPr>
        <p:spPr>
          <a:xfrm>
            <a:off x="726948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بَ</a:t>
            </a:r>
            <a:endParaRPr lang="ar-SA" sz="3900" dirty="0"/>
          </a:p>
        </p:txBody>
      </p:sp>
      <p:sp>
        <p:nvSpPr>
          <p:cNvPr id="24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D9267B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C4 L2 letter"/>
          <p:cNvSpPr txBox="1"/>
          <p:nvPr/>
        </p:nvSpPr>
        <p:spPr>
          <a:xfrm>
            <a:off x="548640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ض</a:t>
            </a:r>
            <a:endParaRPr lang="ar-SA" sz="3900" dirty="0"/>
          </a:p>
        </p:txBody>
      </p:sp>
      <p:sp>
        <p:nvSpPr>
          <p:cNvPr id="26" name="C5 F2 fathah"/>
          <p:cNvSpPr txBox="1"/>
          <p:nvPr/>
        </p:nvSpPr>
        <p:spPr>
          <a:xfrm>
            <a:off x="548640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ضَ</a:t>
            </a:r>
            <a:endParaRPr lang="ar-SA" sz="3900" dirty="0"/>
          </a:p>
        </p:txBody>
      </p:sp>
      <p:sp>
        <p:nvSpPr>
          <p:cNvPr id="27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D9267B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8" name="C7 L3 letter"/>
          <p:cNvSpPr txBox="1"/>
          <p:nvPr/>
        </p:nvSpPr>
        <p:spPr>
          <a:xfrm>
            <a:off x="370332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</a:t>
            </a:r>
            <a:endParaRPr lang="ar-SA" sz="3900" dirty="0"/>
          </a:p>
        </p:txBody>
      </p:sp>
      <p:sp>
        <p:nvSpPr>
          <p:cNvPr id="29" name="C8 F3 fathah"/>
          <p:cNvSpPr txBox="1"/>
          <p:nvPr/>
        </p:nvSpPr>
        <p:spPr>
          <a:xfrm>
            <a:off x="370332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تَ</a:t>
            </a:r>
            <a:endParaRPr lang="ar-SA" sz="3900" dirty="0"/>
          </a:p>
        </p:txBody>
      </p:sp>
      <p:sp>
        <p:nvSpPr>
          <p:cNvPr id="30" name="C9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B848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1" name="C10 R result"/>
          <p:cNvSpPr txBox="1"/>
          <p:nvPr/>
        </p:nvSpPr>
        <p:spPr>
          <a:xfrm>
            <a:off x="502920" y="1645920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بَضَتَ</a:t>
            </a:r>
            <a:endParaRPr lang="ar-SA" sz="7000" dirty="0"/>
          </a:p>
        </p:txBody>
      </p:sp>
    </p:spTree>
  </p:cSld>
  <p:clrMapOvr>
    <a:masterClrMapping/>
  </p:clrMapOvr>
  <p:transition spd="med">
    <p:push dir="l"/>
    <p:sndAc>
      <p:stSnd>
        <p:snd r:embed="rIdTrSnd" name="bubbles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  <p:bldP spid="29" grpId="0" animBg="1"/>
      <p:bldP spid="30" grpId="0" animBg="1"/>
      <p:bldP spid="31" grpId="0" animBg="1"/>
    </p:bldLst>
  </p:timing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8">
    <p:bg>
      <p:bgPr>
        <a:solidFill>
          <a:srgbClr val="3A144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planet"/>
          <p:cNvSpPr/>
          <p:nvPr/>
        </p:nvSpPr>
        <p:spPr>
          <a:xfrm>
            <a:off x="7680960" y="91440"/>
            <a:ext cx="731520" cy="731520"/>
          </a:xfrm>
          <a:prstGeom prst="ellipse">
            <a:avLst/>
          </a:prstGeom>
          <a:solidFill>
            <a:srgbClr val="E052B3"/>
          </a:solidFill>
          <a:ln w="12700">
            <a:solidFill>
              <a:srgbClr val="E052B3"/>
            </a:solidFill>
            <a:prstDash val="solid"/>
          </a:ln>
        </p:spPr>
      </p:sp>
      <p:sp>
        <p:nvSpPr>
          <p:cNvPr id="3" name="Deco planet ring"/>
          <p:cNvSpPr/>
          <p:nvPr/>
        </p:nvSpPr>
        <p:spPr>
          <a:xfrm>
            <a:off x="7452360" y="384048"/>
            <a:ext cx="1188720" cy="164592"/>
          </a:xfrm>
          <a:prstGeom prst="ellipse">
            <a:avLst/>
          </a:prstGeom>
          <a:solidFill>
            <a:srgbClr val="FFFFFF">
              <a:alpha val="0"/>
            </a:srgbClr>
          </a:solidFill>
          <a:ln w="25400">
            <a:solidFill>
              <a:srgbClr val="F28C9F"/>
            </a:solidFill>
            <a:prstDash val="solid"/>
          </a:ln>
        </p:spPr>
      </p:sp>
      <p:sp>
        <p:nvSpPr>
          <p:cNvPr id="4" name="Deco small planet"/>
          <p:cNvSpPr/>
          <p:nvPr/>
        </p:nvSpPr>
        <p:spPr>
          <a:xfrm>
            <a:off x="274320" y="182880"/>
            <a:ext cx="502920" cy="502920"/>
          </a:xfrm>
          <a:prstGeom prst="ellipse">
            <a:avLst/>
          </a:prstGeom>
          <a:solidFill>
            <a:srgbClr val="84DB70"/>
          </a:solidFill>
          <a:ln w="12700">
            <a:solidFill>
              <a:srgbClr val="84DB70"/>
            </a:solidFill>
            <a:prstDash val="solid"/>
          </a:ln>
        </p:spPr>
      </p:sp>
      <p:sp>
        <p:nvSpPr>
          <p:cNvPr id="5" name="Deco star 0"/>
          <p:cNvSpPr/>
          <p:nvPr/>
        </p:nvSpPr>
        <p:spPr>
          <a:xfrm>
            <a:off x="1371600" y="27432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6" name="Deco star 1"/>
          <p:cNvSpPr/>
          <p:nvPr/>
        </p:nvSpPr>
        <p:spPr>
          <a:xfrm>
            <a:off x="2468880" y="91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7" name="Deco star 2"/>
          <p:cNvSpPr/>
          <p:nvPr/>
        </p:nvSpPr>
        <p:spPr>
          <a:xfrm>
            <a:off x="3840480" y="50292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8" name="Deco star 3"/>
          <p:cNvSpPr/>
          <p:nvPr/>
        </p:nvSpPr>
        <p:spPr>
          <a:xfrm>
            <a:off x="5120640" y="137160"/>
            <a:ext cx="256032" cy="256032"/>
          </a:xfrm>
          <a:prstGeom prst="star4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9" name="Deco star 4"/>
          <p:cNvSpPr/>
          <p:nvPr/>
        </p:nvSpPr>
        <p:spPr>
          <a:xfrm>
            <a:off x="6583680" y="4572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5"/>
          <p:cNvSpPr/>
          <p:nvPr/>
        </p:nvSpPr>
        <p:spPr>
          <a:xfrm>
            <a:off x="1097280" y="457200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star 6"/>
          <p:cNvSpPr/>
          <p:nvPr/>
        </p:nvSpPr>
        <p:spPr>
          <a:xfrm>
            <a:off x="2743200" y="475488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12" name="Deco star 7"/>
          <p:cNvSpPr/>
          <p:nvPr/>
        </p:nvSpPr>
        <p:spPr>
          <a:xfrm>
            <a:off x="6217920" y="4663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3" name="Deco star 8"/>
          <p:cNvSpPr/>
          <p:nvPr/>
        </p:nvSpPr>
        <p:spPr>
          <a:xfrm>
            <a:off x="8138160" y="45720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4" name="Deco moon surface"/>
          <p:cNvSpPr/>
          <p:nvPr/>
        </p:nvSpPr>
        <p:spPr>
          <a:xfrm>
            <a:off x="3200400" y="4709160"/>
            <a:ext cx="2743200" cy="1097280"/>
          </a:xfrm>
          <a:prstGeom prst="ellipse">
            <a:avLst/>
          </a:prstGeom>
          <a:solidFill>
            <a:srgbClr val="477B85"/>
          </a:solidFill>
          <a:ln w="12700">
            <a:solidFill>
              <a:srgbClr val="477B85"/>
            </a:solidFill>
            <a:prstDash val="solid"/>
          </a:ln>
        </p:spPr>
      </p:sp>
      <p:sp>
        <p:nvSpPr>
          <p:cNvPr id="15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6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7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8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9" name="C1 L1 letter"/>
          <p:cNvSpPr txBox="1"/>
          <p:nvPr/>
        </p:nvSpPr>
        <p:spPr>
          <a:xfrm>
            <a:off x="726948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</a:t>
            </a:r>
            <a:endParaRPr lang="ar-SA" sz="3900" dirty="0"/>
          </a:p>
        </p:txBody>
      </p:sp>
      <p:sp>
        <p:nvSpPr>
          <p:cNvPr id="20" name="C2 F1 fathah"/>
          <p:cNvSpPr txBox="1"/>
          <p:nvPr/>
        </p:nvSpPr>
        <p:spPr>
          <a:xfrm>
            <a:off x="726948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تَ</a:t>
            </a:r>
            <a:endParaRPr lang="ar-SA" sz="3900" dirty="0"/>
          </a:p>
        </p:txBody>
      </p:sp>
      <p:sp>
        <p:nvSpPr>
          <p:cNvPr id="21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47D9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2" name="C4 L2 letter"/>
          <p:cNvSpPr txBox="1"/>
          <p:nvPr/>
        </p:nvSpPr>
        <p:spPr>
          <a:xfrm>
            <a:off x="548640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ض</a:t>
            </a:r>
            <a:endParaRPr lang="ar-SA" sz="3900" dirty="0"/>
          </a:p>
        </p:txBody>
      </p:sp>
      <p:sp>
        <p:nvSpPr>
          <p:cNvPr id="23" name="C5 F2 fathah"/>
          <p:cNvSpPr txBox="1"/>
          <p:nvPr/>
        </p:nvSpPr>
        <p:spPr>
          <a:xfrm>
            <a:off x="548640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ضَ</a:t>
            </a:r>
            <a:endParaRPr lang="ar-SA" sz="3900" dirty="0"/>
          </a:p>
        </p:txBody>
      </p:sp>
      <p:sp>
        <p:nvSpPr>
          <p:cNvPr id="24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47D9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C7 L3 letter"/>
          <p:cNvSpPr txBox="1"/>
          <p:nvPr/>
        </p:nvSpPr>
        <p:spPr>
          <a:xfrm>
            <a:off x="370332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ث</a:t>
            </a:r>
            <a:endParaRPr lang="ar-SA" sz="3900" dirty="0"/>
          </a:p>
        </p:txBody>
      </p:sp>
      <p:sp>
        <p:nvSpPr>
          <p:cNvPr id="26" name="C8 F3 fathah"/>
          <p:cNvSpPr txBox="1"/>
          <p:nvPr/>
        </p:nvSpPr>
        <p:spPr>
          <a:xfrm>
            <a:off x="370332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ثَ</a:t>
            </a:r>
            <a:endParaRPr lang="ar-SA" sz="3900" dirty="0"/>
          </a:p>
        </p:txBody>
      </p:sp>
      <p:sp>
        <p:nvSpPr>
          <p:cNvPr id="27" name="C9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2EB87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8" name="C10 R result"/>
          <p:cNvSpPr txBox="1"/>
          <p:nvPr/>
        </p:nvSpPr>
        <p:spPr>
          <a:xfrm>
            <a:off x="502920" y="1645920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تَضَثَ</a:t>
            </a:r>
            <a:endParaRPr lang="ar-SA" sz="6900" dirty="0"/>
          </a:p>
        </p:txBody>
      </p:sp>
    </p:spTree>
  </p:cSld>
  <p:clrMapOvr>
    <a:masterClrMapping/>
  </p:clrMapOvr>
  <p:transition spd="med">
    <p:split orient="vert" dir="out"/>
    <p:sndAc>
      <p:stSnd>
        <p:snd r:embed="rIdTrSnd" name="sparkl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</p:bldLst>
  </p:timing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9">
    <p:bg>
      <p:bgPr>
        <a:solidFill>
          <a:srgbClr val="F1F7C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sun low"/>
          <p:cNvSpPr/>
          <p:nvPr/>
        </p:nvSpPr>
        <p:spPr>
          <a:xfrm>
            <a:off x="3566160" y="4343400"/>
            <a:ext cx="2011680" cy="2011680"/>
          </a:xfrm>
          <a:prstGeom prst="ellipse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3" name="Deco dune left"/>
          <p:cNvSpPr/>
          <p:nvPr/>
        </p:nvSpPr>
        <p:spPr>
          <a:xfrm>
            <a:off x="-1097280" y="4572000"/>
            <a:ext cx="4572000" cy="1280160"/>
          </a:xfrm>
          <a:prstGeom prst="ellipse">
            <a:avLst/>
          </a:prstGeom>
          <a:solidFill>
            <a:srgbClr val="9BD864"/>
          </a:solidFill>
          <a:ln w="12700">
            <a:solidFill>
              <a:srgbClr val="9BD864"/>
            </a:solidFill>
            <a:prstDash val="solid"/>
          </a:ln>
        </p:spPr>
      </p:sp>
      <p:sp>
        <p:nvSpPr>
          <p:cNvPr id="4" name="Deco dune right"/>
          <p:cNvSpPr/>
          <p:nvPr/>
        </p:nvSpPr>
        <p:spPr>
          <a:xfrm>
            <a:off x="5303520" y="4617720"/>
            <a:ext cx="5120640" cy="1280160"/>
          </a:xfrm>
          <a:prstGeom prst="ellipse">
            <a:avLst/>
          </a:prstGeom>
          <a:solidFill>
            <a:srgbClr val="A0D147"/>
          </a:solidFill>
          <a:ln w="12700">
            <a:solidFill>
              <a:srgbClr val="A0D147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320040" y="137160"/>
            <a:ext cx="1371600" cy="5943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right"/>
          <p:cNvSpPr/>
          <p:nvPr/>
        </p:nvSpPr>
        <p:spPr>
          <a:xfrm>
            <a:off x="7223760" y="182880"/>
            <a:ext cx="1280160" cy="548640"/>
          </a:xfrm>
          <a:prstGeom prst="cloud">
            <a:avLst/>
          </a:prstGeom>
          <a:solidFill>
            <a:srgbClr val="FFF3E8"/>
          </a:solidFill>
          <a:ln w="12700">
            <a:solidFill>
              <a:srgbClr val="FFF3E8"/>
            </a:solidFill>
            <a:prstDash val="solid"/>
          </a:ln>
        </p:spPr>
      </p:sp>
      <p:sp>
        <p:nvSpPr>
          <p:cNvPr id="7" name="Deco bird 0"/>
          <p:cNvSpPr/>
          <p:nvPr/>
        </p:nvSpPr>
        <p:spPr>
          <a:xfrm rot="5400000">
            <a:off x="2926080" y="32004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8" name="Deco bird 1"/>
          <p:cNvSpPr/>
          <p:nvPr/>
        </p:nvSpPr>
        <p:spPr>
          <a:xfrm rot="5400000">
            <a:off x="3291840" y="22860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9" name="Deco bird 2"/>
          <p:cNvSpPr/>
          <p:nvPr/>
        </p:nvSpPr>
        <p:spPr>
          <a:xfrm rot="5400000">
            <a:off x="5394960" y="36576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10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1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2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3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4" name="C1 L1 letter"/>
          <p:cNvSpPr txBox="1"/>
          <p:nvPr/>
        </p:nvSpPr>
        <p:spPr>
          <a:xfrm>
            <a:off x="726948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ث</a:t>
            </a:r>
            <a:endParaRPr lang="ar-SA" sz="3900" dirty="0"/>
          </a:p>
        </p:txBody>
      </p:sp>
      <p:sp>
        <p:nvSpPr>
          <p:cNvPr id="15" name="C2 F1 fathah"/>
          <p:cNvSpPr txBox="1"/>
          <p:nvPr/>
        </p:nvSpPr>
        <p:spPr>
          <a:xfrm>
            <a:off x="726948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ثَ</a:t>
            </a:r>
            <a:endParaRPr lang="ar-SA" sz="3900" dirty="0"/>
          </a:p>
        </p:txBody>
      </p:sp>
      <p:sp>
        <p:nvSpPr>
          <p:cNvPr id="16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3926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7" name="C4 L2 letter"/>
          <p:cNvSpPr txBox="1"/>
          <p:nvPr/>
        </p:nvSpPr>
        <p:spPr>
          <a:xfrm>
            <a:off x="548640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ض</a:t>
            </a:r>
            <a:endParaRPr lang="ar-SA" sz="3900" dirty="0"/>
          </a:p>
        </p:txBody>
      </p:sp>
      <p:sp>
        <p:nvSpPr>
          <p:cNvPr id="18" name="C5 F2 fathah"/>
          <p:cNvSpPr txBox="1"/>
          <p:nvPr/>
        </p:nvSpPr>
        <p:spPr>
          <a:xfrm>
            <a:off x="548640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ضَ</a:t>
            </a:r>
            <a:endParaRPr lang="ar-SA" sz="3900" dirty="0"/>
          </a:p>
        </p:txBody>
      </p:sp>
      <p:sp>
        <p:nvSpPr>
          <p:cNvPr id="19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3926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0" name="C7 L3 letter"/>
          <p:cNvSpPr txBox="1"/>
          <p:nvPr/>
        </p:nvSpPr>
        <p:spPr>
          <a:xfrm>
            <a:off x="370332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ج</a:t>
            </a:r>
            <a:endParaRPr lang="ar-SA" sz="3900" dirty="0"/>
          </a:p>
        </p:txBody>
      </p:sp>
      <p:sp>
        <p:nvSpPr>
          <p:cNvPr id="21" name="C8 F3 fathah"/>
          <p:cNvSpPr txBox="1"/>
          <p:nvPr/>
        </p:nvSpPr>
        <p:spPr>
          <a:xfrm>
            <a:off x="370332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جَ</a:t>
            </a:r>
            <a:endParaRPr lang="ar-SA" sz="3900" dirty="0"/>
          </a:p>
        </p:txBody>
      </p:sp>
      <p:sp>
        <p:nvSpPr>
          <p:cNvPr id="22" name="C9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992E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3" name="C10 R result"/>
          <p:cNvSpPr txBox="1"/>
          <p:nvPr/>
        </p:nvSpPr>
        <p:spPr>
          <a:xfrm>
            <a:off x="502920" y="1645920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ثَضَجَ</a:t>
            </a:r>
            <a:endParaRPr lang="ar-SA" sz="6600" dirty="0"/>
          </a:p>
        </p:txBody>
      </p:sp>
    </p:spTree>
  </p:cSld>
  <p:clrMapOvr>
    <a:masterClrMapping/>
  </p:clrMapOvr>
  <p:transition spd="med">
    <p:pull dir="l"/>
    <p:sndAc>
      <p:stSnd>
        <p:snd r:embed="rIdTrSnd" name="marimba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</p:bldLst>
  </p:timing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0">
    <p:bg>
      <p:bgPr>
        <a:solidFill>
          <a:srgbClr val="C5E3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434840"/>
            <a:ext cx="4754880" cy="1463040"/>
          </a:xfrm>
          <a:prstGeom prst="ellipse">
            <a:avLst/>
          </a:prstGeom>
          <a:solidFill>
            <a:srgbClr val="CC66AA"/>
          </a:solidFill>
          <a:ln w="12700">
            <a:solidFill>
              <a:srgbClr val="CC66AA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023360" y="4526280"/>
            <a:ext cx="5852160" cy="1463040"/>
          </a:xfrm>
          <a:prstGeom prst="ellipse">
            <a:avLst/>
          </a:prstGeom>
          <a:solidFill>
            <a:srgbClr val="BF406A"/>
          </a:solidFill>
          <a:ln w="12700">
            <a:solidFill>
              <a:srgbClr val="BF406A"/>
            </a:solidFill>
            <a:prstDash val="solid"/>
          </a:ln>
        </p:spPr>
      </p:sp>
      <p:sp>
        <p:nvSpPr>
          <p:cNvPr id="4" name="Deco sun"/>
          <p:cNvSpPr/>
          <p:nvPr/>
        </p:nvSpPr>
        <p:spPr>
          <a:xfrm>
            <a:off x="274320" y="91440"/>
            <a:ext cx="731520" cy="73152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85800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863840" y="457200"/>
            <a:ext cx="822960" cy="365760"/>
          </a:xfrm>
          <a:prstGeom prst="cloud">
            <a:avLst/>
          </a:prstGeom>
          <a:solidFill>
            <a:srgbClr val="F4FAFF"/>
          </a:solidFill>
          <a:ln w="12700">
            <a:solidFill>
              <a:srgbClr val="F4FAFF"/>
            </a:solidFill>
            <a:prstDash val="solid"/>
          </a:ln>
        </p:spPr>
      </p:sp>
      <p:sp>
        <p:nvSpPr>
          <p:cNvPr id="7" name="Deco flower 0"/>
          <p:cNvSpPr/>
          <p:nvPr/>
        </p:nvSpPr>
        <p:spPr>
          <a:xfrm>
            <a:off x="128016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8" name="Deco flower 1"/>
          <p:cNvSpPr/>
          <p:nvPr/>
        </p:nvSpPr>
        <p:spPr>
          <a:xfrm>
            <a:off x="1828800" y="4526280"/>
            <a:ext cx="292608" cy="292608"/>
          </a:xfrm>
          <a:prstGeom prst="star5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9" name="Deco flower 2"/>
          <p:cNvSpPr/>
          <p:nvPr/>
        </p:nvSpPr>
        <p:spPr>
          <a:xfrm>
            <a:off x="7315200" y="4526280"/>
            <a:ext cx="292608" cy="292608"/>
          </a:xfrm>
          <a:prstGeom prst="star5">
            <a:avLst/>
          </a:prstGeom>
          <a:solidFill>
            <a:srgbClr val="8E5BD0"/>
          </a:solidFill>
          <a:ln w="12700">
            <a:solidFill>
              <a:srgbClr val="8E5BD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795528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11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2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3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C1 L1 letter"/>
          <p:cNvSpPr txBox="1"/>
          <p:nvPr/>
        </p:nvSpPr>
        <p:spPr>
          <a:xfrm>
            <a:off x="726948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ج</a:t>
            </a:r>
            <a:endParaRPr lang="ar-SA" sz="3900" dirty="0"/>
          </a:p>
        </p:txBody>
      </p:sp>
      <p:sp>
        <p:nvSpPr>
          <p:cNvPr id="16" name="C2 F1 fathah"/>
          <p:cNvSpPr txBox="1"/>
          <p:nvPr/>
        </p:nvSpPr>
        <p:spPr>
          <a:xfrm>
            <a:off x="726948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جَ</a:t>
            </a:r>
            <a:endParaRPr lang="ar-SA" sz="3900" dirty="0"/>
          </a:p>
        </p:txBody>
      </p:sp>
      <p:sp>
        <p:nvSpPr>
          <p:cNvPr id="17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D96E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8" name="C4 L2 letter"/>
          <p:cNvSpPr txBox="1"/>
          <p:nvPr/>
        </p:nvSpPr>
        <p:spPr>
          <a:xfrm>
            <a:off x="548640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ض</a:t>
            </a:r>
            <a:endParaRPr lang="ar-SA" sz="3900" dirty="0"/>
          </a:p>
        </p:txBody>
      </p:sp>
      <p:sp>
        <p:nvSpPr>
          <p:cNvPr id="19" name="C5 F2 fathah"/>
          <p:cNvSpPr txBox="1"/>
          <p:nvPr/>
        </p:nvSpPr>
        <p:spPr>
          <a:xfrm>
            <a:off x="548640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ضَ</a:t>
            </a:r>
            <a:endParaRPr lang="ar-SA" sz="3900" dirty="0"/>
          </a:p>
        </p:txBody>
      </p:sp>
      <p:sp>
        <p:nvSpPr>
          <p:cNvPr id="20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D96E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1" name="C7 L3 letter"/>
          <p:cNvSpPr txBox="1"/>
          <p:nvPr/>
        </p:nvSpPr>
        <p:spPr>
          <a:xfrm>
            <a:off x="370332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ح</a:t>
            </a:r>
            <a:endParaRPr lang="ar-SA" sz="3900" dirty="0"/>
          </a:p>
        </p:txBody>
      </p:sp>
      <p:sp>
        <p:nvSpPr>
          <p:cNvPr id="22" name="C8 F3 fathah"/>
          <p:cNvSpPr txBox="1"/>
          <p:nvPr/>
        </p:nvSpPr>
        <p:spPr>
          <a:xfrm>
            <a:off x="370332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حَ</a:t>
            </a:r>
            <a:endParaRPr lang="ar-SA" sz="3900" dirty="0"/>
          </a:p>
        </p:txBody>
      </p:sp>
      <p:sp>
        <p:nvSpPr>
          <p:cNvPr id="23" name="C9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AEB8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C10 R result"/>
          <p:cNvSpPr txBox="1"/>
          <p:nvPr/>
        </p:nvSpPr>
        <p:spPr>
          <a:xfrm>
            <a:off x="502920" y="1645920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جَضَحَ</a:t>
            </a:r>
            <a:endParaRPr lang="ar-SA" sz="6600" dirty="0"/>
          </a:p>
        </p:txBody>
      </p:sp>
    </p:spTree>
  </p:cSld>
  <p:clrMapOvr>
    <a:masterClrMapping/>
  </p:clrMapOvr>
  <p:transition spd="med">
    <p:fade/>
    <p:sndAc>
      <p:stSnd>
        <p:snd r:embed="rIdTrSnd" name="harp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</p:bldLst>
  </p:timing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1">
    <p:bg>
      <p:bgPr>
        <a:solidFill>
          <a:srgbClr val="43142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moon"/>
          <p:cNvSpPr/>
          <p:nvPr/>
        </p:nvSpPr>
        <p:spPr>
          <a:xfrm>
            <a:off x="365760" y="91440"/>
            <a:ext cx="502920" cy="731520"/>
          </a:xfrm>
          <a:prstGeom prst="moon">
            <a:avLst/>
          </a:prstGeom>
          <a:solidFill>
            <a:srgbClr val="FFE88A"/>
          </a:solidFill>
          <a:ln w="12700">
            <a:solidFill>
              <a:srgbClr val="FFE88A"/>
            </a:solidFill>
            <a:prstDash val="solid"/>
          </a:ln>
        </p:spPr>
      </p:sp>
      <p:sp>
        <p:nvSpPr>
          <p:cNvPr id="3" name="Deco star 0"/>
          <p:cNvSpPr/>
          <p:nvPr/>
        </p:nvSpPr>
        <p:spPr>
          <a:xfrm>
            <a:off x="1280160" y="18288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4" name="Deco star 1"/>
          <p:cNvSpPr/>
          <p:nvPr/>
        </p:nvSpPr>
        <p:spPr>
          <a:xfrm>
            <a:off x="2194560" y="50292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5" name="Deco star 2"/>
          <p:cNvSpPr/>
          <p:nvPr/>
        </p:nvSpPr>
        <p:spPr>
          <a:xfrm>
            <a:off x="3291840" y="137160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6" name="Deco star 3"/>
          <p:cNvSpPr/>
          <p:nvPr/>
        </p:nvSpPr>
        <p:spPr>
          <a:xfrm>
            <a:off x="5760720" y="457200"/>
            <a:ext cx="365760" cy="36576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7" name="Deco star 4"/>
          <p:cNvSpPr/>
          <p:nvPr/>
        </p:nvSpPr>
        <p:spPr>
          <a:xfrm>
            <a:off x="6766560" y="109728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8" name="Deco star 5"/>
          <p:cNvSpPr/>
          <p:nvPr/>
        </p:nvSpPr>
        <p:spPr>
          <a:xfrm>
            <a:off x="7772400" y="41148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9" name="Deco star 6"/>
          <p:cNvSpPr/>
          <p:nvPr/>
        </p:nvSpPr>
        <p:spPr>
          <a:xfrm>
            <a:off x="8503920" y="13716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10" name="Deco hill left"/>
          <p:cNvSpPr/>
          <p:nvPr/>
        </p:nvSpPr>
        <p:spPr>
          <a:xfrm>
            <a:off x="-914400" y="4480560"/>
            <a:ext cx="4937760" cy="1463040"/>
          </a:xfrm>
          <a:prstGeom prst="ellipse">
            <a:avLst/>
          </a:prstGeom>
          <a:solidFill>
            <a:srgbClr val="64362B"/>
          </a:solidFill>
          <a:ln w="12700">
            <a:solidFill>
              <a:srgbClr val="64362B"/>
            </a:solidFill>
            <a:prstDash val="solid"/>
          </a:ln>
        </p:spPr>
      </p:sp>
      <p:sp>
        <p:nvSpPr>
          <p:cNvPr id="11" name="Deco hill right"/>
          <p:cNvSpPr/>
          <p:nvPr/>
        </p:nvSpPr>
        <p:spPr>
          <a:xfrm>
            <a:off x="4206240" y="4572000"/>
            <a:ext cx="5669280" cy="1463040"/>
          </a:xfrm>
          <a:prstGeom prst="ellipse">
            <a:avLst/>
          </a:prstGeom>
          <a:solidFill>
            <a:srgbClr val="796434"/>
          </a:solidFill>
          <a:ln w="12700">
            <a:solidFill>
              <a:srgbClr val="796434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4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5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6" name="C1 L1 letter"/>
          <p:cNvSpPr txBox="1"/>
          <p:nvPr/>
        </p:nvSpPr>
        <p:spPr>
          <a:xfrm>
            <a:off x="726948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ح</a:t>
            </a:r>
            <a:endParaRPr lang="ar-SA" sz="3900" dirty="0"/>
          </a:p>
        </p:txBody>
      </p:sp>
      <p:sp>
        <p:nvSpPr>
          <p:cNvPr id="17" name="C2 F1 fathah"/>
          <p:cNvSpPr txBox="1"/>
          <p:nvPr/>
        </p:nvSpPr>
        <p:spPr>
          <a:xfrm>
            <a:off x="726948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حَ</a:t>
            </a:r>
            <a:endParaRPr lang="ar-SA" sz="3900" dirty="0"/>
          </a:p>
        </p:txBody>
      </p:sp>
      <p:sp>
        <p:nvSpPr>
          <p:cNvPr id="18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26D9A2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9" name="C4 L2 letter"/>
          <p:cNvSpPr txBox="1"/>
          <p:nvPr/>
        </p:nvSpPr>
        <p:spPr>
          <a:xfrm>
            <a:off x="548640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ض</a:t>
            </a:r>
            <a:endParaRPr lang="ar-SA" sz="3900" dirty="0"/>
          </a:p>
        </p:txBody>
      </p:sp>
      <p:sp>
        <p:nvSpPr>
          <p:cNvPr id="20" name="C5 F2 fathah"/>
          <p:cNvSpPr txBox="1"/>
          <p:nvPr/>
        </p:nvSpPr>
        <p:spPr>
          <a:xfrm>
            <a:off x="548640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ضَ</a:t>
            </a:r>
            <a:endParaRPr lang="ar-SA" sz="3900" dirty="0"/>
          </a:p>
        </p:txBody>
      </p:sp>
      <p:sp>
        <p:nvSpPr>
          <p:cNvPr id="21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26D9A2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2" name="C7 L3 letter"/>
          <p:cNvSpPr txBox="1"/>
          <p:nvPr/>
        </p:nvSpPr>
        <p:spPr>
          <a:xfrm>
            <a:off x="370332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خ</a:t>
            </a:r>
            <a:endParaRPr lang="ar-SA" sz="3900" dirty="0"/>
          </a:p>
        </p:txBody>
      </p:sp>
      <p:sp>
        <p:nvSpPr>
          <p:cNvPr id="23" name="C8 F3 fathah"/>
          <p:cNvSpPr txBox="1"/>
          <p:nvPr/>
        </p:nvSpPr>
        <p:spPr>
          <a:xfrm>
            <a:off x="370332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خَ</a:t>
            </a:r>
            <a:endParaRPr lang="ar-SA" sz="3900" dirty="0"/>
          </a:p>
        </p:txBody>
      </p:sp>
      <p:sp>
        <p:nvSpPr>
          <p:cNvPr id="24" name="C9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2E86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C10 R result"/>
          <p:cNvSpPr txBox="1"/>
          <p:nvPr/>
        </p:nvSpPr>
        <p:spPr>
          <a:xfrm>
            <a:off x="502920" y="1645920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حَضَخَ</a:t>
            </a:r>
            <a:endParaRPr lang="ar-SA" sz="6600" dirty="0"/>
          </a:p>
        </p:txBody>
      </p:sp>
    </p:spTree>
  </p:cSld>
  <p:clrMapOvr>
    <a:masterClrMapping/>
  </p:clrMapOvr>
  <p:transition spd="med">
    <p:cover dir="l"/>
    <p:sndAc>
      <p:stSnd>
        <p:snd r:embed="rIdTrSnd" name="chim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</p:bldLst>
  </p:timing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2">
    <p:bg>
      <p:bgPr>
        <a:solidFill>
          <a:srgbClr val="C6F7C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wave back"/>
          <p:cNvSpPr/>
          <p:nvPr/>
        </p:nvSpPr>
        <p:spPr>
          <a:xfrm>
            <a:off x="-182880" y="4389120"/>
            <a:ext cx="9509760" cy="548640"/>
          </a:xfrm>
          <a:prstGeom prst="wave">
            <a:avLst/>
          </a:prstGeom>
          <a:solidFill>
            <a:srgbClr val="C25CD6"/>
          </a:solidFill>
          <a:ln w="12700">
            <a:solidFill>
              <a:srgbClr val="C25CD6"/>
            </a:solidFill>
            <a:prstDash val="solid"/>
          </a:ln>
        </p:spPr>
      </p:sp>
      <p:sp>
        <p:nvSpPr>
          <p:cNvPr id="3" name="Deco sea floor"/>
          <p:cNvSpPr/>
          <p:nvPr/>
        </p:nvSpPr>
        <p:spPr>
          <a:xfrm>
            <a:off x="0" y="4709160"/>
            <a:ext cx="9144000" cy="457200"/>
          </a:xfrm>
          <a:prstGeom prst="rect">
            <a:avLst/>
          </a:prstGeom>
          <a:solidFill>
            <a:srgbClr val="BF33CC"/>
          </a:solidFill>
          <a:ln w="12700">
            <a:solidFill>
              <a:srgbClr val="BF33CC"/>
            </a:solidFill>
            <a:prstDash val="solid"/>
          </a:ln>
        </p:spPr>
      </p:sp>
      <p:sp>
        <p:nvSpPr>
          <p:cNvPr id="4" name="Deco bubble 0"/>
          <p:cNvSpPr/>
          <p:nvPr/>
        </p:nvSpPr>
        <p:spPr>
          <a:xfrm>
            <a:off x="365760" y="182880"/>
            <a:ext cx="411480" cy="4114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5" name="Deco bubble 1"/>
          <p:cNvSpPr/>
          <p:nvPr/>
        </p:nvSpPr>
        <p:spPr>
          <a:xfrm>
            <a:off x="914400" y="502920"/>
            <a:ext cx="256032" cy="256032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6" name="Deco bubble 2"/>
          <p:cNvSpPr/>
          <p:nvPr/>
        </p:nvSpPr>
        <p:spPr>
          <a:xfrm>
            <a:off x="8138160" y="137160"/>
            <a:ext cx="457200" cy="4572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7" name="Deco bubble 3"/>
          <p:cNvSpPr/>
          <p:nvPr/>
        </p:nvSpPr>
        <p:spPr>
          <a:xfrm>
            <a:off x="7680960" y="548640"/>
            <a:ext cx="228600" cy="2286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8" name="Deco bubble 4"/>
          <p:cNvSpPr/>
          <p:nvPr/>
        </p:nvSpPr>
        <p:spPr>
          <a:xfrm>
            <a:off x="8686800" y="566928"/>
            <a:ext cx="182880" cy="1828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9" name="Deco sun"/>
          <p:cNvSpPr/>
          <p:nvPr/>
        </p:nvSpPr>
        <p:spPr>
          <a:xfrm>
            <a:off x="4206240" y="109728"/>
            <a:ext cx="685800" cy="68580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0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1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2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3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4" name="C1 L1 letter"/>
          <p:cNvSpPr txBox="1"/>
          <p:nvPr/>
        </p:nvSpPr>
        <p:spPr>
          <a:xfrm>
            <a:off x="726948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خ</a:t>
            </a:r>
            <a:endParaRPr lang="ar-SA" sz="3900" dirty="0"/>
          </a:p>
        </p:txBody>
      </p:sp>
      <p:sp>
        <p:nvSpPr>
          <p:cNvPr id="15" name="C2 F1 fathah"/>
          <p:cNvSpPr txBox="1"/>
          <p:nvPr/>
        </p:nvSpPr>
        <p:spPr>
          <a:xfrm>
            <a:off x="726948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خَ</a:t>
            </a:r>
            <a:endParaRPr lang="ar-SA" sz="3900" dirty="0"/>
          </a:p>
        </p:txBody>
      </p:sp>
      <p:sp>
        <p:nvSpPr>
          <p:cNvPr id="16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D626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7" name="C4 L2 letter"/>
          <p:cNvSpPr txBox="1"/>
          <p:nvPr/>
        </p:nvSpPr>
        <p:spPr>
          <a:xfrm>
            <a:off x="548640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ض</a:t>
            </a:r>
            <a:endParaRPr lang="ar-SA" sz="3900" dirty="0"/>
          </a:p>
        </p:txBody>
      </p:sp>
      <p:sp>
        <p:nvSpPr>
          <p:cNvPr id="18" name="C5 F2 fathah"/>
          <p:cNvSpPr txBox="1"/>
          <p:nvPr/>
        </p:nvSpPr>
        <p:spPr>
          <a:xfrm>
            <a:off x="548640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ضَ</a:t>
            </a:r>
            <a:endParaRPr lang="ar-SA" sz="3900" dirty="0"/>
          </a:p>
        </p:txBody>
      </p:sp>
      <p:sp>
        <p:nvSpPr>
          <p:cNvPr id="19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D626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0" name="C7 L3 letter"/>
          <p:cNvSpPr txBox="1"/>
          <p:nvPr/>
        </p:nvSpPr>
        <p:spPr>
          <a:xfrm>
            <a:off x="370332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</a:t>
            </a:r>
            <a:endParaRPr lang="ar-SA" sz="3900" dirty="0"/>
          </a:p>
        </p:txBody>
      </p:sp>
      <p:sp>
        <p:nvSpPr>
          <p:cNvPr id="21" name="C8 F3 fathah"/>
          <p:cNvSpPr txBox="1"/>
          <p:nvPr/>
        </p:nvSpPr>
        <p:spPr>
          <a:xfrm>
            <a:off x="370332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دَ</a:t>
            </a:r>
            <a:endParaRPr lang="ar-SA" sz="3900" dirty="0"/>
          </a:p>
        </p:txBody>
      </p:sp>
      <p:sp>
        <p:nvSpPr>
          <p:cNvPr id="22" name="C9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B82E5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3" name="C10 R result"/>
          <p:cNvSpPr txBox="1"/>
          <p:nvPr/>
        </p:nvSpPr>
        <p:spPr>
          <a:xfrm>
            <a:off x="502920" y="1645920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خَضَدَ</a:t>
            </a:r>
            <a:endParaRPr lang="ar-SA" sz="7900" dirty="0"/>
          </a:p>
        </p:txBody>
      </p:sp>
    </p:spTree>
  </p:cSld>
  <p:clrMapOvr>
    <a:masterClrMapping/>
  </p:clrMapOvr>
  <p:transition spd="med">
    <p:zoom/>
    <p:sndAc>
      <p:stSnd>
        <p:snd r:embed="rIdTrSnd" name="whoosh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</p:bldLst>
  </p:timing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3">
    <p:bg>
      <p:bgPr>
        <a:solidFill>
          <a:srgbClr val="D3C5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grass"/>
          <p:cNvSpPr/>
          <p:nvPr/>
        </p:nvSpPr>
        <p:spPr>
          <a:xfrm>
            <a:off x="0" y="4617720"/>
            <a:ext cx="9144000" cy="548640"/>
          </a:xfrm>
          <a:prstGeom prst="rect">
            <a:avLst/>
          </a:prstGeom>
          <a:solidFill>
            <a:srgbClr val="C65366"/>
          </a:solidFill>
          <a:ln w="12700">
            <a:solidFill>
              <a:srgbClr val="C65366"/>
            </a:solidFill>
            <a:prstDash val="solid"/>
          </a:ln>
        </p:spPr>
      </p:sp>
      <p:sp>
        <p:nvSpPr>
          <p:cNvPr id="3" name="Deco stem 0"/>
          <p:cNvSpPr/>
          <p:nvPr/>
        </p:nvSpPr>
        <p:spPr>
          <a:xfrm>
            <a:off x="57607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4" name="Deco flower 0"/>
          <p:cNvSpPr/>
          <p:nvPr/>
        </p:nvSpPr>
        <p:spPr>
          <a:xfrm>
            <a:off x="457200" y="4370832"/>
            <a:ext cx="274320" cy="274320"/>
          </a:xfrm>
          <a:prstGeom prst="flowChartConnector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5" name="Deco stem 1"/>
          <p:cNvSpPr/>
          <p:nvPr/>
        </p:nvSpPr>
        <p:spPr>
          <a:xfrm>
            <a:off x="13990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6" name="Deco flower 1"/>
          <p:cNvSpPr/>
          <p:nvPr/>
        </p:nvSpPr>
        <p:spPr>
          <a:xfrm>
            <a:off x="1280160" y="4370832"/>
            <a:ext cx="274320" cy="274320"/>
          </a:xfrm>
          <a:prstGeom prst="flowChartConnector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7" name="Deco stem 2"/>
          <p:cNvSpPr/>
          <p:nvPr/>
        </p:nvSpPr>
        <p:spPr>
          <a:xfrm>
            <a:off x="22219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8" name="Deco flower 2"/>
          <p:cNvSpPr/>
          <p:nvPr/>
        </p:nvSpPr>
        <p:spPr>
          <a:xfrm>
            <a:off x="2103120" y="4370832"/>
            <a:ext cx="274320" cy="274320"/>
          </a:xfrm>
          <a:prstGeom prst="flowChartConnector">
            <a:avLst/>
          </a:prstGeom>
          <a:solidFill>
            <a:srgbClr val="B892FF"/>
          </a:solidFill>
          <a:ln w="12700">
            <a:solidFill>
              <a:srgbClr val="B892FF"/>
            </a:solidFill>
            <a:prstDash val="solid"/>
          </a:ln>
        </p:spPr>
      </p:sp>
      <p:sp>
        <p:nvSpPr>
          <p:cNvPr id="9" name="Deco stem 3"/>
          <p:cNvSpPr/>
          <p:nvPr/>
        </p:nvSpPr>
        <p:spPr>
          <a:xfrm>
            <a:off x="68854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6766560" y="4370832"/>
            <a:ext cx="274320" cy="274320"/>
          </a:xfrm>
          <a:prstGeom prst="flowChartConnector">
            <a:avLst/>
          </a:prstGeom>
          <a:solidFill>
            <a:srgbClr val="FF6F91"/>
          </a:solidFill>
          <a:ln w="12700">
            <a:solidFill>
              <a:srgbClr val="FF6F91"/>
            </a:solidFill>
            <a:prstDash val="solid"/>
          </a:ln>
        </p:spPr>
      </p:sp>
      <p:sp>
        <p:nvSpPr>
          <p:cNvPr id="11" name="Deco stem 4"/>
          <p:cNvSpPr/>
          <p:nvPr/>
        </p:nvSpPr>
        <p:spPr>
          <a:xfrm>
            <a:off x="77083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2" name="Deco flower 4"/>
          <p:cNvSpPr/>
          <p:nvPr/>
        </p:nvSpPr>
        <p:spPr>
          <a:xfrm>
            <a:off x="7589520" y="4370832"/>
            <a:ext cx="274320" cy="274320"/>
          </a:xfrm>
          <a:prstGeom prst="flowChartConnector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3" name="Deco stem 5"/>
          <p:cNvSpPr/>
          <p:nvPr/>
        </p:nvSpPr>
        <p:spPr>
          <a:xfrm>
            <a:off x="843991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4" name="Deco flower 5"/>
          <p:cNvSpPr/>
          <p:nvPr/>
        </p:nvSpPr>
        <p:spPr>
          <a:xfrm>
            <a:off x="8321040" y="4370832"/>
            <a:ext cx="274320" cy="274320"/>
          </a:xfrm>
          <a:prstGeom prst="flowChartConnector">
            <a:avLst/>
          </a:prstGeom>
          <a:solidFill>
            <a:srgbClr val="7EC8FF"/>
          </a:solidFill>
          <a:ln w="12700">
            <a:solidFill>
              <a:srgbClr val="7EC8FF"/>
            </a:solidFill>
            <a:prstDash val="solid"/>
          </a:ln>
        </p:spPr>
      </p:sp>
      <p:sp>
        <p:nvSpPr>
          <p:cNvPr id="15" name="Deco heart"/>
          <p:cNvSpPr/>
          <p:nvPr/>
        </p:nvSpPr>
        <p:spPr>
          <a:xfrm>
            <a:off x="411480" y="228600"/>
            <a:ext cx="457200" cy="411480"/>
          </a:xfrm>
          <a:prstGeom prst="heart">
            <a:avLst/>
          </a:prstGeom>
          <a:solidFill>
            <a:srgbClr val="5E67ED"/>
          </a:solidFill>
          <a:ln w="12700">
            <a:solidFill>
              <a:srgbClr val="5E67ED"/>
            </a:solidFill>
            <a:prstDash val="solid"/>
          </a:ln>
        </p:spPr>
      </p:sp>
      <p:sp>
        <p:nvSpPr>
          <p:cNvPr id="16" name="Deco cloud"/>
          <p:cNvSpPr/>
          <p:nvPr/>
        </p:nvSpPr>
        <p:spPr>
          <a:xfrm>
            <a:off x="713232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7" name="Deco friend"/>
          <p:cNvSpPr/>
          <p:nvPr/>
        </p:nvSpPr>
        <p:spPr>
          <a:xfrm>
            <a:off x="6309360" y="182880"/>
            <a:ext cx="548640" cy="548640"/>
          </a:xfrm>
          <a:prstGeom prst="smileyFace">
            <a:avLst/>
          </a:prstGeom>
          <a:solidFill>
            <a:srgbClr val="FFD166"/>
          </a:solidFill>
          <a:ln w="12700">
            <a:solidFill>
              <a:srgbClr val="FFD166"/>
            </a:solidFill>
            <a:prstDash val="solid"/>
          </a:ln>
        </p:spPr>
      </p:sp>
      <p:sp>
        <p:nvSpPr>
          <p:cNvPr id="18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9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20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21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22" name="C1 L1 letter"/>
          <p:cNvSpPr txBox="1"/>
          <p:nvPr/>
        </p:nvSpPr>
        <p:spPr>
          <a:xfrm>
            <a:off x="726948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</a:t>
            </a:r>
            <a:endParaRPr lang="ar-SA" sz="3900" dirty="0"/>
          </a:p>
        </p:txBody>
      </p:sp>
      <p:sp>
        <p:nvSpPr>
          <p:cNvPr id="23" name="C2 F1 fathah"/>
          <p:cNvSpPr txBox="1"/>
          <p:nvPr/>
        </p:nvSpPr>
        <p:spPr>
          <a:xfrm>
            <a:off x="726948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دَ</a:t>
            </a:r>
            <a:endParaRPr lang="ar-SA" sz="3900" dirty="0"/>
          </a:p>
        </p:txBody>
      </p:sp>
      <p:sp>
        <p:nvSpPr>
          <p:cNvPr id="24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A8D9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C4 L2 letter"/>
          <p:cNvSpPr txBox="1"/>
          <p:nvPr/>
        </p:nvSpPr>
        <p:spPr>
          <a:xfrm>
            <a:off x="548640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ض</a:t>
            </a:r>
            <a:endParaRPr lang="ar-SA" sz="3900" dirty="0"/>
          </a:p>
        </p:txBody>
      </p:sp>
      <p:sp>
        <p:nvSpPr>
          <p:cNvPr id="26" name="C5 F2 fathah"/>
          <p:cNvSpPr txBox="1"/>
          <p:nvPr/>
        </p:nvSpPr>
        <p:spPr>
          <a:xfrm>
            <a:off x="548640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ضَ</a:t>
            </a:r>
            <a:endParaRPr lang="ar-SA" sz="3900" dirty="0"/>
          </a:p>
        </p:txBody>
      </p:sp>
      <p:sp>
        <p:nvSpPr>
          <p:cNvPr id="27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A8D9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8" name="C7 L3 letter"/>
          <p:cNvSpPr txBox="1"/>
          <p:nvPr/>
        </p:nvSpPr>
        <p:spPr>
          <a:xfrm>
            <a:off x="370332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ذ</a:t>
            </a:r>
            <a:endParaRPr lang="ar-SA" sz="3900" dirty="0"/>
          </a:p>
        </p:txBody>
      </p:sp>
      <p:sp>
        <p:nvSpPr>
          <p:cNvPr id="29" name="C8 F3 fathah"/>
          <p:cNvSpPr txBox="1"/>
          <p:nvPr/>
        </p:nvSpPr>
        <p:spPr>
          <a:xfrm>
            <a:off x="370332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ذَ</a:t>
            </a:r>
            <a:endParaRPr lang="ar-SA" sz="3900" dirty="0"/>
          </a:p>
        </p:txBody>
      </p:sp>
      <p:sp>
        <p:nvSpPr>
          <p:cNvPr id="30" name="C9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36B8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1" name="C10 R result"/>
          <p:cNvSpPr txBox="1"/>
          <p:nvPr/>
        </p:nvSpPr>
        <p:spPr>
          <a:xfrm>
            <a:off x="502920" y="1645920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دَضَذَ</a:t>
            </a:r>
            <a:endParaRPr lang="ar-SA" sz="8200" dirty="0"/>
          </a:p>
        </p:txBody>
      </p:sp>
    </p:spTree>
  </p:cSld>
  <p:clrMapOvr>
    <a:masterClrMapping/>
  </p:clrMapOvr>
  <p:transition spd="med">
    <p:wheel spokes="4"/>
    <p:sndAc>
      <p:stSnd>
        <p:snd r:embed="rIdTrSnd" name="bubbles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  <p:bldP spid="29" grpId="0" animBg="1"/>
      <p:bldP spid="30" grpId="0" animBg="1"/>
      <p:bldP spid="31" grpId="0" animBg="1"/>
    </p:bldLst>
  </p:timing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4">
    <p:bg>
      <p:bgPr>
        <a:solidFill>
          <a:srgbClr val="432F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planet"/>
          <p:cNvSpPr/>
          <p:nvPr/>
        </p:nvSpPr>
        <p:spPr>
          <a:xfrm>
            <a:off x="7680960" y="91440"/>
            <a:ext cx="731520" cy="731520"/>
          </a:xfrm>
          <a:prstGeom prst="ellipse">
            <a:avLst/>
          </a:prstGeom>
          <a:solidFill>
            <a:srgbClr val="D7E052"/>
          </a:solidFill>
          <a:ln w="12700">
            <a:solidFill>
              <a:srgbClr val="D7E052"/>
            </a:solidFill>
            <a:prstDash val="solid"/>
          </a:ln>
        </p:spPr>
      </p:sp>
      <p:sp>
        <p:nvSpPr>
          <p:cNvPr id="3" name="Deco planet ring"/>
          <p:cNvSpPr/>
          <p:nvPr/>
        </p:nvSpPr>
        <p:spPr>
          <a:xfrm>
            <a:off x="7452360" y="384048"/>
            <a:ext cx="1188720" cy="164592"/>
          </a:xfrm>
          <a:prstGeom prst="ellipse">
            <a:avLst/>
          </a:prstGeom>
          <a:solidFill>
            <a:srgbClr val="FFFFFF">
              <a:alpha val="0"/>
            </a:srgbClr>
          </a:solidFill>
          <a:ln w="25400">
            <a:solidFill>
              <a:srgbClr val="B8F28C"/>
            </a:solidFill>
            <a:prstDash val="solid"/>
          </a:ln>
        </p:spPr>
      </p:sp>
      <p:sp>
        <p:nvSpPr>
          <p:cNvPr id="4" name="Deco small planet"/>
          <p:cNvSpPr/>
          <p:nvPr/>
        </p:nvSpPr>
        <p:spPr>
          <a:xfrm>
            <a:off x="274320" y="182880"/>
            <a:ext cx="502920" cy="502920"/>
          </a:xfrm>
          <a:prstGeom prst="ellipse">
            <a:avLst/>
          </a:prstGeom>
          <a:solidFill>
            <a:srgbClr val="709FDB"/>
          </a:solidFill>
          <a:ln w="12700">
            <a:solidFill>
              <a:srgbClr val="709FDB"/>
            </a:solidFill>
            <a:prstDash val="solid"/>
          </a:ln>
        </p:spPr>
      </p:sp>
      <p:sp>
        <p:nvSpPr>
          <p:cNvPr id="5" name="Deco star 0"/>
          <p:cNvSpPr/>
          <p:nvPr/>
        </p:nvSpPr>
        <p:spPr>
          <a:xfrm>
            <a:off x="1371600" y="27432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6" name="Deco star 1"/>
          <p:cNvSpPr/>
          <p:nvPr/>
        </p:nvSpPr>
        <p:spPr>
          <a:xfrm>
            <a:off x="2468880" y="91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7" name="Deco star 2"/>
          <p:cNvSpPr/>
          <p:nvPr/>
        </p:nvSpPr>
        <p:spPr>
          <a:xfrm>
            <a:off x="3840480" y="50292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8" name="Deco star 3"/>
          <p:cNvSpPr/>
          <p:nvPr/>
        </p:nvSpPr>
        <p:spPr>
          <a:xfrm>
            <a:off x="5120640" y="137160"/>
            <a:ext cx="256032" cy="256032"/>
          </a:xfrm>
          <a:prstGeom prst="star4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9" name="Deco star 4"/>
          <p:cNvSpPr/>
          <p:nvPr/>
        </p:nvSpPr>
        <p:spPr>
          <a:xfrm>
            <a:off x="6583680" y="4572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5"/>
          <p:cNvSpPr/>
          <p:nvPr/>
        </p:nvSpPr>
        <p:spPr>
          <a:xfrm>
            <a:off x="1097280" y="457200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star 6"/>
          <p:cNvSpPr/>
          <p:nvPr/>
        </p:nvSpPr>
        <p:spPr>
          <a:xfrm>
            <a:off x="2743200" y="475488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12" name="Deco star 7"/>
          <p:cNvSpPr/>
          <p:nvPr/>
        </p:nvSpPr>
        <p:spPr>
          <a:xfrm>
            <a:off x="6217920" y="4663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3" name="Deco star 8"/>
          <p:cNvSpPr/>
          <p:nvPr/>
        </p:nvSpPr>
        <p:spPr>
          <a:xfrm>
            <a:off x="8138160" y="45720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4" name="Deco moon surface"/>
          <p:cNvSpPr/>
          <p:nvPr/>
        </p:nvSpPr>
        <p:spPr>
          <a:xfrm>
            <a:off x="3200400" y="4709160"/>
            <a:ext cx="2743200" cy="1097280"/>
          </a:xfrm>
          <a:prstGeom prst="ellipse">
            <a:avLst/>
          </a:prstGeom>
          <a:solidFill>
            <a:srgbClr val="7E4785"/>
          </a:solidFill>
          <a:ln w="12700">
            <a:solidFill>
              <a:srgbClr val="7E4785"/>
            </a:solidFill>
            <a:prstDash val="solid"/>
          </a:ln>
        </p:spPr>
      </p:sp>
      <p:sp>
        <p:nvSpPr>
          <p:cNvPr id="15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6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7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8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9" name="C1 L1 letter"/>
          <p:cNvSpPr txBox="1"/>
          <p:nvPr/>
        </p:nvSpPr>
        <p:spPr>
          <a:xfrm>
            <a:off x="726948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ذ</a:t>
            </a:r>
            <a:endParaRPr lang="ar-SA" sz="3900" dirty="0"/>
          </a:p>
        </p:txBody>
      </p:sp>
      <p:sp>
        <p:nvSpPr>
          <p:cNvPr id="20" name="C2 F1 fathah"/>
          <p:cNvSpPr txBox="1"/>
          <p:nvPr/>
        </p:nvSpPr>
        <p:spPr>
          <a:xfrm>
            <a:off x="726948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ذَ</a:t>
            </a:r>
            <a:endParaRPr lang="ar-SA" sz="3900" dirty="0"/>
          </a:p>
        </p:txBody>
      </p:sp>
      <p:sp>
        <p:nvSpPr>
          <p:cNvPr id="21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2674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2" name="C4 L2 letter"/>
          <p:cNvSpPr txBox="1"/>
          <p:nvPr/>
        </p:nvSpPr>
        <p:spPr>
          <a:xfrm>
            <a:off x="548640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ض</a:t>
            </a:r>
            <a:endParaRPr lang="ar-SA" sz="3900" dirty="0"/>
          </a:p>
        </p:txBody>
      </p:sp>
      <p:sp>
        <p:nvSpPr>
          <p:cNvPr id="23" name="C5 F2 fathah"/>
          <p:cNvSpPr txBox="1"/>
          <p:nvPr/>
        </p:nvSpPr>
        <p:spPr>
          <a:xfrm>
            <a:off x="548640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ضَ</a:t>
            </a:r>
            <a:endParaRPr lang="ar-SA" sz="3900" dirty="0"/>
          </a:p>
        </p:txBody>
      </p:sp>
      <p:sp>
        <p:nvSpPr>
          <p:cNvPr id="24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2674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C7 L3 letter"/>
          <p:cNvSpPr txBox="1"/>
          <p:nvPr/>
        </p:nvSpPr>
        <p:spPr>
          <a:xfrm>
            <a:off x="370332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ر</a:t>
            </a:r>
            <a:endParaRPr lang="ar-SA" sz="3900" dirty="0"/>
          </a:p>
        </p:txBody>
      </p:sp>
      <p:sp>
        <p:nvSpPr>
          <p:cNvPr id="26" name="C8 F3 fathah"/>
          <p:cNvSpPr txBox="1"/>
          <p:nvPr/>
        </p:nvSpPr>
        <p:spPr>
          <a:xfrm>
            <a:off x="370332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رَ</a:t>
            </a:r>
            <a:endParaRPr lang="ar-SA" sz="3900" dirty="0"/>
          </a:p>
        </p:txBody>
      </p:sp>
      <p:sp>
        <p:nvSpPr>
          <p:cNvPr id="27" name="C9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4E2E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8" name="C10 R result"/>
          <p:cNvSpPr txBox="1"/>
          <p:nvPr/>
        </p:nvSpPr>
        <p:spPr>
          <a:xfrm>
            <a:off x="502920" y="1645920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ذَضَرَ</a:t>
            </a:r>
            <a:endParaRPr lang="ar-SA" sz="8000" dirty="0"/>
          </a:p>
        </p:txBody>
      </p:sp>
    </p:spTree>
  </p:cSld>
  <p:clrMapOvr>
    <a:masterClrMapping/>
  </p:clrMapOvr>
  <p:transition spd="med">
    <p:wipe dir="l"/>
    <p:sndAc>
      <p:stSnd>
        <p:snd r:embed="rIdTrSnd" name="sparkl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</p:bldLst>
  </p:timing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5">
    <p:bg>
      <p:bgPr>
        <a:solidFill>
          <a:srgbClr val="C5F7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sun low"/>
          <p:cNvSpPr/>
          <p:nvPr/>
        </p:nvSpPr>
        <p:spPr>
          <a:xfrm>
            <a:off x="3566160" y="4343400"/>
            <a:ext cx="2011680" cy="2011680"/>
          </a:xfrm>
          <a:prstGeom prst="ellipse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3" name="Deco dune left"/>
          <p:cNvSpPr/>
          <p:nvPr/>
        </p:nvSpPr>
        <p:spPr>
          <a:xfrm>
            <a:off x="-1097280" y="4572000"/>
            <a:ext cx="4572000" cy="1280160"/>
          </a:xfrm>
          <a:prstGeom prst="ellipse">
            <a:avLst/>
          </a:prstGeom>
          <a:solidFill>
            <a:srgbClr val="64B8D8"/>
          </a:solidFill>
          <a:ln w="12700">
            <a:solidFill>
              <a:srgbClr val="64B8D8"/>
            </a:solidFill>
            <a:prstDash val="solid"/>
          </a:ln>
        </p:spPr>
      </p:sp>
      <p:sp>
        <p:nvSpPr>
          <p:cNvPr id="4" name="Deco dune right"/>
          <p:cNvSpPr/>
          <p:nvPr/>
        </p:nvSpPr>
        <p:spPr>
          <a:xfrm>
            <a:off x="5303520" y="4617720"/>
            <a:ext cx="5120640" cy="1280160"/>
          </a:xfrm>
          <a:prstGeom prst="ellipse">
            <a:avLst/>
          </a:prstGeom>
          <a:solidFill>
            <a:srgbClr val="47C2D1"/>
          </a:solidFill>
          <a:ln w="12700">
            <a:solidFill>
              <a:srgbClr val="47C2D1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320040" y="137160"/>
            <a:ext cx="1371600" cy="5943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right"/>
          <p:cNvSpPr/>
          <p:nvPr/>
        </p:nvSpPr>
        <p:spPr>
          <a:xfrm>
            <a:off x="7223760" y="182880"/>
            <a:ext cx="1280160" cy="548640"/>
          </a:xfrm>
          <a:prstGeom prst="cloud">
            <a:avLst/>
          </a:prstGeom>
          <a:solidFill>
            <a:srgbClr val="FFF3E8"/>
          </a:solidFill>
          <a:ln w="12700">
            <a:solidFill>
              <a:srgbClr val="FFF3E8"/>
            </a:solidFill>
            <a:prstDash val="solid"/>
          </a:ln>
        </p:spPr>
      </p:sp>
      <p:sp>
        <p:nvSpPr>
          <p:cNvPr id="7" name="Deco bird 0"/>
          <p:cNvSpPr/>
          <p:nvPr/>
        </p:nvSpPr>
        <p:spPr>
          <a:xfrm rot="5400000">
            <a:off x="2926080" y="32004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8" name="Deco bird 1"/>
          <p:cNvSpPr/>
          <p:nvPr/>
        </p:nvSpPr>
        <p:spPr>
          <a:xfrm rot="5400000">
            <a:off x="3291840" y="22860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9" name="Deco bird 2"/>
          <p:cNvSpPr/>
          <p:nvPr/>
        </p:nvSpPr>
        <p:spPr>
          <a:xfrm rot="5400000">
            <a:off x="5394960" y="36576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10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1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2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3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4" name="C1 L1 letter"/>
          <p:cNvSpPr txBox="1"/>
          <p:nvPr/>
        </p:nvSpPr>
        <p:spPr>
          <a:xfrm>
            <a:off x="726948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ر</a:t>
            </a:r>
            <a:endParaRPr lang="ar-SA" sz="3900" dirty="0"/>
          </a:p>
        </p:txBody>
      </p:sp>
      <p:sp>
        <p:nvSpPr>
          <p:cNvPr id="15" name="C2 F1 fathah"/>
          <p:cNvSpPr txBox="1"/>
          <p:nvPr/>
        </p:nvSpPr>
        <p:spPr>
          <a:xfrm>
            <a:off x="726948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رَ</a:t>
            </a:r>
            <a:endParaRPr lang="ar-SA" sz="3900" dirty="0"/>
          </a:p>
        </p:txBody>
      </p:sp>
      <p:sp>
        <p:nvSpPr>
          <p:cNvPr id="16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D9264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7" name="C4 L2 letter"/>
          <p:cNvSpPr txBox="1"/>
          <p:nvPr/>
        </p:nvSpPr>
        <p:spPr>
          <a:xfrm>
            <a:off x="548640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ض</a:t>
            </a:r>
            <a:endParaRPr lang="ar-SA" sz="3900" dirty="0"/>
          </a:p>
        </p:txBody>
      </p:sp>
      <p:sp>
        <p:nvSpPr>
          <p:cNvPr id="18" name="C5 F2 fathah"/>
          <p:cNvSpPr txBox="1"/>
          <p:nvPr/>
        </p:nvSpPr>
        <p:spPr>
          <a:xfrm>
            <a:off x="548640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ضَ</a:t>
            </a:r>
            <a:endParaRPr lang="ar-SA" sz="3900" dirty="0"/>
          </a:p>
        </p:txBody>
      </p:sp>
      <p:sp>
        <p:nvSpPr>
          <p:cNvPr id="19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D9264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0" name="C7 L3 letter"/>
          <p:cNvSpPr txBox="1"/>
          <p:nvPr/>
        </p:nvSpPr>
        <p:spPr>
          <a:xfrm>
            <a:off x="370332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ز</a:t>
            </a:r>
            <a:endParaRPr lang="ar-SA" sz="3900" dirty="0"/>
          </a:p>
        </p:txBody>
      </p:sp>
      <p:sp>
        <p:nvSpPr>
          <p:cNvPr id="21" name="C8 F3 fathah"/>
          <p:cNvSpPr txBox="1"/>
          <p:nvPr/>
        </p:nvSpPr>
        <p:spPr>
          <a:xfrm>
            <a:off x="370332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زَ</a:t>
            </a:r>
            <a:endParaRPr lang="ar-SA" sz="3900" dirty="0"/>
          </a:p>
        </p:txBody>
      </p:sp>
      <p:sp>
        <p:nvSpPr>
          <p:cNvPr id="22" name="C9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B876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3" name="C10 R result"/>
          <p:cNvSpPr txBox="1"/>
          <p:nvPr/>
        </p:nvSpPr>
        <p:spPr>
          <a:xfrm>
            <a:off x="502920" y="1645920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رَضَزَ</a:t>
            </a:r>
            <a:endParaRPr lang="ar-SA" sz="8000" dirty="0"/>
          </a:p>
        </p:txBody>
      </p:sp>
    </p:spTree>
  </p:cSld>
  <p:clrMapOvr>
    <a:masterClrMapping/>
  </p:clrMapOvr>
  <p:transition spd="med">
    <p:circle/>
    <p:sndAc>
      <p:stSnd>
        <p:snd r:embed="rIdTrSnd" name="marimba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</p:bldLst>
  </p:timing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6">
    <p:bg>
      <p:bgPr>
        <a:solidFill>
          <a:srgbClr val="F7C5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434840"/>
            <a:ext cx="4754880" cy="1463040"/>
          </a:xfrm>
          <a:prstGeom prst="ellipse">
            <a:avLst/>
          </a:prstGeom>
          <a:solidFill>
            <a:srgbClr val="CCAA66"/>
          </a:solidFill>
          <a:ln w="12700">
            <a:solidFill>
              <a:srgbClr val="CCAA66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023360" y="4526280"/>
            <a:ext cx="5852160" cy="1463040"/>
          </a:xfrm>
          <a:prstGeom prst="ellipse">
            <a:avLst/>
          </a:prstGeom>
          <a:solidFill>
            <a:srgbClr val="BFBF40"/>
          </a:solidFill>
          <a:ln w="12700">
            <a:solidFill>
              <a:srgbClr val="BFBF40"/>
            </a:solidFill>
            <a:prstDash val="solid"/>
          </a:ln>
        </p:spPr>
      </p:sp>
      <p:sp>
        <p:nvSpPr>
          <p:cNvPr id="4" name="Deco sun"/>
          <p:cNvSpPr/>
          <p:nvPr/>
        </p:nvSpPr>
        <p:spPr>
          <a:xfrm>
            <a:off x="274320" y="91440"/>
            <a:ext cx="731520" cy="73152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85800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863840" y="457200"/>
            <a:ext cx="822960" cy="365760"/>
          </a:xfrm>
          <a:prstGeom prst="cloud">
            <a:avLst/>
          </a:prstGeom>
          <a:solidFill>
            <a:srgbClr val="F4FAFF"/>
          </a:solidFill>
          <a:ln w="12700">
            <a:solidFill>
              <a:srgbClr val="F4FAFF"/>
            </a:solidFill>
            <a:prstDash val="solid"/>
          </a:ln>
        </p:spPr>
      </p:sp>
      <p:sp>
        <p:nvSpPr>
          <p:cNvPr id="7" name="Deco flower 0"/>
          <p:cNvSpPr/>
          <p:nvPr/>
        </p:nvSpPr>
        <p:spPr>
          <a:xfrm>
            <a:off x="128016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8" name="Deco flower 1"/>
          <p:cNvSpPr/>
          <p:nvPr/>
        </p:nvSpPr>
        <p:spPr>
          <a:xfrm>
            <a:off x="1828800" y="4526280"/>
            <a:ext cx="292608" cy="292608"/>
          </a:xfrm>
          <a:prstGeom prst="star5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9" name="Deco flower 2"/>
          <p:cNvSpPr/>
          <p:nvPr/>
        </p:nvSpPr>
        <p:spPr>
          <a:xfrm>
            <a:off x="7315200" y="4526280"/>
            <a:ext cx="292608" cy="292608"/>
          </a:xfrm>
          <a:prstGeom prst="star5">
            <a:avLst/>
          </a:prstGeom>
          <a:solidFill>
            <a:srgbClr val="8E5BD0"/>
          </a:solidFill>
          <a:ln w="12700">
            <a:solidFill>
              <a:srgbClr val="8E5BD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795528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11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2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3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C1 L1 letter"/>
          <p:cNvSpPr txBox="1"/>
          <p:nvPr/>
        </p:nvSpPr>
        <p:spPr>
          <a:xfrm>
            <a:off x="726948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ز</a:t>
            </a:r>
            <a:endParaRPr lang="ar-SA" sz="3900" dirty="0"/>
          </a:p>
        </p:txBody>
      </p:sp>
      <p:sp>
        <p:nvSpPr>
          <p:cNvPr id="16" name="C2 F1 fathah"/>
          <p:cNvSpPr txBox="1"/>
          <p:nvPr/>
        </p:nvSpPr>
        <p:spPr>
          <a:xfrm>
            <a:off x="726948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زَ</a:t>
            </a:r>
            <a:endParaRPr lang="ar-SA" sz="3900" dirty="0"/>
          </a:p>
        </p:txBody>
      </p:sp>
      <p:sp>
        <p:nvSpPr>
          <p:cNvPr id="17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26D94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8" name="C4 L2 letter"/>
          <p:cNvSpPr txBox="1"/>
          <p:nvPr/>
        </p:nvSpPr>
        <p:spPr>
          <a:xfrm>
            <a:off x="548640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ض</a:t>
            </a:r>
            <a:endParaRPr lang="ar-SA" sz="3900" dirty="0"/>
          </a:p>
        </p:txBody>
      </p:sp>
      <p:sp>
        <p:nvSpPr>
          <p:cNvPr id="19" name="C5 F2 fathah"/>
          <p:cNvSpPr txBox="1"/>
          <p:nvPr/>
        </p:nvSpPr>
        <p:spPr>
          <a:xfrm>
            <a:off x="548640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ضَ</a:t>
            </a:r>
            <a:endParaRPr lang="ar-SA" sz="3900" dirty="0"/>
          </a:p>
        </p:txBody>
      </p:sp>
      <p:sp>
        <p:nvSpPr>
          <p:cNvPr id="20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26D94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1" name="C7 L3 letter"/>
          <p:cNvSpPr txBox="1"/>
          <p:nvPr/>
        </p:nvSpPr>
        <p:spPr>
          <a:xfrm>
            <a:off x="370332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س</a:t>
            </a:r>
            <a:endParaRPr lang="ar-SA" sz="3900" dirty="0"/>
          </a:p>
        </p:txBody>
      </p:sp>
      <p:sp>
        <p:nvSpPr>
          <p:cNvPr id="22" name="C8 F3 fathah"/>
          <p:cNvSpPr txBox="1"/>
          <p:nvPr/>
        </p:nvSpPr>
        <p:spPr>
          <a:xfrm>
            <a:off x="370332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سَ</a:t>
            </a:r>
            <a:endParaRPr lang="ar-SA" sz="3900" dirty="0"/>
          </a:p>
        </p:txBody>
      </p:sp>
      <p:sp>
        <p:nvSpPr>
          <p:cNvPr id="23" name="C9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2EB89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C10 R result"/>
          <p:cNvSpPr txBox="1"/>
          <p:nvPr/>
        </p:nvSpPr>
        <p:spPr>
          <a:xfrm>
            <a:off x="502920" y="1645920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زَضَسَ</a:t>
            </a:r>
            <a:endParaRPr lang="ar-SA" sz="6000" dirty="0"/>
          </a:p>
        </p:txBody>
      </p:sp>
    </p:spTree>
  </p:cSld>
  <p:clrMapOvr>
    <a:masterClrMapping/>
  </p:clrMapOvr>
  <p:transition spd="med">
    <p:randomBar dir="vert"/>
    <p:sndAc>
      <p:stSnd>
        <p:snd r:embed="rIdTrSnd" name="harp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</p:bldLst>
  </p:timing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7">
    <p:bg>
      <p:bgPr>
        <a:solidFill>
          <a:srgbClr val="2E43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moon"/>
          <p:cNvSpPr/>
          <p:nvPr/>
        </p:nvSpPr>
        <p:spPr>
          <a:xfrm>
            <a:off x="365760" y="91440"/>
            <a:ext cx="502920" cy="731520"/>
          </a:xfrm>
          <a:prstGeom prst="moon">
            <a:avLst/>
          </a:prstGeom>
          <a:solidFill>
            <a:srgbClr val="FFE88A"/>
          </a:solidFill>
          <a:ln w="12700">
            <a:solidFill>
              <a:srgbClr val="FFE88A"/>
            </a:solidFill>
            <a:prstDash val="solid"/>
          </a:ln>
        </p:spPr>
      </p:sp>
      <p:sp>
        <p:nvSpPr>
          <p:cNvPr id="3" name="Deco star 0"/>
          <p:cNvSpPr/>
          <p:nvPr/>
        </p:nvSpPr>
        <p:spPr>
          <a:xfrm>
            <a:off x="1280160" y="18288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4" name="Deco star 1"/>
          <p:cNvSpPr/>
          <p:nvPr/>
        </p:nvSpPr>
        <p:spPr>
          <a:xfrm>
            <a:off x="2194560" y="50292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5" name="Deco star 2"/>
          <p:cNvSpPr/>
          <p:nvPr/>
        </p:nvSpPr>
        <p:spPr>
          <a:xfrm>
            <a:off x="3291840" y="137160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6" name="Deco star 3"/>
          <p:cNvSpPr/>
          <p:nvPr/>
        </p:nvSpPr>
        <p:spPr>
          <a:xfrm>
            <a:off x="5760720" y="457200"/>
            <a:ext cx="365760" cy="36576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7" name="Deco star 4"/>
          <p:cNvSpPr/>
          <p:nvPr/>
        </p:nvSpPr>
        <p:spPr>
          <a:xfrm>
            <a:off x="6766560" y="109728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8" name="Deco star 5"/>
          <p:cNvSpPr/>
          <p:nvPr/>
        </p:nvSpPr>
        <p:spPr>
          <a:xfrm>
            <a:off x="7772400" y="41148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9" name="Deco star 6"/>
          <p:cNvSpPr/>
          <p:nvPr/>
        </p:nvSpPr>
        <p:spPr>
          <a:xfrm>
            <a:off x="8503920" y="13716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10" name="Deco hill left"/>
          <p:cNvSpPr/>
          <p:nvPr/>
        </p:nvSpPr>
        <p:spPr>
          <a:xfrm>
            <a:off x="-914400" y="4480560"/>
            <a:ext cx="4937760" cy="1463040"/>
          </a:xfrm>
          <a:prstGeom prst="ellipse">
            <a:avLst/>
          </a:prstGeom>
          <a:solidFill>
            <a:srgbClr val="2E642B"/>
          </a:solidFill>
          <a:ln w="12700">
            <a:solidFill>
              <a:srgbClr val="2E642B"/>
            </a:solidFill>
            <a:prstDash val="solid"/>
          </a:ln>
        </p:spPr>
      </p:sp>
      <p:sp>
        <p:nvSpPr>
          <p:cNvPr id="11" name="Deco hill right"/>
          <p:cNvSpPr/>
          <p:nvPr/>
        </p:nvSpPr>
        <p:spPr>
          <a:xfrm>
            <a:off x="4206240" y="4572000"/>
            <a:ext cx="5669280" cy="1463040"/>
          </a:xfrm>
          <a:prstGeom prst="ellipse">
            <a:avLst/>
          </a:prstGeom>
          <a:solidFill>
            <a:srgbClr val="347953"/>
          </a:solidFill>
          <a:ln w="12700">
            <a:solidFill>
              <a:srgbClr val="347953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4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5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6" name="C1 L1 letter"/>
          <p:cNvSpPr txBox="1"/>
          <p:nvPr/>
        </p:nvSpPr>
        <p:spPr>
          <a:xfrm>
            <a:off x="726948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س</a:t>
            </a:r>
            <a:endParaRPr lang="ar-SA" sz="3900" dirty="0"/>
          </a:p>
        </p:txBody>
      </p:sp>
      <p:sp>
        <p:nvSpPr>
          <p:cNvPr id="17" name="C2 F1 fathah"/>
          <p:cNvSpPr txBox="1"/>
          <p:nvPr/>
        </p:nvSpPr>
        <p:spPr>
          <a:xfrm>
            <a:off x="726948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سَ</a:t>
            </a:r>
            <a:endParaRPr lang="ar-SA" sz="3900" dirty="0"/>
          </a:p>
        </p:txBody>
      </p:sp>
      <p:sp>
        <p:nvSpPr>
          <p:cNvPr id="18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7526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9" name="C4 L2 letter"/>
          <p:cNvSpPr txBox="1"/>
          <p:nvPr/>
        </p:nvSpPr>
        <p:spPr>
          <a:xfrm>
            <a:off x="548640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ض</a:t>
            </a:r>
            <a:endParaRPr lang="ar-SA" sz="3900" dirty="0"/>
          </a:p>
        </p:txBody>
      </p:sp>
      <p:sp>
        <p:nvSpPr>
          <p:cNvPr id="20" name="C5 F2 fathah"/>
          <p:cNvSpPr txBox="1"/>
          <p:nvPr/>
        </p:nvSpPr>
        <p:spPr>
          <a:xfrm>
            <a:off x="548640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ضَ</a:t>
            </a:r>
            <a:endParaRPr lang="ar-SA" sz="3900" dirty="0"/>
          </a:p>
        </p:txBody>
      </p:sp>
      <p:sp>
        <p:nvSpPr>
          <p:cNvPr id="21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7526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2" name="C7 L3 letter"/>
          <p:cNvSpPr txBox="1"/>
          <p:nvPr/>
        </p:nvSpPr>
        <p:spPr>
          <a:xfrm>
            <a:off x="370332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ش</a:t>
            </a:r>
            <a:endParaRPr lang="ar-SA" sz="3900" dirty="0"/>
          </a:p>
        </p:txBody>
      </p:sp>
      <p:sp>
        <p:nvSpPr>
          <p:cNvPr id="23" name="C8 F3 fathah"/>
          <p:cNvSpPr txBox="1"/>
          <p:nvPr/>
        </p:nvSpPr>
        <p:spPr>
          <a:xfrm>
            <a:off x="370332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شَ</a:t>
            </a:r>
            <a:endParaRPr lang="ar-SA" sz="3900" dirty="0"/>
          </a:p>
        </p:txBody>
      </p:sp>
      <p:sp>
        <p:nvSpPr>
          <p:cNvPr id="24" name="C9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B82EA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C10 R result"/>
          <p:cNvSpPr txBox="1"/>
          <p:nvPr/>
        </p:nvSpPr>
        <p:spPr>
          <a:xfrm>
            <a:off x="502920" y="1645920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سَضَشَ</a:t>
            </a:r>
            <a:endParaRPr lang="ar-SA" sz="5400" dirty="0"/>
          </a:p>
        </p:txBody>
      </p:sp>
    </p:spTree>
  </p:cSld>
  <p:clrMapOvr>
    <a:masterClrMapping/>
  </p:clrMapOvr>
  <p:transition spd="med">
    <p:push dir="l"/>
    <p:sndAc>
      <p:stSnd>
        <p:snd r:embed="rIdTrSnd" name="chim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</p:bldLst>
  </p:timing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8">
    <p:bg>
      <p:bgPr>
        <a:solidFill>
          <a:srgbClr val="C5D2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wave back"/>
          <p:cNvSpPr/>
          <p:nvPr/>
        </p:nvSpPr>
        <p:spPr>
          <a:xfrm>
            <a:off x="-182880" y="4389120"/>
            <a:ext cx="9509760" cy="548640"/>
          </a:xfrm>
          <a:prstGeom prst="wave">
            <a:avLst/>
          </a:prstGeom>
          <a:solidFill>
            <a:srgbClr val="D6C25C"/>
          </a:solidFill>
          <a:ln w="12700">
            <a:solidFill>
              <a:srgbClr val="D6C25C"/>
            </a:solidFill>
            <a:prstDash val="solid"/>
          </a:ln>
        </p:spPr>
      </p:sp>
      <p:sp>
        <p:nvSpPr>
          <p:cNvPr id="3" name="Deco sea floor"/>
          <p:cNvSpPr/>
          <p:nvPr/>
        </p:nvSpPr>
        <p:spPr>
          <a:xfrm>
            <a:off x="0" y="4709160"/>
            <a:ext cx="9144000" cy="457200"/>
          </a:xfrm>
          <a:prstGeom prst="rect">
            <a:avLst/>
          </a:prstGeom>
          <a:solidFill>
            <a:srgbClr val="CCBF33"/>
          </a:solidFill>
          <a:ln w="12700">
            <a:solidFill>
              <a:srgbClr val="CCBF33"/>
            </a:solidFill>
            <a:prstDash val="solid"/>
          </a:ln>
        </p:spPr>
      </p:sp>
      <p:sp>
        <p:nvSpPr>
          <p:cNvPr id="4" name="Deco bubble 0"/>
          <p:cNvSpPr/>
          <p:nvPr/>
        </p:nvSpPr>
        <p:spPr>
          <a:xfrm>
            <a:off x="365760" y="182880"/>
            <a:ext cx="411480" cy="4114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5" name="Deco bubble 1"/>
          <p:cNvSpPr/>
          <p:nvPr/>
        </p:nvSpPr>
        <p:spPr>
          <a:xfrm>
            <a:off x="914400" y="502920"/>
            <a:ext cx="256032" cy="256032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6" name="Deco bubble 2"/>
          <p:cNvSpPr/>
          <p:nvPr/>
        </p:nvSpPr>
        <p:spPr>
          <a:xfrm>
            <a:off x="8138160" y="137160"/>
            <a:ext cx="457200" cy="4572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7" name="Deco bubble 3"/>
          <p:cNvSpPr/>
          <p:nvPr/>
        </p:nvSpPr>
        <p:spPr>
          <a:xfrm>
            <a:off x="7680960" y="548640"/>
            <a:ext cx="228600" cy="2286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8" name="Deco bubble 4"/>
          <p:cNvSpPr/>
          <p:nvPr/>
        </p:nvSpPr>
        <p:spPr>
          <a:xfrm>
            <a:off x="8686800" y="566928"/>
            <a:ext cx="182880" cy="1828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9" name="Deco sun"/>
          <p:cNvSpPr/>
          <p:nvPr/>
        </p:nvSpPr>
        <p:spPr>
          <a:xfrm>
            <a:off x="4206240" y="109728"/>
            <a:ext cx="685800" cy="68580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0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1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2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3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4" name="C1 L1 letter"/>
          <p:cNvSpPr txBox="1"/>
          <p:nvPr/>
        </p:nvSpPr>
        <p:spPr>
          <a:xfrm>
            <a:off x="726948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ش</a:t>
            </a:r>
            <a:endParaRPr lang="ar-SA" sz="3900" dirty="0"/>
          </a:p>
        </p:txBody>
      </p:sp>
      <p:sp>
        <p:nvSpPr>
          <p:cNvPr id="15" name="C2 F1 fathah"/>
          <p:cNvSpPr txBox="1"/>
          <p:nvPr/>
        </p:nvSpPr>
        <p:spPr>
          <a:xfrm>
            <a:off x="726948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شَ</a:t>
            </a:r>
            <a:endParaRPr lang="ar-SA" sz="3900" dirty="0"/>
          </a:p>
        </p:txBody>
      </p:sp>
      <p:sp>
        <p:nvSpPr>
          <p:cNvPr id="16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D9A9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7" name="C4 L2 letter"/>
          <p:cNvSpPr txBox="1"/>
          <p:nvPr/>
        </p:nvSpPr>
        <p:spPr>
          <a:xfrm>
            <a:off x="548640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ض</a:t>
            </a:r>
            <a:endParaRPr lang="ar-SA" sz="3900" dirty="0"/>
          </a:p>
        </p:txBody>
      </p:sp>
      <p:sp>
        <p:nvSpPr>
          <p:cNvPr id="18" name="C5 F2 fathah"/>
          <p:cNvSpPr txBox="1"/>
          <p:nvPr/>
        </p:nvSpPr>
        <p:spPr>
          <a:xfrm>
            <a:off x="548640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ضَ</a:t>
            </a:r>
            <a:endParaRPr lang="ar-SA" sz="3900" dirty="0"/>
          </a:p>
        </p:txBody>
      </p:sp>
      <p:sp>
        <p:nvSpPr>
          <p:cNvPr id="19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D9A9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0" name="C7 L3 letter"/>
          <p:cNvSpPr txBox="1"/>
          <p:nvPr/>
        </p:nvSpPr>
        <p:spPr>
          <a:xfrm>
            <a:off x="370332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ص</a:t>
            </a:r>
            <a:endParaRPr lang="ar-SA" sz="3900" dirty="0"/>
          </a:p>
        </p:txBody>
      </p:sp>
      <p:sp>
        <p:nvSpPr>
          <p:cNvPr id="21" name="C8 F3 fathah"/>
          <p:cNvSpPr txBox="1"/>
          <p:nvPr/>
        </p:nvSpPr>
        <p:spPr>
          <a:xfrm>
            <a:off x="370332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صَ</a:t>
            </a:r>
            <a:endParaRPr lang="ar-SA" sz="3900" dirty="0"/>
          </a:p>
        </p:txBody>
      </p:sp>
      <p:sp>
        <p:nvSpPr>
          <p:cNvPr id="22" name="C9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80B8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3" name="C10 R result"/>
          <p:cNvSpPr txBox="1"/>
          <p:nvPr/>
        </p:nvSpPr>
        <p:spPr>
          <a:xfrm>
            <a:off x="502920" y="1645920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2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شَضَصَ</a:t>
            </a:r>
            <a:endParaRPr lang="ar-SA" sz="5200" dirty="0"/>
          </a:p>
        </p:txBody>
      </p:sp>
    </p:spTree>
  </p:cSld>
  <p:clrMapOvr>
    <a:masterClrMapping/>
  </p:clrMapOvr>
  <p:transition spd="med">
    <p:split orient="vert" dir="out"/>
    <p:sndAc>
      <p:stSnd>
        <p:snd r:embed="rIdTrSnd" name="whoosh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</p:bldLst>
  </p:timing>
</p:sld>
</file>

<file path=ppt/slides/slide6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9">
    <p:bg>
      <p:bgPr>
        <a:solidFill>
          <a:srgbClr val="F7C6C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grass"/>
          <p:cNvSpPr/>
          <p:nvPr/>
        </p:nvSpPr>
        <p:spPr>
          <a:xfrm>
            <a:off x="0" y="4617720"/>
            <a:ext cx="9144000" cy="548640"/>
          </a:xfrm>
          <a:prstGeom prst="rect">
            <a:avLst/>
          </a:prstGeom>
          <a:solidFill>
            <a:srgbClr val="66C653"/>
          </a:solidFill>
          <a:ln w="12700">
            <a:solidFill>
              <a:srgbClr val="66C653"/>
            </a:solidFill>
            <a:prstDash val="solid"/>
          </a:ln>
        </p:spPr>
      </p:sp>
      <p:sp>
        <p:nvSpPr>
          <p:cNvPr id="3" name="Deco stem 0"/>
          <p:cNvSpPr/>
          <p:nvPr/>
        </p:nvSpPr>
        <p:spPr>
          <a:xfrm>
            <a:off x="57607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4" name="Deco flower 0"/>
          <p:cNvSpPr/>
          <p:nvPr/>
        </p:nvSpPr>
        <p:spPr>
          <a:xfrm>
            <a:off x="457200" y="4370832"/>
            <a:ext cx="274320" cy="274320"/>
          </a:xfrm>
          <a:prstGeom prst="flowChartConnector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5" name="Deco stem 1"/>
          <p:cNvSpPr/>
          <p:nvPr/>
        </p:nvSpPr>
        <p:spPr>
          <a:xfrm>
            <a:off x="13990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6" name="Deco flower 1"/>
          <p:cNvSpPr/>
          <p:nvPr/>
        </p:nvSpPr>
        <p:spPr>
          <a:xfrm>
            <a:off x="1280160" y="4370832"/>
            <a:ext cx="274320" cy="274320"/>
          </a:xfrm>
          <a:prstGeom prst="flowChartConnector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7" name="Deco stem 2"/>
          <p:cNvSpPr/>
          <p:nvPr/>
        </p:nvSpPr>
        <p:spPr>
          <a:xfrm>
            <a:off x="22219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8" name="Deco flower 2"/>
          <p:cNvSpPr/>
          <p:nvPr/>
        </p:nvSpPr>
        <p:spPr>
          <a:xfrm>
            <a:off x="2103120" y="4370832"/>
            <a:ext cx="274320" cy="274320"/>
          </a:xfrm>
          <a:prstGeom prst="flowChartConnector">
            <a:avLst/>
          </a:prstGeom>
          <a:solidFill>
            <a:srgbClr val="B892FF"/>
          </a:solidFill>
          <a:ln w="12700">
            <a:solidFill>
              <a:srgbClr val="B892FF"/>
            </a:solidFill>
            <a:prstDash val="solid"/>
          </a:ln>
        </p:spPr>
      </p:sp>
      <p:sp>
        <p:nvSpPr>
          <p:cNvPr id="9" name="Deco stem 3"/>
          <p:cNvSpPr/>
          <p:nvPr/>
        </p:nvSpPr>
        <p:spPr>
          <a:xfrm>
            <a:off x="68854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6766560" y="4370832"/>
            <a:ext cx="274320" cy="274320"/>
          </a:xfrm>
          <a:prstGeom prst="flowChartConnector">
            <a:avLst/>
          </a:prstGeom>
          <a:solidFill>
            <a:srgbClr val="FF6F91"/>
          </a:solidFill>
          <a:ln w="12700">
            <a:solidFill>
              <a:srgbClr val="FF6F91"/>
            </a:solidFill>
            <a:prstDash val="solid"/>
          </a:ln>
        </p:spPr>
      </p:sp>
      <p:sp>
        <p:nvSpPr>
          <p:cNvPr id="11" name="Deco stem 4"/>
          <p:cNvSpPr/>
          <p:nvPr/>
        </p:nvSpPr>
        <p:spPr>
          <a:xfrm>
            <a:off x="77083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2" name="Deco flower 4"/>
          <p:cNvSpPr/>
          <p:nvPr/>
        </p:nvSpPr>
        <p:spPr>
          <a:xfrm>
            <a:off x="7589520" y="4370832"/>
            <a:ext cx="274320" cy="274320"/>
          </a:xfrm>
          <a:prstGeom prst="flowChartConnector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3" name="Deco stem 5"/>
          <p:cNvSpPr/>
          <p:nvPr/>
        </p:nvSpPr>
        <p:spPr>
          <a:xfrm>
            <a:off x="843991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4" name="Deco flower 5"/>
          <p:cNvSpPr/>
          <p:nvPr/>
        </p:nvSpPr>
        <p:spPr>
          <a:xfrm>
            <a:off x="8321040" y="4370832"/>
            <a:ext cx="274320" cy="274320"/>
          </a:xfrm>
          <a:prstGeom prst="flowChartConnector">
            <a:avLst/>
          </a:prstGeom>
          <a:solidFill>
            <a:srgbClr val="7EC8FF"/>
          </a:solidFill>
          <a:ln w="12700">
            <a:solidFill>
              <a:srgbClr val="7EC8FF"/>
            </a:solidFill>
            <a:prstDash val="solid"/>
          </a:ln>
        </p:spPr>
      </p:sp>
      <p:sp>
        <p:nvSpPr>
          <p:cNvPr id="15" name="Deco heart"/>
          <p:cNvSpPr/>
          <p:nvPr/>
        </p:nvSpPr>
        <p:spPr>
          <a:xfrm>
            <a:off x="411480" y="228600"/>
            <a:ext cx="457200" cy="411480"/>
          </a:xfrm>
          <a:prstGeom prst="heart">
            <a:avLst/>
          </a:prstGeom>
          <a:solidFill>
            <a:srgbClr val="ED5E8A"/>
          </a:solidFill>
          <a:ln w="12700">
            <a:solidFill>
              <a:srgbClr val="ED5E8A"/>
            </a:solidFill>
            <a:prstDash val="solid"/>
          </a:ln>
        </p:spPr>
      </p:sp>
      <p:sp>
        <p:nvSpPr>
          <p:cNvPr id="16" name="Deco cloud"/>
          <p:cNvSpPr/>
          <p:nvPr/>
        </p:nvSpPr>
        <p:spPr>
          <a:xfrm>
            <a:off x="713232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7" name="Deco friend"/>
          <p:cNvSpPr/>
          <p:nvPr/>
        </p:nvSpPr>
        <p:spPr>
          <a:xfrm>
            <a:off x="6309360" y="182880"/>
            <a:ext cx="548640" cy="548640"/>
          </a:xfrm>
          <a:prstGeom prst="smileyFace">
            <a:avLst/>
          </a:prstGeom>
          <a:solidFill>
            <a:srgbClr val="FFD166"/>
          </a:solidFill>
          <a:ln w="12700">
            <a:solidFill>
              <a:srgbClr val="FFD166"/>
            </a:solidFill>
            <a:prstDash val="solid"/>
          </a:ln>
        </p:spPr>
      </p:sp>
      <p:sp>
        <p:nvSpPr>
          <p:cNvPr id="18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9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20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21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22" name="C1 L1 letter"/>
          <p:cNvSpPr txBox="1"/>
          <p:nvPr/>
        </p:nvSpPr>
        <p:spPr>
          <a:xfrm>
            <a:off x="726948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ص</a:t>
            </a:r>
            <a:endParaRPr lang="ar-SA" sz="3900" dirty="0"/>
          </a:p>
        </p:txBody>
      </p:sp>
      <p:sp>
        <p:nvSpPr>
          <p:cNvPr id="23" name="C2 F1 fathah"/>
          <p:cNvSpPr txBox="1"/>
          <p:nvPr/>
        </p:nvSpPr>
        <p:spPr>
          <a:xfrm>
            <a:off x="726948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صَ</a:t>
            </a:r>
            <a:endParaRPr lang="ar-SA" sz="3900" dirty="0"/>
          </a:p>
        </p:txBody>
      </p:sp>
      <p:sp>
        <p:nvSpPr>
          <p:cNvPr id="24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26D4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C4 L2 letter"/>
          <p:cNvSpPr txBox="1"/>
          <p:nvPr/>
        </p:nvSpPr>
        <p:spPr>
          <a:xfrm>
            <a:off x="548640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ض</a:t>
            </a:r>
            <a:endParaRPr lang="ar-SA" sz="3900" dirty="0"/>
          </a:p>
        </p:txBody>
      </p:sp>
      <p:sp>
        <p:nvSpPr>
          <p:cNvPr id="26" name="C5 F2 fathah"/>
          <p:cNvSpPr txBox="1"/>
          <p:nvPr/>
        </p:nvSpPr>
        <p:spPr>
          <a:xfrm>
            <a:off x="548640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ضَ</a:t>
            </a:r>
            <a:endParaRPr lang="ar-SA" sz="3900" dirty="0"/>
          </a:p>
        </p:txBody>
      </p:sp>
      <p:sp>
        <p:nvSpPr>
          <p:cNvPr id="27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26D4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8" name="C7 L3 letter"/>
          <p:cNvSpPr txBox="1"/>
          <p:nvPr/>
        </p:nvSpPr>
        <p:spPr>
          <a:xfrm>
            <a:off x="370332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أ</a:t>
            </a:r>
            <a:endParaRPr lang="ar-SA" sz="3900" dirty="0"/>
          </a:p>
        </p:txBody>
      </p:sp>
      <p:sp>
        <p:nvSpPr>
          <p:cNvPr id="29" name="C8 F3 fathah"/>
          <p:cNvSpPr txBox="1"/>
          <p:nvPr/>
        </p:nvSpPr>
        <p:spPr>
          <a:xfrm>
            <a:off x="370332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أَ</a:t>
            </a:r>
            <a:endParaRPr lang="ar-SA" sz="3900" dirty="0"/>
          </a:p>
        </p:txBody>
      </p:sp>
      <p:sp>
        <p:nvSpPr>
          <p:cNvPr id="30" name="C9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2E58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1" name="C10 R result"/>
          <p:cNvSpPr txBox="1"/>
          <p:nvPr/>
        </p:nvSpPr>
        <p:spPr>
          <a:xfrm>
            <a:off x="502920" y="1645920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صَضَأَ</a:t>
            </a:r>
            <a:endParaRPr lang="ar-SA" sz="5900" dirty="0"/>
          </a:p>
        </p:txBody>
      </p:sp>
    </p:spTree>
  </p:cSld>
  <p:clrMapOvr>
    <a:masterClrMapping/>
  </p:clrMapOvr>
  <p:transition spd="med">
    <p:pull dir="l"/>
    <p:sndAc>
      <p:stSnd>
        <p:snd r:embed="rIdTrSnd" name="bubbles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  <p:bldP spid="29" grpId="0" animBg="1"/>
      <p:bldP spid="30" grpId="0" animBg="1"/>
      <p:bldP spid="31" grpId="0" animBg="1"/>
    </p:bldLst>
  </p:timing>
</p:sld>
</file>

<file path=ppt/slides/slide7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0">
    <p:bg>
      <p:bgPr>
        <a:solidFill>
          <a:srgbClr val="14432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planet"/>
          <p:cNvSpPr/>
          <p:nvPr/>
        </p:nvSpPr>
        <p:spPr>
          <a:xfrm>
            <a:off x="7680960" y="91440"/>
            <a:ext cx="731520" cy="731520"/>
          </a:xfrm>
          <a:prstGeom prst="ellipse">
            <a:avLst/>
          </a:prstGeom>
          <a:solidFill>
            <a:srgbClr val="52E0C6"/>
          </a:solidFill>
          <a:ln w="12700">
            <a:solidFill>
              <a:srgbClr val="52E0C6"/>
            </a:solidFill>
            <a:prstDash val="solid"/>
          </a:ln>
        </p:spPr>
      </p:sp>
      <p:sp>
        <p:nvSpPr>
          <p:cNvPr id="3" name="Deco planet ring"/>
          <p:cNvSpPr/>
          <p:nvPr/>
        </p:nvSpPr>
        <p:spPr>
          <a:xfrm>
            <a:off x="7452360" y="384048"/>
            <a:ext cx="1188720" cy="164592"/>
          </a:xfrm>
          <a:prstGeom prst="ellipse">
            <a:avLst/>
          </a:prstGeom>
          <a:solidFill>
            <a:srgbClr val="FFFFFF">
              <a:alpha val="0"/>
            </a:srgbClr>
          </a:solidFill>
          <a:ln w="25400">
            <a:solidFill>
              <a:srgbClr val="8CD2F2"/>
            </a:solidFill>
            <a:prstDash val="solid"/>
          </a:ln>
        </p:spPr>
      </p:sp>
      <p:sp>
        <p:nvSpPr>
          <p:cNvPr id="4" name="Deco small planet"/>
          <p:cNvSpPr/>
          <p:nvPr/>
        </p:nvSpPr>
        <p:spPr>
          <a:xfrm>
            <a:off x="274320" y="182880"/>
            <a:ext cx="502920" cy="502920"/>
          </a:xfrm>
          <a:prstGeom prst="ellipse">
            <a:avLst/>
          </a:prstGeom>
          <a:solidFill>
            <a:srgbClr val="DB70B9"/>
          </a:solidFill>
          <a:ln w="12700">
            <a:solidFill>
              <a:srgbClr val="DB70B9"/>
            </a:solidFill>
            <a:prstDash val="solid"/>
          </a:ln>
        </p:spPr>
      </p:sp>
      <p:sp>
        <p:nvSpPr>
          <p:cNvPr id="5" name="Deco star 0"/>
          <p:cNvSpPr/>
          <p:nvPr/>
        </p:nvSpPr>
        <p:spPr>
          <a:xfrm>
            <a:off x="1371600" y="27432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6" name="Deco star 1"/>
          <p:cNvSpPr/>
          <p:nvPr/>
        </p:nvSpPr>
        <p:spPr>
          <a:xfrm>
            <a:off x="2468880" y="91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7" name="Deco star 2"/>
          <p:cNvSpPr/>
          <p:nvPr/>
        </p:nvSpPr>
        <p:spPr>
          <a:xfrm>
            <a:off x="3840480" y="50292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8" name="Deco star 3"/>
          <p:cNvSpPr/>
          <p:nvPr/>
        </p:nvSpPr>
        <p:spPr>
          <a:xfrm>
            <a:off x="5120640" y="137160"/>
            <a:ext cx="256032" cy="256032"/>
          </a:xfrm>
          <a:prstGeom prst="star4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9" name="Deco star 4"/>
          <p:cNvSpPr/>
          <p:nvPr/>
        </p:nvSpPr>
        <p:spPr>
          <a:xfrm>
            <a:off x="6583680" y="4572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5"/>
          <p:cNvSpPr/>
          <p:nvPr/>
        </p:nvSpPr>
        <p:spPr>
          <a:xfrm>
            <a:off x="1097280" y="457200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star 6"/>
          <p:cNvSpPr/>
          <p:nvPr/>
        </p:nvSpPr>
        <p:spPr>
          <a:xfrm>
            <a:off x="2743200" y="475488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12" name="Deco star 7"/>
          <p:cNvSpPr/>
          <p:nvPr/>
        </p:nvSpPr>
        <p:spPr>
          <a:xfrm>
            <a:off x="6217920" y="4663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3" name="Deco star 8"/>
          <p:cNvSpPr/>
          <p:nvPr/>
        </p:nvSpPr>
        <p:spPr>
          <a:xfrm>
            <a:off x="8138160" y="45720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4" name="Deco moon surface"/>
          <p:cNvSpPr/>
          <p:nvPr/>
        </p:nvSpPr>
        <p:spPr>
          <a:xfrm>
            <a:off x="3200400" y="4709160"/>
            <a:ext cx="2743200" cy="1097280"/>
          </a:xfrm>
          <a:prstGeom prst="ellipse">
            <a:avLst/>
          </a:prstGeom>
          <a:solidFill>
            <a:srgbClr val="856F47"/>
          </a:solidFill>
          <a:ln w="12700">
            <a:solidFill>
              <a:srgbClr val="856F47"/>
            </a:solidFill>
            <a:prstDash val="solid"/>
          </a:ln>
        </p:spPr>
      </p:sp>
      <p:sp>
        <p:nvSpPr>
          <p:cNvPr id="15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6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7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8" name="C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أ</a:t>
            </a:r>
            <a:endParaRPr lang="ar-SA" sz="5600" dirty="0"/>
          </a:p>
        </p:txBody>
      </p:sp>
      <p:sp>
        <p:nvSpPr>
          <p:cNvPr id="19" name="C2 F1 fath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أَ</a:t>
            </a:r>
            <a:endParaRPr lang="ar-SA" sz="5600" dirty="0"/>
          </a:p>
        </p:txBody>
      </p:sp>
      <p:sp>
        <p:nvSpPr>
          <p:cNvPr id="20" name="C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D926A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1" name="C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ض</a:t>
            </a:r>
            <a:endParaRPr lang="ar-SA" sz="5600" dirty="0"/>
          </a:p>
        </p:txBody>
      </p:sp>
      <p:sp>
        <p:nvSpPr>
          <p:cNvPr id="22" name="C5 F2 fath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ضَ</a:t>
            </a:r>
            <a:endParaRPr lang="ar-SA" sz="5600" dirty="0"/>
          </a:p>
        </p:txBody>
      </p:sp>
      <p:sp>
        <p:nvSpPr>
          <p:cNvPr id="23" name="C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B82E3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C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أَضَ</a:t>
            </a:r>
            <a:endParaRPr lang="ar-SA" sz="7000" dirty="0"/>
          </a:p>
        </p:txBody>
      </p:sp>
    </p:spTree>
  </p:cSld>
  <p:clrMapOvr>
    <a:masterClrMapping/>
  </p:clrMapOvr>
  <p:transition spd="med">
    <p:fade/>
    <p:sndAc>
      <p:stSnd>
        <p:snd r:embed="rIdTrSnd" name="sparkl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</p:bldLst>
  </p:timing>
</p:sld>
</file>

<file path=ppt/slides/slide7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1">
    <p:bg>
      <p:bgPr>
        <a:solidFill>
          <a:srgbClr val="E3C5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sun low"/>
          <p:cNvSpPr/>
          <p:nvPr/>
        </p:nvSpPr>
        <p:spPr>
          <a:xfrm>
            <a:off x="3566160" y="4343400"/>
            <a:ext cx="2011680" cy="2011680"/>
          </a:xfrm>
          <a:prstGeom prst="ellipse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3" name="Deco dune left"/>
          <p:cNvSpPr/>
          <p:nvPr/>
        </p:nvSpPr>
        <p:spPr>
          <a:xfrm>
            <a:off x="-1097280" y="4572000"/>
            <a:ext cx="4572000" cy="1280160"/>
          </a:xfrm>
          <a:prstGeom prst="ellipse">
            <a:avLst/>
          </a:prstGeom>
          <a:solidFill>
            <a:srgbClr val="D864D5"/>
          </a:solidFill>
          <a:ln w="12700">
            <a:solidFill>
              <a:srgbClr val="D864D5"/>
            </a:solidFill>
            <a:prstDash val="solid"/>
          </a:ln>
        </p:spPr>
      </p:sp>
      <p:sp>
        <p:nvSpPr>
          <p:cNvPr id="4" name="Deco dune right"/>
          <p:cNvSpPr/>
          <p:nvPr/>
        </p:nvSpPr>
        <p:spPr>
          <a:xfrm>
            <a:off x="5303520" y="4617720"/>
            <a:ext cx="5120640" cy="1280160"/>
          </a:xfrm>
          <a:prstGeom prst="ellipse">
            <a:avLst/>
          </a:prstGeom>
          <a:solidFill>
            <a:srgbClr val="BE47D1"/>
          </a:solidFill>
          <a:ln w="12700">
            <a:solidFill>
              <a:srgbClr val="BE47D1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320040" y="137160"/>
            <a:ext cx="1371600" cy="5943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right"/>
          <p:cNvSpPr/>
          <p:nvPr/>
        </p:nvSpPr>
        <p:spPr>
          <a:xfrm>
            <a:off x="7223760" y="182880"/>
            <a:ext cx="1280160" cy="548640"/>
          </a:xfrm>
          <a:prstGeom prst="cloud">
            <a:avLst/>
          </a:prstGeom>
          <a:solidFill>
            <a:srgbClr val="FFF3E8"/>
          </a:solidFill>
          <a:ln w="12700">
            <a:solidFill>
              <a:srgbClr val="FFF3E8"/>
            </a:solidFill>
            <a:prstDash val="solid"/>
          </a:ln>
        </p:spPr>
      </p:sp>
      <p:sp>
        <p:nvSpPr>
          <p:cNvPr id="7" name="Deco bird 0"/>
          <p:cNvSpPr/>
          <p:nvPr/>
        </p:nvSpPr>
        <p:spPr>
          <a:xfrm rot="5400000">
            <a:off x="2926080" y="32004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8" name="Deco bird 1"/>
          <p:cNvSpPr/>
          <p:nvPr/>
        </p:nvSpPr>
        <p:spPr>
          <a:xfrm rot="5400000">
            <a:off x="3291840" y="22860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9" name="Deco bird 2"/>
          <p:cNvSpPr/>
          <p:nvPr/>
        </p:nvSpPr>
        <p:spPr>
          <a:xfrm rot="5400000">
            <a:off x="5394960" y="36576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10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1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2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3" name="C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</a:t>
            </a:r>
            <a:endParaRPr lang="ar-SA" sz="5600" dirty="0"/>
          </a:p>
        </p:txBody>
      </p:sp>
      <p:sp>
        <p:nvSpPr>
          <p:cNvPr id="14" name="C2 F1 fath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بَ</a:t>
            </a:r>
            <a:endParaRPr lang="ar-SA" sz="5600" dirty="0"/>
          </a:p>
        </p:txBody>
      </p:sp>
      <p:sp>
        <p:nvSpPr>
          <p:cNvPr id="15" name="C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6CD9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6" name="C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ض</a:t>
            </a:r>
            <a:endParaRPr lang="ar-SA" sz="5600" dirty="0"/>
          </a:p>
        </p:txBody>
      </p:sp>
      <p:sp>
        <p:nvSpPr>
          <p:cNvPr id="17" name="C5 F2 fath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ضَ</a:t>
            </a:r>
            <a:endParaRPr lang="ar-SA" sz="5600" dirty="0"/>
          </a:p>
        </p:txBody>
      </p:sp>
      <p:sp>
        <p:nvSpPr>
          <p:cNvPr id="18" name="C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2EB854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9" name="C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بَضَ</a:t>
            </a:r>
            <a:endParaRPr lang="ar-SA" sz="9000" dirty="0"/>
          </a:p>
        </p:txBody>
      </p:sp>
    </p:spTree>
  </p:cSld>
  <p:clrMapOvr>
    <a:masterClrMapping/>
  </p:clrMapOvr>
  <p:transition spd="med">
    <p:cover dir="l"/>
    <p:sndAc>
      <p:stSnd>
        <p:snd r:embed="rIdTrSnd" name="marimba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 animBg="1"/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</p:bldLst>
  </p:timing>
</p:sld>
</file>

<file path=ppt/slides/slide7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2">
    <p:bg>
      <p:bgPr>
        <a:solidFill>
          <a:srgbClr val="F7F2C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434840"/>
            <a:ext cx="4754880" cy="1463040"/>
          </a:xfrm>
          <a:prstGeom prst="ellipse">
            <a:avLst/>
          </a:prstGeom>
          <a:solidFill>
            <a:srgbClr val="66CCAA"/>
          </a:solidFill>
          <a:ln w="12700">
            <a:solidFill>
              <a:srgbClr val="66CCAA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023360" y="4526280"/>
            <a:ext cx="5852160" cy="1463040"/>
          </a:xfrm>
          <a:prstGeom prst="ellipse">
            <a:avLst/>
          </a:prstGeom>
          <a:solidFill>
            <a:srgbClr val="40BFBF"/>
          </a:solidFill>
          <a:ln w="12700">
            <a:solidFill>
              <a:srgbClr val="40BFBF"/>
            </a:solidFill>
            <a:prstDash val="solid"/>
          </a:ln>
        </p:spPr>
      </p:sp>
      <p:sp>
        <p:nvSpPr>
          <p:cNvPr id="4" name="Deco sun"/>
          <p:cNvSpPr/>
          <p:nvPr/>
        </p:nvSpPr>
        <p:spPr>
          <a:xfrm>
            <a:off x="274320" y="91440"/>
            <a:ext cx="731520" cy="73152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85800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863840" y="457200"/>
            <a:ext cx="822960" cy="365760"/>
          </a:xfrm>
          <a:prstGeom prst="cloud">
            <a:avLst/>
          </a:prstGeom>
          <a:solidFill>
            <a:srgbClr val="F4FAFF"/>
          </a:solidFill>
          <a:ln w="12700">
            <a:solidFill>
              <a:srgbClr val="F4FAFF"/>
            </a:solidFill>
            <a:prstDash val="solid"/>
          </a:ln>
        </p:spPr>
      </p:sp>
      <p:sp>
        <p:nvSpPr>
          <p:cNvPr id="7" name="Deco flower 0"/>
          <p:cNvSpPr/>
          <p:nvPr/>
        </p:nvSpPr>
        <p:spPr>
          <a:xfrm>
            <a:off x="128016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8" name="Deco flower 1"/>
          <p:cNvSpPr/>
          <p:nvPr/>
        </p:nvSpPr>
        <p:spPr>
          <a:xfrm>
            <a:off x="1828800" y="4526280"/>
            <a:ext cx="292608" cy="292608"/>
          </a:xfrm>
          <a:prstGeom prst="star5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9" name="Deco flower 2"/>
          <p:cNvSpPr/>
          <p:nvPr/>
        </p:nvSpPr>
        <p:spPr>
          <a:xfrm>
            <a:off x="7315200" y="4526280"/>
            <a:ext cx="292608" cy="292608"/>
          </a:xfrm>
          <a:prstGeom prst="star5">
            <a:avLst/>
          </a:prstGeom>
          <a:solidFill>
            <a:srgbClr val="8E5BD0"/>
          </a:solidFill>
          <a:ln w="12700">
            <a:solidFill>
              <a:srgbClr val="8E5BD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795528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11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2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3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4" name="C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</a:t>
            </a:r>
            <a:endParaRPr lang="ar-SA" sz="5600" dirty="0"/>
          </a:p>
        </p:txBody>
      </p:sp>
      <p:sp>
        <p:nvSpPr>
          <p:cNvPr id="15" name="C2 F1 fath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تَ</a:t>
            </a:r>
            <a:endParaRPr lang="ar-SA" sz="5600" dirty="0"/>
          </a:p>
        </p:txBody>
      </p:sp>
      <p:sp>
        <p:nvSpPr>
          <p:cNvPr id="16" name="C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2638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7" name="C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ض</a:t>
            </a:r>
            <a:endParaRPr lang="ar-SA" sz="5600" dirty="0"/>
          </a:p>
        </p:txBody>
      </p:sp>
      <p:sp>
        <p:nvSpPr>
          <p:cNvPr id="18" name="C5 F2 fath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ضَ</a:t>
            </a:r>
            <a:endParaRPr lang="ar-SA" sz="5600" dirty="0"/>
          </a:p>
        </p:txBody>
      </p:sp>
      <p:sp>
        <p:nvSpPr>
          <p:cNvPr id="19" name="C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7C2E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0" name="C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تَضَ</a:t>
            </a:r>
            <a:endParaRPr lang="ar-SA" sz="9000" dirty="0"/>
          </a:p>
        </p:txBody>
      </p:sp>
    </p:spTree>
  </p:cSld>
  <p:clrMapOvr>
    <a:masterClrMapping/>
  </p:clrMapOvr>
  <p:transition spd="med">
    <p:zoom/>
    <p:sndAc>
      <p:stSnd>
        <p:snd r:embed="rIdTrSnd" name="harp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</p:bldLst>
  </p:timing>
</p:sld>
</file>

<file path=ppt/slides/slide7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3">
    <p:bg>
      <p:bgPr>
        <a:solidFill>
          <a:srgbClr val="143A4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moon"/>
          <p:cNvSpPr/>
          <p:nvPr/>
        </p:nvSpPr>
        <p:spPr>
          <a:xfrm>
            <a:off x="365760" y="91440"/>
            <a:ext cx="502920" cy="731520"/>
          </a:xfrm>
          <a:prstGeom prst="moon">
            <a:avLst/>
          </a:prstGeom>
          <a:solidFill>
            <a:srgbClr val="FFE88A"/>
          </a:solidFill>
          <a:ln w="12700">
            <a:solidFill>
              <a:srgbClr val="FFE88A"/>
            </a:solidFill>
            <a:prstDash val="solid"/>
          </a:ln>
        </p:spPr>
      </p:sp>
      <p:sp>
        <p:nvSpPr>
          <p:cNvPr id="3" name="Deco star 0"/>
          <p:cNvSpPr/>
          <p:nvPr/>
        </p:nvSpPr>
        <p:spPr>
          <a:xfrm>
            <a:off x="1280160" y="18288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4" name="Deco star 1"/>
          <p:cNvSpPr/>
          <p:nvPr/>
        </p:nvSpPr>
        <p:spPr>
          <a:xfrm>
            <a:off x="2194560" y="50292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5" name="Deco star 2"/>
          <p:cNvSpPr/>
          <p:nvPr/>
        </p:nvSpPr>
        <p:spPr>
          <a:xfrm>
            <a:off x="3291840" y="137160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6" name="Deco star 3"/>
          <p:cNvSpPr/>
          <p:nvPr/>
        </p:nvSpPr>
        <p:spPr>
          <a:xfrm>
            <a:off x="5760720" y="457200"/>
            <a:ext cx="365760" cy="36576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7" name="Deco star 4"/>
          <p:cNvSpPr/>
          <p:nvPr/>
        </p:nvSpPr>
        <p:spPr>
          <a:xfrm>
            <a:off x="6766560" y="109728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8" name="Deco star 5"/>
          <p:cNvSpPr/>
          <p:nvPr/>
        </p:nvSpPr>
        <p:spPr>
          <a:xfrm>
            <a:off x="7772400" y="41148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9" name="Deco star 6"/>
          <p:cNvSpPr/>
          <p:nvPr/>
        </p:nvSpPr>
        <p:spPr>
          <a:xfrm>
            <a:off x="8503920" y="13716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10" name="Deco hill left"/>
          <p:cNvSpPr/>
          <p:nvPr/>
        </p:nvSpPr>
        <p:spPr>
          <a:xfrm>
            <a:off x="-914400" y="4480560"/>
            <a:ext cx="4937760" cy="1463040"/>
          </a:xfrm>
          <a:prstGeom prst="ellipse">
            <a:avLst/>
          </a:prstGeom>
          <a:solidFill>
            <a:srgbClr val="2B3C64"/>
          </a:solidFill>
          <a:ln w="12700">
            <a:solidFill>
              <a:srgbClr val="2B3C64"/>
            </a:solidFill>
            <a:prstDash val="solid"/>
          </a:ln>
        </p:spPr>
      </p:sp>
      <p:sp>
        <p:nvSpPr>
          <p:cNvPr id="11" name="Deco hill right"/>
          <p:cNvSpPr/>
          <p:nvPr/>
        </p:nvSpPr>
        <p:spPr>
          <a:xfrm>
            <a:off x="4206240" y="4572000"/>
            <a:ext cx="5669280" cy="1463040"/>
          </a:xfrm>
          <a:prstGeom prst="ellipse">
            <a:avLst/>
          </a:prstGeom>
          <a:solidFill>
            <a:srgbClr val="413479"/>
          </a:solidFill>
          <a:ln w="12700">
            <a:solidFill>
              <a:srgbClr val="413479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C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ث</a:t>
            </a:r>
            <a:endParaRPr lang="ar-SA" sz="5600" dirty="0"/>
          </a:p>
        </p:txBody>
      </p:sp>
      <p:sp>
        <p:nvSpPr>
          <p:cNvPr id="16" name="C2 F1 fath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ثَ</a:t>
            </a:r>
            <a:endParaRPr lang="ar-SA" sz="5600" dirty="0"/>
          </a:p>
        </p:txBody>
      </p:sp>
      <p:sp>
        <p:nvSpPr>
          <p:cNvPr id="17" name="C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D949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8" name="C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ض</a:t>
            </a:r>
            <a:endParaRPr lang="ar-SA" sz="5600" dirty="0"/>
          </a:p>
        </p:txBody>
      </p:sp>
      <p:sp>
        <p:nvSpPr>
          <p:cNvPr id="19" name="C5 F2 fath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ضَ</a:t>
            </a:r>
            <a:endParaRPr lang="ar-SA" sz="5600" dirty="0"/>
          </a:p>
        </p:txBody>
      </p:sp>
      <p:sp>
        <p:nvSpPr>
          <p:cNvPr id="20" name="C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B8A4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1" name="C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ثَضَ</a:t>
            </a:r>
            <a:endParaRPr lang="ar-SA" sz="8500" dirty="0"/>
          </a:p>
        </p:txBody>
      </p:sp>
    </p:spTree>
  </p:cSld>
  <p:clrMapOvr>
    <a:masterClrMapping/>
  </p:clrMapOvr>
  <p:transition spd="med">
    <p:wheel spokes="4"/>
    <p:sndAc>
      <p:stSnd>
        <p:snd r:embed="rIdTrSnd" name="chim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</p:bldLst>
  </p:timing>
</p:sld>
</file>

<file path=ppt/slides/slide7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4">
    <p:bg>
      <p:bgPr>
        <a:solidFill>
          <a:srgbClr val="F7C5D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wave back"/>
          <p:cNvSpPr/>
          <p:nvPr/>
        </p:nvSpPr>
        <p:spPr>
          <a:xfrm>
            <a:off x="-182880" y="4389120"/>
            <a:ext cx="9509760" cy="548640"/>
          </a:xfrm>
          <a:prstGeom prst="wave">
            <a:avLst/>
          </a:prstGeom>
          <a:solidFill>
            <a:srgbClr val="5CD685"/>
          </a:solidFill>
          <a:ln w="12700">
            <a:solidFill>
              <a:srgbClr val="5CD685"/>
            </a:solidFill>
            <a:prstDash val="solid"/>
          </a:ln>
        </p:spPr>
      </p:sp>
      <p:sp>
        <p:nvSpPr>
          <p:cNvPr id="3" name="Deco sea floor"/>
          <p:cNvSpPr/>
          <p:nvPr/>
        </p:nvSpPr>
        <p:spPr>
          <a:xfrm>
            <a:off x="0" y="4709160"/>
            <a:ext cx="9144000" cy="457200"/>
          </a:xfrm>
          <a:prstGeom prst="rect">
            <a:avLst/>
          </a:prstGeom>
          <a:solidFill>
            <a:srgbClr val="33CC73"/>
          </a:solidFill>
          <a:ln w="12700">
            <a:solidFill>
              <a:srgbClr val="33CC73"/>
            </a:solidFill>
            <a:prstDash val="solid"/>
          </a:ln>
        </p:spPr>
      </p:sp>
      <p:sp>
        <p:nvSpPr>
          <p:cNvPr id="4" name="Deco bubble 0"/>
          <p:cNvSpPr/>
          <p:nvPr/>
        </p:nvSpPr>
        <p:spPr>
          <a:xfrm>
            <a:off x="365760" y="182880"/>
            <a:ext cx="411480" cy="4114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5" name="Deco bubble 1"/>
          <p:cNvSpPr/>
          <p:nvPr/>
        </p:nvSpPr>
        <p:spPr>
          <a:xfrm>
            <a:off x="914400" y="502920"/>
            <a:ext cx="256032" cy="256032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6" name="Deco bubble 2"/>
          <p:cNvSpPr/>
          <p:nvPr/>
        </p:nvSpPr>
        <p:spPr>
          <a:xfrm>
            <a:off x="8138160" y="137160"/>
            <a:ext cx="457200" cy="4572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7" name="Deco bubble 3"/>
          <p:cNvSpPr/>
          <p:nvPr/>
        </p:nvSpPr>
        <p:spPr>
          <a:xfrm>
            <a:off x="7680960" y="548640"/>
            <a:ext cx="228600" cy="2286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8" name="Deco bubble 4"/>
          <p:cNvSpPr/>
          <p:nvPr/>
        </p:nvSpPr>
        <p:spPr>
          <a:xfrm>
            <a:off x="8686800" y="566928"/>
            <a:ext cx="182880" cy="1828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9" name="Deco sun"/>
          <p:cNvSpPr/>
          <p:nvPr/>
        </p:nvSpPr>
        <p:spPr>
          <a:xfrm>
            <a:off x="4206240" y="109728"/>
            <a:ext cx="685800" cy="68580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0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1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2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3" name="C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ج</a:t>
            </a:r>
            <a:endParaRPr lang="ar-SA" sz="5600" dirty="0"/>
          </a:p>
        </p:txBody>
      </p:sp>
      <p:sp>
        <p:nvSpPr>
          <p:cNvPr id="14" name="C2 F1 fath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جَ</a:t>
            </a:r>
            <a:endParaRPr lang="ar-SA" sz="5600" dirty="0"/>
          </a:p>
        </p:txBody>
      </p:sp>
      <p:sp>
        <p:nvSpPr>
          <p:cNvPr id="15" name="C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26D97D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6" name="C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ض</a:t>
            </a:r>
            <a:endParaRPr lang="ar-SA" sz="5600" dirty="0"/>
          </a:p>
        </p:txBody>
      </p:sp>
      <p:sp>
        <p:nvSpPr>
          <p:cNvPr id="17" name="C5 F2 fath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ضَ</a:t>
            </a:r>
            <a:endParaRPr lang="ar-SA" sz="5600" dirty="0"/>
          </a:p>
        </p:txBody>
      </p:sp>
      <p:sp>
        <p:nvSpPr>
          <p:cNvPr id="18" name="C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2EA3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9" name="C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جَضَ</a:t>
            </a:r>
            <a:endParaRPr lang="ar-SA" sz="9000" dirty="0"/>
          </a:p>
        </p:txBody>
      </p:sp>
    </p:spTree>
  </p:cSld>
  <p:clrMapOvr>
    <a:masterClrMapping/>
  </p:clrMapOvr>
  <p:transition spd="med">
    <p:wipe dir="l"/>
    <p:sndAc>
      <p:stSnd>
        <p:snd r:embed="rIdTrSnd" name="whoosh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 animBg="1"/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</p:bldLst>
  </p:timing>
</p:sld>
</file>

<file path=ppt/slides/slide7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5">
    <p:bg>
      <p:bgPr>
        <a:solidFill>
          <a:srgbClr val="D0F7C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grass"/>
          <p:cNvSpPr/>
          <p:nvPr/>
        </p:nvSpPr>
        <p:spPr>
          <a:xfrm>
            <a:off x="0" y="4617720"/>
            <a:ext cx="9144000" cy="548640"/>
          </a:xfrm>
          <a:prstGeom prst="rect">
            <a:avLst/>
          </a:prstGeom>
          <a:solidFill>
            <a:srgbClr val="53B3C6"/>
          </a:solidFill>
          <a:ln w="12700">
            <a:solidFill>
              <a:srgbClr val="53B3C6"/>
            </a:solidFill>
            <a:prstDash val="solid"/>
          </a:ln>
        </p:spPr>
      </p:sp>
      <p:sp>
        <p:nvSpPr>
          <p:cNvPr id="3" name="Deco stem 0"/>
          <p:cNvSpPr/>
          <p:nvPr/>
        </p:nvSpPr>
        <p:spPr>
          <a:xfrm>
            <a:off x="57607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4" name="Deco flower 0"/>
          <p:cNvSpPr/>
          <p:nvPr/>
        </p:nvSpPr>
        <p:spPr>
          <a:xfrm>
            <a:off x="457200" y="4370832"/>
            <a:ext cx="274320" cy="274320"/>
          </a:xfrm>
          <a:prstGeom prst="flowChartConnector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5" name="Deco stem 1"/>
          <p:cNvSpPr/>
          <p:nvPr/>
        </p:nvSpPr>
        <p:spPr>
          <a:xfrm>
            <a:off x="13990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6" name="Deco flower 1"/>
          <p:cNvSpPr/>
          <p:nvPr/>
        </p:nvSpPr>
        <p:spPr>
          <a:xfrm>
            <a:off x="1280160" y="4370832"/>
            <a:ext cx="274320" cy="274320"/>
          </a:xfrm>
          <a:prstGeom prst="flowChartConnector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7" name="Deco stem 2"/>
          <p:cNvSpPr/>
          <p:nvPr/>
        </p:nvSpPr>
        <p:spPr>
          <a:xfrm>
            <a:off x="22219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8" name="Deco flower 2"/>
          <p:cNvSpPr/>
          <p:nvPr/>
        </p:nvSpPr>
        <p:spPr>
          <a:xfrm>
            <a:off x="2103120" y="4370832"/>
            <a:ext cx="274320" cy="274320"/>
          </a:xfrm>
          <a:prstGeom prst="flowChartConnector">
            <a:avLst/>
          </a:prstGeom>
          <a:solidFill>
            <a:srgbClr val="B892FF"/>
          </a:solidFill>
          <a:ln w="12700">
            <a:solidFill>
              <a:srgbClr val="B892FF"/>
            </a:solidFill>
            <a:prstDash val="solid"/>
          </a:ln>
        </p:spPr>
      </p:sp>
      <p:sp>
        <p:nvSpPr>
          <p:cNvPr id="9" name="Deco stem 3"/>
          <p:cNvSpPr/>
          <p:nvPr/>
        </p:nvSpPr>
        <p:spPr>
          <a:xfrm>
            <a:off x="68854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6766560" y="4370832"/>
            <a:ext cx="274320" cy="274320"/>
          </a:xfrm>
          <a:prstGeom prst="flowChartConnector">
            <a:avLst/>
          </a:prstGeom>
          <a:solidFill>
            <a:srgbClr val="FF6F91"/>
          </a:solidFill>
          <a:ln w="12700">
            <a:solidFill>
              <a:srgbClr val="FF6F91"/>
            </a:solidFill>
            <a:prstDash val="solid"/>
          </a:ln>
        </p:spPr>
      </p:sp>
      <p:sp>
        <p:nvSpPr>
          <p:cNvPr id="11" name="Deco stem 4"/>
          <p:cNvSpPr/>
          <p:nvPr/>
        </p:nvSpPr>
        <p:spPr>
          <a:xfrm>
            <a:off x="77083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2" name="Deco flower 4"/>
          <p:cNvSpPr/>
          <p:nvPr/>
        </p:nvSpPr>
        <p:spPr>
          <a:xfrm>
            <a:off x="7589520" y="4370832"/>
            <a:ext cx="274320" cy="274320"/>
          </a:xfrm>
          <a:prstGeom prst="flowChartConnector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3" name="Deco stem 5"/>
          <p:cNvSpPr/>
          <p:nvPr/>
        </p:nvSpPr>
        <p:spPr>
          <a:xfrm>
            <a:off x="843991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4" name="Deco flower 5"/>
          <p:cNvSpPr/>
          <p:nvPr/>
        </p:nvSpPr>
        <p:spPr>
          <a:xfrm>
            <a:off x="8321040" y="4370832"/>
            <a:ext cx="274320" cy="274320"/>
          </a:xfrm>
          <a:prstGeom prst="flowChartConnector">
            <a:avLst/>
          </a:prstGeom>
          <a:solidFill>
            <a:srgbClr val="7EC8FF"/>
          </a:solidFill>
          <a:ln w="12700">
            <a:solidFill>
              <a:srgbClr val="7EC8FF"/>
            </a:solidFill>
            <a:prstDash val="solid"/>
          </a:ln>
        </p:spPr>
      </p:sp>
      <p:sp>
        <p:nvSpPr>
          <p:cNvPr id="15" name="Deco heart"/>
          <p:cNvSpPr/>
          <p:nvPr/>
        </p:nvSpPr>
        <p:spPr>
          <a:xfrm>
            <a:off x="411480" y="228600"/>
            <a:ext cx="457200" cy="411480"/>
          </a:xfrm>
          <a:prstGeom prst="heart">
            <a:avLst/>
          </a:prstGeom>
          <a:solidFill>
            <a:srgbClr val="AEED5E"/>
          </a:solidFill>
          <a:ln w="12700">
            <a:solidFill>
              <a:srgbClr val="AEED5E"/>
            </a:solidFill>
            <a:prstDash val="solid"/>
          </a:ln>
        </p:spPr>
      </p:sp>
      <p:sp>
        <p:nvSpPr>
          <p:cNvPr id="16" name="Deco cloud"/>
          <p:cNvSpPr/>
          <p:nvPr/>
        </p:nvSpPr>
        <p:spPr>
          <a:xfrm>
            <a:off x="713232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7" name="Deco friend"/>
          <p:cNvSpPr/>
          <p:nvPr/>
        </p:nvSpPr>
        <p:spPr>
          <a:xfrm>
            <a:off x="6309360" y="182880"/>
            <a:ext cx="548640" cy="548640"/>
          </a:xfrm>
          <a:prstGeom prst="smileyFace">
            <a:avLst/>
          </a:prstGeom>
          <a:solidFill>
            <a:srgbClr val="FFD166"/>
          </a:solidFill>
          <a:ln w="12700">
            <a:solidFill>
              <a:srgbClr val="FFD166"/>
            </a:solidFill>
            <a:prstDash val="solid"/>
          </a:ln>
        </p:spPr>
      </p:sp>
      <p:sp>
        <p:nvSpPr>
          <p:cNvPr id="18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9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20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21" name="C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ح</a:t>
            </a:r>
            <a:endParaRPr lang="ar-SA" sz="5600" dirty="0"/>
          </a:p>
        </p:txBody>
      </p:sp>
      <p:sp>
        <p:nvSpPr>
          <p:cNvPr id="22" name="C2 F1 fath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حَ</a:t>
            </a:r>
            <a:endParaRPr lang="ar-SA" sz="5600" dirty="0"/>
          </a:p>
        </p:txBody>
      </p:sp>
      <p:sp>
        <p:nvSpPr>
          <p:cNvPr id="23" name="C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B126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C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ض</a:t>
            </a:r>
            <a:endParaRPr lang="ar-SA" sz="5600" dirty="0"/>
          </a:p>
        </p:txBody>
      </p:sp>
      <p:sp>
        <p:nvSpPr>
          <p:cNvPr id="25" name="C5 F2 fath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ضَ</a:t>
            </a:r>
            <a:endParaRPr lang="ar-SA" sz="5600" dirty="0"/>
          </a:p>
        </p:txBody>
      </p:sp>
      <p:sp>
        <p:nvSpPr>
          <p:cNvPr id="26" name="C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B82E7B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7" name="C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حَضَ</a:t>
            </a:r>
            <a:endParaRPr lang="ar-SA" sz="9000" dirty="0"/>
          </a:p>
        </p:txBody>
      </p:sp>
    </p:spTree>
  </p:cSld>
  <p:clrMapOvr>
    <a:masterClrMapping/>
  </p:clrMapOvr>
  <p:transition spd="med">
    <p:circle/>
    <p:sndAc>
      <p:stSnd>
        <p:snd r:embed="rIdTrSnd" name="bubbles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</p:bldLst>
  </p:timing>
</p:sld>
</file>

<file path=ppt/slides/slide7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6">
    <p:bg>
      <p:bgPr>
        <a:solidFill>
          <a:srgbClr val="17144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planet"/>
          <p:cNvSpPr/>
          <p:nvPr/>
        </p:nvSpPr>
        <p:spPr>
          <a:xfrm>
            <a:off x="7680960" y="91440"/>
            <a:ext cx="731520" cy="731520"/>
          </a:xfrm>
          <a:prstGeom prst="ellipse">
            <a:avLst/>
          </a:prstGeom>
          <a:solidFill>
            <a:srgbClr val="A352E0"/>
          </a:solidFill>
          <a:ln w="12700">
            <a:solidFill>
              <a:srgbClr val="A352E0"/>
            </a:solidFill>
            <a:prstDash val="solid"/>
          </a:ln>
        </p:spPr>
      </p:sp>
      <p:sp>
        <p:nvSpPr>
          <p:cNvPr id="3" name="Deco planet ring"/>
          <p:cNvSpPr/>
          <p:nvPr/>
        </p:nvSpPr>
        <p:spPr>
          <a:xfrm>
            <a:off x="7452360" y="384048"/>
            <a:ext cx="1188720" cy="164592"/>
          </a:xfrm>
          <a:prstGeom prst="ellipse">
            <a:avLst/>
          </a:prstGeom>
          <a:solidFill>
            <a:srgbClr val="FFFFFF">
              <a:alpha val="0"/>
            </a:srgbClr>
          </a:solidFill>
          <a:ln w="25400">
            <a:solidFill>
              <a:srgbClr val="F28CEB"/>
            </a:solidFill>
            <a:prstDash val="solid"/>
          </a:ln>
        </p:spPr>
      </p:sp>
      <p:sp>
        <p:nvSpPr>
          <p:cNvPr id="4" name="Deco small planet"/>
          <p:cNvSpPr/>
          <p:nvPr/>
        </p:nvSpPr>
        <p:spPr>
          <a:xfrm>
            <a:off x="274320" y="182880"/>
            <a:ext cx="502920" cy="502920"/>
          </a:xfrm>
          <a:prstGeom prst="ellipse">
            <a:avLst/>
          </a:prstGeom>
          <a:solidFill>
            <a:srgbClr val="D4DB70"/>
          </a:solidFill>
          <a:ln w="12700">
            <a:solidFill>
              <a:srgbClr val="D4DB70"/>
            </a:solidFill>
            <a:prstDash val="solid"/>
          </a:ln>
        </p:spPr>
      </p:sp>
      <p:sp>
        <p:nvSpPr>
          <p:cNvPr id="5" name="Deco star 0"/>
          <p:cNvSpPr/>
          <p:nvPr/>
        </p:nvSpPr>
        <p:spPr>
          <a:xfrm>
            <a:off x="1371600" y="27432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6" name="Deco star 1"/>
          <p:cNvSpPr/>
          <p:nvPr/>
        </p:nvSpPr>
        <p:spPr>
          <a:xfrm>
            <a:off x="2468880" y="91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7" name="Deco star 2"/>
          <p:cNvSpPr/>
          <p:nvPr/>
        </p:nvSpPr>
        <p:spPr>
          <a:xfrm>
            <a:off x="3840480" y="50292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8" name="Deco star 3"/>
          <p:cNvSpPr/>
          <p:nvPr/>
        </p:nvSpPr>
        <p:spPr>
          <a:xfrm>
            <a:off x="5120640" y="137160"/>
            <a:ext cx="256032" cy="256032"/>
          </a:xfrm>
          <a:prstGeom prst="star4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9" name="Deco star 4"/>
          <p:cNvSpPr/>
          <p:nvPr/>
        </p:nvSpPr>
        <p:spPr>
          <a:xfrm>
            <a:off x="6583680" y="4572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5"/>
          <p:cNvSpPr/>
          <p:nvPr/>
        </p:nvSpPr>
        <p:spPr>
          <a:xfrm>
            <a:off x="1097280" y="457200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star 6"/>
          <p:cNvSpPr/>
          <p:nvPr/>
        </p:nvSpPr>
        <p:spPr>
          <a:xfrm>
            <a:off x="2743200" y="475488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12" name="Deco star 7"/>
          <p:cNvSpPr/>
          <p:nvPr/>
        </p:nvSpPr>
        <p:spPr>
          <a:xfrm>
            <a:off x="6217920" y="4663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3" name="Deco star 8"/>
          <p:cNvSpPr/>
          <p:nvPr/>
        </p:nvSpPr>
        <p:spPr>
          <a:xfrm>
            <a:off x="8138160" y="45720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4" name="Deco moon surface"/>
          <p:cNvSpPr/>
          <p:nvPr/>
        </p:nvSpPr>
        <p:spPr>
          <a:xfrm>
            <a:off x="3200400" y="4709160"/>
            <a:ext cx="2743200" cy="1097280"/>
          </a:xfrm>
          <a:prstGeom prst="ellipse">
            <a:avLst/>
          </a:prstGeom>
          <a:solidFill>
            <a:srgbClr val="478560"/>
          </a:solidFill>
          <a:ln w="12700">
            <a:solidFill>
              <a:srgbClr val="478560"/>
            </a:solidFill>
            <a:prstDash val="solid"/>
          </a:ln>
        </p:spPr>
      </p:sp>
      <p:sp>
        <p:nvSpPr>
          <p:cNvPr id="15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6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7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8" name="C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خ</a:t>
            </a:r>
            <a:endParaRPr lang="ar-SA" sz="5600" dirty="0"/>
          </a:p>
        </p:txBody>
      </p:sp>
      <p:sp>
        <p:nvSpPr>
          <p:cNvPr id="19" name="C2 F1 fath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خَ</a:t>
            </a:r>
            <a:endParaRPr lang="ar-SA" sz="5600" dirty="0"/>
          </a:p>
        </p:txBody>
      </p:sp>
      <p:sp>
        <p:nvSpPr>
          <p:cNvPr id="20" name="C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CDD9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1" name="C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ض</a:t>
            </a:r>
            <a:endParaRPr lang="ar-SA" sz="5600" dirty="0"/>
          </a:p>
        </p:txBody>
      </p:sp>
      <p:sp>
        <p:nvSpPr>
          <p:cNvPr id="22" name="C5 F2 fath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ضَ</a:t>
            </a:r>
            <a:endParaRPr lang="ar-SA" sz="5600" dirty="0"/>
          </a:p>
        </p:txBody>
      </p:sp>
      <p:sp>
        <p:nvSpPr>
          <p:cNvPr id="23" name="C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52B8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C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خَضَ</a:t>
            </a:r>
            <a:endParaRPr lang="ar-SA" sz="9000" dirty="0"/>
          </a:p>
        </p:txBody>
      </p:sp>
    </p:spTree>
  </p:cSld>
  <p:clrMapOvr>
    <a:masterClrMapping/>
  </p:clrMapOvr>
  <p:transition spd="med">
    <p:randomBar dir="vert"/>
    <p:sndAc>
      <p:stSnd>
        <p:snd r:embed="rIdTrSnd" name="sparkl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</p:bldLst>
  </p:timing>
</p:sld>
</file>

<file path=ppt/slides/slide7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7">
    <p:bg>
      <p:bgPr>
        <a:solidFill>
          <a:srgbClr val="F7D7C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sun low"/>
          <p:cNvSpPr/>
          <p:nvPr/>
        </p:nvSpPr>
        <p:spPr>
          <a:xfrm>
            <a:off x="3566160" y="4343400"/>
            <a:ext cx="2011680" cy="2011680"/>
          </a:xfrm>
          <a:prstGeom prst="ellipse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3" name="Deco dune left"/>
          <p:cNvSpPr/>
          <p:nvPr/>
        </p:nvSpPr>
        <p:spPr>
          <a:xfrm>
            <a:off x="-1097280" y="4572000"/>
            <a:ext cx="4572000" cy="1280160"/>
          </a:xfrm>
          <a:prstGeom prst="ellipse">
            <a:avLst/>
          </a:prstGeom>
          <a:solidFill>
            <a:srgbClr val="D8BE64"/>
          </a:solidFill>
          <a:ln w="12700">
            <a:solidFill>
              <a:srgbClr val="D8BE64"/>
            </a:solidFill>
            <a:prstDash val="solid"/>
          </a:ln>
        </p:spPr>
      </p:sp>
      <p:sp>
        <p:nvSpPr>
          <p:cNvPr id="4" name="Deco dune right"/>
          <p:cNvSpPr/>
          <p:nvPr/>
        </p:nvSpPr>
        <p:spPr>
          <a:xfrm>
            <a:off x="5303520" y="4617720"/>
            <a:ext cx="5120640" cy="1280160"/>
          </a:xfrm>
          <a:prstGeom prst="ellipse">
            <a:avLst/>
          </a:prstGeom>
          <a:solidFill>
            <a:srgbClr val="D19B47"/>
          </a:solidFill>
          <a:ln w="12700">
            <a:solidFill>
              <a:srgbClr val="D19B47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320040" y="137160"/>
            <a:ext cx="1371600" cy="5943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right"/>
          <p:cNvSpPr/>
          <p:nvPr/>
        </p:nvSpPr>
        <p:spPr>
          <a:xfrm>
            <a:off x="7223760" y="182880"/>
            <a:ext cx="1280160" cy="548640"/>
          </a:xfrm>
          <a:prstGeom prst="cloud">
            <a:avLst/>
          </a:prstGeom>
          <a:solidFill>
            <a:srgbClr val="FFF3E8"/>
          </a:solidFill>
          <a:ln w="12700">
            <a:solidFill>
              <a:srgbClr val="FFF3E8"/>
            </a:solidFill>
            <a:prstDash val="solid"/>
          </a:ln>
        </p:spPr>
      </p:sp>
      <p:sp>
        <p:nvSpPr>
          <p:cNvPr id="7" name="Deco bird 0"/>
          <p:cNvSpPr/>
          <p:nvPr/>
        </p:nvSpPr>
        <p:spPr>
          <a:xfrm rot="5400000">
            <a:off x="2926080" y="32004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8" name="Deco bird 1"/>
          <p:cNvSpPr/>
          <p:nvPr/>
        </p:nvSpPr>
        <p:spPr>
          <a:xfrm rot="5400000">
            <a:off x="3291840" y="22860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9" name="Deco bird 2"/>
          <p:cNvSpPr/>
          <p:nvPr/>
        </p:nvSpPr>
        <p:spPr>
          <a:xfrm rot="5400000">
            <a:off x="5394960" y="36576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10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1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2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3" name="C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</a:t>
            </a:r>
            <a:endParaRPr lang="ar-SA" sz="5600" dirty="0"/>
          </a:p>
        </p:txBody>
      </p:sp>
      <p:sp>
        <p:nvSpPr>
          <p:cNvPr id="14" name="C2 F1 fath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دَ</a:t>
            </a:r>
            <a:endParaRPr lang="ar-SA" sz="5600" dirty="0"/>
          </a:p>
        </p:txBody>
      </p:sp>
      <p:sp>
        <p:nvSpPr>
          <p:cNvPr id="15" name="C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2698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6" name="C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ض</a:t>
            </a:r>
            <a:endParaRPr lang="ar-SA" sz="5600" dirty="0"/>
          </a:p>
        </p:txBody>
      </p:sp>
      <p:sp>
        <p:nvSpPr>
          <p:cNvPr id="17" name="C5 F2 fath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ضَ</a:t>
            </a:r>
            <a:endParaRPr lang="ar-SA" sz="5600" dirty="0"/>
          </a:p>
        </p:txBody>
      </p:sp>
      <p:sp>
        <p:nvSpPr>
          <p:cNvPr id="18" name="C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322E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9" name="C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دَضَ</a:t>
            </a:r>
            <a:endParaRPr lang="ar-SA" sz="9000" dirty="0"/>
          </a:p>
        </p:txBody>
      </p:sp>
    </p:spTree>
  </p:cSld>
  <p:clrMapOvr>
    <a:masterClrMapping/>
  </p:clrMapOvr>
  <p:transition spd="med">
    <p:push dir="l"/>
    <p:sndAc>
      <p:stSnd>
        <p:snd r:embed="rIdTrSnd" name="marimba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 animBg="1"/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</p:bldLst>
  </p:timing>
</p:sld>
</file>

<file path=ppt/slides/slide7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8">
    <p:bg>
      <p:bgPr>
        <a:solidFill>
          <a:srgbClr val="C5F7E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434840"/>
            <a:ext cx="4754880" cy="1463040"/>
          </a:xfrm>
          <a:prstGeom prst="ellipse">
            <a:avLst/>
          </a:prstGeom>
          <a:solidFill>
            <a:srgbClr val="6666CC"/>
          </a:solidFill>
          <a:ln w="12700">
            <a:solidFill>
              <a:srgbClr val="6666CC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023360" y="4526280"/>
            <a:ext cx="5852160" cy="1463040"/>
          </a:xfrm>
          <a:prstGeom prst="ellipse">
            <a:avLst/>
          </a:prstGeom>
          <a:solidFill>
            <a:srgbClr val="6A40BF"/>
          </a:solidFill>
          <a:ln w="12700">
            <a:solidFill>
              <a:srgbClr val="6A40BF"/>
            </a:solidFill>
            <a:prstDash val="solid"/>
          </a:ln>
        </p:spPr>
      </p:sp>
      <p:sp>
        <p:nvSpPr>
          <p:cNvPr id="4" name="Deco sun"/>
          <p:cNvSpPr/>
          <p:nvPr/>
        </p:nvSpPr>
        <p:spPr>
          <a:xfrm>
            <a:off x="274320" y="91440"/>
            <a:ext cx="731520" cy="73152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85800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863840" y="457200"/>
            <a:ext cx="822960" cy="365760"/>
          </a:xfrm>
          <a:prstGeom prst="cloud">
            <a:avLst/>
          </a:prstGeom>
          <a:solidFill>
            <a:srgbClr val="F4FAFF"/>
          </a:solidFill>
          <a:ln w="12700">
            <a:solidFill>
              <a:srgbClr val="F4FAFF"/>
            </a:solidFill>
            <a:prstDash val="solid"/>
          </a:ln>
        </p:spPr>
      </p:sp>
      <p:sp>
        <p:nvSpPr>
          <p:cNvPr id="7" name="Deco flower 0"/>
          <p:cNvSpPr/>
          <p:nvPr/>
        </p:nvSpPr>
        <p:spPr>
          <a:xfrm>
            <a:off x="128016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8" name="Deco flower 1"/>
          <p:cNvSpPr/>
          <p:nvPr/>
        </p:nvSpPr>
        <p:spPr>
          <a:xfrm>
            <a:off x="1828800" y="4526280"/>
            <a:ext cx="292608" cy="292608"/>
          </a:xfrm>
          <a:prstGeom prst="star5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9" name="Deco flower 2"/>
          <p:cNvSpPr/>
          <p:nvPr/>
        </p:nvSpPr>
        <p:spPr>
          <a:xfrm>
            <a:off x="7315200" y="4526280"/>
            <a:ext cx="292608" cy="292608"/>
          </a:xfrm>
          <a:prstGeom prst="star5">
            <a:avLst/>
          </a:prstGeom>
          <a:solidFill>
            <a:srgbClr val="8E5BD0"/>
          </a:solidFill>
          <a:ln w="12700">
            <a:solidFill>
              <a:srgbClr val="8E5BD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795528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11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2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3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4" name="C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ذ</a:t>
            </a:r>
            <a:endParaRPr lang="ar-SA" sz="5600" dirty="0"/>
          </a:p>
        </p:txBody>
      </p:sp>
      <p:sp>
        <p:nvSpPr>
          <p:cNvPr id="15" name="C2 F1 fath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ذَ</a:t>
            </a:r>
            <a:endParaRPr lang="ar-SA" sz="5600" dirty="0"/>
          </a:p>
        </p:txBody>
      </p:sp>
      <p:sp>
        <p:nvSpPr>
          <p:cNvPr id="16" name="C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D92664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7" name="C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ض</a:t>
            </a:r>
            <a:endParaRPr lang="ar-SA" sz="5600" dirty="0"/>
          </a:p>
        </p:txBody>
      </p:sp>
      <p:sp>
        <p:nvSpPr>
          <p:cNvPr id="18" name="C5 F2 fath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ضَ</a:t>
            </a:r>
            <a:endParaRPr lang="ar-SA" sz="5600" dirty="0"/>
          </a:p>
        </p:txBody>
      </p:sp>
      <p:sp>
        <p:nvSpPr>
          <p:cNvPr id="19" name="C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B85A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0" name="C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ذَضَ</a:t>
            </a:r>
            <a:endParaRPr lang="ar-SA" sz="9000" dirty="0"/>
          </a:p>
        </p:txBody>
      </p:sp>
    </p:spTree>
  </p:cSld>
  <p:clrMapOvr>
    <a:masterClrMapping/>
  </p:clrMapOvr>
  <p:transition spd="med">
    <p:split orient="vert" dir="out"/>
    <p:sndAc>
      <p:stSnd>
        <p:snd r:embed="rIdTrSnd" name="harp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</p:bldLst>
  </p:timing>
</p:sld>
</file>

<file path=ppt/slides/slide7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9">
    <p:bg>
      <p:bgPr>
        <a:solidFill>
          <a:srgbClr val="41144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moon"/>
          <p:cNvSpPr/>
          <p:nvPr/>
        </p:nvSpPr>
        <p:spPr>
          <a:xfrm>
            <a:off x="365760" y="91440"/>
            <a:ext cx="502920" cy="731520"/>
          </a:xfrm>
          <a:prstGeom prst="moon">
            <a:avLst/>
          </a:prstGeom>
          <a:solidFill>
            <a:srgbClr val="FFE88A"/>
          </a:solidFill>
          <a:ln w="12700">
            <a:solidFill>
              <a:srgbClr val="FFE88A"/>
            </a:solidFill>
            <a:prstDash val="solid"/>
          </a:ln>
        </p:spPr>
      </p:sp>
      <p:sp>
        <p:nvSpPr>
          <p:cNvPr id="3" name="Deco star 0"/>
          <p:cNvSpPr/>
          <p:nvPr/>
        </p:nvSpPr>
        <p:spPr>
          <a:xfrm>
            <a:off x="1280160" y="18288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4" name="Deco star 1"/>
          <p:cNvSpPr/>
          <p:nvPr/>
        </p:nvSpPr>
        <p:spPr>
          <a:xfrm>
            <a:off x="2194560" y="50292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5" name="Deco star 2"/>
          <p:cNvSpPr/>
          <p:nvPr/>
        </p:nvSpPr>
        <p:spPr>
          <a:xfrm>
            <a:off x="3291840" y="137160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6" name="Deco star 3"/>
          <p:cNvSpPr/>
          <p:nvPr/>
        </p:nvSpPr>
        <p:spPr>
          <a:xfrm>
            <a:off x="5760720" y="457200"/>
            <a:ext cx="365760" cy="36576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7" name="Deco star 4"/>
          <p:cNvSpPr/>
          <p:nvPr/>
        </p:nvSpPr>
        <p:spPr>
          <a:xfrm>
            <a:off x="6766560" y="109728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8" name="Deco star 5"/>
          <p:cNvSpPr/>
          <p:nvPr/>
        </p:nvSpPr>
        <p:spPr>
          <a:xfrm>
            <a:off x="7772400" y="41148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9" name="Deco star 6"/>
          <p:cNvSpPr/>
          <p:nvPr/>
        </p:nvSpPr>
        <p:spPr>
          <a:xfrm>
            <a:off x="8503920" y="13716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10" name="Deco hill left"/>
          <p:cNvSpPr/>
          <p:nvPr/>
        </p:nvSpPr>
        <p:spPr>
          <a:xfrm>
            <a:off x="-914400" y="4480560"/>
            <a:ext cx="4937760" cy="1463040"/>
          </a:xfrm>
          <a:prstGeom prst="ellipse">
            <a:avLst/>
          </a:prstGeom>
          <a:solidFill>
            <a:srgbClr val="642B4B"/>
          </a:solidFill>
          <a:ln w="12700">
            <a:solidFill>
              <a:srgbClr val="642B4B"/>
            </a:solidFill>
            <a:prstDash val="solid"/>
          </a:ln>
        </p:spPr>
      </p:sp>
      <p:sp>
        <p:nvSpPr>
          <p:cNvPr id="11" name="Deco hill right"/>
          <p:cNvSpPr/>
          <p:nvPr/>
        </p:nvSpPr>
        <p:spPr>
          <a:xfrm>
            <a:off x="4206240" y="4572000"/>
            <a:ext cx="5669280" cy="1463040"/>
          </a:xfrm>
          <a:prstGeom prst="ellipse">
            <a:avLst/>
          </a:prstGeom>
          <a:solidFill>
            <a:srgbClr val="793438"/>
          </a:solidFill>
          <a:ln w="12700">
            <a:solidFill>
              <a:srgbClr val="793438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C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ر</a:t>
            </a:r>
            <a:endParaRPr lang="ar-SA" sz="5600" dirty="0"/>
          </a:p>
        </p:txBody>
      </p:sp>
      <p:sp>
        <p:nvSpPr>
          <p:cNvPr id="16" name="C2 F1 fath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رَ</a:t>
            </a:r>
            <a:endParaRPr lang="ar-SA" sz="5600" dirty="0"/>
          </a:p>
        </p:txBody>
      </p:sp>
      <p:sp>
        <p:nvSpPr>
          <p:cNvPr id="17" name="C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30D9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8" name="C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ض</a:t>
            </a:r>
            <a:endParaRPr lang="ar-SA" sz="5600" dirty="0"/>
          </a:p>
        </p:txBody>
      </p:sp>
      <p:sp>
        <p:nvSpPr>
          <p:cNvPr id="19" name="C5 F2 fath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ضَ</a:t>
            </a:r>
            <a:endParaRPr lang="ar-SA" sz="5600" dirty="0"/>
          </a:p>
        </p:txBody>
      </p:sp>
      <p:sp>
        <p:nvSpPr>
          <p:cNvPr id="20" name="C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2EB882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1" name="C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رَضَ</a:t>
            </a:r>
            <a:endParaRPr lang="ar-SA" sz="9000" dirty="0"/>
          </a:p>
        </p:txBody>
      </p:sp>
    </p:spTree>
  </p:cSld>
  <p:clrMapOvr>
    <a:masterClrMapping/>
  </p:clrMapOvr>
  <p:transition spd="med">
    <p:pull dir="l"/>
    <p:sndAc>
      <p:stSnd>
        <p:snd r:embed="rIdTrSnd" name="chim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</p:bldLst>
  </p:timing>
</p:sld>
</file>

<file path=ppt/slides/slide8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0">
    <p:bg>
      <p:bgPr>
        <a:solidFill>
          <a:srgbClr val="EBF7C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wave back"/>
          <p:cNvSpPr/>
          <p:nvPr/>
        </p:nvSpPr>
        <p:spPr>
          <a:xfrm>
            <a:off x="-182880" y="4389120"/>
            <a:ext cx="9509760" cy="548640"/>
          </a:xfrm>
          <a:prstGeom prst="wave">
            <a:avLst/>
          </a:prstGeom>
          <a:solidFill>
            <a:srgbClr val="855CD6"/>
          </a:solidFill>
          <a:ln w="12700">
            <a:solidFill>
              <a:srgbClr val="855CD6"/>
            </a:solidFill>
            <a:prstDash val="solid"/>
          </a:ln>
        </p:spPr>
      </p:sp>
      <p:sp>
        <p:nvSpPr>
          <p:cNvPr id="3" name="Deco sea floor"/>
          <p:cNvSpPr/>
          <p:nvPr/>
        </p:nvSpPr>
        <p:spPr>
          <a:xfrm>
            <a:off x="0" y="4709160"/>
            <a:ext cx="9144000" cy="457200"/>
          </a:xfrm>
          <a:prstGeom prst="rect">
            <a:avLst/>
          </a:prstGeom>
          <a:solidFill>
            <a:srgbClr val="7333CC"/>
          </a:solidFill>
          <a:ln w="12700">
            <a:solidFill>
              <a:srgbClr val="7333CC"/>
            </a:solidFill>
            <a:prstDash val="solid"/>
          </a:ln>
        </p:spPr>
      </p:sp>
      <p:sp>
        <p:nvSpPr>
          <p:cNvPr id="4" name="Deco bubble 0"/>
          <p:cNvSpPr/>
          <p:nvPr/>
        </p:nvSpPr>
        <p:spPr>
          <a:xfrm>
            <a:off x="365760" y="182880"/>
            <a:ext cx="411480" cy="4114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5" name="Deco bubble 1"/>
          <p:cNvSpPr/>
          <p:nvPr/>
        </p:nvSpPr>
        <p:spPr>
          <a:xfrm>
            <a:off x="914400" y="502920"/>
            <a:ext cx="256032" cy="256032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6" name="Deco bubble 2"/>
          <p:cNvSpPr/>
          <p:nvPr/>
        </p:nvSpPr>
        <p:spPr>
          <a:xfrm>
            <a:off x="8138160" y="137160"/>
            <a:ext cx="457200" cy="4572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7" name="Deco bubble 3"/>
          <p:cNvSpPr/>
          <p:nvPr/>
        </p:nvSpPr>
        <p:spPr>
          <a:xfrm>
            <a:off x="7680960" y="548640"/>
            <a:ext cx="228600" cy="2286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8" name="Deco bubble 4"/>
          <p:cNvSpPr/>
          <p:nvPr/>
        </p:nvSpPr>
        <p:spPr>
          <a:xfrm>
            <a:off x="8686800" y="566928"/>
            <a:ext cx="182880" cy="1828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9" name="Deco sun"/>
          <p:cNvSpPr/>
          <p:nvPr/>
        </p:nvSpPr>
        <p:spPr>
          <a:xfrm>
            <a:off x="4206240" y="109728"/>
            <a:ext cx="685800" cy="68580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0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1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2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3" name="C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ز</a:t>
            </a:r>
            <a:endParaRPr lang="ar-SA" sz="5600" dirty="0"/>
          </a:p>
        </p:txBody>
      </p:sp>
      <p:sp>
        <p:nvSpPr>
          <p:cNvPr id="14" name="C2 F1 fath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زَ</a:t>
            </a:r>
            <a:endParaRPr lang="ar-SA" sz="5600" dirty="0"/>
          </a:p>
        </p:txBody>
      </p:sp>
      <p:sp>
        <p:nvSpPr>
          <p:cNvPr id="15" name="C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5026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6" name="C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ض</a:t>
            </a:r>
            <a:endParaRPr lang="ar-SA" sz="5600" dirty="0"/>
          </a:p>
        </p:txBody>
      </p:sp>
      <p:sp>
        <p:nvSpPr>
          <p:cNvPr id="17" name="C5 F2 fath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ضَ</a:t>
            </a:r>
            <a:endParaRPr lang="ar-SA" sz="5600" dirty="0"/>
          </a:p>
        </p:txBody>
      </p:sp>
      <p:sp>
        <p:nvSpPr>
          <p:cNvPr id="18" name="C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AA2E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9" name="C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زَضَ</a:t>
            </a:r>
            <a:endParaRPr lang="ar-SA" sz="9000" dirty="0"/>
          </a:p>
        </p:txBody>
      </p:sp>
    </p:spTree>
  </p:cSld>
  <p:clrMapOvr>
    <a:masterClrMapping/>
  </p:clrMapOvr>
  <p:transition spd="med">
    <p:fade/>
    <p:sndAc>
      <p:stSnd>
        <p:snd r:embed="rIdTrSnd" name="whoosh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 animBg="1"/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</p:bldLst>
  </p:timing>
</p:sld>
</file>

<file path=ppt/slides/slide8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1">
    <p:bg>
      <p:bgPr>
        <a:solidFill>
          <a:srgbClr val="C5DC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grass"/>
          <p:cNvSpPr/>
          <p:nvPr/>
        </p:nvSpPr>
        <p:spPr>
          <a:xfrm>
            <a:off x="0" y="4617720"/>
            <a:ext cx="9144000" cy="548640"/>
          </a:xfrm>
          <a:prstGeom prst="rect">
            <a:avLst/>
          </a:prstGeom>
          <a:solidFill>
            <a:srgbClr val="C653B3"/>
          </a:solidFill>
          <a:ln w="12700">
            <a:solidFill>
              <a:srgbClr val="C653B3"/>
            </a:solidFill>
            <a:prstDash val="solid"/>
          </a:ln>
        </p:spPr>
      </p:sp>
      <p:sp>
        <p:nvSpPr>
          <p:cNvPr id="3" name="Deco stem 0"/>
          <p:cNvSpPr/>
          <p:nvPr/>
        </p:nvSpPr>
        <p:spPr>
          <a:xfrm>
            <a:off x="57607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4" name="Deco flower 0"/>
          <p:cNvSpPr/>
          <p:nvPr/>
        </p:nvSpPr>
        <p:spPr>
          <a:xfrm>
            <a:off x="457200" y="4370832"/>
            <a:ext cx="274320" cy="274320"/>
          </a:xfrm>
          <a:prstGeom prst="flowChartConnector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5" name="Deco stem 1"/>
          <p:cNvSpPr/>
          <p:nvPr/>
        </p:nvSpPr>
        <p:spPr>
          <a:xfrm>
            <a:off x="13990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6" name="Deco flower 1"/>
          <p:cNvSpPr/>
          <p:nvPr/>
        </p:nvSpPr>
        <p:spPr>
          <a:xfrm>
            <a:off x="1280160" y="4370832"/>
            <a:ext cx="274320" cy="274320"/>
          </a:xfrm>
          <a:prstGeom prst="flowChartConnector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7" name="Deco stem 2"/>
          <p:cNvSpPr/>
          <p:nvPr/>
        </p:nvSpPr>
        <p:spPr>
          <a:xfrm>
            <a:off x="22219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8" name="Deco flower 2"/>
          <p:cNvSpPr/>
          <p:nvPr/>
        </p:nvSpPr>
        <p:spPr>
          <a:xfrm>
            <a:off x="2103120" y="4370832"/>
            <a:ext cx="274320" cy="274320"/>
          </a:xfrm>
          <a:prstGeom prst="flowChartConnector">
            <a:avLst/>
          </a:prstGeom>
          <a:solidFill>
            <a:srgbClr val="B892FF"/>
          </a:solidFill>
          <a:ln w="12700">
            <a:solidFill>
              <a:srgbClr val="B892FF"/>
            </a:solidFill>
            <a:prstDash val="solid"/>
          </a:ln>
        </p:spPr>
      </p:sp>
      <p:sp>
        <p:nvSpPr>
          <p:cNvPr id="9" name="Deco stem 3"/>
          <p:cNvSpPr/>
          <p:nvPr/>
        </p:nvSpPr>
        <p:spPr>
          <a:xfrm>
            <a:off x="68854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6766560" y="4370832"/>
            <a:ext cx="274320" cy="274320"/>
          </a:xfrm>
          <a:prstGeom prst="flowChartConnector">
            <a:avLst/>
          </a:prstGeom>
          <a:solidFill>
            <a:srgbClr val="FF6F91"/>
          </a:solidFill>
          <a:ln w="12700">
            <a:solidFill>
              <a:srgbClr val="FF6F91"/>
            </a:solidFill>
            <a:prstDash val="solid"/>
          </a:ln>
        </p:spPr>
      </p:sp>
      <p:sp>
        <p:nvSpPr>
          <p:cNvPr id="11" name="Deco stem 4"/>
          <p:cNvSpPr/>
          <p:nvPr/>
        </p:nvSpPr>
        <p:spPr>
          <a:xfrm>
            <a:off x="77083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2" name="Deco flower 4"/>
          <p:cNvSpPr/>
          <p:nvPr/>
        </p:nvSpPr>
        <p:spPr>
          <a:xfrm>
            <a:off x="7589520" y="4370832"/>
            <a:ext cx="274320" cy="274320"/>
          </a:xfrm>
          <a:prstGeom prst="flowChartConnector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3" name="Deco stem 5"/>
          <p:cNvSpPr/>
          <p:nvPr/>
        </p:nvSpPr>
        <p:spPr>
          <a:xfrm>
            <a:off x="843991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4" name="Deco flower 5"/>
          <p:cNvSpPr/>
          <p:nvPr/>
        </p:nvSpPr>
        <p:spPr>
          <a:xfrm>
            <a:off x="8321040" y="4370832"/>
            <a:ext cx="274320" cy="274320"/>
          </a:xfrm>
          <a:prstGeom prst="flowChartConnector">
            <a:avLst/>
          </a:prstGeom>
          <a:solidFill>
            <a:srgbClr val="7EC8FF"/>
          </a:solidFill>
          <a:ln w="12700">
            <a:solidFill>
              <a:srgbClr val="7EC8FF"/>
            </a:solidFill>
            <a:prstDash val="solid"/>
          </a:ln>
        </p:spPr>
      </p:sp>
      <p:sp>
        <p:nvSpPr>
          <p:cNvPr id="15" name="Deco heart"/>
          <p:cNvSpPr/>
          <p:nvPr/>
        </p:nvSpPr>
        <p:spPr>
          <a:xfrm>
            <a:off x="411480" y="228600"/>
            <a:ext cx="457200" cy="411480"/>
          </a:xfrm>
          <a:prstGeom prst="heart">
            <a:avLst/>
          </a:prstGeom>
          <a:solidFill>
            <a:srgbClr val="5ED1ED"/>
          </a:solidFill>
          <a:ln w="12700">
            <a:solidFill>
              <a:srgbClr val="5ED1ED"/>
            </a:solidFill>
            <a:prstDash val="solid"/>
          </a:ln>
        </p:spPr>
      </p:sp>
      <p:sp>
        <p:nvSpPr>
          <p:cNvPr id="16" name="Deco cloud"/>
          <p:cNvSpPr/>
          <p:nvPr/>
        </p:nvSpPr>
        <p:spPr>
          <a:xfrm>
            <a:off x="713232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7" name="Deco friend"/>
          <p:cNvSpPr/>
          <p:nvPr/>
        </p:nvSpPr>
        <p:spPr>
          <a:xfrm>
            <a:off x="6309360" y="182880"/>
            <a:ext cx="548640" cy="548640"/>
          </a:xfrm>
          <a:prstGeom prst="smileyFace">
            <a:avLst/>
          </a:prstGeom>
          <a:solidFill>
            <a:srgbClr val="FFD166"/>
          </a:solidFill>
          <a:ln w="12700">
            <a:solidFill>
              <a:srgbClr val="FFD166"/>
            </a:solidFill>
            <a:prstDash val="solid"/>
          </a:ln>
        </p:spPr>
      </p:sp>
      <p:sp>
        <p:nvSpPr>
          <p:cNvPr id="18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9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20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21" name="C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س</a:t>
            </a:r>
            <a:endParaRPr lang="ar-SA" sz="5600" dirty="0"/>
          </a:p>
        </p:txBody>
      </p:sp>
      <p:sp>
        <p:nvSpPr>
          <p:cNvPr id="22" name="C2 F1 fath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سَ</a:t>
            </a:r>
            <a:endParaRPr lang="ar-SA" sz="5600" dirty="0"/>
          </a:p>
        </p:txBody>
      </p:sp>
      <p:sp>
        <p:nvSpPr>
          <p:cNvPr id="23" name="C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D984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C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ض</a:t>
            </a:r>
            <a:endParaRPr lang="ar-SA" sz="5600" dirty="0"/>
          </a:p>
        </p:txBody>
      </p:sp>
      <p:sp>
        <p:nvSpPr>
          <p:cNvPr id="25" name="C5 F2 fath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ضَ</a:t>
            </a:r>
            <a:endParaRPr lang="ar-SA" sz="5600" dirty="0"/>
          </a:p>
        </p:txBody>
      </p:sp>
      <p:sp>
        <p:nvSpPr>
          <p:cNvPr id="26" name="C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9DB8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7" name="C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سَضَ</a:t>
            </a:r>
            <a:endParaRPr lang="ar-SA" sz="8800" dirty="0"/>
          </a:p>
        </p:txBody>
      </p:sp>
    </p:spTree>
  </p:cSld>
  <p:clrMapOvr>
    <a:masterClrMapping/>
  </p:clrMapOvr>
  <p:transition spd="med">
    <p:cover dir="l"/>
    <p:sndAc>
      <p:stSnd>
        <p:snd r:embed="rIdTrSnd" name="bubbles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</p:bldLst>
  </p:timing>
</p:sld>
</file>

<file path=ppt/slides/slide8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2">
    <p:bg>
      <p:bgPr>
        <a:solidFill>
          <a:srgbClr val="43141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planet"/>
          <p:cNvSpPr/>
          <p:nvPr/>
        </p:nvSpPr>
        <p:spPr>
          <a:xfrm>
            <a:off x="7680960" y="91440"/>
            <a:ext cx="731520" cy="731520"/>
          </a:xfrm>
          <a:prstGeom prst="ellipse">
            <a:avLst/>
          </a:prstGeom>
          <a:solidFill>
            <a:srgbClr val="E07F52"/>
          </a:solidFill>
          <a:ln w="12700">
            <a:solidFill>
              <a:srgbClr val="E07F52"/>
            </a:solidFill>
            <a:prstDash val="solid"/>
          </a:ln>
        </p:spPr>
      </p:sp>
      <p:sp>
        <p:nvSpPr>
          <p:cNvPr id="3" name="Deco planet ring"/>
          <p:cNvSpPr/>
          <p:nvPr/>
        </p:nvSpPr>
        <p:spPr>
          <a:xfrm>
            <a:off x="7452360" y="384048"/>
            <a:ext cx="1188720" cy="164592"/>
          </a:xfrm>
          <a:prstGeom prst="ellipse">
            <a:avLst/>
          </a:prstGeom>
          <a:solidFill>
            <a:srgbClr val="FFFFFF">
              <a:alpha val="0"/>
            </a:srgbClr>
          </a:solidFill>
          <a:ln w="25400">
            <a:solidFill>
              <a:srgbClr val="F2E08C"/>
            </a:solidFill>
            <a:prstDash val="solid"/>
          </a:ln>
        </p:spPr>
      </p:sp>
      <p:sp>
        <p:nvSpPr>
          <p:cNvPr id="4" name="Deco small planet"/>
          <p:cNvSpPr/>
          <p:nvPr/>
        </p:nvSpPr>
        <p:spPr>
          <a:xfrm>
            <a:off x="274320" y="182880"/>
            <a:ext cx="502920" cy="502920"/>
          </a:xfrm>
          <a:prstGeom prst="ellipse">
            <a:avLst/>
          </a:prstGeom>
          <a:solidFill>
            <a:srgbClr val="70DBC8"/>
          </a:solidFill>
          <a:ln w="12700">
            <a:solidFill>
              <a:srgbClr val="70DBC8"/>
            </a:solidFill>
            <a:prstDash val="solid"/>
          </a:ln>
        </p:spPr>
      </p:sp>
      <p:sp>
        <p:nvSpPr>
          <p:cNvPr id="5" name="Deco star 0"/>
          <p:cNvSpPr/>
          <p:nvPr/>
        </p:nvSpPr>
        <p:spPr>
          <a:xfrm>
            <a:off x="1371600" y="27432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6" name="Deco star 1"/>
          <p:cNvSpPr/>
          <p:nvPr/>
        </p:nvSpPr>
        <p:spPr>
          <a:xfrm>
            <a:off x="2468880" y="91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7" name="Deco star 2"/>
          <p:cNvSpPr/>
          <p:nvPr/>
        </p:nvSpPr>
        <p:spPr>
          <a:xfrm>
            <a:off x="3840480" y="50292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8" name="Deco star 3"/>
          <p:cNvSpPr/>
          <p:nvPr/>
        </p:nvSpPr>
        <p:spPr>
          <a:xfrm>
            <a:off x="5120640" y="137160"/>
            <a:ext cx="256032" cy="256032"/>
          </a:xfrm>
          <a:prstGeom prst="star4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9" name="Deco star 4"/>
          <p:cNvSpPr/>
          <p:nvPr/>
        </p:nvSpPr>
        <p:spPr>
          <a:xfrm>
            <a:off x="6583680" y="4572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5"/>
          <p:cNvSpPr/>
          <p:nvPr/>
        </p:nvSpPr>
        <p:spPr>
          <a:xfrm>
            <a:off x="1097280" y="457200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star 6"/>
          <p:cNvSpPr/>
          <p:nvPr/>
        </p:nvSpPr>
        <p:spPr>
          <a:xfrm>
            <a:off x="2743200" y="475488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12" name="Deco star 7"/>
          <p:cNvSpPr/>
          <p:nvPr/>
        </p:nvSpPr>
        <p:spPr>
          <a:xfrm>
            <a:off x="6217920" y="4663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3" name="Deco star 8"/>
          <p:cNvSpPr/>
          <p:nvPr/>
        </p:nvSpPr>
        <p:spPr>
          <a:xfrm>
            <a:off x="8138160" y="45720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4" name="Deco moon surface"/>
          <p:cNvSpPr/>
          <p:nvPr/>
        </p:nvSpPr>
        <p:spPr>
          <a:xfrm>
            <a:off x="3200400" y="4709160"/>
            <a:ext cx="2743200" cy="1097280"/>
          </a:xfrm>
          <a:prstGeom prst="ellipse">
            <a:avLst/>
          </a:prstGeom>
          <a:solidFill>
            <a:srgbClr val="514785"/>
          </a:solidFill>
          <a:ln w="12700">
            <a:solidFill>
              <a:srgbClr val="514785"/>
            </a:solidFill>
            <a:prstDash val="solid"/>
          </a:ln>
        </p:spPr>
      </p:sp>
      <p:sp>
        <p:nvSpPr>
          <p:cNvPr id="15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6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7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8" name="C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ش</a:t>
            </a:r>
            <a:endParaRPr lang="ar-SA" sz="5600" dirty="0"/>
          </a:p>
        </p:txBody>
      </p:sp>
      <p:sp>
        <p:nvSpPr>
          <p:cNvPr id="19" name="C2 F1 fath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شَ</a:t>
            </a:r>
            <a:endParaRPr lang="ar-SA" sz="5600" dirty="0"/>
          </a:p>
        </p:txBody>
      </p:sp>
      <p:sp>
        <p:nvSpPr>
          <p:cNvPr id="20" name="C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26D9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1" name="C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ض</a:t>
            </a:r>
            <a:endParaRPr lang="ar-SA" sz="5600" dirty="0"/>
          </a:p>
        </p:txBody>
      </p:sp>
      <p:sp>
        <p:nvSpPr>
          <p:cNvPr id="22" name="C5 F2 fath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ضَ</a:t>
            </a:r>
            <a:endParaRPr lang="ar-SA" sz="5600" dirty="0"/>
          </a:p>
        </p:txBody>
      </p:sp>
      <p:sp>
        <p:nvSpPr>
          <p:cNvPr id="23" name="C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2E75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C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شَضَ</a:t>
            </a:r>
            <a:endParaRPr lang="ar-SA" sz="8800" dirty="0"/>
          </a:p>
        </p:txBody>
      </p:sp>
    </p:spTree>
  </p:cSld>
  <p:clrMapOvr>
    <a:masterClrMapping/>
  </p:clrMapOvr>
  <p:transition spd="med">
    <p:zoom/>
    <p:sndAc>
      <p:stSnd>
        <p:snd r:embed="rIdTrSnd" name="sparkl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</p:bldLst>
  </p:timing>
</p:sld>
</file>

<file path=ppt/slides/slide8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3">
    <p:bg>
      <p:bgPr>
        <a:solidFill>
          <a:srgbClr val="C5F7C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sun low"/>
          <p:cNvSpPr/>
          <p:nvPr/>
        </p:nvSpPr>
        <p:spPr>
          <a:xfrm>
            <a:off x="3566160" y="4343400"/>
            <a:ext cx="2011680" cy="2011680"/>
          </a:xfrm>
          <a:prstGeom prst="ellipse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3" name="Deco dune left"/>
          <p:cNvSpPr/>
          <p:nvPr/>
        </p:nvSpPr>
        <p:spPr>
          <a:xfrm>
            <a:off x="-1097280" y="4572000"/>
            <a:ext cx="4572000" cy="1280160"/>
          </a:xfrm>
          <a:prstGeom prst="ellipse">
            <a:avLst/>
          </a:prstGeom>
          <a:solidFill>
            <a:srgbClr val="64D8A1"/>
          </a:solidFill>
          <a:ln w="12700">
            <a:solidFill>
              <a:srgbClr val="64D8A1"/>
            </a:solidFill>
            <a:prstDash val="solid"/>
          </a:ln>
        </p:spPr>
      </p:sp>
      <p:sp>
        <p:nvSpPr>
          <p:cNvPr id="4" name="Deco dune right"/>
          <p:cNvSpPr/>
          <p:nvPr/>
        </p:nvSpPr>
        <p:spPr>
          <a:xfrm>
            <a:off x="5303520" y="4617720"/>
            <a:ext cx="5120640" cy="1280160"/>
          </a:xfrm>
          <a:prstGeom prst="ellipse">
            <a:avLst/>
          </a:prstGeom>
          <a:solidFill>
            <a:srgbClr val="47D179"/>
          </a:solidFill>
          <a:ln w="12700">
            <a:solidFill>
              <a:srgbClr val="47D179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320040" y="137160"/>
            <a:ext cx="1371600" cy="5943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right"/>
          <p:cNvSpPr/>
          <p:nvPr/>
        </p:nvSpPr>
        <p:spPr>
          <a:xfrm>
            <a:off x="7223760" y="182880"/>
            <a:ext cx="1280160" cy="548640"/>
          </a:xfrm>
          <a:prstGeom prst="cloud">
            <a:avLst/>
          </a:prstGeom>
          <a:solidFill>
            <a:srgbClr val="FFF3E8"/>
          </a:solidFill>
          <a:ln w="12700">
            <a:solidFill>
              <a:srgbClr val="FFF3E8"/>
            </a:solidFill>
            <a:prstDash val="solid"/>
          </a:ln>
        </p:spPr>
      </p:sp>
      <p:sp>
        <p:nvSpPr>
          <p:cNvPr id="7" name="Deco bird 0"/>
          <p:cNvSpPr/>
          <p:nvPr/>
        </p:nvSpPr>
        <p:spPr>
          <a:xfrm rot="5400000">
            <a:off x="2926080" y="32004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8" name="Deco bird 1"/>
          <p:cNvSpPr/>
          <p:nvPr/>
        </p:nvSpPr>
        <p:spPr>
          <a:xfrm rot="5400000">
            <a:off x="3291840" y="22860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9" name="Deco bird 2"/>
          <p:cNvSpPr/>
          <p:nvPr/>
        </p:nvSpPr>
        <p:spPr>
          <a:xfrm rot="5400000">
            <a:off x="5394960" y="36576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10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1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2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3" name="C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ص</a:t>
            </a:r>
            <a:endParaRPr lang="ar-SA" sz="5600" dirty="0"/>
          </a:p>
        </p:txBody>
      </p:sp>
      <p:sp>
        <p:nvSpPr>
          <p:cNvPr id="14" name="C2 F1 fath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صَ</a:t>
            </a:r>
            <a:endParaRPr lang="ar-SA" sz="5600" dirty="0"/>
          </a:p>
        </p:txBody>
      </p:sp>
      <p:sp>
        <p:nvSpPr>
          <p:cNvPr id="15" name="C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D926C5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6" name="C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ض</a:t>
            </a:r>
            <a:endParaRPr lang="ar-SA" sz="5600" dirty="0"/>
          </a:p>
        </p:txBody>
      </p:sp>
      <p:sp>
        <p:nvSpPr>
          <p:cNvPr id="17" name="C5 F2 fath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ضَ</a:t>
            </a:r>
            <a:endParaRPr lang="ar-SA" sz="5600" dirty="0"/>
          </a:p>
        </p:txBody>
      </p:sp>
      <p:sp>
        <p:nvSpPr>
          <p:cNvPr id="18" name="C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B82E4D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9" name="C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3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صَضَ</a:t>
            </a:r>
            <a:endParaRPr lang="ar-SA" sz="8300" dirty="0"/>
          </a:p>
        </p:txBody>
      </p:sp>
    </p:spTree>
  </p:cSld>
  <p:clrMapOvr>
    <a:masterClrMapping/>
  </p:clrMapOvr>
  <p:transition spd="med">
    <p:wheel spokes="4"/>
    <p:sndAc>
      <p:stSnd>
        <p:snd r:embed="rIdTrSnd" name="marimba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 animBg="1"/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</p:bldLst>
  </p:timing>
</p:sld>
</file>

<file path=ppt/slides/slide8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4">
    <p:bg>
      <p:bgPr>
        <a:solidFill>
          <a:srgbClr val="D9C5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434840"/>
            <a:ext cx="4754880" cy="1463040"/>
          </a:xfrm>
          <a:prstGeom prst="ellipse">
            <a:avLst/>
          </a:prstGeom>
          <a:solidFill>
            <a:srgbClr val="CC6666"/>
          </a:solidFill>
          <a:ln w="12700">
            <a:solidFill>
              <a:srgbClr val="CC6666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023360" y="4526280"/>
            <a:ext cx="5852160" cy="1463040"/>
          </a:xfrm>
          <a:prstGeom prst="ellipse">
            <a:avLst/>
          </a:prstGeom>
          <a:solidFill>
            <a:srgbClr val="BF6A40"/>
          </a:solidFill>
          <a:ln w="12700">
            <a:solidFill>
              <a:srgbClr val="BF6A40"/>
            </a:solidFill>
            <a:prstDash val="solid"/>
          </a:ln>
        </p:spPr>
      </p:sp>
      <p:sp>
        <p:nvSpPr>
          <p:cNvPr id="4" name="Deco sun"/>
          <p:cNvSpPr/>
          <p:nvPr/>
        </p:nvSpPr>
        <p:spPr>
          <a:xfrm>
            <a:off x="274320" y="91440"/>
            <a:ext cx="731520" cy="73152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85800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863840" y="457200"/>
            <a:ext cx="822960" cy="365760"/>
          </a:xfrm>
          <a:prstGeom prst="cloud">
            <a:avLst/>
          </a:prstGeom>
          <a:solidFill>
            <a:srgbClr val="F4FAFF"/>
          </a:solidFill>
          <a:ln w="12700">
            <a:solidFill>
              <a:srgbClr val="F4FAFF"/>
            </a:solidFill>
            <a:prstDash val="solid"/>
          </a:ln>
        </p:spPr>
      </p:sp>
      <p:sp>
        <p:nvSpPr>
          <p:cNvPr id="7" name="Deco flower 0"/>
          <p:cNvSpPr/>
          <p:nvPr/>
        </p:nvSpPr>
        <p:spPr>
          <a:xfrm>
            <a:off x="128016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8" name="Deco flower 1"/>
          <p:cNvSpPr/>
          <p:nvPr/>
        </p:nvSpPr>
        <p:spPr>
          <a:xfrm>
            <a:off x="1828800" y="4526280"/>
            <a:ext cx="292608" cy="292608"/>
          </a:xfrm>
          <a:prstGeom prst="star5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9" name="Deco flower 2"/>
          <p:cNvSpPr/>
          <p:nvPr/>
        </p:nvSpPr>
        <p:spPr>
          <a:xfrm>
            <a:off x="7315200" y="4526280"/>
            <a:ext cx="292608" cy="292608"/>
          </a:xfrm>
          <a:prstGeom prst="star5">
            <a:avLst/>
          </a:prstGeom>
          <a:solidFill>
            <a:srgbClr val="8E5BD0"/>
          </a:solidFill>
          <a:ln w="12700">
            <a:solidFill>
              <a:srgbClr val="8E5BD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795528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11" name="C1 W1 pill"/>
          <p:cNvSpPr/>
          <p:nvPr/>
        </p:nvSpPr>
        <p:spPr>
          <a:xfrm>
            <a:off x="4987476" y="896112"/>
            <a:ext cx="1965412" cy="1371600"/>
          </a:xfrm>
          <a:prstGeom prst="roundRect">
            <a:avLst>
              <a:gd name="adj" fmla="val 26667"/>
            </a:avLst>
          </a:prstGeom>
          <a:solidFill>
            <a:srgbClr val="FFFFFF"/>
          </a:solidFill>
          <a:ln w="76200">
            <a:solidFill>
              <a:srgbClr val="E236D6"/>
            </a:solidFill>
            <a:prstDash val="solid"/>
          </a:ln>
        </p:spPr>
      </p:sp>
      <p:sp>
        <p:nvSpPr>
          <p:cNvPr id="12" name="C1 W1 word"/>
          <p:cNvSpPr txBox="1"/>
          <p:nvPr/>
        </p:nvSpPr>
        <p:spPr>
          <a:xfrm>
            <a:off x="4987476" y="896112"/>
            <a:ext cx="1965412" cy="1371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صَبَرَ</a:t>
            </a:r>
            <a:endParaRPr lang="ar-SA" sz="5600" dirty="0"/>
          </a:p>
        </p:txBody>
      </p:sp>
      <p:sp>
        <p:nvSpPr>
          <p:cNvPr id="13" name="C2 W2 pill"/>
          <p:cNvSpPr/>
          <p:nvPr/>
        </p:nvSpPr>
        <p:spPr>
          <a:xfrm>
            <a:off x="2191112" y="896112"/>
            <a:ext cx="2476323" cy="1371600"/>
          </a:xfrm>
          <a:prstGeom prst="roundRect">
            <a:avLst>
              <a:gd name="adj" fmla="val 26667"/>
            </a:avLst>
          </a:prstGeom>
          <a:solidFill>
            <a:srgbClr val="FFFFFF"/>
          </a:solidFill>
          <a:ln w="76200">
            <a:solidFill>
              <a:srgbClr val="D6E236"/>
            </a:solidFill>
            <a:prstDash val="solid"/>
          </a:ln>
        </p:spPr>
      </p:sp>
      <p:sp>
        <p:nvSpPr>
          <p:cNvPr id="14" name="C2 W2 word"/>
          <p:cNvSpPr txBox="1"/>
          <p:nvPr/>
        </p:nvSpPr>
        <p:spPr>
          <a:xfrm>
            <a:off x="2191112" y="896112"/>
            <a:ext cx="2476323" cy="1371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وَشَكَرَ</a:t>
            </a:r>
            <a:endParaRPr lang="ar-SA" sz="5600" dirty="0"/>
          </a:p>
        </p:txBody>
      </p:sp>
      <p:sp>
        <p:nvSpPr>
          <p:cNvPr id="15" name="C3 A arrow"/>
          <p:cNvSpPr/>
          <p:nvPr/>
        </p:nvSpPr>
        <p:spPr>
          <a:xfrm>
            <a:off x="4297680" y="2340864"/>
            <a:ext cx="548640" cy="457200"/>
          </a:xfrm>
          <a:prstGeom prst="downArrow">
            <a:avLst/>
          </a:prstGeom>
          <a:solidFill>
            <a:srgbClr val="2EB837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6" name="C3 S panel"/>
          <p:cNvSpPr/>
          <p:nvPr/>
        </p:nvSpPr>
        <p:spPr>
          <a:xfrm>
            <a:off x="2512740" y="2834640"/>
            <a:ext cx="4118520" cy="1417320"/>
          </a:xfrm>
          <a:prstGeom prst="roundRect">
            <a:avLst>
              <a:gd name="adj" fmla="val 22581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7" name="C3 S sentence"/>
          <p:cNvSpPr txBox="1"/>
          <p:nvPr/>
        </p:nvSpPr>
        <p:spPr>
          <a:xfrm>
            <a:off x="2512740" y="2834640"/>
            <a:ext cx="4118520" cy="14173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7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صَبَرَ وَشَكَرَ</a:t>
            </a:r>
            <a:endParaRPr lang="ar-SA" sz="5700" dirty="0"/>
          </a:p>
        </p:txBody>
      </p:sp>
    </p:spTree>
  </p:cSld>
  <p:clrMapOvr>
    <a:masterClrMapping/>
  </p:clrMapOvr>
  <p:transition spd="med">
    <p:wipe dir="l"/>
    <p:sndAc>
      <p:stSnd>
        <p:snd r:embed="rIdTrSnd" name="harp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35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35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 animBg="1"/>
      <p:bldP spid="12" grpId="0" animBg="1"/>
      <p:bldP spid="13" grpId="0" animBg="1"/>
      <p:bldP spid="14" grpId="0" animBg="1"/>
      <p:bldP spid="15" grpId="0" animBg="1"/>
      <p:bldP spid="16" grpId="0" animBg="1"/>
      <p:bldP spid="17" grpId="0" animBg="1"/>
    </p:bldLst>
  </p:timing>
</p:sld>
</file>

<file path=ppt/slides/slide8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5">
    <p:bg>
      <p:bgPr>
        <a:solidFill>
          <a:srgbClr val="4335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moon"/>
          <p:cNvSpPr/>
          <p:nvPr/>
        </p:nvSpPr>
        <p:spPr>
          <a:xfrm>
            <a:off x="365760" y="91440"/>
            <a:ext cx="502920" cy="731520"/>
          </a:xfrm>
          <a:prstGeom prst="moon">
            <a:avLst/>
          </a:prstGeom>
          <a:solidFill>
            <a:srgbClr val="FFE88A"/>
          </a:solidFill>
          <a:ln w="12700">
            <a:solidFill>
              <a:srgbClr val="FFE88A"/>
            </a:solidFill>
            <a:prstDash val="solid"/>
          </a:ln>
        </p:spPr>
      </p:sp>
      <p:sp>
        <p:nvSpPr>
          <p:cNvPr id="3" name="Deco star 0"/>
          <p:cNvSpPr/>
          <p:nvPr/>
        </p:nvSpPr>
        <p:spPr>
          <a:xfrm>
            <a:off x="1280160" y="18288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4" name="Deco star 1"/>
          <p:cNvSpPr/>
          <p:nvPr/>
        </p:nvSpPr>
        <p:spPr>
          <a:xfrm>
            <a:off x="2194560" y="50292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5" name="Deco star 2"/>
          <p:cNvSpPr/>
          <p:nvPr/>
        </p:nvSpPr>
        <p:spPr>
          <a:xfrm>
            <a:off x="3291840" y="137160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6" name="Deco star 3"/>
          <p:cNvSpPr/>
          <p:nvPr/>
        </p:nvSpPr>
        <p:spPr>
          <a:xfrm>
            <a:off x="5760720" y="457200"/>
            <a:ext cx="365760" cy="36576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7" name="Deco star 4"/>
          <p:cNvSpPr/>
          <p:nvPr/>
        </p:nvSpPr>
        <p:spPr>
          <a:xfrm>
            <a:off x="6766560" y="109728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8" name="Deco star 5"/>
          <p:cNvSpPr/>
          <p:nvPr/>
        </p:nvSpPr>
        <p:spPr>
          <a:xfrm>
            <a:off x="7772400" y="41148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9" name="Deco star 6"/>
          <p:cNvSpPr/>
          <p:nvPr/>
        </p:nvSpPr>
        <p:spPr>
          <a:xfrm>
            <a:off x="8503920" y="13716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10" name="Deco hill left"/>
          <p:cNvSpPr/>
          <p:nvPr/>
        </p:nvSpPr>
        <p:spPr>
          <a:xfrm>
            <a:off x="-914400" y="4480560"/>
            <a:ext cx="4937760" cy="1463040"/>
          </a:xfrm>
          <a:prstGeom prst="ellipse">
            <a:avLst/>
          </a:prstGeom>
          <a:solidFill>
            <a:srgbClr val="59642B"/>
          </a:solidFill>
          <a:ln w="12700">
            <a:solidFill>
              <a:srgbClr val="59642B"/>
            </a:solidFill>
            <a:prstDash val="solid"/>
          </a:ln>
        </p:spPr>
      </p:sp>
      <p:sp>
        <p:nvSpPr>
          <p:cNvPr id="11" name="Deco hill right"/>
          <p:cNvSpPr/>
          <p:nvPr/>
        </p:nvSpPr>
        <p:spPr>
          <a:xfrm>
            <a:off x="4206240" y="4572000"/>
            <a:ext cx="5669280" cy="1463040"/>
          </a:xfrm>
          <a:prstGeom prst="ellipse">
            <a:avLst/>
          </a:prstGeom>
          <a:solidFill>
            <a:srgbClr val="497934"/>
          </a:solidFill>
          <a:ln w="12700">
            <a:solidFill>
              <a:srgbClr val="497934"/>
            </a:solidFill>
            <a:prstDash val="solid"/>
          </a:ln>
        </p:spPr>
      </p:sp>
      <p:sp>
        <p:nvSpPr>
          <p:cNvPr id="12" name="C1 W1 pill"/>
          <p:cNvSpPr/>
          <p:nvPr/>
        </p:nvSpPr>
        <p:spPr>
          <a:xfrm>
            <a:off x="4918864" y="896112"/>
            <a:ext cx="2127048" cy="1371600"/>
          </a:xfrm>
          <a:prstGeom prst="roundRect">
            <a:avLst>
              <a:gd name="adj" fmla="val 26667"/>
            </a:avLst>
          </a:prstGeom>
          <a:solidFill>
            <a:srgbClr val="FFFFFF"/>
          </a:solidFill>
          <a:ln w="76200">
            <a:solidFill>
              <a:srgbClr val="A4E236"/>
            </a:solidFill>
            <a:prstDash val="solid"/>
          </a:ln>
        </p:spPr>
      </p:sp>
      <p:sp>
        <p:nvSpPr>
          <p:cNvPr id="13" name="C1 W1 word"/>
          <p:cNvSpPr txBox="1"/>
          <p:nvPr/>
        </p:nvSpPr>
        <p:spPr>
          <a:xfrm>
            <a:off x="4918864" y="896112"/>
            <a:ext cx="2127048" cy="1371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3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حَضَرَ</a:t>
            </a:r>
            <a:endParaRPr lang="ar-SA" sz="5300" dirty="0"/>
          </a:p>
        </p:txBody>
      </p:sp>
      <p:sp>
        <p:nvSpPr>
          <p:cNvPr id="14" name="C2 W2 pill"/>
          <p:cNvSpPr/>
          <p:nvPr/>
        </p:nvSpPr>
        <p:spPr>
          <a:xfrm>
            <a:off x="2098088" y="896112"/>
            <a:ext cx="2500737" cy="1371600"/>
          </a:xfrm>
          <a:prstGeom prst="roundRect">
            <a:avLst>
              <a:gd name="adj" fmla="val 26667"/>
            </a:avLst>
          </a:prstGeom>
          <a:solidFill>
            <a:srgbClr val="FFFFFF"/>
          </a:solidFill>
          <a:ln w="76200">
            <a:solidFill>
              <a:srgbClr val="36A4E2"/>
            </a:solidFill>
            <a:prstDash val="solid"/>
          </a:ln>
        </p:spPr>
      </p:sp>
      <p:sp>
        <p:nvSpPr>
          <p:cNvPr id="15" name="C2 W2 word"/>
          <p:cNvSpPr txBox="1"/>
          <p:nvPr/>
        </p:nvSpPr>
        <p:spPr>
          <a:xfrm>
            <a:off x="2098088" y="896112"/>
            <a:ext cx="2500737" cy="1371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3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وَجَلَسَ</a:t>
            </a:r>
            <a:endParaRPr lang="ar-SA" sz="5300" dirty="0"/>
          </a:p>
        </p:txBody>
      </p:sp>
      <p:sp>
        <p:nvSpPr>
          <p:cNvPr id="16" name="C3 A arrow"/>
          <p:cNvSpPr/>
          <p:nvPr/>
        </p:nvSpPr>
        <p:spPr>
          <a:xfrm>
            <a:off x="4297680" y="2340864"/>
            <a:ext cx="548640" cy="457200"/>
          </a:xfrm>
          <a:prstGeom prst="downArrow">
            <a:avLst/>
          </a:prstGeom>
          <a:solidFill>
            <a:srgbClr val="602E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7" name="C3 S panel"/>
          <p:cNvSpPr/>
          <p:nvPr/>
        </p:nvSpPr>
        <p:spPr>
          <a:xfrm>
            <a:off x="2422984" y="2834640"/>
            <a:ext cx="4298033" cy="1417320"/>
          </a:xfrm>
          <a:prstGeom prst="roundRect">
            <a:avLst>
              <a:gd name="adj" fmla="val 22581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8" name="C3 S sentence"/>
          <p:cNvSpPr txBox="1"/>
          <p:nvPr/>
        </p:nvSpPr>
        <p:spPr>
          <a:xfrm>
            <a:off x="2422984" y="2834640"/>
            <a:ext cx="4298033" cy="14173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حَضَرَ وَجَلَسَ</a:t>
            </a:r>
            <a:endParaRPr lang="ar-SA" sz="5400" dirty="0"/>
          </a:p>
        </p:txBody>
      </p:sp>
    </p:spTree>
  </p:cSld>
  <p:clrMapOvr>
    <a:masterClrMapping/>
  </p:clrMapOvr>
  <p:transition spd="med">
    <p:circle/>
    <p:sndAc>
      <p:stSnd>
        <p:snd r:embed="rIdTrSnd" name="chim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35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 animBg="1"/>
      <p:bldP spid="13" grpId="0" animBg="1"/>
      <p:bldP spid="14" grpId="0" animBg="1"/>
      <p:bldP spid="15" grpId="0" animBg="1"/>
      <p:bldP spid="16" grpId="0" animBg="1"/>
      <p:bldP spid="17" grpId="0" animBg="1"/>
      <p:bldP spid="18" grpId="0" animBg="1"/>
    </p:bldLst>
  </p:timing>
</p:sld>
</file>

<file path=ppt/slides/slide8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6">
    <p:bg>
      <p:bgPr>
        <a:solidFill>
          <a:srgbClr val="C5F7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wave back"/>
          <p:cNvSpPr/>
          <p:nvPr/>
        </p:nvSpPr>
        <p:spPr>
          <a:xfrm>
            <a:off x="-182880" y="4389120"/>
            <a:ext cx="9509760" cy="548640"/>
          </a:xfrm>
          <a:prstGeom prst="wave">
            <a:avLst/>
          </a:prstGeom>
          <a:solidFill>
            <a:srgbClr val="D65C70"/>
          </a:solidFill>
          <a:ln w="12700">
            <a:solidFill>
              <a:srgbClr val="D65C70"/>
            </a:solidFill>
            <a:prstDash val="solid"/>
          </a:ln>
        </p:spPr>
      </p:sp>
      <p:sp>
        <p:nvSpPr>
          <p:cNvPr id="3" name="Deco sea floor"/>
          <p:cNvSpPr/>
          <p:nvPr/>
        </p:nvSpPr>
        <p:spPr>
          <a:xfrm>
            <a:off x="0" y="4709160"/>
            <a:ext cx="9144000" cy="457200"/>
          </a:xfrm>
          <a:prstGeom prst="rect">
            <a:avLst/>
          </a:prstGeom>
          <a:solidFill>
            <a:srgbClr val="CC3340"/>
          </a:solidFill>
          <a:ln w="12700">
            <a:solidFill>
              <a:srgbClr val="CC3340"/>
            </a:solidFill>
            <a:prstDash val="solid"/>
          </a:ln>
        </p:spPr>
      </p:sp>
      <p:sp>
        <p:nvSpPr>
          <p:cNvPr id="4" name="Deco bubble 0"/>
          <p:cNvSpPr/>
          <p:nvPr/>
        </p:nvSpPr>
        <p:spPr>
          <a:xfrm>
            <a:off x="365760" y="182880"/>
            <a:ext cx="411480" cy="4114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5" name="Deco bubble 1"/>
          <p:cNvSpPr/>
          <p:nvPr/>
        </p:nvSpPr>
        <p:spPr>
          <a:xfrm>
            <a:off x="914400" y="502920"/>
            <a:ext cx="256032" cy="256032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6" name="Deco bubble 2"/>
          <p:cNvSpPr/>
          <p:nvPr/>
        </p:nvSpPr>
        <p:spPr>
          <a:xfrm>
            <a:off x="8138160" y="137160"/>
            <a:ext cx="457200" cy="4572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7" name="Deco bubble 3"/>
          <p:cNvSpPr/>
          <p:nvPr/>
        </p:nvSpPr>
        <p:spPr>
          <a:xfrm>
            <a:off x="7680960" y="548640"/>
            <a:ext cx="228600" cy="2286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8" name="Deco bubble 4"/>
          <p:cNvSpPr/>
          <p:nvPr/>
        </p:nvSpPr>
        <p:spPr>
          <a:xfrm>
            <a:off x="8686800" y="566928"/>
            <a:ext cx="182880" cy="1828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9" name="Deco sun"/>
          <p:cNvSpPr/>
          <p:nvPr/>
        </p:nvSpPr>
        <p:spPr>
          <a:xfrm>
            <a:off x="4206240" y="109728"/>
            <a:ext cx="685800" cy="68580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0" name="C1 W1 pill"/>
          <p:cNvSpPr/>
          <p:nvPr/>
        </p:nvSpPr>
        <p:spPr>
          <a:xfrm>
            <a:off x="5000346" y="896112"/>
            <a:ext cx="1656890" cy="1371600"/>
          </a:xfrm>
          <a:prstGeom prst="roundRect">
            <a:avLst>
              <a:gd name="adj" fmla="val 26667"/>
            </a:avLst>
          </a:prstGeom>
          <a:solidFill>
            <a:srgbClr val="FFFFFF"/>
          </a:solidFill>
          <a:ln w="76200">
            <a:solidFill>
              <a:srgbClr val="3672E2"/>
            </a:solidFill>
            <a:prstDash val="solid"/>
          </a:ln>
        </p:spPr>
      </p:sp>
      <p:sp>
        <p:nvSpPr>
          <p:cNvPr id="11" name="C1 W1 word"/>
          <p:cNvSpPr txBox="1"/>
          <p:nvPr/>
        </p:nvSpPr>
        <p:spPr>
          <a:xfrm>
            <a:off x="5000346" y="896112"/>
            <a:ext cx="1656890" cy="1371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زَرَعَ</a:t>
            </a:r>
            <a:endParaRPr lang="ar-SA" sz="4600" dirty="0"/>
          </a:p>
        </p:txBody>
      </p:sp>
      <p:sp>
        <p:nvSpPr>
          <p:cNvPr id="12" name="C2 W2 pill"/>
          <p:cNvSpPr/>
          <p:nvPr/>
        </p:nvSpPr>
        <p:spPr>
          <a:xfrm>
            <a:off x="2486764" y="896112"/>
            <a:ext cx="2193543" cy="1371600"/>
          </a:xfrm>
          <a:prstGeom prst="roundRect">
            <a:avLst>
              <a:gd name="adj" fmla="val 26667"/>
            </a:avLst>
          </a:prstGeom>
          <a:solidFill>
            <a:srgbClr val="FFFFFF"/>
          </a:solidFill>
          <a:ln w="76200">
            <a:solidFill>
              <a:srgbClr val="E23672"/>
            </a:solidFill>
            <a:prstDash val="solid"/>
          </a:ln>
        </p:spPr>
      </p:sp>
      <p:sp>
        <p:nvSpPr>
          <p:cNvPr id="13" name="C2 W2 word"/>
          <p:cNvSpPr txBox="1"/>
          <p:nvPr/>
        </p:nvSpPr>
        <p:spPr>
          <a:xfrm>
            <a:off x="2486764" y="896112"/>
            <a:ext cx="2193543" cy="1371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وَحَصَدَ</a:t>
            </a:r>
            <a:endParaRPr lang="ar-SA" sz="4600" dirty="0"/>
          </a:p>
        </p:txBody>
      </p:sp>
      <p:sp>
        <p:nvSpPr>
          <p:cNvPr id="14" name="C3 A arrow"/>
          <p:cNvSpPr/>
          <p:nvPr/>
        </p:nvSpPr>
        <p:spPr>
          <a:xfrm>
            <a:off x="4297680" y="2340864"/>
            <a:ext cx="548640" cy="457200"/>
          </a:xfrm>
          <a:prstGeom prst="downArrow">
            <a:avLst/>
          </a:prstGeom>
          <a:solidFill>
            <a:srgbClr val="B888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5" name="C3 S panel"/>
          <p:cNvSpPr/>
          <p:nvPr/>
        </p:nvSpPr>
        <p:spPr>
          <a:xfrm>
            <a:off x="2820390" y="2834640"/>
            <a:ext cx="3503221" cy="1417320"/>
          </a:xfrm>
          <a:prstGeom prst="roundRect">
            <a:avLst>
              <a:gd name="adj" fmla="val 22581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6" name="C3 S sentence"/>
          <p:cNvSpPr txBox="1"/>
          <p:nvPr/>
        </p:nvSpPr>
        <p:spPr>
          <a:xfrm>
            <a:off x="2820390" y="2834640"/>
            <a:ext cx="3503221" cy="14173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7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زَرَعَ وَحَصَدَ</a:t>
            </a:r>
            <a:endParaRPr lang="ar-SA" sz="4700" dirty="0"/>
          </a:p>
        </p:txBody>
      </p:sp>
    </p:spTree>
  </p:cSld>
  <p:clrMapOvr>
    <a:masterClrMapping/>
  </p:clrMapOvr>
  <p:transition spd="med">
    <p:randomBar dir="vert"/>
    <p:sndAc>
      <p:stSnd>
        <p:snd r:embed="rIdTrSnd" name="whoosh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35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35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35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 animBg="1"/>
      <p:bldP spid="11" grpId="0" animBg="1"/>
      <p:bldP spid="12" grpId="0" animBg="1"/>
      <p:bldP spid="13" grpId="0" animBg="1"/>
      <p:bldP spid="14" grpId="0" animBg="1"/>
      <p:bldP spid="15" grpId="0" animBg="1"/>
      <p:bldP spid="16" grpId="0" animBg="1"/>
    </p:bldLst>
  </p:timing>
</p:sld>
</file>

<file path=ppt/slides/slide8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7">
    <p:bg>
      <p:bgPr>
        <a:solidFill>
          <a:srgbClr val="F7C5E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grass"/>
          <p:cNvSpPr/>
          <p:nvPr/>
        </p:nvSpPr>
        <p:spPr>
          <a:xfrm>
            <a:off x="0" y="4617720"/>
            <a:ext cx="9144000" cy="548640"/>
          </a:xfrm>
          <a:prstGeom prst="rect">
            <a:avLst/>
          </a:prstGeom>
          <a:solidFill>
            <a:srgbClr val="C68C53"/>
          </a:solidFill>
          <a:ln w="12700">
            <a:solidFill>
              <a:srgbClr val="C68C53"/>
            </a:solidFill>
            <a:prstDash val="solid"/>
          </a:ln>
        </p:spPr>
      </p:sp>
      <p:sp>
        <p:nvSpPr>
          <p:cNvPr id="3" name="Deco stem 0"/>
          <p:cNvSpPr/>
          <p:nvPr/>
        </p:nvSpPr>
        <p:spPr>
          <a:xfrm>
            <a:off x="57607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4" name="Deco flower 0"/>
          <p:cNvSpPr/>
          <p:nvPr/>
        </p:nvSpPr>
        <p:spPr>
          <a:xfrm>
            <a:off x="457200" y="4370832"/>
            <a:ext cx="274320" cy="274320"/>
          </a:xfrm>
          <a:prstGeom prst="flowChartConnector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5" name="Deco stem 1"/>
          <p:cNvSpPr/>
          <p:nvPr/>
        </p:nvSpPr>
        <p:spPr>
          <a:xfrm>
            <a:off x="13990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6" name="Deco flower 1"/>
          <p:cNvSpPr/>
          <p:nvPr/>
        </p:nvSpPr>
        <p:spPr>
          <a:xfrm>
            <a:off x="1280160" y="4370832"/>
            <a:ext cx="274320" cy="274320"/>
          </a:xfrm>
          <a:prstGeom prst="flowChartConnector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7" name="Deco stem 2"/>
          <p:cNvSpPr/>
          <p:nvPr/>
        </p:nvSpPr>
        <p:spPr>
          <a:xfrm>
            <a:off x="22219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8" name="Deco flower 2"/>
          <p:cNvSpPr/>
          <p:nvPr/>
        </p:nvSpPr>
        <p:spPr>
          <a:xfrm>
            <a:off x="2103120" y="4370832"/>
            <a:ext cx="274320" cy="274320"/>
          </a:xfrm>
          <a:prstGeom prst="flowChartConnector">
            <a:avLst/>
          </a:prstGeom>
          <a:solidFill>
            <a:srgbClr val="B892FF"/>
          </a:solidFill>
          <a:ln w="12700">
            <a:solidFill>
              <a:srgbClr val="B892FF"/>
            </a:solidFill>
            <a:prstDash val="solid"/>
          </a:ln>
        </p:spPr>
      </p:sp>
      <p:sp>
        <p:nvSpPr>
          <p:cNvPr id="9" name="Deco stem 3"/>
          <p:cNvSpPr/>
          <p:nvPr/>
        </p:nvSpPr>
        <p:spPr>
          <a:xfrm>
            <a:off x="68854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6766560" y="4370832"/>
            <a:ext cx="274320" cy="274320"/>
          </a:xfrm>
          <a:prstGeom prst="flowChartConnector">
            <a:avLst/>
          </a:prstGeom>
          <a:solidFill>
            <a:srgbClr val="FF6F91"/>
          </a:solidFill>
          <a:ln w="12700">
            <a:solidFill>
              <a:srgbClr val="FF6F91"/>
            </a:solidFill>
            <a:prstDash val="solid"/>
          </a:ln>
        </p:spPr>
      </p:sp>
      <p:sp>
        <p:nvSpPr>
          <p:cNvPr id="11" name="Deco stem 4"/>
          <p:cNvSpPr/>
          <p:nvPr/>
        </p:nvSpPr>
        <p:spPr>
          <a:xfrm>
            <a:off x="77083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2" name="Deco flower 4"/>
          <p:cNvSpPr/>
          <p:nvPr/>
        </p:nvSpPr>
        <p:spPr>
          <a:xfrm>
            <a:off x="7589520" y="4370832"/>
            <a:ext cx="274320" cy="274320"/>
          </a:xfrm>
          <a:prstGeom prst="flowChartConnector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3" name="Deco stem 5"/>
          <p:cNvSpPr/>
          <p:nvPr/>
        </p:nvSpPr>
        <p:spPr>
          <a:xfrm>
            <a:off x="843991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4" name="Deco flower 5"/>
          <p:cNvSpPr/>
          <p:nvPr/>
        </p:nvSpPr>
        <p:spPr>
          <a:xfrm>
            <a:off x="8321040" y="4370832"/>
            <a:ext cx="274320" cy="274320"/>
          </a:xfrm>
          <a:prstGeom prst="flowChartConnector">
            <a:avLst/>
          </a:prstGeom>
          <a:solidFill>
            <a:srgbClr val="7EC8FF"/>
          </a:solidFill>
          <a:ln w="12700">
            <a:solidFill>
              <a:srgbClr val="7EC8FF"/>
            </a:solidFill>
            <a:prstDash val="solid"/>
          </a:ln>
        </p:spPr>
      </p:sp>
      <p:sp>
        <p:nvSpPr>
          <p:cNvPr id="15" name="Deco heart"/>
          <p:cNvSpPr/>
          <p:nvPr/>
        </p:nvSpPr>
        <p:spPr>
          <a:xfrm>
            <a:off x="411480" y="228600"/>
            <a:ext cx="457200" cy="411480"/>
          </a:xfrm>
          <a:prstGeom prst="heart">
            <a:avLst/>
          </a:prstGeom>
          <a:solidFill>
            <a:srgbClr val="E55EED"/>
          </a:solidFill>
          <a:ln w="12700">
            <a:solidFill>
              <a:srgbClr val="E55EED"/>
            </a:solidFill>
            <a:prstDash val="solid"/>
          </a:ln>
        </p:spPr>
      </p:sp>
      <p:sp>
        <p:nvSpPr>
          <p:cNvPr id="16" name="Deco cloud"/>
          <p:cNvSpPr/>
          <p:nvPr/>
        </p:nvSpPr>
        <p:spPr>
          <a:xfrm>
            <a:off x="713232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7" name="Deco friend"/>
          <p:cNvSpPr/>
          <p:nvPr/>
        </p:nvSpPr>
        <p:spPr>
          <a:xfrm>
            <a:off x="6309360" y="182880"/>
            <a:ext cx="548640" cy="548640"/>
          </a:xfrm>
          <a:prstGeom prst="smileyFace">
            <a:avLst/>
          </a:prstGeom>
          <a:solidFill>
            <a:srgbClr val="FFD166"/>
          </a:solidFill>
          <a:ln w="12700">
            <a:solidFill>
              <a:srgbClr val="FFD166"/>
            </a:solidFill>
            <a:prstDash val="solid"/>
          </a:ln>
        </p:spPr>
      </p:sp>
      <p:sp>
        <p:nvSpPr>
          <p:cNvPr id="18" name="C1 W1 pill"/>
          <p:cNvSpPr/>
          <p:nvPr/>
        </p:nvSpPr>
        <p:spPr>
          <a:xfrm>
            <a:off x="4761356" y="896112"/>
            <a:ext cx="1968626" cy="1371600"/>
          </a:xfrm>
          <a:prstGeom prst="roundRect">
            <a:avLst>
              <a:gd name="adj" fmla="val 26667"/>
            </a:avLst>
          </a:prstGeom>
          <a:solidFill>
            <a:srgbClr val="FFFFFF"/>
          </a:solidFill>
          <a:ln w="76200">
            <a:solidFill>
              <a:srgbClr val="E23640"/>
            </a:solidFill>
            <a:prstDash val="solid"/>
          </a:ln>
        </p:spPr>
      </p:sp>
      <p:sp>
        <p:nvSpPr>
          <p:cNvPr id="19" name="C1 W1 word"/>
          <p:cNvSpPr txBox="1"/>
          <p:nvPr/>
        </p:nvSpPr>
        <p:spPr>
          <a:xfrm>
            <a:off x="4761356" y="896112"/>
            <a:ext cx="1968626" cy="1371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نَهَضَ</a:t>
            </a:r>
            <a:endParaRPr lang="ar-SA" sz="4600" dirty="0"/>
          </a:p>
        </p:txBody>
      </p:sp>
      <p:sp>
        <p:nvSpPr>
          <p:cNvPr id="20" name="C2 W2 pill"/>
          <p:cNvSpPr/>
          <p:nvPr/>
        </p:nvSpPr>
        <p:spPr>
          <a:xfrm>
            <a:off x="2414018" y="896112"/>
            <a:ext cx="2027298" cy="1371600"/>
          </a:xfrm>
          <a:prstGeom prst="roundRect">
            <a:avLst>
              <a:gd name="adj" fmla="val 26667"/>
            </a:avLst>
          </a:prstGeom>
          <a:solidFill>
            <a:srgbClr val="FFFFFF"/>
          </a:solidFill>
          <a:ln w="76200">
            <a:solidFill>
              <a:srgbClr val="40E236"/>
            </a:solidFill>
            <a:prstDash val="solid"/>
          </a:ln>
        </p:spPr>
      </p:sp>
      <p:sp>
        <p:nvSpPr>
          <p:cNvPr id="21" name="C2 W2 word"/>
          <p:cNvSpPr txBox="1"/>
          <p:nvPr/>
        </p:nvSpPr>
        <p:spPr>
          <a:xfrm>
            <a:off x="2414018" y="896112"/>
            <a:ext cx="2027298" cy="1371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وَخَرَجَ</a:t>
            </a:r>
            <a:endParaRPr lang="ar-SA" sz="4600" dirty="0"/>
          </a:p>
        </p:txBody>
      </p:sp>
      <p:sp>
        <p:nvSpPr>
          <p:cNvPr id="22" name="C3 A arrow"/>
          <p:cNvSpPr/>
          <p:nvPr/>
        </p:nvSpPr>
        <p:spPr>
          <a:xfrm>
            <a:off x="4297680" y="2340864"/>
            <a:ext cx="548640" cy="457200"/>
          </a:xfrm>
          <a:prstGeom prst="downArrow">
            <a:avLst/>
          </a:prstGeom>
          <a:solidFill>
            <a:srgbClr val="2EB8B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3" name="C3 S panel"/>
          <p:cNvSpPr/>
          <p:nvPr/>
        </p:nvSpPr>
        <p:spPr>
          <a:xfrm>
            <a:off x="2763346" y="2834640"/>
            <a:ext cx="3617308" cy="1417320"/>
          </a:xfrm>
          <a:prstGeom prst="roundRect">
            <a:avLst>
              <a:gd name="adj" fmla="val 22581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24" name="C3 S sentence"/>
          <p:cNvSpPr txBox="1"/>
          <p:nvPr/>
        </p:nvSpPr>
        <p:spPr>
          <a:xfrm>
            <a:off x="2763346" y="2834640"/>
            <a:ext cx="3617308" cy="14173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7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نَهَضَ وَخَرَجَ</a:t>
            </a:r>
            <a:endParaRPr lang="ar-SA" sz="4700" dirty="0"/>
          </a:p>
        </p:txBody>
      </p:sp>
    </p:spTree>
  </p:cSld>
  <p:clrMapOvr>
    <a:masterClrMapping/>
  </p:clrMapOvr>
  <p:transition spd="med">
    <p:push dir="l"/>
    <p:sndAc>
      <p:stSnd>
        <p:snd r:embed="rIdTrSnd" name="bubbles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</p:bld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87</Slides>
  <Notes>87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87</vt:i4>
      </vt:variant>
    </vt:vector>
  </HeadingPairs>
  <TitlesOfParts>
    <vt:vector size="90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  <vt:lpstr>Slide 28</vt:lpstr>
      <vt:lpstr>Slide 29</vt:lpstr>
      <vt:lpstr>Slide 30</vt:lpstr>
      <vt:lpstr>Slide 31</vt:lpstr>
      <vt:lpstr>Slide 32</vt:lpstr>
      <vt:lpstr>Slide 33</vt:lpstr>
      <vt:lpstr>Slide 34</vt:lpstr>
      <vt:lpstr>Slide 35</vt:lpstr>
      <vt:lpstr>Slide 36</vt:lpstr>
      <vt:lpstr>Slide 37</vt:lpstr>
      <vt:lpstr>Slide 38</vt:lpstr>
      <vt:lpstr>Slide 39</vt:lpstr>
      <vt:lpstr>Slide 40</vt:lpstr>
      <vt:lpstr>Slide 41</vt:lpstr>
      <vt:lpstr>Slide 42</vt:lpstr>
      <vt:lpstr>Slide 43</vt:lpstr>
      <vt:lpstr>Slide 44</vt:lpstr>
      <vt:lpstr>Slide 45</vt:lpstr>
      <vt:lpstr>Slide 46</vt:lpstr>
      <vt:lpstr>Slide 47</vt:lpstr>
      <vt:lpstr>Slide 48</vt:lpstr>
      <vt:lpstr>Slide 49</vt:lpstr>
      <vt:lpstr>Slide 50</vt:lpstr>
      <vt:lpstr>Slide 51</vt:lpstr>
      <vt:lpstr>Slide 52</vt:lpstr>
      <vt:lpstr>Slide 53</vt:lpstr>
      <vt:lpstr>Slide 54</vt:lpstr>
      <vt:lpstr>Slide 55</vt:lpstr>
      <vt:lpstr>Slide 56</vt:lpstr>
      <vt:lpstr>Slide 57</vt:lpstr>
      <vt:lpstr>Slide 58</vt:lpstr>
      <vt:lpstr>Slide 59</vt:lpstr>
      <vt:lpstr>Slide 60</vt:lpstr>
      <vt:lpstr>Slide 61</vt:lpstr>
      <vt:lpstr>Slide 62</vt:lpstr>
      <vt:lpstr>Slide 63</vt:lpstr>
      <vt:lpstr>Slide 64</vt:lpstr>
      <vt:lpstr>Slide 65</vt:lpstr>
      <vt:lpstr>Slide 66</vt:lpstr>
      <vt:lpstr>Slide 67</vt:lpstr>
      <vt:lpstr>Slide 68</vt:lpstr>
      <vt:lpstr>Slide 69</vt:lpstr>
      <vt:lpstr>Slide 70</vt:lpstr>
      <vt:lpstr>Slide 71</vt:lpstr>
      <vt:lpstr>Slide 72</vt:lpstr>
      <vt:lpstr>Slide 73</vt:lpstr>
      <vt:lpstr>Slide 74</vt:lpstr>
      <vt:lpstr>Slide 75</vt:lpstr>
      <vt:lpstr>Slide 76</vt:lpstr>
      <vt:lpstr>Slide 77</vt:lpstr>
      <vt:lpstr>Slide 78</vt:lpstr>
      <vt:lpstr>Slide 79</vt:lpstr>
      <vt:lpstr>Slide 80</vt:lpstr>
      <vt:lpstr>Slide 81</vt:lpstr>
      <vt:lpstr>Slide 82</vt:lpstr>
      <vt:lpstr>Slide 83</vt:lpstr>
      <vt:lpstr>Slide 84</vt:lpstr>
      <vt:lpstr>Slide 85</vt:lpstr>
      <vt:lpstr>Slide 86</vt:lpstr>
      <vt:lpstr>Slide 87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Fathah reading 08-sad-dad</dc:title>
  <dc:subject>PptxGenJS Presentation</dc:subject>
  <dc:creator>PptxGenJS</dc:creator>
  <cp:lastModifiedBy>PptxGenJS</cp:lastModifiedBy>
  <cp:revision>1</cp:revision>
  <dcterms:created xsi:type="dcterms:W3CDTF">2026-10-20T22:26:59Z</dcterms:created>
  <dcterms:modified xsi:type="dcterms:W3CDTF">2026-10-20T22:26:59Z</dcterms:modified>
</cp:coreProperties>
</file>