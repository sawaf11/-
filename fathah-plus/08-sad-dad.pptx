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2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08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77824" cy="18288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066" y="3287268"/>
            <a:ext cx="2856494" cy="1783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14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7268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ED1"/>
          </a:solidFill>
          <a:ln w="12700">
            <a:solidFill>
              <a:srgbClr val="477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3515868"/>
            <a:ext cx="135395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15477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صَدَ</a:t>
            </a:r>
            <a:endParaRPr lang="ar-SA" sz="11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6636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صَذَ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7268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518" y="3515868"/>
            <a:ext cx="138504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810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632" y="3790188"/>
            <a:ext cx="707928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صَسَ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814" y="3515868"/>
            <a:ext cx="1490746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1983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1840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تَصَثَ</a:t>
            </a:r>
            <a:endParaRPr lang="ar-SA" sz="6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973" y="3332988"/>
            <a:ext cx="108758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995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947" y="3332988"/>
            <a:ext cx="170261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440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BED"/>
          </a:solidFill>
          <a:ln w="12700">
            <a:solidFill>
              <a:srgbClr val="5E8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خَصَدَ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دَصَذَ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D"/>
          </a:solidFill>
          <a:ln w="12700">
            <a:solidFill>
              <a:srgbClr val="47D1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ذَصَرَ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8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6951" y="3790188"/>
            <a:ext cx="715609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زَصَسَ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248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سَصَشَ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4412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2"/>
          </a:solidFill>
          <a:ln w="12700">
            <a:solidFill>
              <a:srgbClr val="52E0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64D8"/>
          </a:solidFill>
          <a:ln w="12700">
            <a:solidFill>
              <a:srgbClr val="B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47D1"/>
          </a:solidFill>
          <a:ln w="12700">
            <a:solidFill>
              <a:srgbClr val="9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838" y="3515868"/>
            <a:ext cx="184672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26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8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332" y="3515868"/>
            <a:ext cx="127622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957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ED5E"/>
          </a:solidFill>
          <a:ln w="12700">
            <a:solidFill>
              <a:srgbClr val="D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7492" cy="114300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228" y="2057400"/>
            <a:ext cx="511332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20435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164"/>
          </a:solidFill>
          <a:ln w="12700">
            <a:solidFill>
              <a:srgbClr val="D8A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88" y="3835908"/>
            <a:ext cx="712272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920" y="3515868"/>
            <a:ext cx="164464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48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endParaRPr lang="ar-SA" sz="8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20294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B52"/>
          </a:solidFill>
          <a:ln w="12700">
            <a:solidFill>
              <a:srgbClr val="E05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D"/>
          </a:solidFill>
          <a:ln w="12700">
            <a:solidFill>
              <a:srgbClr val="70DB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4"/>
          </a:solidFill>
          <a:ln w="12700">
            <a:solidFill>
              <a:srgbClr val="64D8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6"/>
          </a:solidFill>
          <a:ln w="12700">
            <a:solidFill>
              <a:srgbClr val="47D1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08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22299" cy="182880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3241548"/>
            <a:ext cx="1618488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6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6000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826" y="3515868"/>
            <a:ext cx="70573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114" y="3515868"/>
            <a:ext cx="1282446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0440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5EED"/>
          </a:solidFill>
          <a:ln w="12700">
            <a:solidFill>
              <a:srgbClr val="C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E052"/>
          </a:solidFill>
          <a:ln w="12700">
            <a:solidFill>
              <a:srgbClr val="6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70DB"/>
          </a:solidFill>
          <a:ln w="12700">
            <a:solidFill>
              <a:srgbClr val="9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64D8"/>
          </a:solidFill>
          <a:ln w="12700">
            <a:solidFill>
              <a:srgbClr val="6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BD1"/>
          </a:solidFill>
          <a:ln w="12700">
            <a:solidFill>
              <a:srgbClr val="475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10447" cy="10515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060" y="3607308"/>
            <a:ext cx="712500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ضَدَ</a:t>
            </a:r>
            <a:endParaRPr lang="ar-SA" sz="10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802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8436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ضَسَ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ضَصَ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540" y="3515868"/>
            <a:ext cx="125602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512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تَضَثَ</a:t>
            </a:r>
            <a:endParaRPr lang="ar-SA" sz="6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14994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834" y="3332988"/>
            <a:ext cx="1377726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جَضَحَ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1794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237" y="3744468"/>
            <a:ext cx="713323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3434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429" y="3332988"/>
            <a:ext cx="1322131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خَضَدَ</a:t>
            </a:r>
            <a:endParaRPr lang="ar-SA" sz="7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9669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دَضَذَ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رَضَزَ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1171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2353" y="3332988"/>
            <a:ext cx="193020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زَضَسَ</a:t>
            </a:r>
            <a:endParaRPr lang="ar-SA" sz="6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74603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744" y="3607308"/>
            <a:ext cx="719816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سَضَشَ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3332988"/>
            <a:ext cx="1389888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شَضَصَ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8999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896" y="3515868"/>
            <a:ext cx="128866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951" y="3790188"/>
            <a:ext cx="715609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8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487" y="3515868"/>
            <a:ext cx="1500073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103" y="2057400"/>
            <a:ext cx="501457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15868"/>
            <a:ext cx="139747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8463" y="3515868"/>
            <a:ext cx="1144097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886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endParaRPr lang="ar-SA" sz="8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5023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518" y="3515868"/>
            <a:ext cx="202704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206459" cy="16459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767" y="1783080"/>
            <a:ext cx="809793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8864" y="896112"/>
            <a:ext cx="21270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4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8864" y="896112"/>
            <a:ext cx="21270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9808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4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9808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2984" y="2834640"/>
            <a:ext cx="42980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2984" y="2834640"/>
            <a:ext cx="42980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وَجَلَسَ</a:t>
            </a:r>
            <a:endParaRPr lang="ar-SA" sz="5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99770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3" y="3241548"/>
            <a:ext cx="1300277" cy="18288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969618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458" y="3561588"/>
            <a:ext cx="2601102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1356" y="896112"/>
            <a:ext cx="19686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1356" y="896112"/>
            <a:ext cx="19686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4018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4018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63346" y="2834640"/>
            <a:ext cx="36173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63346" y="2834640"/>
            <a:ext cx="36173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وَخَرَجَ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37372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1868" y="1783080"/>
            <a:ext cx="870692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08-sad-dad</dc:title>
  <dc:subject>PptxGenJS Presentation</dc:subject>
  <dc:creator>PptxGenJS</dc:creator>
  <cp:lastModifiedBy>PptxGenJS</cp:lastModifiedBy>
  <cp:revision>1</cp:revision>
  <dcterms:created xsi:type="dcterms:W3CDTF">2026-10-20T23:35:40Z</dcterms:created>
  <dcterms:modified xsi:type="dcterms:W3CDTF">2026-10-20T23:35:40Z</dcterms:modified>
</cp:coreProperties>
</file>