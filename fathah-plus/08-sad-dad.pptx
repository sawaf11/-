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0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0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0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0800" dirty="0"/>
          </a:p>
        </p:txBody>
      </p:sp>
      <p:pic>
        <p:nvPicPr>
          <p:cNvPr id="1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6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1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6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5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5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ED1"/>
          </a:solidFill>
          <a:ln w="12700">
            <a:solidFill>
              <a:srgbClr val="477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5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صَدَ</a:t>
            </a:r>
            <a:endParaRPr lang="ar-SA" sz="110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صَذَ</a:t>
            </a:r>
            <a:endParaRPr lang="ar-SA" sz="93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صَرَ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صَزَ</a:t>
            </a:r>
            <a:endParaRPr lang="ar-SA" sz="9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صَسَ</a:t>
            </a:r>
            <a:endParaRPr lang="ar-SA" sz="87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صَشَ</a:t>
            </a:r>
            <a:endParaRPr lang="ar-SA" sz="87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أَصَبَ</a:t>
            </a:r>
            <a:endParaRPr lang="ar-SA" sz="62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0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تَصَثَ</a:t>
            </a:r>
            <a:endParaRPr lang="ar-SA" sz="69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ثَصَجَ</a:t>
            </a:r>
            <a:endParaRPr lang="ar-SA" sz="6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جَصَحَ</a:t>
            </a:r>
            <a:endParaRPr lang="ar-SA" sz="66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حَصَخَ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BED"/>
          </a:solidFill>
          <a:ln w="12700">
            <a:solidFill>
              <a:srgbClr val="5E8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خَصَدَ</a:t>
            </a:r>
            <a:endParaRPr lang="ar-SA" sz="79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دَصَذَ</a:t>
            </a:r>
            <a:endParaRPr lang="ar-SA" sz="82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D"/>
          </a:solidFill>
          <a:ln w="12700">
            <a:solidFill>
              <a:srgbClr val="47D1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ذَصَرَ</a:t>
            </a:r>
            <a:endParaRPr lang="ar-SA" sz="80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رَصَزَ</a:t>
            </a:r>
            <a:endParaRPr lang="ar-SA" sz="8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زَصَسَ</a:t>
            </a:r>
            <a:endParaRPr lang="ar-SA" sz="60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سَصَشَ</a:t>
            </a:r>
            <a:endParaRPr lang="ar-SA" sz="54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شَصَأَ</a:t>
            </a:r>
            <a:endParaRPr lang="ar-SA" sz="59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2"/>
          </a:solidFill>
          <a:ln w="12700">
            <a:solidFill>
              <a:srgbClr val="52E0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7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64D8"/>
          </a:solidFill>
          <a:ln w="12700">
            <a:solidFill>
              <a:srgbClr val="B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47D1"/>
          </a:solidFill>
          <a:ln w="12700">
            <a:solidFill>
              <a:srgbClr val="9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85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ED5E"/>
          </a:solidFill>
          <a:ln w="12700">
            <a:solidFill>
              <a:srgbClr val="D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164"/>
          </a:solidFill>
          <a:ln w="12700">
            <a:solidFill>
              <a:srgbClr val="D8A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endParaRPr lang="ar-SA" sz="9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endParaRPr lang="ar-SA" sz="9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4"/>
          </a:solidFill>
          <a:ln w="12700">
            <a:solidFill>
              <a:srgbClr val="5EED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endParaRPr lang="ar-SA" sz="88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B52"/>
          </a:solidFill>
          <a:ln w="12700">
            <a:solidFill>
              <a:srgbClr val="E05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D"/>
          </a:solidFill>
          <a:ln w="12700">
            <a:solidFill>
              <a:srgbClr val="70DB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endParaRPr lang="ar-SA" sz="88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4"/>
          </a:solidFill>
          <a:ln w="12700">
            <a:solidFill>
              <a:srgbClr val="64D8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6"/>
          </a:solidFill>
          <a:ln w="12700">
            <a:solidFill>
              <a:srgbClr val="47D1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0800" dirty="0"/>
          </a:p>
        </p:txBody>
      </p:sp>
      <p:pic>
        <p:nvPicPr>
          <p:cNvPr id="13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4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15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66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5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5EED"/>
          </a:solidFill>
          <a:ln w="12700">
            <a:solidFill>
              <a:srgbClr val="C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5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CE052"/>
          </a:solidFill>
          <a:ln w="12700">
            <a:solidFill>
              <a:srgbClr val="6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70DB"/>
          </a:solidFill>
          <a:ln w="12700">
            <a:solidFill>
              <a:srgbClr val="9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64D8"/>
          </a:solidFill>
          <a:ln w="12700">
            <a:solidFill>
              <a:srgbClr val="6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BD1"/>
          </a:solidFill>
          <a:ln w="12700">
            <a:solidFill>
              <a:srgbClr val="475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ضَدَ</a:t>
            </a:r>
            <a:endParaRPr lang="ar-SA" sz="106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ضَذَ</a:t>
            </a:r>
            <a:endParaRPr lang="ar-SA" sz="93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ضَرَ</a:t>
            </a:r>
            <a:endParaRPr lang="ar-SA" sz="9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ضَزَ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E"/>
          </a:solidFill>
          <a:ln w="12700">
            <a:solidFill>
              <a:srgbClr val="D864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ضَسَ</a:t>
            </a:r>
            <a:endParaRPr lang="ar-SA" sz="87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ضَشَ</a:t>
            </a:r>
            <a:endParaRPr lang="ar-SA" sz="87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ضَصَ</a:t>
            </a:r>
            <a:endParaRPr lang="ar-SA" sz="83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أَضَبَ</a:t>
            </a:r>
            <a:endParaRPr lang="ar-SA" sz="62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A"/>
          </a:solidFill>
          <a:ln w="12700">
            <a:solidFill>
              <a:srgbClr val="5EED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0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3"/>
          </a:solidFill>
          <a:ln w="12700">
            <a:solidFill>
              <a:srgbClr val="E052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تَضَثَ</a:t>
            </a:r>
            <a:endParaRPr lang="ar-SA" sz="69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D864"/>
          </a:solidFill>
          <a:ln w="12700">
            <a:solidFill>
              <a:srgbClr val="9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ثَضَجَ</a:t>
            </a:r>
            <a:endParaRPr lang="ar-SA" sz="6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جَضَحَ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حَضَخَ</a:t>
            </a:r>
            <a:endParaRPr lang="ar-SA" sz="6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خَضَدَ</a:t>
            </a:r>
            <a:endParaRPr lang="ar-SA" sz="79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دَضَذَ</a:t>
            </a:r>
            <a:endParaRPr lang="ar-SA" sz="82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E052"/>
          </a:solidFill>
          <a:ln w="12700">
            <a:solidFill>
              <a:srgbClr val="D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ذَضَرَ</a:t>
            </a:r>
            <a:endParaRPr lang="ar-SA" sz="80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8D8"/>
          </a:solidFill>
          <a:ln w="12700">
            <a:solidFill>
              <a:srgbClr val="64B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2D1"/>
          </a:solidFill>
          <a:ln w="12700">
            <a:solidFill>
              <a:srgbClr val="47C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رَضَزَ</a:t>
            </a:r>
            <a:endParaRPr lang="ar-SA" sz="80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زَضَسَ</a:t>
            </a:r>
            <a:endParaRPr lang="ar-SA" sz="6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سَضَشَ</a:t>
            </a:r>
            <a:endParaRPr lang="ar-SA" sz="54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شَضَصَ</a:t>
            </a:r>
            <a:endParaRPr lang="ar-SA" sz="5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A"/>
          </a:solidFill>
          <a:ln w="12700">
            <a:solidFill>
              <a:srgbClr val="ED5E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صَضَأَ</a:t>
            </a:r>
            <a:endParaRPr lang="ar-SA" sz="59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6"/>
          </a:solidFill>
          <a:ln w="12700">
            <a:solidFill>
              <a:srgbClr val="52E0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9"/>
          </a:solidFill>
          <a:ln w="12700">
            <a:solidFill>
              <a:srgbClr val="DB70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7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5"/>
          </a:solidFill>
          <a:ln w="12700">
            <a:solidFill>
              <a:srgbClr val="D864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47D1"/>
          </a:solidFill>
          <a:ln w="12700">
            <a:solidFill>
              <a:srgbClr val="B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85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ED5E"/>
          </a:solidFill>
          <a:ln w="12700">
            <a:solidFill>
              <a:srgbClr val="A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52E0"/>
          </a:solidFill>
          <a:ln w="12700">
            <a:solidFill>
              <a:srgbClr val="A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B47"/>
          </a:solidFill>
          <a:ln w="12700">
            <a:solidFill>
              <a:srgbClr val="D19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1ED"/>
          </a:solidFill>
          <a:ln w="12700">
            <a:solidFill>
              <a:srgbClr val="5ED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endParaRPr lang="ar-SA" sz="88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8"/>
          </a:solidFill>
          <a:ln w="12700">
            <a:solidFill>
              <a:srgbClr val="70DB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endParaRPr lang="ar-SA" sz="88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9"/>
          </a:solidFill>
          <a:ln w="12700">
            <a:solidFill>
              <a:srgbClr val="47D1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endParaRPr lang="ar-SA" sz="83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6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  <p:pic>
        <p:nvPicPr>
          <p:cNvPr id="18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9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1783080"/>
            <a:ext cx="1674175" cy="1554480"/>
          </a:xfrm>
          <a:prstGeom prst="rect">
            <a:avLst/>
          </a:prstGeom>
        </p:spPr>
      </p:pic>
      <p:pic>
        <p:nvPicPr>
          <p:cNvPr id="20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18864" y="896112"/>
            <a:ext cx="21270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4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18864" y="896112"/>
            <a:ext cx="21270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098088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4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98088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2984" y="2834640"/>
            <a:ext cx="429803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2984" y="2834640"/>
            <a:ext cx="429803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وَجَلَسَ</a:t>
            </a:r>
            <a:endParaRPr lang="ar-SA" sz="5400" dirty="0"/>
          </a:p>
        </p:txBody>
      </p:sp>
      <p:pic>
        <p:nvPicPr>
          <p:cNvPr id="1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0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1783080"/>
            <a:ext cx="1318199" cy="1554480"/>
          </a:xfrm>
          <a:prstGeom prst="rect">
            <a:avLst/>
          </a:prstGeom>
        </p:spPr>
      </p:pic>
      <p:pic>
        <p:nvPicPr>
          <p:cNvPr id="2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  <p:pic>
        <p:nvPicPr>
          <p:cNvPr id="17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8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1783080"/>
            <a:ext cx="1294882" cy="1554480"/>
          </a:xfrm>
          <a:prstGeom prst="rect">
            <a:avLst/>
          </a:prstGeom>
        </p:spPr>
      </p:pic>
      <p:pic>
        <p:nvPicPr>
          <p:cNvPr id="19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1356" y="896112"/>
            <a:ext cx="19686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1356" y="896112"/>
            <a:ext cx="19686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4018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4018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63346" y="2834640"/>
            <a:ext cx="36173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63346" y="2834640"/>
            <a:ext cx="36173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وَخَرَجَ</a:t>
            </a:r>
            <a:endParaRPr lang="ar-SA" sz="47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1783080"/>
            <a:ext cx="1336853" cy="155448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08-sad-dad</dc:title>
  <dc:subject>PptxGenJS Presentation</dc:subject>
  <dc:creator>PptxGenJS</dc:creator>
  <cp:lastModifiedBy>PptxGenJS</cp:lastModifiedBy>
  <cp:revision>1</cp:revision>
  <dcterms:created xsi:type="dcterms:W3CDTF">2026-10-20T22:49:31Z</dcterms:created>
  <dcterms:modified xsi:type="dcterms:W3CDTF">2026-10-20T22:49:31Z</dcterms:modified>
</cp:coreProperties>
</file>