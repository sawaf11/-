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08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1851660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799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6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687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960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8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835908"/>
            <a:ext cx="725851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043" y="3927348"/>
            <a:ext cx="70751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B52"/>
          </a:solidFill>
          <a:ln w="12700">
            <a:solidFill>
              <a:srgbClr val="E05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0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77768" cy="169164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602" y="3241548"/>
            <a:ext cx="1495958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6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5EED"/>
          </a:solidFill>
          <a:ln w="12700">
            <a:solidFill>
              <a:srgbClr val="C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64D8"/>
          </a:solidFill>
          <a:ln w="12700">
            <a:solidFill>
              <a:srgbClr val="6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BD1"/>
          </a:solidFill>
          <a:ln w="12700">
            <a:solidFill>
              <a:srgbClr val="475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86" y="3607308"/>
            <a:ext cx="709574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10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23" y="3607308"/>
            <a:ext cx="711037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6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7575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6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81" y="3561588"/>
            <a:ext cx="719679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054" y="3835908"/>
            <a:ext cx="713506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8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8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8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400312" cy="11887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4413" y="1783080"/>
            <a:ext cx="808147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8864" y="896112"/>
            <a:ext cx="21270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8864" y="896112"/>
            <a:ext cx="21270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9808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9808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984" y="2834640"/>
            <a:ext cx="42980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984" y="2834640"/>
            <a:ext cx="42980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وَجَلَسَ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1920240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47537" cy="14630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2011680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1356" y="896112"/>
            <a:ext cx="19686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1356" y="896112"/>
            <a:ext cx="19686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4018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4018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63346" y="2834640"/>
            <a:ext cx="36173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63346" y="2834640"/>
            <a:ext cx="36173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وَخَرَجَ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1688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323" y="1783080"/>
            <a:ext cx="933237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08-sad-dad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