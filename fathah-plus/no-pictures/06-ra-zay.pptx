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564D8"/>
          </a:solidFill>
          <a:ln w="12700">
            <a:solidFill>
              <a:srgbClr val="C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347D1"/>
          </a:solidFill>
          <a:ln w="12700">
            <a:solidFill>
              <a:srgbClr val="A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13300" dirty="0"/>
          </a:p>
        </p:txBody>
      </p:sp>
      <p:sp>
        <p:nvSpPr>
          <p:cNvPr id="12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133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764"/>
          </a:solidFill>
          <a:ln w="12700">
            <a:solidFill>
              <a:srgbClr val="2B4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479"/>
          </a:solidFill>
          <a:ln w="12700">
            <a:solidFill>
              <a:srgbClr val="3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رَبَ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رَتَ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9ED5E"/>
          </a:solidFill>
          <a:ln w="12700">
            <a:solidFill>
              <a:srgbClr val="C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7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رَثَ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752E0"/>
          </a:solidFill>
          <a:ln w="12700">
            <a:solidFill>
              <a:srgbClr val="8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E70"/>
          </a:solidFill>
          <a:ln w="12700">
            <a:solidFill>
              <a:srgbClr val="DBC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4"/>
          </a:solidFill>
          <a:ln w="12700">
            <a:solidFill>
              <a:srgbClr val="47855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رَجَ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864"/>
          </a:solidFill>
          <a:ln w="12700">
            <a:solidFill>
              <a:srgbClr val="D8A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147"/>
          </a:solidFill>
          <a:ln w="12700">
            <a:solidFill>
              <a:srgbClr val="D18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رَحَ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6"/>
          </a:solidFill>
          <a:ln w="12700">
            <a:solidFill>
              <a:srgbClr val="642B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5"/>
          </a:solidFill>
          <a:ln w="12700">
            <a:solidFill>
              <a:srgbClr val="79344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D"/>
          </a:solidFill>
          <a:ln w="12700">
            <a:solidFill>
              <a:srgbClr val="5EE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أَرَبَ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452"/>
          </a:solidFill>
          <a:ln w="12700">
            <a:solidFill>
              <a:srgbClr val="E06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3"/>
          </a:solidFill>
          <a:ln w="12700">
            <a:solidFill>
              <a:srgbClr val="70DBB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A85"/>
          </a:solidFill>
          <a:ln w="12700">
            <a:solidFill>
              <a:srgbClr val="474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بَرَتَ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B"/>
          </a:solidFill>
          <a:ln w="12700">
            <a:solidFill>
              <a:srgbClr val="64D88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F"/>
          </a:solidFill>
          <a:ln w="12700">
            <a:solidFill>
              <a:srgbClr val="47D15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تَرَثَ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ثَرَجَ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42B"/>
          </a:solidFill>
          <a:ln w="12700">
            <a:solidFill>
              <a:srgbClr val="6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77934"/>
          </a:solidFill>
          <a:ln w="12700">
            <a:solidFill>
              <a:srgbClr val="5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جَرَحَ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حَرَخَ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A5EED"/>
          </a:solidFill>
          <a:ln w="12700">
            <a:solidFill>
              <a:srgbClr val="C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خَرَدَ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3E052"/>
          </a:solidFill>
          <a:ln w="12700">
            <a:solidFill>
              <a:srgbClr val="6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970DB"/>
          </a:solidFill>
          <a:ln w="12700">
            <a:solidFill>
              <a:srgbClr val="9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9"/>
          </a:solidFill>
          <a:ln w="12700">
            <a:solidFill>
              <a:srgbClr val="8547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دَرَذَ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E64D8"/>
          </a:solidFill>
          <a:ln w="12700">
            <a:solidFill>
              <a:srgbClr val="6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3D1"/>
          </a:solidFill>
          <a:ln w="12700">
            <a:solidFill>
              <a:srgbClr val="475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ذَرَأَ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6"/>
          </a:solidFill>
          <a:ln w="12700">
            <a:solidFill>
              <a:srgbClr val="2B64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879"/>
          </a:solidFill>
          <a:ln w="12700">
            <a:solidFill>
              <a:srgbClr val="346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65E"/>
          </a:solidFill>
          <a:ln w="12700">
            <a:solidFill>
              <a:srgbClr val="EDA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7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ثَرَ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7E0"/>
          </a:solidFill>
          <a:ln w="12700">
            <a:solidFill>
              <a:srgbClr val="528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E70"/>
          </a:solidFill>
          <a:ln w="12700">
            <a:solidFill>
              <a:srgbClr val="DB7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8547"/>
          </a:solidFill>
          <a:ln w="12700">
            <a:solidFill>
              <a:srgbClr val="6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7"/>
          </a:solidFill>
          <a:ln w="12700">
            <a:solidFill>
              <a:srgbClr val="D8647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5"/>
          </a:solidFill>
          <a:ln w="12700">
            <a:solidFill>
              <a:srgbClr val="D1477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2B64"/>
          </a:solidFill>
          <a:ln w="12700">
            <a:solidFill>
              <a:srgbClr val="4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9"/>
          </a:solidFill>
          <a:ln w="12700">
            <a:solidFill>
              <a:srgbClr val="7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3"/>
          </a:solidFill>
          <a:ln w="12700">
            <a:solidFill>
              <a:srgbClr val="5EED8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13300" dirty="0"/>
          </a:p>
        </p:txBody>
      </p:sp>
      <p:sp>
        <p:nvSpPr>
          <p:cNvPr id="20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13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A"/>
          </a:solidFill>
          <a:ln w="12700">
            <a:solidFill>
              <a:srgbClr val="E052A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DDB70"/>
          </a:solidFill>
          <a:ln w="12700">
            <a:solidFill>
              <a:srgbClr val="7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885"/>
          </a:solidFill>
          <a:ln w="12700">
            <a:solidFill>
              <a:srgbClr val="477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زَأَ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4D864"/>
          </a:solidFill>
          <a:ln w="12700">
            <a:solidFill>
              <a:srgbClr val="9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7D147"/>
          </a:solidFill>
          <a:ln w="12700">
            <a:solidFill>
              <a:srgbClr val="9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زَبَ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زَتَ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92B"/>
          </a:solidFill>
          <a:ln w="12700">
            <a:solidFill>
              <a:srgbClr val="643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834"/>
          </a:solidFill>
          <a:ln w="12700">
            <a:solidFill>
              <a:srgbClr val="796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زَثَ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زَجَ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F5EED"/>
          </a:solidFill>
          <a:ln w="12700">
            <a:solidFill>
              <a:srgbClr val="5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زَحَ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3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EE052"/>
          </a:solidFill>
          <a:ln w="12700">
            <a:solidFill>
              <a:srgbClr val="C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8DB"/>
          </a:solidFill>
          <a:ln w="12700">
            <a:solidFill>
              <a:srgbClr val="709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24785"/>
          </a:solidFill>
          <a:ln w="12700">
            <a:solidFill>
              <a:srgbClr val="8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زَخَ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1D8"/>
          </a:solidFill>
          <a:ln w="12700">
            <a:solidFill>
              <a:srgbClr val="64B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9D1"/>
          </a:solidFill>
          <a:ln w="12700">
            <a:solidFill>
              <a:srgbClr val="47B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زَدَ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زَذَ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B"/>
          </a:solidFill>
          <a:ln w="12700">
            <a:solidFill>
              <a:srgbClr val="2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7"/>
          </a:solidFill>
          <a:ln w="12700">
            <a:solidFill>
              <a:srgbClr val="34795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أَزَبَ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1"/>
          </a:solidFill>
          <a:ln w="12700">
            <a:solidFill>
              <a:srgbClr val="ED5E8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بَزَتَ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4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F"/>
          </a:solidFill>
          <a:ln w="12700">
            <a:solidFill>
              <a:srgbClr val="52E0C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3"/>
          </a:solidFill>
          <a:ln w="12700">
            <a:solidFill>
              <a:srgbClr val="DB70B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347"/>
          </a:solidFill>
          <a:ln w="12700">
            <a:solidFill>
              <a:srgbClr val="857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7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تَزَثَ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E"/>
          </a:solidFill>
          <a:ln w="12700">
            <a:solidFill>
              <a:srgbClr val="D864C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647D1"/>
          </a:solidFill>
          <a:ln w="12700">
            <a:solidFill>
              <a:srgbClr val="C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ثَزَجَ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جَزَحَ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964"/>
          </a:solidFill>
          <a:ln w="12700">
            <a:solidFill>
              <a:srgbClr val="2B3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63479"/>
          </a:solidFill>
          <a:ln w="12700">
            <a:solidFill>
              <a:srgbClr val="4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حَزَخَ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خَزَدَ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5ED5E"/>
          </a:solidFill>
          <a:ln w="12700">
            <a:solidFill>
              <a:srgbClr val="A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دَزَذَ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C52E0"/>
          </a:solidFill>
          <a:ln w="12700">
            <a:solidFill>
              <a:srgbClr val="A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DDB70"/>
          </a:solidFill>
          <a:ln w="12700">
            <a:solidFill>
              <a:srgbClr val="C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4"/>
          </a:solidFill>
          <a:ln w="12700">
            <a:solidFill>
              <a:srgbClr val="47856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ذَزَرَ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664"/>
          </a:solidFill>
          <a:ln w="12700">
            <a:solidFill>
              <a:srgbClr val="D8C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447"/>
          </a:solidFill>
          <a:ln w="12700">
            <a:solidFill>
              <a:srgbClr val="D1A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رَزَأَ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7"/>
          </a:solidFill>
          <a:ln w="12700">
            <a:solidFill>
              <a:srgbClr val="642B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4"/>
          </a:solidFill>
          <a:ln w="12700">
            <a:solidFill>
              <a:srgbClr val="793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8ED"/>
          </a:solidFill>
          <a:ln w="12700">
            <a:solidFill>
              <a:srgbClr val="5EC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7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ثَزَ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852"/>
          </a:solidFill>
          <a:ln w="12700">
            <a:solidFill>
              <a:srgbClr val="E08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F"/>
          </a:solidFill>
          <a:ln w="12700">
            <a:solidFill>
              <a:srgbClr val="70DBC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54785"/>
          </a:solidFill>
          <a:ln w="12700">
            <a:solidFill>
              <a:srgbClr val="5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9"/>
          </a:solidFill>
          <a:ln w="12700">
            <a:solidFill>
              <a:srgbClr val="64D8A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2"/>
          </a:solidFill>
          <a:ln w="12700">
            <a:solidFill>
              <a:srgbClr val="47D18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5642B"/>
          </a:solidFill>
          <a:ln w="12700">
            <a:solidFill>
              <a:srgbClr val="5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57934"/>
          </a:solidFill>
          <a:ln w="12700">
            <a:solidFill>
              <a:srgbClr val="4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C"/>
          </a:solidFill>
          <a:ln w="12700">
            <a:solidFill>
              <a:srgbClr val="ED5EE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5"/>
          </a:solidFill>
          <a:ln w="12700">
            <a:solidFill>
              <a:srgbClr val="52E06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470DB"/>
          </a:solidFill>
          <a:ln w="12700">
            <a:solidFill>
              <a:srgbClr val="B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9"/>
          </a:solidFill>
          <a:ln w="12700">
            <a:solidFill>
              <a:srgbClr val="854749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00346" y="896112"/>
            <a:ext cx="16568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A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00346" y="896112"/>
            <a:ext cx="16568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زَرَعَ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486764" y="896112"/>
            <a:ext cx="21935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A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86764" y="896112"/>
            <a:ext cx="21935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وَحَصَدَ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20390" y="2834640"/>
            <a:ext cx="35032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20390" y="2834640"/>
            <a:ext cx="35032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زَرَعَ وَحَصَدَ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C64D8"/>
          </a:solidFill>
          <a:ln w="12700">
            <a:solidFill>
              <a:srgbClr val="8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F47D1"/>
          </a:solidFill>
          <a:ln w="12700">
            <a:solidFill>
              <a:srgbClr val="5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23384" y="896112"/>
            <a:ext cx="189864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C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23384" y="896112"/>
            <a:ext cx="189864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رَسَمَ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21967" y="896112"/>
            <a:ext cx="208137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C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21967" y="896112"/>
            <a:ext cx="208137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وَكَتَبَ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73040" y="2834640"/>
            <a:ext cx="359792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73040" y="2834640"/>
            <a:ext cx="359792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رَسَمَ وَكَتَبَ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088697" y="896112"/>
            <a:ext cx="17873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E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088697" y="896112"/>
            <a:ext cx="17873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نَزَلَ</a:t>
            </a:r>
            <a:endParaRPr lang="ar-SA" sz="5300" dirty="0"/>
          </a:p>
        </p:txBody>
      </p:sp>
      <p:sp>
        <p:nvSpPr>
          <p:cNvPr id="13" name="C2 W2 pill"/>
          <p:cNvSpPr/>
          <p:nvPr/>
        </p:nvSpPr>
        <p:spPr>
          <a:xfrm>
            <a:off x="2267920" y="896112"/>
            <a:ext cx="25007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E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267920" y="896112"/>
            <a:ext cx="25007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وَجَلَسَ</a:t>
            </a:r>
            <a:endParaRPr lang="ar-SA" sz="53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558302" y="2834640"/>
            <a:ext cx="402739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558302" y="2834640"/>
            <a:ext cx="402739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نَزَلَ وَجَلَسَ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4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364"/>
          </a:solidFill>
          <a:ln w="12700">
            <a:solidFill>
              <a:srgbClr val="2B6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679"/>
          </a:solidFill>
          <a:ln w="12700">
            <a:solidFill>
              <a:srgbClr val="3456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87476" y="896112"/>
            <a:ext cx="196541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4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87476" y="896112"/>
            <a:ext cx="196541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صَبَرَ</a:t>
            </a:r>
            <a:endParaRPr lang="ar-SA" sz="5600" dirty="0"/>
          </a:p>
        </p:txBody>
      </p:sp>
      <p:sp>
        <p:nvSpPr>
          <p:cNvPr id="14" name="C2 W2 pill"/>
          <p:cNvSpPr/>
          <p:nvPr/>
        </p:nvSpPr>
        <p:spPr>
          <a:xfrm>
            <a:off x="2191112" y="896112"/>
            <a:ext cx="247632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4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191112" y="896112"/>
            <a:ext cx="247632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5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512740" y="2834640"/>
            <a:ext cx="411852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512740" y="2834640"/>
            <a:ext cx="411852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صَبَرَ وَشَكَرَ</a:t>
            </a:r>
            <a:endParaRPr lang="ar-SA" sz="5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971091" y="896112"/>
            <a:ext cx="19266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971091" y="896112"/>
            <a:ext cx="19266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حَرَثَ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3759831" y="896112"/>
            <a:ext cx="189122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2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759831" y="896112"/>
            <a:ext cx="189122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وَزَرَعَ</a:t>
            </a:r>
            <a:endParaRPr lang="ar-SA" sz="4600" dirty="0"/>
          </a:p>
        </p:txBody>
      </p:sp>
      <p:sp>
        <p:nvSpPr>
          <p:cNvPr id="14" name="C3 W3 pill"/>
          <p:cNvSpPr/>
          <p:nvPr/>
        </p:nvSpPr>
        <p:spPr>
          <a:xfrm>
            <a:off x="1246248" y="896112"/>
            <a:ext cx="21935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2E2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246248" y="896112"/>
            <a:ext cx="21935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وَحَصَدَ</a:t>
            </a:r>
            <a:endParaRPr lang="ar-SA" sz="46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1974266" y="2834640"/>
            <a:ext cx="519546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1974266" y="2834640"/>
            <a:ext cx="519546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حَرَثَ وَزَرَعَ وَحَصَدَ</a:t>
            </a:r>
            <a:endParaRPr lang="ar-SA" sz="4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06-ra-zay</dc:title>
  <dc:subject>PptxGenJS Presentation</dc:subject>
  <dc:creator>PptxGenJS</dc:creator>
  <cp:lastModifiedBy>PptxGenJS</cp:lastModifiedBy>
  <cp:revision>1</cp:revision>
  <dcterms:created xsi:type="dcterms:W3CDTF">2026-10-21T16:51:18Z</dcterms:created>
  <dcterms:modified xsi:type="dcterms:W3CDTF">2026-10-21T16:51:18Z</dcterms:modified>
</cp:coreProperties>
</file>