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12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1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سَتَ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C"/>
          </a:solidFill>
          <a:ln w="12700">
            <a:solidFill>
              <a:srgbClr val="52E0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9"/>
          </a:solidFill>
          <a:ln w="12700">
            <a:solidFill>
              <a:srgbClr val="DB70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سَثَ</a:t>
            </a:r>
            <a:endParaRPr lang="ar-SA" sz="10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سَدَ</a:t>
            </a:r>
            <a:endParaRPr lang="ar-SA" sz="11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ED5E"/>
          </a:solidFill>
          <a:ln w="12700">
            <a:solidFill>
              <a:srgbClr val="9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52E0"/>
          </a:solidFill>
          <a:ln w="12700">
            <a:solidFill>
              <a:srgbClr val="B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DB70"/>
          </a:solidFill>
          <a:ln w="12700">
            <a:solidFill>
              <a:srgbClr val="C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064"/>
          </a:solidFill>
          <a:ln w="12700">
            <a:solidFill>
              <a:srgbClr val="D8D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047"/>
          </a:solidFill>
          <a:ln w="12700">
            <a:solidFill>
              <a:srgbClr val="D1B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أَسَبَ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بَسَتَ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تَسَثَ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CED"/>
          </a:solidFill>
          <a:ln w="12700">
            <a:solidFill>
              <a:srgbClr val="5EB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552"/>
          </a:solidFill>
          <a:ln w="12700">
            <a:solidFill>
              <a:srgbClr val="E09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8"/>
          </a:solidFill>
          <a:ln w="12700">
            <a:solidFill>
              <a:srgbClr val="70DB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3"/>
          </a:solidFill>
          <a:ln w="12700">
            <a:solidFill>
              <a:srgbClr val="64D8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E"/>
          </a:solidFill>
          <a:ln w="12700">
            <a:solidFill>
              <a:srgbClr val="47D1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حَسَخَ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خَسَدَ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دَسَذَ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ذَسَرَ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0"/>
          </a:solidFill>
          <a:ln w="12700">
            <a:solidFill>
              <a:srgbClr val="ED5E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رَسَزَ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1"/>
          </a:solidFill>
          <a:ln w="12700">
            <a:solidFill>
              <a:srgbClr val="52E0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64D8"/>
          </a:solidFill>
          <a:ln w="12700">
            <a:solidFill>
              <a:srgbClr val="9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47D1"/>
          </a:solidFill>
          <a:ln w="12700">
            <a:solidFill>
              <a:srgbClr val="6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75E"/>
          </a:solidFill>
          <a:ln w="12700">
            <a:solidFill>
              <a:srgbClr val="EDD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6E0"/>
          </a:solidFill>
          <a:ln w="12700">
            <a:solidFill>
              <a:srgbClr val="525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370"/>
          </a:solidFill>
          <a:ln w="12700">
            <a:solidFill>
              <a:srgbClr val="DBA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964"/>
          </a:solidFill>
          <a:ln w="12700">
            <a:solidFill>
              <a:srgbClr val="D87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947"/>
          </a:solidFill>
          <a:ln w="12700">
            <a:solidFill>
              <a:srgbClr val="D14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3"/>
          </a:solidFill>
          <a:ln w="12700">
            <a:solidFill>
              <a:srgbClr val="5EED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9"/>
          </a:solidFill>
          <a:ln w="12700">
            <a:solidFill>
              <a:srgbClr val="E052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8"/>
          </a:solidFill>
          <a:ln w="12700">
            <a:solidFill>
              <a:srgbClr val="70DB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1200" dirty="0"/>
          </a:p>
        </p:txBody>
      </p:sp>
      <p:sp>
        <p:nvSpPr>
          <p:cNvPr id="17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1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D864"/>
          </a:solidFill>
          <a:ln w="12700">
            <a:solidFill>
              <a:srgbClr val="6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D147"/>
          </a:solidFill>
          <a:ln w="12700">
            <a:solidFill>
              <a:srgbClr val="6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شَأَ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شَبَ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شَتَ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شَثَ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5EED"/>
          </a:solidFill>
          <a:ln w="12700">
            <a:solidFill>
              <a:srgbClr val="9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DE052"/>
          </a:solidFill>
          <a:ln w="12700">
            <a:solidFill>
              <a:srgbClr val="9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3DB"/>
          </a:solidFill>
          <a:ln w="12700">
            <a:solidFill>
              <a:srgbClr val="707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شَحَ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9D8"/>
          </a:solidFill>
          <a:ln w="12700">
            <a:solidFill>
              <a:srgbClr val="648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AD1"/>
          </a:solidFill>
          <a:ln w="12700">
            <a:solidFill>
              <a:srgbClr val="478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شَخَ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شَدَ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شَذَ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C5E"/>
          </a:solidFill>
          <a:ln w="12700">
            <a:solidFill>
              <a:srgbClr val="ED6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شَزَ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1E0"/>
          </a:solidFill>
          <a:ln w="12700">
            <a:solidFill>
              <a:srgbClr val="52C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E"/>
          </a:solidFill>
          <a:ln w="12700">
            <a:solidFill>
              <a:srgbClr val="DB70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شَسَ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6"/>
          </a:solidFill>
          <a:ln w="12700">
            <a:solidFill>
              <a:srgbClr val="D864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D"/>
          </a:solidFill>
          <a:ln w="12700">
            <a:solidFill>
              <a:srgbClr val="D147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بَشَتَ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تَشَثَ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ثَشَجَ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ED5E"/>
          </a:solidFill>
          <a:ln w="12700">
            <a:solidFill>
              <a:srgbClr val="7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جَشَحَ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52E0"/>
          </a:solidFill>
          <a:ln w="12700">
            <a:solidFill>
              <a:srgbClr val="D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DB70"/>
          </a:solidFill>
          <a:ln w="12700">
            <a:solidFill>
              <a:srgbClr val="A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حَشَخَ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D864"/>
          </a:solidFill>
          <a:ln w="12700">
            <a:solidFill>
              <a:srgbClr val="C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D147"/>
          </a:solidFill>
          <a:ln w="12700">
            <a:solidFill>
              <a:srgbClr val="C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خَشَدَ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دَشَذَ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رَشَزَ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8ED"/>
          </a:solidFill>
          <a:ln w="12700">
            <a:solidFill>
              <a:srgbClr val="5E9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زَشَسَ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952"/>
          </a:solidFill>
          <a:ln w="12700">
            <a:solidFill>
              <a:srgbClr val="E0B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3DB"/>
          </a:solidFill>
          <a:ln w="12700">
            <a:solidFill>
              <a:srgbClr val="70C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سَشَأَ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0"/>
          </a:solidFill>
          <a:ln w="12700">
            <a:solidFill>
              <a:srgbClr val="64D8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1"/>
          </a:solidFill>
          <a:ln w="12700">
            <a:solidFill>
              <a:srgbClr val="47D1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B"/>
          </a:solidFill>
          <a:ln w="12700">
            <a:solidFill>
              <a:srgbClr val="ED5E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5"/>
          </a:solidFill>
          <a:ln w="12700">
            <a:solidFill>
              <a:srgbClr val="52E0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70DB"/>
          </a:solidFill>
          <a:ln w="12700">
            <a:solidFill>
              <a:srgbClr val="D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64D8"/>
          </a:solidFill>
          <a:ln w="12700">
            <a:solidFill>
              <a:srgbClr val="B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47D1"/>
          </a:solidFill>
          <a:ln w="12700">
            <a:solidFill>
              <a:srgbClr val="8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ED5E"/>
          </a:solidFill>
          <a:ln w="12700">
            <a:solidFill>
              <a:srgbClr val="D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252E0"/>
          </a:solidFill>
          <a:ln w="12700">
            <a:solidFill>
              <a:srgbClr val="7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E70"/>
          </a:solidFill>
          <a:ln w="12700">
            <a:solidFill>
              <a:srgbClr val="DBB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664"/>
          </a:solidFill>
          <a:ln w="12700">
            <a:solidFill>
              <a:srgbClr val="D89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C47"/>
          </a:solidFill>
          <a:ln w="12700">
            <a:solidFill>
              <a:srgbClr val="D16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67639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C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67639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097476" y="896112"/>
            <a:ext cx="24501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97476" y="896112"/>
            <a:ext cx="24501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وَدَرَسَ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84642" y="2834640"/>
            <a:ext cx="43747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84642" y="2834640"/>
            <a:ext cx="43747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وَدَرَسَ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31699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31699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23569" y="896112"/>
            <a:ext cx="21880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E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23569" y="896112"/>
            <a:ext cx="21880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36447" y="2834640"/>
            <a:ext cx="38711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36447" y="2834640"/>
            <a:ext cx="38711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وَمَسَحَ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E"/>
          </a:solidFill>
          <a:ln w="12700">
            <a:solidFill>
              <a:srgbClr val="642B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06622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4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06622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567820" y="896112"/>
            <a:ext cx="20187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4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67820" y="896112"/>
            <a:ext cx="20187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92267" y="2834640"/>
            <a:ext cx="33594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92267" y="2834640"/>
            <a:ext cx="33594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وَشَكَرَ</a:t>
            </a:r>
            <a:endParaRPr lang="ar-SA" sz="4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63191" y="896112"/>
            <a:ext cx="18706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63191" y="896112"/>
            <a:ext cx="18706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10172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10172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6748" y="2834640"/>
            <a:ext cx="37105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6748" y="2834640"/>
            <a:ext cx="37105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شَرَحَ وَرَسَمَ</a:t>
            </a:r>
            <a:endParaRPr lang="ar-SA" sz="4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07-seen-sheen</dc:title>
  <dc:subject>PptxGenJS Presentation</dc:subject>
  <dc:creator>PptxGenJS</dc:creator>
  <cp:lastModifiedBy>PptxGenJS</cp:lastModifiedBy>
  <cp:revision>1</cp:revision>
  <dcterms:created xsi:type="dcterms:W3CDTF">2026-10-21T16:51:18Z</dcterms:created>
  <dcterms:modified xsi:type="dcterms:W3CDTF">2026-10-21T16:51:18Z</dcterms:modified>
</cp:coreProperties>
</file>