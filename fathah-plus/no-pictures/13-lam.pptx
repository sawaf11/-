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</p:sldIdLst>
  <p:notesMasterIdLst>
    <p:notesMasterId r:id="rId7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notesMaster" Target="notesMasters/notesMaster1.xml"/><Relationship Id="rId74" Type="http://schemas.openxmlformats.org/officeDocument/2006/relationships/presProps" Target="presProps.xml"/><Relationship Id="rId75" Type="http://schemas.openxmlformats.org/officeDocument/2006/relationships/viewProps" Target="viewProps.xml"/><Relationship Id="rId76" Type="http://schemas.openxmlformats.org/officeDocument/2006/relationships/theme" Target="theme/theme1.xml"/><Relationship Id="rId7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12600" dirty="0"/>
          </a:p>
        </p:txBody>
      </p:sp>
      <p:sp>
        <p:nvSpPr>
          <p:cNvPr id="13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126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33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E642B"/>
          </a:solidFill>
          <a:ln w="12700">
            <a:solidFill>
              <a:srgbClr val="4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C7934"/>
          </a:solidFill>
          <a:ln w="12700">
            <a:solidFill>
              <a:srgbClr val="3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لَأَ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لَبَ</a:t>
            </a:r>
            <a:endParaRPr lang="ar-SA" sz="8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9"/>
          </a:solidFill>
          <a:ln w="12700">
            <a:solidFill>
              <a:srgbClr val="ED5ED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لَتَ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8"/>
          </a:solidFill>
          <a:ln w="12700">
            <a:solidFill>
              <a:srgbClr val="52E07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270DB"/>
          </a:solidFill>
          <a:ln w="12700">
            <a:solidFill>
              <a:srgbClr val="C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E47"/>
          </a:solidFill>
          <a:ln w="12700">
            <a:solidFill>
              <a:srgbClr val="854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لَثَ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B64D8"/>
          </a:solidFill>
          <a:ln w="12700">
            <a:solidFill>
              <a:srgbClr val="9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247D1"/>
          </a:solidFill>
          <a:ln w="12700">
            <a:solidFill>
              <a:srgbClr val="7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لَجَ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لَحَ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C64"/>
          </a:solidFill>
          <a:ln w="12700">
            <a:solidFill>
              <a:srgbClr val="2B5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D79"/>
          </a:solidFill>
          <a:ln w="12700">
            <a:solidFill>
              <a:srgbClr val="344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لَخَ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لَدَ</a:t>
            </a:r>
            <a:endParaRPr lang="ar-SA" sz="8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E5E"/>
          </a:solidFill>
          <a:ln w="12700">
            <a:solidFill>
              <a:srgbClr val="EDD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لَذَ</a:t>
            </a:r>
            <a:endParaRPr lang="ar-SA" sz="8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452E0"/>
          </a:solidFill>
          <a:ln w="12700">
            <a:solidFill>
              <a:srgbClr val="5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870"/>
          </a:solidFill>
          <a:ln w="12700">
            <a:solidFill>
              <a:srgbClr val="DBA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08547"/>
          </a:solidFill>
          <a:ln w="12700">
            <a:solidFill>
              <a:srgbClr val="5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لَرَ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E64"/>
          </a:solidFill>
          <a:ln w="12700">
            <a:solidFill>
              <a:srgbClr val="D87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047"/>
          </a:solidFill>
          <a:ln w="12700">
            <a:solidFill>
              <a:srgbClr val="D15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لَزَ</a:t>
            </a:r>
            <a:endParaRPr lang="ar-SA" sz="8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لَسَ</a:t>
            </a:r>
            <a:endParaRPr lang="ar-SA" sz="8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E2B64"/>
          </a:solidFill>
          <a:ln w="12700">
            <a:solidFill>
              <a:srgbClr val="5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E"/>
          </a:solidFill>
          <a:ln w="12700">
            <a:solidFill>
              <a:srgbClr val="79345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لَشَ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لَصَ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A"/>
          </a:solidFill>
          <a:ln w="12700">
            <a:solidFill>
              <a:srgbClr val="5EEDB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لَضَ</a:t>
            </a:r>
            <a:endParaRPr lang="ar-SA" sz="8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3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3"/>
          </a:solidFill>
          <a:ln w="12700">
            <a:solidFill>
              <a:srgbClr val="E0527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D"/>
          </a:solidFill>
          <a:ln w="12700">
            <a:solidFill>
              <a:srgbClr val="70DB8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085"/>
          </a:solidFill>
          <a:ln w="12700">
            <a:solidFill>
              <a:srgbClr val="476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لَطَ</a:t>
            </a:r>
            <a:endParaRPr lang="ar-SA" sz="8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7D864"/>
          </a:solidFill>
          <a:ln w="12700">
            <a:solidFill>
              <a:srgbClr val="6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1D147"/>
          </a:solidFill>
          <a:ln w="12700">
            <a:solidFill>
              <a:srgbClr val="6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لَظَ</a:t>
            </a:r>
            <a:endParaRPr lang="ar-SA" sz="8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لَعَ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431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02B"/>
          </a:solidFill>
          <a:ln w="12700">
            <a:solidFill>
              <a:srgbClr val="645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F7934"/>
          </a:solidFill>
          <a:ln w="12700">
            <a:solidFill>
              <a:srgbClr val="6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لَغَ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لَفَ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75EED"/>
          </a:solidFill>
          <a:ln w="12700">
            <a:solidFill>
              <a:srgbClr val="97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لَقَ</a:t>
            </a:r>
            <a:endParaRPr lang="ar-SA" sz="8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6E052"/>
          </a:solidFill>
          <a:ln w="12700">
            <a:solidFill>
              <a:srgbClr val="96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8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270DB"/>
          </a:solidFill>
          <a:ln w="12700">
            <a:solidFill>
              <a:srgbClr val="7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F"/>
          </a:solidFill>
          <a:ln w="12700">
            <a:solidFill>
              <a:srgbClr val="85476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لَكَ</a:t>
            </a:r>
            <a:endParaRPr lang="ar-SA" sz="8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4D8"/>
          </a:solidFill>
          <a:ln w="12700">
            <a:solidFill>
              <a:srgbClr val="648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4D1"/>
          </a:solidFill>
          <a:ln w="12700">
            <a:solidFill>
              <a:srgbClr val="478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أَلَبَ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بَلَتَ</a:t>
            </a:r>
            <a:endParaRPr lang="ar-SA" sz="7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1"/>
          </a:solidFill>
          <a:ln w="12700">
            <a:solidFill>
              <a:srgbClr val="2B644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2"/>
          </a:solidFill>
          <a:ln w="12700">
            <a:solidFill>
              <a:srgbClr val="34797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6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6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6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تَلَثَ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ثَلَجَ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35E"/>
          </a:solidFill>
          <a:ln w="12700">
            <a:solidFill>
              <a:srgbClr val="ED7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جَلَحَ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4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AE0"/>
          </a:solidFill>
          <a:ln w="12700">
            <a:solidFill>
              <a:srgbClr val="52B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9"/>
          </a:solidFill>
          <a:ln w="12700">
            <a:solidFill>
              <a:srgbClr val="DB708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E8547"/>
          </a:solidFill>
          <a:ln w="12700">
            <a:solidFill>
              <a:srgbClr val="7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حَلَخَ</a:t>
            </a:r>
            <a:endParaRPr lang="ar-SA" sz="6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1"/>
          </a:solidFill>
          <a:ln w="12700">
            <a:solidFill>
              <a:srgbClr val="D864A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6"/>
          </a:solidFill>
          <a:ln w="12700">
            <a:solidFill>
              <a:srgbClr val="D147A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خَلَدَ</a:t>
            </a:r>
            <a:endParaRPr lang="ar-SA" sz="76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دَلَذَ</a:t>
            </a:r>
            <a:endParaRPr lang="ar-SA" sz="7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32B64"/>
          </a:solidFill>
          <a:ln w="12700">
            <a:solidFill>
              <a:srgbClr val="3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13479"/>
          </a:solidFill>
          <a:ln w="12700">
            <a:solidFill>
              <a:srgbClr val="6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6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ذَلَرَ</a:t>
            </a:r>
            <a:endParaRPr lang="ar-SA" sz="7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رَلَزَ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DED5E"/>
          </a:solidFill>
          <a:ln w="12700">
            <a:solidFill>
              <a:srgbClr val="6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زَلَسَ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2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D"/>
          </a:solidFill>
          <a:ln w="12700">
            <a:solidFill>
              <a:srgbClr val="E052D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3DB70"/>
          </a:solidFill>
          <a:ln w="12700">
            <a:solidFill>
              <a:srgbClr val="A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C"/>
          </a:solidFill>
          <a:ln w="12700">
            <a:solidFill>
              <a:srgbClr val="47857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سَلَشَ</a:t>
            </a:r>
            <a:endParaRPr lang="ar-SA" sz="6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ED864"/>
          </a:solidFill>
          <a:ln w="12700">
            <a:solidFill>
              <a:srgbClr val="BE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8D147"/>
          </a:solidFill>
          <a:ln w="12700">
            <a:solidFill>
              <a:srgbClr val="C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شَلَصَ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صَلَضَ</a:t>
            </a:r>
            <a:endParaRPr lang="ar-SA" sz="6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1"/>
          </a:solidFill>
          <a:ln w="12700">
            <a:solidFill>
              <a:srgbClr val="642B3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034"/>
          </a:solidFill>
          <a:ln w="12700">
            <a:solidFill>
              <a:srgbClr val="795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ضَلَطَ</a:t>
            </a:r>
            <a:endParaRPr lang="ar-SA" sz="7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طَلَظَ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1ED"/>
          </a:solidFill>
          <a:ln w="12700">
            <a:solidFill>
              <a:srgbClr val="5E9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ظَلَعَ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432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052"/>
          </a:solidFill>
          <a:ln w="12700">
            <a:solidFill>
              <a:srgbClr val="E0C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EDB"/>
          </a:solidFill>
          <a:ln w="12700">
            <a:solidFill>
              <a:srgbClr val="70BE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C4785"/>
          </a:solidFill>
          <a:ln w="12700">
            <a:solidFill>
              <a:srgbClr val="6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عَلَغَ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6"/>
          </a:solidFill>
          <a:ln w="12700">
            <a:solidFill>
              <a:srgbClr val="64D8D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7"/>
          </a:solidFill>
          <a:ln w="12700">
            <a:solidFill>
              <a:srgbClr val="47D1B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غَلَفَ</a:t>
            </a:r>
            <a:endParaRPr lang="ar-SA" sz="7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3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فَلَقَ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3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F642B"/>
          </a:solidFill>
          <a:ln w="12700">
            <a:solidFill>
              <a:srgbClr val="3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E"/>
          </a:solidFill>
          <a:ln w="12700">
            <a:solidFill>
              <a:srgbClr val="34793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6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6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قَلَكَ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كَلَأَ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4"/>
          </a:solidFill>
          <a:ln w="12700">
            <a:solidFill>
              <a:srgbClr val="ED5EB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أَلَ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443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C"/>
          </a:solidFill>
          <a:ln w="12700">
            <a:solidFill>
              <a:srgbClr val="52E09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9"/>
          </a:solidFill>
          <a:ln w="12700">
            <a:solidFill>
              <a:srgbClr val="DB70D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D47"/>
          </a:solidFill>
          <a:ln w="12700">
            <a:solidFill>
              <a:srgbClr val="855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5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</a:t>
            </a:r>
            <a:endParaRPr lang="ar-SA" sz="8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964D8"/>
          </a:solidFill>
          <a:ln w="12700">
            <a:solidFill>
              <a:srgbClr val="B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547D1"/>
          </a:solidFill>
          <a:ln w="12700">
            <a:solidFill>
              <a:srgbClr val="9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تَلَ</a:t>
            </a:r>
            <a:endParaRPr lang="ar-SA" sz="8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ثَلَ</a:t>
            </a:r>
            <a:endParaRPr lang="ar-SA" sz="8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443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D64"/>
          </a:solidFill>
          <a:ln w="12700">
            <a:solidFill>
              <a:srgbClr val="2B4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B79"/>
          </a:solidFill>
          <a:ln w="12700">
            <a:solidFill>
              <a:srgbClr val="343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</a:t>
            </a:r>
            <a:endParaRPr lang="ar-SA" sz="8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حَلَ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8ED5E"/>
          </a:solidFill>
          <a:ln w="12700">
            <a:solidFill>
              <a:srgbClr val="D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خَلَ</a:t>
            </a:r>
            <a:endParaRPr lang="ar-SA" sz="8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41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952E0"/>
          </a:solidFill>
          <a:ln w="12700">
            <a:solidFill>
              <a:srgbClr val="7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370"/>
          </a:solidFill>
          <a:ln w="12700">
            <a:solidFill>
              <a:srgbClr val="DBC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E"/>
          </a:solidFill>
          <a:ln w="12700">
            <a:solidFill>
              <a:srgbClr val="47854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دَلَ</a:t>
            </a:r>
            <a:endParaRPr lang="ar-SA" sz="8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C64"/>
          </a:solidFill>
          <a:ln w="12700">
            <a:solidFill>
              <a:srgbClr val="D89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347"/>
          </a:solidFill>
          <a:ln w="12700">
            <a:solidFill>
              <a:srgbClr val="D17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ذَلَ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رَلَ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3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B"/>
          </a:solidFill>
          <a:ln w="12700">
            <a:solidFill>
              <a:srgbClr val="642B5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C"/>
          </a:solidFill>
          <a:ln w="12700">
            <a:solidFill>
              <a:srgbClr val="79344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زَلَ</a:t>
            </a:r>
            <a:endParaRPr lang="ar-SA" sz="8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سَلَ</a:t>
            </a:r>
            <a:endParaRPr lang="ar-SA" sz="8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F"/>
          </a:solidFill>
          <a:ln w="12700">
            <a:solidFill>
              <a:srgbClr val="5EEDD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شَلَ</a:t>
            </a:r>
            <a:endParaRPr lang="ar-SA" sz="8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43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552"/>
          </a:solidFill>
          <a:ln w="12700">
            <a:solidFill>
              <a:srgbClr val="E05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8"/>
          </a:solidFill>
          <a:ln w="12700">
            <a:solidFill>
              <a:srgbClr val="70DBA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085"/>
          </a:solidFill>
          <a:ln w="12700">
            <a:solidFill>
              <a:srgbClr val="475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صَلَ</a:t>
            </a:r>
            <a:endParaRPr lang="ar-SA" sz="8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F"/>
          </a:solidFill>
          <a:ln w="12700">
            <a:solidFill>
              <a:srgbClr val="64D87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1"/>
          </a:solidFill>
          <a:ln w="12700">
            <a:solidFill>
              <a:srgbClr val="47D15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ضَلَ</a:t>
            </a:r>
            <a:endParaRPr lang="ar-SA" sz="86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طَلَ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432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E2B"/>
          </a:solidFill>
          <a:ln w="12700">
            <a:solidFill>
              <a:srgbClr val="645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E7934"/>
          </a:solidFill>
          <a:ln w="12700">
            <a:solidFill>
              <a:srgbClr val="5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ظَلَ</a:t>
            </a:r>
            <a:endParaRPr lang="ar-SA" sz="8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عَلَ</a:t>
            </a:r>
            <a:endParaRPr lang="ar-SA" sz="8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B5EED"/>
          </a:solidFill>
          <a:ln w="12700">
            <a:solidFill>
              <a:srgbClr val="B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غَلَ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3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2E052"/>
          </a:solidFill>
          <a:ln w="12700">
            <a:solidFill>
              <a:srgbClr val="7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E70DB"/>
          </a:solidFill>
          <a:ln w="12700">
            <a:solidFill>
              <a:srgbClr val="8E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F"/>
          </a:solidFill>
          <a:ln w="12700">
            <a:solidFill>
              <a:srgbClr val="85475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1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فَلَ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6D8"/>
          </a:solidFill>
          <a:ln w="12700">
            <a:solidFill>
              <a:srgbClr val="646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1D1"/>
          </a:solidFill>
          <a:ln w="12700">
            <a:solidFill>
              <a:srgbClr val="476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قَلَ</a:t>
            </a:r>
            <a:endParaRPr lang="ar-SA" sz="8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كَلَ</a:t>
            </a:r>
            <a:endParaRPr lang="ar-SA" sz="8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44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0"/>
          </a:solidFill>
          <a:ln w="12700">
            <a:solidFill>
              <a:srgbClr val="2B645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F79"/>
          </a:solidFill>
          <a:ln w="12700">
            <a:solidFill>
              <a:srgbClr val="346F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666437" y="896112"/>
            <a:ext cx="193931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3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666437" y="896112"/>
            <a:ext cx="193931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جَلَسَ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2538246" y="896112"/>
            <a:ext cx="18081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336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538246" y="896112"/>
            <a:ext cx="18081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وَأَكَلَ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883214" y="2834640"/>
            <a:ext cx="337757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883214" y="2834640"/>
            <a:ext cx="337757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جَلَسَ وَأَكَلَ</a:t>
            </a:r>
            <a:endParaRPr lang="ar-SA" sz="4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58487" y="896112"/>
            <a:ext cx="199852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D0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58487" y="896112"/>
            <a:ext cx="199852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حَمَلَ</a:t>
            </a:r>
            <a:endParaRPr lang="ar-SA" sz="5300" dirty="0"/>
          </a:p>
        </p:txBody>
      </p:sp>
      <p:sp>
        <p:nvSpPr>
          <p:cNvPr id="12" name="C2 W2 pill"/>
          <p:cNvSpPr/>
          <p:nvPr/>
        </p:nvSpPr>
        <p:spPr>
          <a:xfrm>
            <a:off x="2386991" y="896112"/>
            <a:ext cx="205145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0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86991" y="896112"/>
            <a:ext cx="205145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وَنَزَلَ</a:t>
            </a:r>
            <a:endParaRPr lang="ar-SA" sz="53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680494" y="2834640"/>
            <a:ext cx="378301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680494" y="2834640"/>
            <a:ext cx="378301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حَمَلَ وَنَزَلَ</a:t>
            </a:r>
            <a:endParaRPr lang="ar-SA" sz="5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85E"/>
          </a:solidFill>
          <a:ln w="12700">
            <a:solidFill>
              <a:srgbClr val="ED9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906622" y="896112"/>
            <a:ext cx="166955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D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906622" y="896112"/>
            <a:ext cx="166955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سَأَلَ</a:t>
            </a:r>
            <a:endParaRPr lang="ar-SA" sz="4100" dirty="0"/>
          </a:p>
        </p:txBody>
      </p:sp>
      <p:sp>
        <p:nvSpPr>
          <p:cNvPr id="20" name="C2 W2 pill"/>
          <p:cNvSpPr/>
          <p:nvPr/>
        </p:nvSpPr>
        <p:spPr>
          <a:xfrm>
            <a:off x="2567820" y="896112"/>
            <a:ext cx="201876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D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567820" y="896112"/>
            <a:ext cx="201876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41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892267" y="2834640"/>
            <a:ext cx="335946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892267" y="2834640"/>
            <a:ext cx="335946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سَأَلَ وَشَكَرَ</a:t>
            </a:r>
            <a:endParaRPr lang="ar-SA" sz="4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144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5E0"/>
          </a:solidFill>
          <a:ln w="12700">
            <a:solidFill>
              <a:srgbClr val="529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370"/>
          </a:solidFill>
          <a:ln w="12700">
            <a:solidFill>
              <a:srgbClr val="DB7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F8547"/>
          </a:solidFill>
          <a:ln w="12700">
            <a:solidFill>
              <a:srgbClr val="6F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6032243" y="896112"/>
            <a:ext cx="17342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B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6032243" y="896112"/>
            <a:ext cx="17342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دَخَلَ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3505688" y="896112"/>
            <a:ext cx="220651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B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3505688" y="896112"/>
            <a:ext cx="220651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وَجَلَسَ</a:t>
            </a:r>
            <a:endParaRPr lang="ar-SA" sz="4400" dirty="0"/>
          </a:p>
        </p:txBody>
      </p:sp>
      <p:sp>
        <p:nvSpPr>
          <p:cNvPr id="19" name="C3 W3 pill"/>
          <p:cNvSpPr/>
          <p:nvPr/>
        </p:nvSpPr>
        <p:spPr>
          <a:xfrm>
            <a:off x="1377497" y="896112"/>
            <a:ext cx="18081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BE236"/>
            </a:solidFill>
            <a:prstDash val="solid"/>
          </a:ln>
        </p:spPr>
      </p:sp>
      <p:sp>
        <p:nvSpPr>
          <p:cNvPr id="20" name="C3 W3 word"/>
          <p:cNvSpPr txBox="1"/>
          <p:nvPr/>
        </p:nvSpPr>
        <p:spPr>
          <a:xfrm>
            <a:off x="1377497" y="896112"/>
            <a:ext cx="18081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وَأَكَلَ</a:t>
            </a:r>
            <a:endParaRPr lang="ar-SA" sz="4400" dirty="0"/>
          </a:p>
        </p:txBody>
      </p:sp>
      <p:sp>
        <p:nvSpPr>
          <p:cNvPr id="21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8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S panel"/>
          <p:cNvSpPr/>
          <p:nvPr/>
        </p:nvSpPr>
        <p:spPr>
          <a:xfrm>
            <a:off x="2147153" y="2834640"/>
            <a:ext cx="484969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4 S sentence"/>
          <p:cNvSpPr txBox="1"/>
          <p:nvPr/>
        </p:nvSpPr>
        <p:spPr>
          <a:xfrm>
            <a:off x="2147153" y="2834640"/>
            <a:ext cx="484969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دَخَلَ وَجَلَسَ وَأَكَلَ</a:t>
            </a:r>
            <a:endParaRPr lang="ar-SA" sz="4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71</Slides>
  <Notes>71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13-lam</dc:title>
  <dc:subject>PptxGenJS Presentation</dc:subject>
  <dc:creator>PptxGenJS</dc:creator>
  <cp:lastModifiedBy>PptxGenJS</cp:lastModifiedBy>
  <cp:revision>1</cp:revision>
  <dcterms:created xsi:type="dcterms:W3CDTF">2026-10-21T16:51:19Z</dcterms:created>
  <dcterms:modified xsi:type="dcterms:W3CDTF">2026-10-21T16:51:19Z</dcterms:modified>
</cp:coreProperties>
</file>