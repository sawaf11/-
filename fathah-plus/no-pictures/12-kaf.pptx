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364D8"/>
          </a:solidFill>
          <a:ln w="12700">
            <a:solidFill>
              <a:srgbClr val="7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CD1"/>
          </a:solidFill>
          <a:ln w="12700">
            <a:solidFill>
              <a:srgbClr val="474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13800" dirty="0"/>
          </a:p>
        </p:txBody>
      </p:sp>
      <p:sp>
        <p:nvSpPr>
          <p:cNvPr id="12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138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كَأَ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4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9"/>
          </a:solidFill>
          <a:ln w="12700">
            <a:solidFill>
              <a:srgbClr val="2B645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579"/>
          </a:solidFill>
          <a:ln w="12700">
            <a:solidFill>
              <a:srgbClr val="346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5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كَبَ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2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2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2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2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كَتَ</a:t>
            </a:r>
            <a:endParaRPr lang="ar-SA" sz="9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D5E"/>
          </a:solidFill>
          <a:ln w="12700">
            <a:solidFill>
              <a:srgbClr val="EDA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7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كَثَ</a:t>
            </a:r>
            <a:endParaRPr lang="ar-SA" sz="9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0E0"/>
          </a:solidFill>
          <a:ln w="12700">
            <a:solidFill>
              <a:srgbClr val="528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370"/>
          </a:solidFill>
          <a:ln w="12700">
            <a:solidFill>
              <a:srgbClr val="DB8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58547"/>
          </a:solidFill>
          <a:ln w="12700">
            <a:solidFill>
              <a:srgbClr val="65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كَجَ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1"/>
          </a:solidFill>
          <a:ln w="12700">
            <a:solidFill>
              <a:srgbClr val="D8647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E"/>
          </a:solidFill>
          <a:ln w="12700">
            <a:solidFill>
              <a:srgbClr val="D1476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كَحَ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كَخَ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A2B64"/>
          </a:solidFill>
          <a:ln w="12700">
            <a:solidFill>
              <a:srgbClr val="4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6"/>
          </a:solidFill>
          <a:ln w="12700">
            <a:solidFill>
              <a:srgbClr val="79347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2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2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2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2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كَدَ</a:t>
            </a:r>
            <a:endParaRPr lang="ar-SA" sz="9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2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2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2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2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كَذَ</a:t>
            </a:r>
            <a:endParaRPr lang="ar-SA" sz="9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9"/>
          </a:solidFill>
          <a:ln w="12700">
            <a:solidFill>
              <a:srgbClr val="5EED8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0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4"/>
          </a:solidFill>
          <a:ln w="12700">
            <a:solidFill>
              <a:srgbClr val="E052A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8DB70"/>
          </a:solidFill>
          <a:ln w="12700">
            <a:solidFill>
              <a:srgbClr val="7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585"/>
          </a:solidFill>
          <a:ln w="12700">
            <a:solidFill>
              <a:srgbClr val="477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0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كَزَ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ED864"/>
          </a:solidFill>
          <a:ln w="12700">
            <a:solidFill>
              <a:srgbClr val="8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1D147"/>
          </a:solidFill>
          <a:ln w="12700">
            <a:solidFill>
              <a:srgbClr val="9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كَسَ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كَشَ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31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C2B"/>
          </a:solidFill>
          <a:ln w="12700">
            <a:solidFill>
              <a:srgbClr val="643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C34"/>
          </a:solidFill>
          <a:ln w="12700">
            <a:solidFill>
              <a:srgbClr val="796C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كَصَ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كَضَ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65EED"/>
          </a:solidFill>
          <a:ln w="12700">
            <a:solidFill>
              <a:srgbClr val="6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7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كَطَ</a:t>
            </a:r>
            <a:endParaRPr lang="ar-SA" sz="9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33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7E052"/>
          </a:solidFill>
          <a:ln w="12700">
            <a:solidFill>
              <a:srgbClr val="C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3DB"/>
          </a:solidFill>
          <a:ln w="12700">
            <a:solidFill>
              <a:srgbClr val="7093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4"/>
          </a:solidFill>
          <a:ln w="12700">
            <a:solidFill>
              <a:srgbClr val="85478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7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كَظَ</a:t>
            </a:r>
            <a:endParaRPr lang="ar-SA" sz="9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BD8"/>
          </a:solidFill>
          <a:ln w="12700">
            <a:solidFill>
              <a:srgbClr val="64A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3D1"/>
          </a:solidFill>
          <a:ln w="12700">
            <a:solidFill>
              <a:srgbClr val="47B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كَعَ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كَغَ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E"/>
          </a:solidFill>
          <a:ln w="12700">
            <a:solidFill>
              <a:srgbClr val="2B642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A"/>
          </a:solidFill>
          <a:ln w="12700">
            <a:solidFill>
              <a:srgbClr val="34795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1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كَفَ</a:t>
            </a:r>
            <a:endParaRPr lang="ar-SA" sz="9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كَقَ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A"/>
          </a:solidFill>
          <a:ln w="12700">
            <a:solidFill>
              <a:srgbClr val="ED5E7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أَكَبَ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4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6"/>
          </a:solidFill>
          <a:ln w="12700">
            <a:solidFill>
              <a:srgbClr val="52E0D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D"/>
          </a:solidFill>
          <a:ln w="12700">
            <a:solidFill>
              <a:srgbClr val="DB70A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647"/>
          </a:solidFill>
          <a:ln w="12700">
            <a:solidFill>
              <a:srgbClr val="8576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5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بَكَتَ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8"/>
          </a:solidFill>
          <a:ln w="12700">
            <a:solidFill>
              <a:srgbClr val="D864C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D47D1"/>
          </a:solidFill>
          <a:ln w="12700">
            <a:solidFill>
              <a:srgbClr val="C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تَكَثَ</a:t>
            </a:r>
            <a:endParaRPr lang="ar-SA" sz="8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ثَكَجَ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664"/>
          </a:solidFill>
          <a:ln w="12700">
            <a:solidFill>
              <a:srgbClr val="2B3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93479"/>
          </a:solidFill>
          <a:ln w="12700">
            <a:solidFill>
              <a:srgbClr val="4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جَكَحَ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حَكَخَ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EED5E"/>
          </a:solidFill>
          <a:ln w="12700">
            <a:solidFill>
              <a:srgbClr val="9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خَكَدَ</a:t>
            </a:r>
            <a:endParaRPr lang="ar-SA" sz="8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352E0"/>
          </a:solidFill>
          <a:ln w="12700">
            <a:solidFill>
              <a:srgbClr val="B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8DB70"/>
          </a:solidFill>
          <a:ln w="12700">
            <a:solidFill>
              <a:srgbClr val="C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7"/>
          </a:solidFill>
          <a:ln w="12700">
            <a:solidFill>
              <a:srgbClr val="47856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دَكَذَ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B64"/>
          </a:solidFill>
          <a:ln w="12700">
            <a:solidFill>
              <a:srgbClr val="D8C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B47"/>
          </a:solidFill>
          <a:ln w="12700">
            <a:solidFill>
              <a:srgbClr val="D1A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ذَكَرَ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رَكَزَ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31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4"/>
          </a:solidFill>
          <a:ln w="12700">
            <a:solidFill>
              <a:srgbClr val="642B4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834"/>
          </a:solidFill>
          <a:ln w="12700">
            <a:solidFill>
              <a:srgbClr val="793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زَكَسَ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سَكَشَ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2ED"/>
          </a:solidFill>
          <a:ln w="12700">
            <a:solidFill>
              <a:srgbClr val="5EC2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شَكَصَ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43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F52"/>
          </a:solidFill>
          <a:ln w="12700">
            <a:solidFill>
              <a:srgbClr val="E08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4"/>
          </a:solidFill>
          <a:ln w="12700">
            <a:solidFill>
              <a:srgbClr val="70DBD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74785"/>
          </a:solidFill>
          <a:ln w="12700">
            <a:solidFill>
              <a:srgbClr val="57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صَكَضَ</a:t>
            </a:r>
            <a:endParaRPr lang="ar-SA" sz="5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E"/>
          </a:solidFill>
          <a:ln w="12700">
            <a:solidFill>
              <a:srgbClr val="64D8A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8"/>
          </a:solidFill>
          <a:ln w="12700">
            <a:solidFill>
              <a:srgbClr val="47D18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ضَكَطَ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طَكَظَ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433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3642B"/>
          </a:solidFill>
          <a:ln w="12700">
            <a:solidFill>
              <a:srgbClr val="5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27934"/>
          </a:solidFill>
          <a:ln w="12700">
            <a:solidFill>
              <a:srgbClr val="4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ظَكَعَ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عَكَغَ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5"/>
          </a:solidFill>
          <a:ln w="12700">
            <a:solidFill>
              <a:srgbClr val="ED5EE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غَكَفَ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B"/>
          </a:solidFill>
          <a:ln w="12700">
            <a:solidFill>
              <a:srgbClr val="52E06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970DB"/>
          </a:solidFill>
          <a:ln w="12700">
            <a:solidFill>
              <a:srgbClr val="B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847"/>
          </a:solidFill>
          <a:ln w="12700">
            <a:solidFill>
              <a:srgbClr val="854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فَكَقَ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164D8"/>
          </a:solidFill>
          <a:ln w="12700">
            <a:solidFill>
              <a:srgbClr val="9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647D1"/>
          </a:solidFill>
          <a:ln w="12700">
            <a:solidFill>
              <a:srgbClr val="6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قَكَأَ</a:t>
            </a:r>
            <a:endParaRPr lang="ar-SA" sz="5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4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164"/>
          </a:solidFill>
          <a:ln w="12700">
            <a:solidFill>
              <a:srgbClr val="2B6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379"/>
          </a:solidFill>
          <a:ln w="12700">
            <a:solidFill>
              <a:srgbClr val="3453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5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بَكَ</a:t>
            </a:r>
            <a:endParaRPr lang="ar-SA" sz="9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2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2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2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2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تَكَ</a:t>
            </a:r>
            <a:endParaRPr lang="ar-SA" sz="10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15E"/>
          </a:solidFill>
          <a:ln w="12700">
            <a:solidFill>
              <a:srgbClr val="EDD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7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ثَكَ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42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BE0"/>
          </a:solidFill>
          <a:ln w="12700">
            <a:solidFill>
              <a:srgbClr val="525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E70"/>
          </a:solidFill>
          <a:ln w="12700">
            <a:solidFill>
              <a:srgbClr val="DB9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68547"/>
          </a:solidFill>
          <a:ln w="12700">
            <a:solidFill>
              <a:srgbClr val="56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جَكَ</a:t>
            </a:r>
            <a:endParaRPr lang="ar-SA" sz="9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464"/>
          </a:solidFill>
          <a:ln w="12700">
            <a:solidFill>
              <a:srgbClr val="D87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B"/>
          </a:solidFill>
          <a:ln w="12700">
            <a:solidFill>
              <a:srgbClr val="D1474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حَكَ</a:t>
            </a:r>
            <a:endParaRPr lang="ar-SA" sz="10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خَكَ</a:t>
            </a:r>
            <a:endParaRPr lang="ar-SA" sz="10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2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92B64"/>
          </a:solidFill>
          <a:ln w="12700">
            <a:solidFill>
              <a:srgbClr val="5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4"/>
          </a:solidFill>
          <a:ln w="12700">
            <a:solidFill>
              <a:srgbClr val="79346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2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2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2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2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دَكَ</a:t>
            </a:r>
            <a:endParaRPr lang="ar-SA" sz="10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2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2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2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2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ذَكَ</a:t>
            </a:r>
            <a:endParaRPr lang="ar-SA" sz="9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E"/>
          </a:solidFill>
          <a:ln w="12700">
            <a:solidFill>
              <a:srgbClr val="5EEDA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0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431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F"/>
          </a:solidFill>
          <a:ln w="12700">
            <a:solidFill>
              <a:srgbClr val="E0527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4"/>
          </a:solidFill>
          <a:ln w="12700">
            <a:solidFill>
              <a:srgbClr val="70DB8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585"/>
          </a:solidFill>
          <a:ln w="12700">
            <a:solidFill>
              <a:srgbClr val="476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0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زَكَ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1D864"/>
          </a:solidFill>
          <a:ln w="12700">
            <a:solidFill>
              <a:srgbClr val="7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DD147"/>
          </a:solidFill>
          <a:ln w="12700">
            <a:solidFill>
              <a:srgbClr val="6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سَكَ</a:t>
            </a:r>
            <a:endParaRPr lang="ar-SA" sz="10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شَكَ</a:t>
            </a:r>
            <a:endParaRPr lang="ar-SA" sz="9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43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B2B"/>
          </a:solidFill>
          <a:ln w="12700">
            <a:solidFill>
              <a:srgbClr val="644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57934"/>
          </a:solidFill>
          <a:ln w="12700">
            <a:solidFill>
              <a:srgbClr val="7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صَكَ</a:t>
            </a:r>
            <a:endParaRPr lang="ar-SA" sz="10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ضَكَ</a:t>
            </a:r>
            <a:endParaRPr lang="ar-SA" sz="10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A5EED"/>
          </a:solidFill>
          <a:ln w="12700">
            <a:solidFill>
              <a:srgbClr val="8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7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7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طَكَ</a:t>
            </a:r>
            <a:endParaRPr lang="ar-SA" sz="9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434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3E052"/>
          </a:solidFill>
          <a:ln w="12700">
            <a:solidFill>
              <a:srgbClr val="A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7DB"/>
          </a:solidFill>
          <a:ln w="12700">
            <a:solidFill>
              <a:srgbClr val="707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4"/>
          </a:solidFill>
          <a:ln w="12700">
            <a:solidFill>
              <a:srgbClr val="85477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7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7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ظَكَ</a:t>
            </a:r>
            <a:endParaRPr lang="ar-SA" sz="9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ED8"/>
          </a:solidFill>
          <a:ln w="12700">
            <a:solidFill>
              <a:srgbClr val="648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0D1"/>
          </a:solidFill>
          <a:ln w="12700">
            <a:solidFill>
              <a:srgbClr val="479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عَكَ</a:t>
            </a:r>
            <a:endParaRPr lang="ar-SA" sz="10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غَكَ</a:t>
            </a:r>
            <a:endParaRPr lang="ar-SA" sz="9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C"/>
          </a:solidFill>
          <a:ln w="12700">
            <a:solidFill>
              <a:srgbClr val="2B643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C"/>
          </a:solidFill>
          <a:ln w="12700">
            <a:solidFill>
              <a:srgbClr val="34796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1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1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فَكَ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قَكَ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75E"/>
          </a:solidFill>
          <a:ln w="12700">
            <a:solidFill>
              <a:srgbClr val="ED6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869403" y="896112"/>
            <a:ext cx="185821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8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869403" y="896112"/>
            <a:ext cx="185821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كَتَبَ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416384" y="896112"/>
            <a:ext cx="213297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D8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416384" y="896112"/>
            <a:ext cx="213297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وَرَسَمَ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74521" y="2834640"/>
            <a:ext cx="359495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74521" y="2834640"/>
            <a:ext cx="359495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كَتَبَ وَرَسَمَ</a:t>
            </a:r>
            <a:endParaRPr lang="ar-SA" sz="4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44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6E0"/>
          </a:solidFill>
          <a:ln w="12700">
            <a:solidFill>
              <a:srgbClr val="52C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2"/>
          </a:solidFill>
          <a:ln w="12700">
            <a:solidFill>
              <a:srgbClr val="DB709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48547"/>
          </a:solidFill>
          <a:ln w="12700">
            <a:solidFill>
              <a:srgbClr val="84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994470" y="896112"/>
            <a:ext cx="158537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A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994470" y="896112"/>
            <a:ext cx="158537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أَكَلَ</a:t>
            </a:r>
            <a:endParaRPr lang="ar-SA" sz="4400" dirty="0"/>
          </a:p>
        </p:txBody>
      </p:sp>
      <p:sp>
        <p:nvSpPr>
          <p:cNvPr id="17" name="C2 W2 pill"/>
          <p:cNvSpPr/>
          <p:nvPr/>
        </p:nvSpPr>
        <p:spPr>
          <a:xfrm>
            <a:off x="2564156" y="896112"/>
            <a:ext cx="211027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A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564156" y="896112"/>
            <a:ext cx="21102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4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5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909124" y="2834640"/>
            <a:ext cx="332575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909124" y="2834640"/>
            <a:ext cx="332575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أَكَلَ وَشَكَرَ</a:t>
            </a:r>
            <a:endParaRPr lang="ar-SA" sz="4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B"/>
          </a:solidFill>
          <a:ln w="12700">
            <a:solidFill>
              <a:srgbClr val="D864A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2"/>
          </a:solidFill>
          <a:ln w="12700">
            <a:solidFill>
              <a:srgbClr val="D147B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001596" y="896112"/>
            <a:ext cx="16152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4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001596" y="896112"/>
            <a:ext cx="16152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رَكَعَ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527161" y="896112"/>
            <a:ext cx="215439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4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27161" y="896112"/>
            <a:ext cx="215439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وَسَجَدَ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842249" y="2834640"/>
            <a:ext cx="345950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842249" y="2834640"/>
            <a:ext cx="345950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رَكَعَ وَسَجَدَ</a:t>
            </a:r>
            <a:endParaRPr lang="ar-SA" sz="4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660684" y="896112"/>
            <a:ext cx="24116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2E2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660684" y="896112"/>
            <a:ext cx="24116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سَكَتَ</a:t>
            </a:r>
            <a:endParaRPr lang="ar-SA" sz="5600" dirty="0"/>
          </a:p>
        </p:txBody>
      </p:sp>
      <p:sp>
        <p:nvSpPr>
          <p:cNvPr id="13" name="C2 W2 pill"/>
          <p:cNvSpPr/>
          <p:nvPr/>
        </p:nvSpPr>
        <p:spPr>
          <a:xfrm>
            <a:off x="2071638" y="896112"/>
            <a:ext cx="226900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2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071638" y="896112"/>
            <a:ext cx="226900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وَنَظَرَ</a:t>
            </a:r>
            <a:endParaRPr lang="ar-SA" sz="5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379123" y="2834640"/>
            <a:ext cx="438575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379123" y="2834640"/>
            <a:ext cx="438575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سَكَتَ وَنَظَرَ</a:t>
            </a:r>
            <a:endParaRPr lang="ar-SA" sz="5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4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E2B64"/>
          </a:solidFill>
          <a:ln w="12700">
            <a:solidFill>
              <a:srgbClr val="2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B3479"/>
          </a:solidFill>
          <a:ln w="12700">
            <a:solidFill>
              <a:srgbClr val="5B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6207579" y="896112"/>
            <a:ext cx="146683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D36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6207579" y="896112"/>
            <a:ext cx="146683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قَرَأَ</a:t>
            </a:r>
            <a:endParaRPr lang="ar-SA" sz="4400" dirty="0"/>
          </a:p>
        </p:txBody>
      </p:sp>
      <p:sp>
        <p:nvSpPr>
          <p:cNvPr id="14" name="C2 W2 pill"/>
          <p:cNvSpPr/>
          <p:nvPr/>
        </p:nvSpPr>
        <p:spPr>
          <a:xfrm>
            <a:off x="3863261" y="896112"/>
            <a:ext cx="202427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D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3863261" y="896112"/>
            <a:ext cx="202427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وَكَتَبَ</a:t>
            </a:r>
            <a:endParaRPr lang="ar-SA" sz="4400" dirty="0"/>
          </a:p>
        </p:txBody>
      </p:sp>
      <p:sp>
        <p:nvSpPr>
          <p:cNvPr id="16" name="C3 W3 pill"/>
          <p:cNvSpPr/>
          <p:nvPr/>
        </p:nvSpPr>
        <p:spPr>
          <a:xfrm>
            <a:off x="1469585" y="896112"/>
            <a:ext cx="207363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D"/>
            </a:solidFill>
            <a:prstDash val="solid"/>
          </a:ln>
        </p:spPr>
      </p:sp>
      <p:sp>
        <p:nvSpPr>
          <p:cNvPr id="17" name="C3 W3 word"/>
          <p:cNvSpPr txBox="1"/>
          <p:nvPr/>
        </p:nvSpPr>
        <p:spPr>
          <a:xfrm>
            <a:off x="1469585" y="896112"/>
            <a:ext cx="207363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وَرَسَمَ</a:t>
            </a:r>
            <a:endParaRPr lang="ar-SA" sz="4400" dirty="0"/>
          </a:p>
        </p:txBody>
      </p:sp>
      <p:sp>
        <p:nvSpPr>
          <p:cNvPr id="18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S panel"/>
          <p:cNvSpPr/>
          <p:nvPr/>
        </p:nvSpPr>
        <p:spPr>
          <a:xfrm>
            <a:off x="2291087" y="2834640"/>
            <a:ext cx="456182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4 S sentence"/>
          <p:cNvSpPr txBox="1"/>
          <p:nvPr/>
        </p:nvSpPr>
        <p:spPr>
          <a:xfrm>
            <a:off x="2291087" y="2834640"/>
            <a:ext cx="456182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قَرَأَ وَكَتَبَ وَرَسَمَ</a:t>
            </a:r>
            <a:endParaRPr lang="ar-SA" sz="4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reading 12-kaf</dc:title>
  <dc:subject>PptxGenJS Presentation</dc:subject>
  <dc:creator>PptxGenJS</dc:creator>
  <cp:lastModifiedBy>PptxGenJS</cp:lastModifiedBy>
  <cp:revision>1</cp:revision>
  <dcterms:created xsi:type="dcterms:W3CDTF">2026-10-21T16:51:18Z</dcterms:created>
  <dcterms:modified xsi:type="dcterms:W3CDTF">2026-10-21T16:51:18Z</dcterms:modified>
</cp:coreProperties>
</file>