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10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10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10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10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10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10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10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60684" y="896112"/>
            <a:ext cx="2411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60684" y="896112"/>
            <a:ext cx="2411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071638" y="896112"/>
            <a:ext cx="22690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1638" y="896112"/>
            <a:ext cx="22690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123" y="2834640"/>
            <a:ext cx="43857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123" y="2834640"/>
            <a:ext cx="43857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وَنَظَرَ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0757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0757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863261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63261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69585" y="896112"/>
            <a:ext cx="20736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69585" y="896112"/>
            <a:ext cx="20736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91087" y="2834640"/>
            <a:ext cx="4561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91087" y="2834640"/>
            <a:ext cx="4561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 وَرَسَمَ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12-kaf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