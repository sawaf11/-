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2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2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A"/>
          </a:solidFill>
          <a:ln w="12700">
            <a:solidFill>
              <a:srgbClr val="ED5E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7"/>
          </a:solidFill>
          <a:ln w="12700">
            <a:solidFill>
              <a:srgbClr val="52E0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47D1"/>
          </a:solidFill>
          <a:ln w="12700">
            <a:solidFill>
              <a:srgbClr val="7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D5E"/>
          </a:solidFill>
          <a:ln w="12700">
            <a:solidFill>
              <a:srgbClr val="EDD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أَبَتَ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52E0"/>
          </a:solidFill>
          <a:ln w="12700">
            <a:solidFill>
              <a:srgbClr val="5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770"/>
          </a:solidFill>
          <a:ln w="12700">
            <a:solidFill>
              <a:srgbClr val="DBA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تَبَثَ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ثَبَجَ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جَبَحَ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حَبَخَ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خَبَدَ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9"/>
          </a:solidFill>
          <a:ln w="12700">
            <a:solidFill>
              <a:srgbClr val="5EED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5EED"/>
          </a:solidFill>
          <a:ln w="12700">
            <a:solidFill>
              <a:srgbClr val="9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E052"/>
          </a:solidFill>
          <a:ln w="12700">
            <a:solidFill>
              <a:srgbClr val="9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5D1"/>
          </a:solidFill>
          <a:ln w="12700">
            <a:solidFill>
              <a:srgbClr val="478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45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4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10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25E"/>
          </a:solidFill>
          <a:ln w="12700">
            <a:solidFill>
              <a:srgbClr val="ED7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BE0"/>
          </a:solidFill>
          <a:ln w="12700">
            <a:solidFill>
              <a:srgbClr val="52B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7"/>
          </a:solidFill>
          <a:ln w="12700">
            <a:solidFill>
              <a:srgbClr val="D147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10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EED5E"/>
          </a:solidFill>
          <a:ln w="12700">
            <a:solidFill>
              <a:srgbClr val="6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ثَتَجَ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F"/>
          </a:solidFill>
          <a:ln w="12700">
            <a:solidFill>
              <a:srgbClr val="E052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DB70"/>
          </a:solidFill>
          <a:ln w="12700">
            <a:solidFill>
              <a:srgbClr val="A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جَتَحَ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D864"/>
          </a:solidFill>
          <a:ln w="12700">
            <a:solidFill>
              <a:srgbClr val="B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D147"/>
          </a:solidFill>
          <a:ln w="12700">
            <a:solidFill>
              <a:srgbClr val="C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حَتَخَ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خَتَدَ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دَتَأَ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2ED"/>
          </a:solidFill>
          <a:ln w="12700">
            <a:solidFill>
              <a:srgbClr val="5E9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F52"/>
          </a:solidFill>
          <a:ln w="12700">
            <a:solidFill>
              <a:srgbClr val="E0B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11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10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6"/>
          </a:solidFill>
          <a:ln w="12700">
            <a:solidFill>
              <a:srgbClr val="ED5E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2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2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B"/>
          </a:solidFill>
          <a:ln w="12700">
            <a:solidFill>
              <a:srgbClr val="52E0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47D1"/>
          </a:solidFill>
          <a:ln w="12700">
            <a:solidFill>
              <a:srgbClr val="9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ED5E"/>
          </a:solidFill>
          <a:ln w="12700">
            <a:solidFill>
              <a:srgbClr val="D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752E0"/>
          </a:solidFill>
          <a:ln w="12700">
            <a:solidFill>
              <a:srgbClr val="7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247"/>
          </a:solidFill>
          <a:ln w="12700">
            <a:solidFill>
              <a:srgbClr val="D17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E"/>
          </a:solidFill>
          <a:ln w="12700">
            <a:solidFill>
              <a:srgbClr val="5EED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حَثَخَ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452"/>
          </a:solidFill>
          <a:ln w="12700">
            <a:solidFill>
              <a:srgbClr val="E05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7"/>
          </a:solidFill>
          <a:ln w="12700">
            <a:solidFill>
              <a:srgbClr val="70DB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F"/>
          </a:solidFill>
          <a:ln w="12700">
            <a:solidFill>
              <a:srgbClr val="47D1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10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5EED"/>
          </a:solidFill>
          <a:ln w="12700">
            <a:solidFill>
              <a:srgbClr val="B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70DB"/>
          </a:solidFill>
          <a:ln w="12700">
            <a:solidFill>
              <a:srgbClr val="8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10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69403" y="896112"/>
            <a:ext cx="1858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69403" y="896112"/>
            <a:ext cx="1858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16384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1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16384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74521" y="2834640"/>
            <a:ext cx="35949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74521" y="2834640"/>
            <a:ext cx="35949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 وَرَسَمَ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0745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0745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94427" y="896112"/>
            <a:ext cx="20362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94427" y="896112"/>
            <a:ext cx="20362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45220" y="2834640"/>
            <a:ext cx="32535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45220" y="2834640"/>
            <a:ext cx="32535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 وَدَخَلَ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65E"/>
          </a:solidFill>
          <a:ln w="12700">
            <a:solidFill>
              <a:srgbClr val="ED9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7572" y="896112"/>
            <a:ext cx="1981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F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7572" y="896112"/>
            <a:ext cx="1981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54950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F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54950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36431" y="2834640"/>
            <a:ext cx="34711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36431" y="2834640"/>
            <a:ext cx="34711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وَرَجَعَ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6E0"/>
          </a:solidFill>
          <a:ln w="12700">
            <a:solidFill>
              <a:srgbClr val="529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14300" y="896112"/>
            <a:ext cx="19266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D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14300" y="896112"/>
            <a:ext cx="19266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03040" y="896112"/>
            <a:ext cx="1891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03040" y="896112"/>
            <a:ext cx="1891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وَزَرَعَ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4619" y="2834640"/>
            <a:ext cx="351476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4619" y="2834640"/>
            <a:ext cx="351476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 وَزَرَعَ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4"/>
          </a:solidFill>
          <a:ln w="12700">
            <a:solidFill>
              <a:srgbClr val="D147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50016" y="896112"/>
            <a:ext cx="21478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50016" y="896112"/>
            <a:ext cx="21478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46120" y="896112"/>
            <a:ext cx="21838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46120" y="896112"/>
            <a:ext cx="21838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وَوَجَدَ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56648" y="2834640"/>
            <a:ext cx="40307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56648" y="2834640"/>
            <a:ext cx="40307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 وَوَجَدَ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02-ba-ta-tha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