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642B"/>
          </a:solidFill>
          <a:ln w="12700">
            <a:solidFill>
              <a:srgbClr val="4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7934"/>
          </a:solidFill>
          <a:ln w="12700">
            <a:solidFill>
              <a:srgbClr val="3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2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12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A"/>
          </a:solidFill>
          <a:ln w="12700">
            <a:solidFill>
              <a:srgbClr val="ED5ED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</a:t>
            </a:r>
            <a:endParaRPr lang="ar-SA" sz="9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7"/>
          </a:solidFill>
          <a:ln w="12700">
            <a:solidFill>
              <a:srgbClr val="52E07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170DB"/>
          </a:solidFill>
          <a:ln w="12700">
            <a:solidFill>
              <a:srgbClr val="C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D47"/>
          </a:solidFill>
          <a:ln w="12700">
            <a:solidFill>
              <a:srgbClr val="854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</a:t>
            </a:r>
            <a:endParaRPr lang="ar-SA" sz="9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A64D8"/>
          </a:solidFill>
          <a:ln w="12700">
            <a:solidFill>
              <a:srgbClr val="9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147D1"/>
          </a:solidFill>
          <a:ln w="12700">
            <a:solidFill>
              <a:srgbClr val="7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C64"/>
          </a:solidFill>
          <a:ln w="12700">
            <a:solidFill>
              <a:srgbClr val="2B5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D79"/>
          </a:solidFill>
          <a:ln w="12700">
            <a:solidFill>
              <a:srgbClr val="344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endParaRPr lang="ar-SA" sz="9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D5E"/>
          </a:solidFill>
          <a:ln w="12700">
            <a:solidFill>
              <a:srgbClr val="EDD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أَبَتَ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352E0"/>
          </a:solidFill>
          <a:ln w="12700">
            <a:solidFill>
              <a:srgbClr val="5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770"/>
          </a:solidFill>
          <a:ln w="12700">
            <a:solidFill>
              <a:srgbClr val="DBA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8547"/>
          </a:solidFill>
          <a:ln w="12700">
            <a:solidFill>
              <a:srgbClr val="5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تَبَثَ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D64"/>
          </a:solidFill>
          <a:ln w="12700">
            <a:solidFill>
              <a:srgbClr val="D87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E47"/>
          </a:solidFill>
          <a:ln w="12700">
            <a:solidFill>
              <a:srgbClr val="D14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ثَبَجَ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جَبَحَ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2B64"/>
          </a:solidFill>
          <a:ln w="12700">
            <a:solidFill>
              <a:srgbClr val="5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F"/>
          </a:solidFill>
          <a:ln w="12700">
            <a:solidFill>
              <a:srgbClr val="79345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حَبَخَ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خَبَدَ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9"/>
          </a:solidFill>
          <a:ln w="12700">
            <a:solidFill>
              <a:srgbClr val="5EEDB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دَبَأَ</a:t>
            </a:r>
            <a:endParaRPr lang="ar-SA" sz="5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4"/>
          </a:solidFill>
          <a:ln w="12700">
            <a:solidFill>
              <a:srgbClr val="E0527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C"/>
          </a:solidFill>
          <a:ln w="12700">
            <a:solidFill>
              <a:srgbClr val="70DB8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085"/>
          </a:solidFill>
          <a:ln w="12700">
            <a:solidFill>
              <a:srgbClr val="476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D864"/>
          </a:solidFill>
          <a:ln w="12700">
            <a:solidFill>
              <a:srgbClr val="6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3D147"/>
          </a:solidFill>
          <a:ln w="12700">
            <a:solidFill>
              <a:srgbClr val="6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endParaRPr lang="ar-SA" sz="9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</a:t>
            </a:r>
            <a:endParaRPr lang="ar-SA" sz="8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F2B"/>
          </a:solidFill>
          <a:ln w="12700">
            <a:solidFill>
              <a:srgbClr val="644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7934"/>
          </a:solidFill>
          <a:ln w="12700">
            <a:solidFill>
              <a:srgbClr val="7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</a:t>
            </a:r>
            <a:endParaRPr lang="ar-SA" sz="9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endParaRPr lang="ar-SA" sz="9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55EED"/>
          </a:solidFill>
          <a:ln w="12700">
            <a:solidFill>
              <a:srgbClr val="9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endParaRPr lang="ar-SA" sz="9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7E052"/>
          </a:solidFill>
          <a:ln w="12700">
            <a:solidFill>
              <a:srgbClr val="9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170DB"/>
          </a:solidFill>
          <a:ln w="12700">
            <a:solidFill>
              <a:srgbClr val="7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0"/>
          </a:solidFill>
          <a:ln w="12700">
            <a:solidFill>
              <a:srgbClr val="8547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</a:t>
            </a:r>
            <a:endParaRPr lang="ar-SA" sz="9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5D8"/>
          </a:solidFill>
          <a:ln w="12700">
            <a:solidFill>
              <a:srgbClr val="648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5D1"/>
          </a:solidFill>
          <a:ln w="12700">
            <a:solidFill>
              <a:srgbClr val="478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45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14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1"/>
          </a:solidFill>
          <a:ln w="12700">
            <a:solidFill>
              <a:srgbClr val="2B64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2"/>
          </a:solidFill>
          <a:ln w="12700">
            <a:solidFill>
              <a:srgbClr val="3479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endParaRPr lang="ar-SA" sz="10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25E"/>
          </a:solidFill>
          <a:ln w="12700">
            <a:solidFill>
              <a:srgbClr val="ED7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BE0"/>
          </a:solidFill>
          <a:ln w="12700">
            <a:solidFill>
              <a:srgbClr val="52B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A"/>
          </a:solidFill>
          <a:ln w="12700">
            <a:solidFill>
              <a:srgbClr val="DB70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8547"/>
          </a:solidFill>
          <a:ln w="12700">
            <a:solidFill>
              <a:srgbClr val="7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2"/>
          </a:solidFill>
          <a:ln w="12700">
            <a:solidFill>
              <a:srgbClr val="D864A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7"/>
          </a:solidFill>
          <a:ln w="12700">
            <a:solidFill>
              <a:srgbClr val="D147A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5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endParaRPr lang="ar-SA" sz="10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2B64"/>
          </a:solidFill>
          <a:ln w="12700">
            <a:solidFill>
              <a:srgbClr val="3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3479"/>
          </a:solidFill>
          <a:ln w="12700">
            <a:solidFill>
              <a:srgbClr val="6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بَتَثَ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EED5E"/>
          </a:solidFill>
          <a:ln w="12700">
            <a:solidFill>
              <a:srgbClr val="6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ثَتَجَ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F"/>
          </a:solidFill>
          <a:ln w="12700">
            <a:solidFill>
              <a:srgbClr val="E052D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4DB70"/>
          </a:solidFill>
          <a:ln w="12700">
            <a:solidFill>
              <a:srgbClr val="A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B"/>
          </a:solidFill>
          <a:ln w="12700">
            <a:solidFill>
              <a:srgbClr val="4785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جَتَحَ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D864"/>
          </a:solidFill>
          <a:ln w="12700">
            <a:solidFill>
              <a:srgbClr val="B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AD147"/>
          </a:solidFill>
          <a:ln w="12700">
            <a:solidFill>
              <a:srgbClr val="C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حَتَخَ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خَتَدَ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1"/>
          </a:solidFill>
          <a:ln w="12700">
            <a:solidFill>
              <a:srgbClr val="642B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F34"/>
          </a:solidFill>
          <a:ln w="12700">
            <a:solidFill>
              <a:srgbClr val="794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دَتَأَ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2ED"/>
          </a:solidFill>
          <a:ln w="12700">
            <a:solidFill>
              <a:srgbClr val="5E9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</a:t>
            </a:r>
            <a:endParaRPr lang="ar-SA" sz="9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F52"/>
          </a:solidFill>
          <a:ln w="12700">
            <a:solidFill>
              <a:srgbClr val="E0B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FDB"/>
          </a:solidFill>
          <a:ln w="12700">
            <a:solidFill>
              <a:srgbClr val="70B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4785"/>
          </a:solidFill>
          <a:ln w="12700">
            <a:solidFill>
              <a:srgbClr val="6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endParaRPr lang="ar-SA" sz="8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5"/>
          </a:solidFill>
          <a:ln w="12700">
            <a:solidFill>
              <a:srgbClr val="64D8D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6"/>
          </a:solidFill>
          <a:ln w="12700">
            <a:solidFill>
              <a:srgbClr val="47D1B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</a:t>
            </a:r>
            <a:endParaRPr lang="ar-SA" sz="9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</a:t>
            </a:r>
            <a:endParaRPr lang="ar-SA" sz="11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642B"/>
          </a:solidFill>
          <a:ln w="12700">
            <a:solidFill>
              <a:srgbClr val="3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E"/>
          </a:solidFill>
          <a:ln w="12700">
            <a:solidFill>
              <a:srgbClr val="3479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endParaRPr lang="ar-SA" sz="10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</a:t>
            </a:r>
            <a:endParaRPr lang="ar-SA" sz="11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6"/>
          </a:solidFill>
          <a:ln w="12700">
            <a:solidFill>
              <a:srgbClr val="ED5EB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2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12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B"/>
          </a:solidFill>
          <a:ln w="12700">
            <a:solidFill>
              <a:srgbClr val="52E09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A"/>
          </a:solidFill>
          <a:ln w="12700">
            <a:solidFill>
              <a:srgbClr val="DB70D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D47"/>
          </a:solidFill>
          <a:ln w="12700">
            <a:solidFill>
              <a:srgbClr val="855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864D8"/>
          </a:solidFill>
          <a:ln w="12700">
            <a:solidFill>
              <a:srgbClr val="B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447D1"/>
          </a:solidFill>
          <a:ln w="12700">
            <a:solidFill>
              <a:srgbClr val="9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endParaRPr lang="ar-SA" sz="8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E64"/>
          </a:solidFill>
          <a:ln w="12700">
            <a:solidFill>
              <a:srgbClr val="2B4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C79"/>
          </a:solidFill>
          <a:ln w="12700">
            <a:solidFill>
              <a:srgbClr val="343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9ED5E"/>
          </a:solidFill>
          <a:ln w="12700">
            <a:solidFill>
              <a:srgbClr val="D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752E0"/>
          </a:solidFill>
          <a:ln w="12700">
            <a:solidFill>
              <a:srgbClr val="7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270"/>
          </a:solidFill>
          <a:ln w="12700">
            <a:solidFill>
              <a:srgbClr val="DBC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D"/>
          </a:solidFill>
          <a:ln w="12700">
            <a:solidFill>
              <a:srgbClr val="47854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B64"/>
          </a:solidFill>
          <a:ln w="12700">
            <a:solidFill>
              <a:srgbClr val="D89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247"/>
          </a:solidFill>
          <a:ln w="12700">
            <a:solidFill>
              <a:srgbClr val="D17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بَثَتَ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C"/>
          </a:solidFill>
          <a:ln w="12700">
            <a:solidFill>
              <a:srgbClr val="642B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D"/>
          </a:solidFill>
          <a:ln w="12700">
            <a:solidFill>
              <a:srgbClr val="79344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تَثَجَ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جَثَحَ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E"/>
          </a:solidFill>
          <a:ln w="12700">
            <a:solidFill>
              <a:srgbClr val="5EEDD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حَثَخَ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452"/>
          </a:solidFill>
          <a:ln w="12700">
            <a:solidFill>
              <a:srgbClr val="E05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7"/>
          </a:solidFill>
          <a:ln w="12700">
            <a:solidFill>
              <a:srgbClr val="70DBA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185"/>
          </a:solidFill>
          <a:ln w="12700">
            <a:solidFill>
              <a:srgbClr val="475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خَثَدَ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E"/>
          </a:solidFill>
          <a:ln w="12700">
            <a:solidFill>
              <a:srgbClr val="64D87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F"/>
          </a:solidFill>
          <a:ln w="12700">
            <a:solidFill>
              <a:srgbClr val="47D14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دَثَأَ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E2B"/>
          </a:solidFill>
          <a:ln w="12700">
            <a:solidFill>
              <a:srgbClr val="645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7934"/>
          </a:solidFill>
          <a:ln w="12700">
            <a:solidFill>
              <a:srgbClr val="5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</a:t>
            </a:r>
            <a:endParaRPr lang="ar-SA" sz="9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endParaRPr lang="ar-SA" sz="10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A5EED"/>
          </a:solidFill>
          <a:ln w="12700">
            <a:solidFill>
              <a:srgbClr val="B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</a:t>
            </a:r>
            <a:endParaRPr lang="ar-SA" sz="9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3E052"/>
          </a:solidFill>
          <a:ln w="12700">
            <a:solidFill>
              <a:srgbClr val="7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D70DB"/>
          </a:solidFill>
          <a:ln w="12700">
            <a:solidFill>
              <a:srgbClr val="8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0"/>
          </a:solidFill>
          <a:ln w="12700">
            <a:solidFill>
              <a:srgbClr val="8547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endParaRPr lang="ar-SA" sz="10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7D8"/>
          </a:solidFill>
          <a:ln w="12700">
            <a:solidFill>
              <a:srgbClr val="646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2D1"/>
          </a:solidFill>
          <a:ln w="12700">
            <a:solidFill>
              <a:srgbClr val="476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</a:t>
            </a:r>
            <a:endParaRPr lang="ar-SA" sz="10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</a:t>
            </a:r>
            <a:endParaRPr lang="ar-SA" sz="10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0"/>
          </a:solidFill>
          <a:ln w="12700">
            <a:solidFill>
              <a:srgbClr val="2B64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079"/>
          </a:solidFill>
          <a:ln w="12700">
            <a:solidFill>
              <a:srgbClr val="3470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69403" y="896112"/>
            <a:ext cx="18582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1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69403" y="896112"/>
            <a:ext cx="18582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416384" y="896112"/>
            <a:ext cx="21329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1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16384" y="896112"/>
            <a:ext cx="21329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74521" y="2834640"/>
            <a:ext cx="359495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74521" y="2834640"/>
            <a:ext cx="359495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 وَرَسَمَ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50745" y="896112"/>
            <a:ext cx="15988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50745" y="896112"/>
            <a:ext cx="15988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94427" y="896112"/>
            <a:ext cx="20362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1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94427" y="896112"/>
            <a:ext cx="20362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وَدَخَلَ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45220" y="2834640"/>
            <a:ext cx="325356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45220" y="2834640"/>
            <a:ext cx="325356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 وَدَخَلَ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65E"/>
          </a:solidFill>
          <a:ln w="12700">
            <a:solidFill>
              <a:srgbClr val="ED9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07572" y="896112"/>
            <a:ext cx="19814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F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07572" y="896112"/>
            <a:ext cx="19814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454950" y="896112"/>
            <a:ext cx="19325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F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54950" y="896112"/>
            <a:ext cx="19325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وَرَجَعَ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36431" y="2834640"/>
            <a:ext cx="347113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36431" y="2834640"/>
            <a:ext cx="347113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 وَرَجَعَ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6E0"/>
          </a:solidFill>
          <a:ln w="12700">
            <a:solidFill>
              <a:srgbClr val="529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270"/>
          </a:solidFill>
          <a:ln w="12700">
            <a:solidFill>
              <a:srgbClr val="DB7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8547"/>
          </a:solidFill>
          <a:ln w="12700">
            <a:solidFill>
              <a:srgbClr val="6F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14300" y="896112"/>
            <a:ext cx="19266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D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14300" y="896112"/>
            <a:ext cx="19266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حَرَثَ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03040" y="896112"/>
            <a:ext cx="189122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D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03040" y="896112"/>
            <a:ext cx="189122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وَزَرَعَ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14619" y="2834640"/>
            <a:ext cx="351476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14619" y="2834640"/>
            <a:ext cx="351476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حَرَثَ وَزَرَعَ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4"/>
          </a:solidFill>
          <a:ln w="12700">
            <a:solidFill>
              <a:srgbClr val="D8648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4"/>
          </a:solidFill>
          <a:ln w="12700">
            <a:solidFill>
              <a:srgbClr val="D1478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50016" y="896112"/>
            <a:ext cx="21478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50016" y="896112"/>
            <a:ext cx="21478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بَحَثَ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246120" y="896112"/>
            <a:ext cx="21838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A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46120" y="896112"/>
            <a:ext cx="21838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وَوَجَدَ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56648" y="2834640"/>
            <a:ext cx="403070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56648" y="2834640"/>
            <a:ext cx="403070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بَحَثَ وَوَجَدَ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02-ba-ta-tha</dc:title>
  <dc:subject>PptxGenJS Presentation</dc:subject>
  <dc:creator>PptxGenJS</dc:creator>
  <cp:lastModifiedBy>PptxGenJS</cp:lastModifiedBy>
  <cp:revision>1</cp:revision>
  <dcterms:created xsi:type="dcterms:W3CDTF">2026-10-21T16:51:18Z</dcterms:created>
  <dcterms:modified xsi:type="dcterms:W3CDTF">2026-10-21T16:51:18Z</dcterms:modified>
</cp:coreProperties>
</file>