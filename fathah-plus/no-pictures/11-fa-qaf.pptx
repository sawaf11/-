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1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C"/>
          </a:solidFill>
          <a:ln w="12700">
            <a:solidFill>
              <a:srgbClr val="47D1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4571" y="896112"/>
            <a:ext cx="1568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4571" y="896112"/>
            <a:ext cx="1568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0573" y="896112"/>
            <a:ext cx="17339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0573" y="896112"/>
            <a:ext cx="17339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26684" y="2834640"/>
            <a:ext cx="2890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26684" y="2834640"/>
            <a:ext cx="2890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 وَقَرَأَ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11-fa-qaf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