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1E0"/>
          </a:solidFill>
          <a:ln w="12700">
            <a:solidFill>
              <a:srgbClr val="52B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1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1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4"/>
          </a:solidFill>
          <a:ln w="12700">
            <a:solidFill>
              <a:srgbClr val="E052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D147"/>
          </a:solidFill>
          <a:ln w="12700">
            <a:solidFill>
              <a:srgbClr val="C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فَدَ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8ED"/>
          </a:solidFill>
          <a:ln w="12700">
            <a:solidFill>
              <a:srgbClr val="5E8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فَزَ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7DB"/>
          </a:solidFill>
          <a:ln w="12700">
            <a:solidFill>
              <a:srgbClr val="70B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0"/>
          </a:solidFill>
          <a:ln w="12700">
            <a:solidFill>
              <a:srgbClr val="47D1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فَشَ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فَصَ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B"/>
          </a:solidFill>
          <a:ln w="12700">
            <a:solidFill>
              <a:srgbClr val="ED5EA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5"/>
          </a:solidFill>
          <a:ln w="12700">
            <a:solidFill>
              <a:srgbClr val="52E0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بَفَتَ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تَفَثَ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جَفَحَ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حَفَخَ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خَفَدَ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دَفَذَ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ذَفَرَ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رَفَزَ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E52"/>
          </a:solidFill>
          <a:ln w="12700">
            <a:solidFill>
              <a:srgbClr val="E05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زَفَسَ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9"/>
          </a:solidFill>
          <a:ln w="12700">
            <a:solidFill>
              <a:srgbClr val="47D1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شَفَصَ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صَفَضَ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ضَفَطَ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5EED"/>
          </a:solidFill>
          <a:ln w="12700">
            <a:solidFill>
              <a:srgbClr val="C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طَفَظَ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E052"/>
          </a:solidFill>
          <a:ln w="12700">
            <a:solidFill>
              <a:srgbClr val="6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ظَفَعَ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8D1"/>
          </a:solidFill>
          <a:ln w="12700">
            <a:solidFill>
              <a:srgbClr val="475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عَفَغَ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endParaRPr lang="ar-SA" sz="9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15E"/>
          </a:solidFill>
          <a:ln w="12700">
            <a:solidFill>
              <a:srgbClr val="EDA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endParaRPr lang="ar-SA" sz="9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endParaRPr lang="ar-SA" sz="9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endParaRPr lang="ar-SA" sz="9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D"/>
          </a:solidFill>
          <a:ln w="12700">
            <a:solidFill>
              <a:srgbClr val="5EED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0"/>
          </a:solidFill>
          <a:ln w="12700">
            <a:solidFill>
              <a:srgbClr val="E052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D864"/>
          </a:solidFill>
          <a:ln w="12700">
            <a:solidFill>
              <a:srgbClr val="9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D147"/>
          </a:solidFill>
          <a:ln w="12700">
            <a:solidFill>
              <a:srgbClr val="9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endParaRPr lang="ar-SA" sz="9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endParaRPr lang="ar-SA" sz="9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E052"/>
          </a:solidFill>
          <a:ln w="12700">
            <a:solidFill>
              <a:srgbClr val="D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CDB"/>
          </a:solidFill>
          <a:ln w="12700">
            <a:solidFill>
              <a:srgbClr val="709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5D8"/>
          </a:solidFill>
          <a:ln w="12700">
            <a:solidFill>
              <a:srgbClr val="64B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FD1"/>
          </a:solidFill>
          <a:ln w="12700">
            <a:solidFill>
              <a:srgbClr val="47B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endParaRPr lang="ar-SA" sz="9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3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7"/>
          </a:solidFill>
          <a:ln w="12700">
            <a:solidFill>
              <a:srgbClr val="ED5E8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قَأَ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A"/>
          </a:solidFill>
          <a:ln w="12700">
            <a:solidFill>
              <a:srgbClr val="52E0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7"/>
          </a:solidFill>
          <a:ln w="12700">
            <a:solidFill>
              <a:srgbClr val="DB70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147"/>
          </a:solidFill>
          <a:ln w="12700">
            <a:solidFill>
              <a:srgbClr val="857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2"/>
          </a:solidFill>
          <a:ln w="12700">
            <a:solidFill>
              <a:srgbClr val="D864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47D1"/>
          </a:solidFill>
          <a:ln w="12700">
            <a:solidFill>
              <a:srgbClr val="C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قَثَ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ED5E"/>
          </a:solidFill>
          <a:ln w="12700">
            <a:solidFill>
              <a:srgbClr val="A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52E0"/>
          </a:solidFill>
          <a:ln w="12700">
            <a:solidFill>
              <a:srgbClr val="A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DB70"/>
          </a:solidFill>
          <a:ln w="12700">
            <a:solidFill>
              <a:srgbClr val="D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164"/>
          </a:solidFill>
          <a:ln w="12700">
            <a:solidFill>
              <a:srgbClr val="D8C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F47"/>
          </a:solidFill>
          <a:ln w="12700">
            <a:solidFill>
              <a:srgbClr val="D19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قَذَ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9"/>
          </a:solidFill>
          <a:ln w="12700">
            <a:solidFill>
              <a:srgbClr val="642B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6"/>
          </a:solidFill>
          <a:ln w="12700">
            <a:solidFill>
              <a:srgbClr val="7934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قَزَ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EED"/>
          </a:solidFill>
          <a:ln w="12700">
            <a:solidFill>
              <a:srgbClr val="5EC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352"/>
          </a:solidFill>
          <a:ln w="12700">
            <a:solidFill>
              <a:srgbClr val="E08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4"/>
          </a:solidFill>
          <a:ln w="12700">
            <a:solidFill>
              <a:srgbClr val="64D8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C"/>
          </a:solidFill>
          <a:ln w="12700">
            <a:solidFill>
              <a:srgbClr val="47D1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قَظَ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5EED"/>
          </a:solidFill>
          <a:ln w="12700">
            <a:solidFill>
              <a:srgbClr val="E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قَغَ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F"/>
          </a:solidFill>
          <a:ln w="12700">
            <a:solidFill>
              <a:srgbClr val="52E0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70DB"/>
          </a:solidFill>
          <a:ln w="12700">
            <a:solidFill>
              <a:srgbClr val="B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47D1"/>
          </a:solidFill>
          <a:ln w="12700">
            <a:solidFill>
              <a:srgbClr val="5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بَقَتَ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تَقَثَ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ثَقَجَ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55E"/>
          </a:solidFill>
          <a:ln w="12700">
            <a:solidFill>
              <a:srgbClr val="EDC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جَقَحَ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8E0"/>
          </a:solidFill>
          <a:ln w="12700">
            <a:solidFill>
              <a:srgbClr val="526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570"/>
          </a:solidFill>
          <a:ln w="12700">
            <a:solidFill>
              <a:srgbClr val="DB9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حَقَخَ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A64"/>
          </a:solidFill>
          <a:ln w="12700">
            <a:solidFill>
              <a:srgbClr val="D86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7"/>
          </a:solidFill>
          <a:ln w="12700">
            <a:solidFill>
              <a:srgbClr val="D147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خَقَدَ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دَقَذَ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رَقَزَ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1"/>
          </a:solidFill>
          <a:ln w="12700">
            <a:solidFill>
              <a:srgbClr val="5EED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زَقَسَ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B"/>
          </a:solidFill>
          <a:ln w="12700">
            <a:solidFill>
              <a:srgbClr val="E052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A"/>
          </a:solidFill>
          <a:ln w="12700">
            <a:solidFill>
              <a:srgbClr val="70DB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D864"/>
          </a:solidFill>
          <a:ln w="12700">
            <a:solidFill>
              <a:srgbClr val="7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D147"/>
          </a:solidFill>
          <a:ln w="12700">
            <a:solidFill>
              <a:srgbClr val="7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شَقَصَ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صَقَضَ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ضَقَطَ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طَقَظَ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5EED"/>
          </a:solidFill>
          <a:ln w="12700">
            <a:solidFill>
              <a:srgbClr val="7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E052"/>
          </a:solidFill>
          <a:ln w="12700">
            <a:solidFill>
              <a:srgbClr val="A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1DB"/>
          </a:solidFill>
          <a:ln w="12700">
            <a:solidFill>
              <a:srgbClr val="708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عَقَغَ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8D8"/>
          </a:solidFill>
          <a:ln w="12700">
            <a:solidFill>
              <a:srgbClr val="649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CD1"/>
          </a:solidFill>
          <a:ln w="12700">
            <a:solidFill>
              <a:srgbClr val="479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غَقَفَ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3E0"/>
          </a:solidFill>
          <a:ln w="12700">
            <a:solidFill>
              <a:srgbClr val="52D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5"/>
          </a:solidFill>
          <a:ln w="12700">
            <a:solidFill>
              <a:srgbClr val="D864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endParaRPr lang="ar-SA" sz="9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ED5E"/>
          </a:solidFill>
          <a:ln w="12700">
            <a:solidFill>
              <a:srgbClr val="8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D864"/>
          </a:solidFill>
          <a:ln w="12700">
            <a:solidFill>
              <a:srgbClr val="D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AED"/>
          </a:solidFill>
          <a:ln w="12700">
            <a:solidFill>
              <a:srgbClr val="5EA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752"/>
          </a:solidFill>
          <a:ln w="12700">
            <a:solidFill>
              <a:srgbClr val="E0A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1DB"/>
          </a:solidFill>
          <a:ln w="12700">
            <a:solidFill>
              <a:srgbClr val="70D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D"/>
          </a:solidFill>
          <a:ln w="12700">
            <a:solidFill>
              <a:srgbClr val="ED5EC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3"/>
          </a:solidFill>
          <a:ln w="12700">
            <a:solidFill>
              <a:srgbClr val="52E0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70DB"/>
          </a:solidFill>
          <a:ln w="12700">
            <a:solidFill>
              <a:srgbClr val="C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10741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F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10741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66423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66423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69806" y="2834640"/>
            <a:ext cx="3004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69806" y="2834640"/>
            <a:ext cx="3004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47D1"/>
          </a:solidFill>
          <a:ln w="12700">
            <a:solidFill>
              <a:srgbClr val="7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1203" y="896112"/>
            <a:ext cx="17652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1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1203" y="896112"/>
            <a:ext cx="17652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100" dirty="0"/>
          </a:p>
        </p:txBody>
      </p:sp>
      <p:sp>
        <p:nvSpPr>
          <p:cNvPr id="12" name="C2 W2 pill"/>
          <p:cNvSpPr/>
          <p:nvPr/>
        </p:nvSpPr>
        <p:spPr>
          <a:xfrm>
            <a:off x="2567561" y="896112"/>
            <a:ext cx="1923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1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67561" y="896112"/>
            <a:ext cx="1923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05821" y="2834640"/>
            <a:ext cx="33323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05821" y="2834640"/>
            <a:ext cx="33323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وَسَأَلَ</a:t>
            </a:r>
            <a:endParaRPr lang="ar-SA" sz="4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14571" y="896112"/>
            <a:ext cx="15688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14571" y="896112"/>
            <a:ext cx="15688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قَعَدَ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60573" y="896112"/>
            <a:ext cx="17339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1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60573" y="896112"/>
            <a:ext cx="17339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وَقَرَأَ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26684" y="2834640"/>
            <a:ext cx="28906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26684" y="2834640"/>
            <a:ext cx="28906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قَعَدَ وَقَرَأَ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11-fa-qaf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