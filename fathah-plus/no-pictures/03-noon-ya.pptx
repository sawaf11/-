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slideMasters/slideMaster124.xml" ContentType="application/vnd.openxmlformats-officedocument.presentationml.slideMaster+xml"/>
  <Override PartName="/ppt/slides/slide124.xml" ContentType="application/vnd.openxmlformats-officedocument.presentationml.slide+xml"/>
  <Override PartName="/ppt/slideMasters/slideMaster125.xml" ContentType="application/vnd.openxmlformats-officedocument.presentationml.slideMaster+xml"/>
  <Override PartName="/ppt/slides/slide125.xml" ContentType="application/vnd.openxmlformats-officedocument.presentationml.slide+xml"/>
  <Override PartName="/ppt/slideMasters/slideMaster126.xml" ContentType="application/vnd.openxmlformats-officedocument.presentationml.slideMaster+xml"/>
  <Override PartName="/ppt/slides/slide126.xml" ContentType="application/vnd.openxmlformats-officedocument.presentationml.slide+xml"/>
  <Override PartName="/ppt/slideMasters/slideMaster127.xml" ContentType="application/vnd.openxmlformats-officedocument.presentationml.slideMaster+xml"/>
  <Override PartName="/ppt/slides/slide127.xml" ContentType="application/vnd.openxmlformats-officedocument.presentationml.slide+xml"/>
  <Override PartName="/ppt/slideMasters/slideMaster128.xml" ContentType="application/vnd.openxmlformats-officedocument.presentationml.slideMaster+xml"/>
  <Override PartName="/ppt/slides/slide128.xml" ContentType="application/vnd.openxmlformats-officedocument.presentationml.slide+xml"/>
  <Override PartName="/ppt/slideMasters/slideMaster129.xml" ContentType="application/vnd.openxmlformats-officedocument.presentationml.slideMaster+xml"/>
  <Override PartName="/ppt/slides/slide129.xml" ContentType="application/vnd.openxmlformats-officedocument.presentationml.slide+xml"/>
  <Override PartName="/ppt/slideMasters/slideMaster130.xml" ContentType="application/vnd.openxmlformats-officedocument.presentationml.slideMaster+xml"/>
  <Override PartName="/ppt/slides/slide130.xml" ContentType="application/vnd.openxmlformats-officedocument.presentationml.slide+xml"/>
  <Override PartName="/ppt/slideMasters/slideMaster131.xml" ContentType="application/vnd.openxmlformats-officedocument.presentationml.slideMaster+xml"/>
  <Override PartName="/ppt/slides/slide131.xml" ContentType="application/vnd.openxmlformats-officedocument.presentationml.slide+xml"/>
  <Override PartName="/ppt/slideMasters/slideMaster132.xml" ContentType="application/vnd.openxmlformats-officedocument.presentationml.slideMaster+xml"/>
  <Override PartName="/ppt/slides/slide132.xml" ContentType="application/vnd.openxmlformats-officedocument.presentationml.slide+xml"/>
  <Override PartName="/ppt/slideMasters/slideMaster133.xml" ContentType="application/vnd.openxmlformats-officedocument.presentationml.slideMaster+xml"/>
  <Override PartName="/ppt/slides/slide133.xml" ContentType="application/vnd.openxmlformats-officedocument.presentationml.slide+xml"/>
  <Override PartName="/ppt/slideMasters/slideMaster134.xml" ContentType="application/vnd.openxmlformats-officedocument.presentationml.slideMaster+xml"/>
  <Override PartName="/ppt/slides/slide134.xml" ContentType="application/vnd.openxmlformats-officedocument.presentationml.slide+xml"/>
  <Override PartName="/ppt/slideMasters/slideMaster135.xml" ContentType="application/vnd.openxmlformats-officedocument.presentationml.slideMaster+xml"/>
  <Override PartName="/ppt/slides/slide135.xml" ContentType="application/vnd.openxmlformats-officedocument.presentationml.slide+xml"/>
  <Override PartName="/ppt/slideMasters/slideMaster136.xml" ContentType="application/vnd.openxmlformats-officedocument.presentationml.slideMaster+xml"/>
  <Override PartName="/ppt/slides/slide136.xml" ContentType="application/vnd.openxmlformats-officedocument.presentationml.slide+xml"/>
  <Override PartName="/ppt/slideMasters/slideMaster137.xml" ContentType="application/vnd.openxmlformats-officedocument.presentationml.slideMaster+xml"/>
  <Override PartName="/ppt/slides/slide137.xml" ContentType="application/vnd.openxmlformats-officedocument.presentationml.slide+xml"/>
  <Override PartName="/ppt/slideMasters/slideMaster138.xml" ContentType="application/vnd.openxmlformats-officedocument.presentationml.slideMaster+xml"/>
  <Override PartName="/ppt/slides/slide138.xml" ContentType="application/vnd.openxmlformats-officedocument.presentationml.slide+xml"/>
  <Override PartName="/ppt/slideMasters/slideMaster139.xml" ContentType="application/vnd.openxmlformats-officedocument.presentationml.slideMaster+xml"/>
  <Override PartName="/ppt/slides/slide139.xml" ContentType="application/vnd.openxmlformats-officedocument.presentationml.slide+xml"/>
  <Override PartName="/ppt/slideMasters/slideMaster140.xml" ContentType="application/vnd.openxmlformats-officedocument.presentationml.slideMaster+xml"/>
  <Override PartName="/ppt/slides/slide140.xml" ContentType="application/vnd.openxmlformats-officedocument.presentationml.slide+xml"/>
  <Override PartName="/ppt/slideMasters/slideMaster141.xml" ContentType="application/vnd.openxmlformats-officedocument.presentationml.slideMaster+xml"/>
  <Override PartName="/ppt/slides/slide141.xml" ContentType="application/vnd.openxmlformats-officedocument.presentationml.slide+xml"/>
  <Override PartName="/ppt/slideMasters/slideMaster142.xml" ContentType="application/vnd.openxmlformats-officedocument.presentationml.slideMaster+xml"/>
  <Override PartName="/ppt/slides/slide142.xml" ContentType="application/vnd.openxmlformats-officedocument.presentationml.slide+xml"/>
  <Override PartName="/ppt/slideMasters/slideMaster143.xml" ContentType="application/vnd.openxmlformats-officedocument.presentationml.slideMaster+xml"/>
  <Override PartName="/ppt/slides/slide143.xml" ContentType="application/vnd.openxmlformats-officedocument.presentationml.slide+xml"/>
  <Override PartName="/ppt/slideMasters/slideMaster144.xml" ContentType="application/vnd.openxmlformats-officedocument.presentationml.slideMaster+xml"/>
  <Override PartName="/ppt/slides/slide144.xml" ContentType="application/vnd.openxmlformats-officedocument.presentationml.slide+xml"/>
  <Override PartName="/ppt/slideMasters/slideMaster145.xml" ContentType="application/vnd.openxmlformats-officedocument.presentationml.slideMaster+xml"/>
  <Override PartName="/ppt/slides/slide145.xml" ContentType="application/vnd.openxmlformats-officedocument.presentationml.slide+xml"/>
  <Override PartName="/ppt/slideMasters/slideMaster146.xml" ContentType="application/vnd.openxmlformats-officedocument.presentationml.slideMaster+xml"/>
  <Override PartName="/ppt/slides/slide146.xml" ContentType="application/vnd.openxmlformats-officedocument.presentationml.slide+xml"/>
  <Override PartName="/ppt/slideMasters/slideMaster147.xml" ContentType="application/vnd.openxmlformats-officedocument.presentationml.slideMaster+xml"/>
  <Override PartName="/ppt/slides/slide147.xml" ContentType="application/vnd.openxmlformats-officedocument.presentationml.slide+xml"/>
  <Override PartName="/ppt/slideMasters/slideMaster148.xml" ContentType="application/vnd.openxmlformats-officedocument.presentationml.slideMaster+xml"/>
  <Override PartName="/ppt/slides/slide148.xml" ContentType="application/vnd.openxmlformats-officedocument.presentationml.slide+xml"/>
  <Override PartName="/ppt/slideMasters/slideMaster149.xml" ContentType="application/vnd.openxmlformats-officedocument.presentationml.slideMaster+xml"/>
  <Override PartName="/ppt/slides/slide149.xml" ContentType="application/vnd.openxmlformats-officedocument.presentationml.slide+xml"/>
  <Override PartName="/ppt/slideMasters/slideMaster150.xml" ContentType="application/vnd.openxmlformats-officedocument.presentationml.slideMaster+xml"/>
  <Override PartName="/ppt/slides/slide150.xml" ContentType="application/vnd.openxmlformats-officedocument.presentationml.slide+xml"/>
  <Override PartName="/ppt/slideMasters/slideMaster151.xml" ContentType="application/vnd.openxmlformats-officedocument.presentationml.slideMaster+xml"/>
  <Override PartName="/ppt/slides/slide151.xml" ContentType="application/vnd.openxmlformats-officedocument.presentationml.slide+xml"/>
  <Override PartName="/ppt/slideMasters/slideMaster152.xml" ContentType="application/vnd.openxmlformats-officedocument.presentationml.slideMaster+xml"/>
  <Override PartName="/ppt/slides/slide152.xml" ContentType="application/vnd.openxmlformats-officedocument.presentationml.slide+xml"/>
  <Override PartName="/ppt/slideMasters/slideMaster153.xml" ContentType="application/vnd.openxmlformats-officedocument.presentationml.slideMaster+xml"/>
  <Override PartName="/ppt/slides/slide153.xml" ContentType="application/vnd.openxmlformats-officedocument.presentationml.slide+xml"/>
  <Override PartName="/ppt/slideMasters/slideMaster154.xml" ContentType="application/vnd.openxmlformats-officedocument.presentationml.slideMaster+xml"/>
  <Override PartName="/ppt/slides/slide154.xml" ContentType="application/vnd.openxmlformats-officedocument.presentationml.slide+xml"/>
  <Override PartName="/ppt/slideMasters/slideMaster155.xml" ContentType="application/vnd.openxmlformats-officedocument.presentationml.slideMaster+xml"/>
  <Override PartName="/ppt/slides/slide155.xml" ContentType="application/vnd.openxmlformats-officedocument.presentationml.slide+xml"/>
  <Override PartName="/ppt/slideMasters/slideMaster156.xml" ContentType="application/vnd.openxmlformats-officedocument.presentationml.slideMaster+xml"/>
  <Override PartName="/ppt/slides/slide156.xml" ContentType="application/vnd.openxmlformats-officedocument.presentationml.slide+xml"/>
  <Override PartName="/ppt/slideMasters/slideMaster157.xml" ContentType="application/vnd.openxmlformats-officedocument.presentationml.slideMaster+xml"/>
  <Override PartName="/ppt/slides/slide157.xml" ContentType="application/vnd.openxmlformats-officedocument.presentationml.slide+xml"/>
  <Override PartName="/ppt/slideMasters/slideMaster158.xml" ContentType="application/vnd.openxmlformats-officedocument.presentationml.slideMaster+xml"/>
  <Override PartName="/ppt/slides/slide158.xml" ContentType="application/vnd.openxmlformats-officedocument.presentationml.slide+xml"/>
  <Override PartName="/ppt/slideMasters/slideMaster159.xml" ContentType="application/vnd.openxmlformats-officedocument.presentationml.slideMaster+xml"/>
  <Override PartName="/ppt/slides/slide15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  <p:sldId id="379" r:id="rId125"/>
    <p:sldId id="380" r:id="rId126"/>
    <p:sldId id="381" r:id="rId127"/>
    <p:sldId id="382" r:id="rId128"/>
    <p:sldId id="383" r:id="rId129"/>
    <p:sldId id="384" r:id="rId130"/>
    <p:sldId id="385" r:id="rId131"/>
    <p:sldId id="386" r:id="rId132"/>
    <p:sldId id="387" r:id="rId133"/>
    <p:sldId id="388" r:id="rId134"/>
    <p:sldId id="389" r:id="rId135"/>
    <p:sldId id="390" r:id="rId136"/>
    <p:sldId id="391" r:id="rId137"/>
    <p:sldId id="392" r:id="rId138"/>
    <p:sldId id="393" r:id="rId139"/>
    <p:sldId id="394" r:id="rId140"/>
    <p:sldId id="395" r:id="rId141"/>
    <p:sldId id="396" r:id="rId142"/>
    <p:sldId id="397" r:id="rId143"/>
    <p:sldId id="398" r:id="rId144"/>
    <p:sldId id="399" r:id="rId145"/>
    <p:sldId id="400" r:id="rId146"/>
    <p:sldId id="401" r:id="rId147"/>
    <p:sldId id="402" r:id="rId148"/>
    <p:sldId id="403" r:id="rId149"/>
    <p:sldId id="404" r:id="rId150"/>
    <p:sldId id="405" r:id="rId151"/>
    <p:sldId id="406" r:id="rId152"/>
    <p:sldId id="407" r:id="rId153"/>
    <p:sldId id="408" r:id="rId154"/>
    <p:sldId id="409" r:id="rId155"/>
    <p:sldId id="410" r:id="rId156"/>
    <p:sldId id="411" r:id="rId157"/>
    <p:sldId id="412" r:id="rId158"/>
    <p:sldId id="413" r:id="rId159"/>
    <p:sldId id="414" r:id="rId160"/>
  </p:sldIdLst>
  <p:notesMasterIdLst>
    <p:notesMasterId r:id="rId16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slide" Target="slides/slide124.xml"/><Relationship Id="rId126" Type="http://schemas.openxmlformats.org/officeDocument/2006/relationships/slide" Target="slides/slide125.xml"/><Relationship Id="rId127" Type="http://schemas.openxmlformats.org/officeDocument/2006/relationships/slide" Target="slides/slide126.xml"/><Relationship Id="rId128" Type="http://schemas.openxmlformats.org/officeDocument/2006/relationships/slide" Target="slides/slide127.xml"/><Relationship Id="rId129" Type="http://schemas.openxmlformats.org/officeDocument/2006/relationships/slide" Target="slides/slide128.xml"/><Relationship Id="rId130" Type="http://schemas.openxmlformats.org/officeDocument/2006/relationships/slide" Target="slides/slide129.xml"/><Relationship Id="rId131" Type="http://schemas.openxmlformats.org/officeDocument/2006/relationships/slide" Target="slides/slide130.xml"/><Relationship Id="rId132" Type="http://schemas.openxmlformats.org/officeDocument/2006/relationships/slide" Target="slides/slide131.xml"/><Relationship Id="rId133" Type="http://schemas.openxmlformats.org/officeDocument/2006/relationships/slide" Target="slides/slide132.xml"/><Relationship Id="rId134" Type="http://schemas.openxmlformats.org/officeDocument/2006/relationships/slide" Target="slides/slide133.xml"/><Relationship Id="rId135" Type="http://schemas.openxmlformats.org/officeDocument/2006/relationships/slide" Target="slides/slide134.xml"/><Relationship Id="rId136" Type="http://schemas.openxmlformats.org/officeDocument/2006/relationships/slide" Target="slides/slide135.xml"/><Relationship Id="rId137" Type="http://schemas.openxmlformats.org/officeDocument/2006/relationships/slide" Target="slides/slide136.xml"/><Relationship Id="rId138" Type="http://schemas.openxmlformats.org/officeDocument/2006/relationships/slide" Target="slides/slide137.xml"/><Relationship Id="rId139" Type="http://schemas.openxmlformats.org/officeDocument/2006/relationships/slide" Target="slides/slide138.xml"/><Relationship Id="rId140" Type="http://schemas.openxmlformats.org/officeDocument/2006/relationships/slide" Target="slides/slide139.xml"/><Relationship Id="rId141" Type="http://schemas.openxmlformats.org/officeDocument/2006/relationships/slide" Target="slides/slide140.xml"/><Relationship Id="rId142" Type="http://schemas.openxmlformats.org/officeDocument/2006/relationships/slide" Target="slides/slide141.xml"/><Relationship Id="rId143" Type="http://schemas.openxmlformats.org/officeDocument/2006/relationships/slide" Target="slides/slide142.xml"/><Relationship Id="rId144" Type="http://schemas.openxmlformats.org/officeDocument/2006/relationships/slide" Target="slides/slide143.xml"/><Relationship Id="rId145" Type="http://schemas.openxmlformats.org/officeDocument/2006/relationships/slide" Target="slides/slide144.xml"/><Relationship Id="rId146" Type="http://schemas.openxmlformats.org/officeDocument/2006/relationships/slide" Target="slides/slide145.xml"/><Relationship Id="rId147" Type="http://schemas.openxmlformats.org/officeDocument/2006/relationships/slide" Target="slides/slide146.xml"/><Relationship Id="rId148" Type="http://schemas.openxmlformats.org/officeDocument/2006/relationships/slide" Target="slides/slide147.xml"/><Relationship Id="rId149" Type="http://schemas.openxmlformats.org/officeDocument/2006/relationships/slide" Target="slides/slide148.xml"/><Relationship Id="rId150" Type="http://schemas.openxmlformats.org/officeDocument/2006/relationships/slide" Target="slides/slide149.xml"/><Relationship Id="rId151" Type="http://schemas.openxmlformats.org/officeDocument/2006/relationships/slide" Target="slides/slide150.xml"/><Relationship Id="rId152" Type="http://schemas.openxmlformats.org/officeDocument/2006/relationships/slide" Target="slides/slide151.xml"/><Relationship Id="rId153" Type="http://schemas.openxmlformats.org/officeDocument/2006/relationships/slide" Target="slides/slide152.xml"/><Relationship Id="rId154" Type="http://schemas.openxmlformats.org/officeDocument/2006/relationships/slide" Target="slides/slide153.xml"/><Relationship Id="rId155" Type="http://schemas.openxmlformats.org/officeDocument/2006/relationships/slide" Target="slides/slide154.xml"/><Relationship Id="rId156" Type="http://schemas.openxmlformats.org/officeDocument/2006/relationships/slide" Target="slides/slide155.xml"/><Relationship Id="rId157" Type="http://schemas.openxmlformats.org/officeDocument/2006/relationships/slide" Target="slides/slide156.xml"/><Relationship Id="rId158" Type="http://schemas.openxmlformats.org/officeDocument/2006/relationships/slide" Target="slides/slide157.xml"/><Relationship Id="rId159" Type="http://schemas.openxmlformats.org/officeDocument/2006/relationships/slide" Target="slides/slide158.xml"/><Relationship Id="rId160" Type="http://schemas.openxmlformats.org/officeDocument/2006/relationships/slide" Target="slides/slide159.xml"/><Relationship Id="rId161" Type="http://schemas.openxmlformats.org/officeDocument/2006/relationships/notesMaster" Target="notesMasters/notesMaster1.xml"/><Relationship Id="rId162" Type="http://schemas.openxmlformats.org/officeDocument/2006/relationships/presProps" Target="presProps.xml"/><Relationship Id="rId163" Type="http://schemas.openxmlformats.org/officeDocument/2006/relationships/viewProps" Target="viewProps.xml"/><Relationship Id="rId164" Type="http://schemas.openxmlformats.org/officeDocument/2006/relationships/theme" Target="theme/theme1.xml"/><Relationship Id="rId16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_rels/notesSlide1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4.xml"/>
		</Relationships>
</file>

<file path=ppt/notesSlides/_rels/notesSlide1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5.xml"/>
		</Relationships>
</file>

<file path=ppt/notesSlides/_rels/notesSlide1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6.xml"/>
		</Relationships>
</file>

<file path=ppt/notesSlides/_rels/notesSlide1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7.xml"/>
		</Relationships>
</file>

<file path=ppt/notesSlides/_rels/notesSlide1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8.xml"/>
		</Relationships>
</file>

<file path=ppt/notesSlides/_rels/notesSlide1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9.xml"/>
		</Relationships>
</file>

<file path=ppt/notesSlides/_rels/notesSlide1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0.xml"/>
		</Relationships>
</file>

<file path=ppt/notesSlides/_rels/notesSlide1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1.xml"/>
		</Relationships>
</file>

<file path=ppt/notesSlides/_rels/notesSlide1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2.xml"/>
		</Relationships>
</file>

<file path=ppt/notesSlides/_rels/notesSlide1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3.xml"/>
		</Relationships>
</file>

<file path=ppt/notesSlides/_rels/notesSlide1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4.xml"/>
		</Relationships>
</file>

<file path=ppt/notesSlides/_rels/notesSlide1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5.xml"/>
		</Relationships>
</file>

<file path=ppt/notesSlides/_rels/notesSlide1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6.xml"/>
		</Relationships>
</file>

<file path=ppt/notesSlides/_rels/notesSlide1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7.xml"/>
		</Relationships>
</file>

<file path=ppt/notesSlides/_rels/notesSlide1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8.xml"/>
		</Relationships>
</file>

<file path=ppt/notesSlides/_rels/notesSlide1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9.xml"/>
		</Relationships>
</file>

<file path=ppt/notesSlides/_rels/notesSlide1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0.xml"/>
		</Relationships>
</file>

<file path=ppt/notesSlides/_rels/notesSlide1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1.xml"/>
		</Relationships>
</file>

<file path=ppt/notesSlides/_rels/notesSlide1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2.xml"/>
		</Relationships>
</file>

<file path=ppt/notesSlides/_rels/notesSlide1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3.xml"/>
		</Relationships>
</file>

<file path=ppt/notesSlides/_rels/notesSlide1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4.xml"/>
		</Relationships>
</file>

<file path=ppt/notesSlides/_rels/notesSlide1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5.xml"/>
		</Relationships>
</file>

<file path=ppt/notesSlides/_rels/notesSlide1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6.xml"/>
		</Relationships>
</file>

<file path=ppt/notesSlides/_rels/notesSlide1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7.xml"/>
		</Relationships>
</file>

<file path=ppt/notesSlides/_rels/notesSlide1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8.xml"/>
		</Relationships>
</file>

<file path=ppt/notesSlides/_rels/notesSlide1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9.xml"/>
		</Relationships>
</file>

<file path=ppt/notesSlides/_rels/notesSlide1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0.xml"/>
		</Relationships>
</file>

<file path=ppt/notesSlides/_rels/notesSlide1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1.xml"/>
		</Relationships>
</file>

<file path=ppt/notesSlides/_rels/notesSlide1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2.xml"/>
		</Relationships>
</file>

<file path=ppt/notesSlides/_rels/notesSlide1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3.xml"/>
		</Relationships>
</file>

<file path=ppt/notesSlides/_rels/notesSlide1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4.xml"/>
		</Relationships>
</file>

<file path=ppt/notesSlides/_rels/notesSlide1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5.xml"/>
		</Relationships>
</file>

<file path=ppt/notesSlides/_rels/notesSlide1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6.xml"/>
		</Relationships>
</file>

<file path=ppt/notesSlides/_rels/notesSlide1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7.xml"/>
		</Relationships>
</file>

<file path=ppt/notesSlides/_rels/notesSlide1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8.xml"/>
		</Relationships>
</file>

<file path=ppt/notesSlides/_rels/notesSlide1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TrSnd" Type="http://schemas.openxmlformats.org/officeDocument/2006/relationships/audio" Target="../media/bubbles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TrSnd" Type="http://schemas.openxmlformats.org/officeDocument/2006/relationships/audio" Target="../media/sparkle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TrSnd" Type="http://schemas.openxmlformats.org/officeDocument/2006/relationships/audio" Target="../media/marimba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TrSnd" Type="http://schemas.openxmlformats.org/officeDocument/2006/relationships/audio" Target="../media/harp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TrSnd" Type="http://schemas.openxmlformats.org/officeDocument/2006/relationships/audio" Target="../media/chime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TrSnd" Type="http://schemas.openxmlformats.org/officeDocument/2006/relationships/audio" Target="../media/whoosh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TrSnd" Type="http://schemas.openxmlformats.org/officeDocument/2006/relationships/audio" Target="../media/bubbles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TrSnd" Type="http://schemas.openxmlformats.org/officeDocument/2006/relationships/audio" Target="../media/sparkle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TrSnd" Type="http://schemas.openxmlformats.org/officeDocument/2006/relationships/audio" Target="../media/marimba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TrSnd" Type="http://schemas.openxmlformats.org/officeDocument/2006/relationships/audio" Target="../media/harp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TrSnd" Type="http://schemas.openxmlformats.org/officeDocument/2006/relationships/audio" Target="../media/chime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TrSnd" Type="http://schemas.openxmlformats.org/officeDocument/2006/relationships/audio" Target="../media/whoosh.wav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Relationship Id="rIdTrSnd" Type="http://schemas.openxmlformats.org/officeDocument/2006/relationships/audio" Target="../media/bubbles.wav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Relationship Id="rIdTrSnd" Type="http://schemas.openxmlformats.org/officeDocument/2006/relationships/audio" Target="../media/sparkle.wav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TrSnd" Type="http://schemas.openxmlformats.org/officeDocument/2006/relationships/audio" Target="../media/marimba.wav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TrSnd" Type="http://schemas.openxmlformats.org/officeDocument/2006/relationships/audio" Target="../media/harp.wav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TrSnd" Type="http://schemas.openxmlformats.org/officeDocument/2006/relationships/audio" Target="../media/chime.wav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TrSnd" Type="http://schemas.openxmlformats.org/officeDocument/2006/relationships/audio" Target="../media/whoosh.wav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TrSnd" Type="http://schemas.openxmlformats.org/officeDocument/2006/relationships/audio" Target="../media/bubbles.wav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Relationship Id="rIdTrSnd" Type="http://schemas.openxmlformats.org/officeDocument/2006/relationships/audio" Target="../media/sparkle.wav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Relationship Id="rIdTrSnd" Type="http://schemas.openxmlformats.org/officeDocument/2006/relationships/audio" Target="../media/marimba.wav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Relationship Id="rIdTrSnd" Type="http://schemas.openxmlformats.org/officeDocument/2006/relationships/audio" Target="../media/harp.wav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Relationship Id="rIdTrSnd" Type="http://schemas.openxmlformats.org/officeDocument/2006/relationships/audio" Target="../media/chime.wav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TrSnd" Type="http://schemas.openxmlformats.org/officeDocument/2006/relationships/audio" Target="../media/whoosh.wav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Relationship Id="rIdTrSnd" Type="http://schemas.openxmlformats.org/officeDocument/2006/relationships/audio" Target="../media/bubbles.wav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Relationship Id="rIdTrSnd" Type="http://schemas.openxmlformats.org/officeDocument/2006/relationships/audio" Target="../media/sparkle.wav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Relationship Id="rIdTrSnd" Type="http://schemas.openxmlformats.org/officeDocument/2006/relationships/audio" Target="../media/marimba.wav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Relationship Id="rIdTrSnd" Type="http://schemas.openxmlformats.org/officeDocument/2006/relationships/audio" Target="../media/harp.wav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Relationship Id="rIdTrSnd" Type="http://schemas.openxmlformats.org/officeDocument/2006/relationships/audio" Target="../media/chime.wav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Relationship Id="rIdTrSnd" Type="http://schemas.openxmlformats.org/officeDocument/2006/relationships/audio" Target="../media/whoosh.wav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Relationship Id="rIdTrSnd" Type="http://schemas.openxmlformats.org/officeDocument/2006/relationships/audio" Target="../media/bubbles.wav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Relationship Id="rIdTrSnd" Type="http://schemas.openxmlformats.org/officeDocument/2006/relationships/audio" Target="../media/sparkle.wav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Relationship Id="rIdTrSnd" Type="http://schemas.openxmlformats.org/officeDocument/2006/relationships/audio" Target="../media/marimba.wav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Relationship Id="rIdTrSnd" Type="http://schemas.openxmlformats.org/officeDocument/2006/relationships/audio" Target="../media/harp.wav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Relationship Id="rIdTrSnd" Type="http://schemas.openxmlformats.org/officeDocument/2006/relationships/audio" Target="../media/chime.wav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2.xml"/><Relationship Id="rIdTrSnd" Type="http://schemas.openxmlformats.org/officeDocument/2006/relationships/audio" Target="../media/whoosh.wav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Relationship Id="rIdTrSnd" Type="http://schemas.openxmlformats.org/officeDocument/2006/relationships/audio" Target="../media/bubbles.wav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4.xml"/><Relationship Id="rIdTrSnd" Type="http://schemas.openxmlformats.org/officeDocument/2006/relationships/audio" Target="../media/sparkle.wav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5.xml"/><Relationship Id="rIdTrSnd" Type="http://schemas.openxmlformats.org/officeDocument/2006/relationships/audio" Target="../media/marimba.wav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6.xml"/><Relationship Id="rIdTrSnd" Type="http://schemas.openxmlformats.org/officeDocument/2006/relationships/audio" Target="../media/harp.wav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7.xml"/><Relationship Id="rIdTrSnd" Type="http://schemas.openxmlformats.org/officeDocument/2006/relationships/audio" Target="../media/chime.wav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8.xml"/><Relationship Id="rIdTrSnd" Type="http://schemas.openxmlformats.org/officeDocument/2006/relationships/audio" Target="../media/whoosh.wav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9.xml"/><Relationship Id="rIdTrSnd" Type="http://schemas.openxmlformats.org/officeDocument/2006/relationships/audio" Target="../media/bubbles.wav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0.xml"/><Relationship Id="rIdTrSnd" Type="http://schemas.openxmlformats.org/officeDocument/2006/relationships/audio" Target="../media/sparkle.wav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1.xml"/><Relationship Id="rIdTrSnd" Type="http://schemas.openxmlformats.org/officeDocument/2006/relationships/audio" Target="../media/marimba.wav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2.xml"/><Relationship Id="rIdTrSnd" Type="http://schemas.openxmlformats.org/officeDocument/2006/relationships/audio" Target="../media/harp.wav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3.xml"/><Relationship Id="rIdTrSnd" Type="http://schemas.openxmlformats.org/officeDocument/2006/relationships/audio" Target="../media/chime.wav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4.xml"/><Relationship Id="rIdTrSnd" Type="http://schemas.openxmlformats.org/officeDocument/2006/relationships/audio" Target="../media/whoosh.wav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5.xml"/><Relationship Id="rIdTrSnd" Type="http://schemas.openxmlformats.org/officeDocument/2006/relationships/audio" Target="../media/bubbles.wav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6.xml"/><Relationship Id="rIdTrSnd" Type="http://schemas.openxmlformats.org/officeDocument/2006/relationships/audio" Target="../media/sparkle.wav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7.xml"/><Relationship Id="rIdTrSnd" Type="http://schemas.openxmlformats.org/officeDocument/2006/relationships/audio" Target="../media/marimba.wav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8.xml"/><Relationship Id="rIdTrSnd" Type="http://schemas.openxmlformats.org/officeDocument/2006/relationships/audio" Target="../media/harp.wav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9.xml"/><Relationship Id="rIdTrSnd" Type="http://schemas.openxmlformats.org/officeDocument/2006/relationships/audio" Target="../media/chime.wav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0.xml"/><Relationship Id="rIdTrSnd" Type="http://schemas.openxmlformats.org/officeDocument/2006/relationships/audio" Target="../media/whoosh.wav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1.xml"/><Relationship Id="rIdTrSnd" Type="http://schemas.openxmlformats.org/officeDocument/2006/relationships/audio" Target="../media/bubbles.wav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2.xml"/><Relationship Id="rIdTrSnd" Type="http://schemas.openxmlformats.org/officeDocument/2006/relationships/audio" Target="../media/sparkle.wav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3.xml"/><Relationship Id="rIdTrSnd" Type="http://schemas.openxmlformats.org/officeDocument/2006/relationships/audio" Target="../media/marimba.wav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4.xml"/><Relationship Id="rIdTrSnd" Type="http://schemas.openxmlformats.org/officeDocument/2006/relationships/audio" Target="../media/harp.wav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5.xml"/><Relationship Id="rIdTrSnd" Type="http://schemas.openxmlformats.org/officeDocument/2006/relationships/audio" Target="../media/chime.wav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6.xml"/><Relationship Id="rIdTrSnd" Type="http://schemas.openxmlformats.org/officeDocument/2006/relationships/audio" Target="../media/whoosh.wav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7.xml"/><Relationship Id="rIdTrSnd" Type="http://schemas.openxmlformats.org/officeDocument/2006/relationships/audio" Target="../media/bubbles.wav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8.xml"/><Relationship Id="rIdTrSnd" Type="http://schemas.openxmlformats.org/officeDocument/2006/relationships/audio" Target="../media/sparkle.wav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9.xml"/><Relationship Id="rIdTrSnd" Type="http://schemas.openxmlformats.org/officeDocument/2006/relationships/audio" Target="../media/marimba.wav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0.xml"/><Relationship Id="rIdTrSnd" Type="http://schemas.openxmlformats.org/officeDocument/2006/relationships/audio" Target="../media/harp.wav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1.xml"/><Relationship Id="rIdTrSnd" Type="http://schemas.openxmlformats.org/officeDocument/2006/relationships/audio" Target="../media/chime.wav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2.xml"/><Relationship Id="rIdTrSnd" Type="http://schemas.openxmlformats.org/officeDocument/2006/relationships/audio" Target="../media/whoosh.wav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3.xml"/><Relationship Id="rIdTrSnd" Type="http://schemas.openxmlformats.org/officeDocument/2006/relationships/audio" Target="../media/bubbles.wav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4.xml"/><Relationship Id="rIdTrSnd" Type="http://schemas.openxmlformats.org/officeDocument/2006/relationships/audio" Target="../media/sparkle.wav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5.xml"/><Relationship Id="rIdTrSnd" Type="http://schemas.openxmlformats.org/officeDocument/2006/relationships/audio" Target="../media/marimba.wav"/></Relationships>
</file>

<file path=ppt/slides/_rels/slide1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6.xml"/><Relationship Id="rIdTrSnd" Type="http://schemas.openxmlformats.org/officeDocument/2006/relationships/audio" Target="../media/harp.wav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7.xml"/><Relationship Id="rIdTrSnd" Type="http://schemas.openxmlformats.org/officeDocument/2006/relationships/audio" Target="../media/chime.wav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8.xml"/><Relationship Id="rIdTrSnd" Type="http://schemas.openxmlformats.org/officeDocument/2006/relationships/audio" Target="../media/whoosh.wav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9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1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13500" dirty="0"/>
          </a:p>
        </p:txBody>
      </p:sp>
      <p:sp>
        <p:nvSpPr>
          <p:cNvPr id="12" name="C2 F1 fath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135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6ED"/>
          </a:solidFill>
          <a:ln w="12700">
            <a:solidFill>
              <a:srgbClr val="5E86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نَأَ</a:t>
            </a:r>
            <a:endParaRPr lang="ar-SA" sz="66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432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B52"/>
          </a:solidFill>
          <a:ln w="12700">
            <a:solidFill>
              <a:srgbClr val="E0CB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F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6DB"/>
          </a:solidFill>
          <a:ln w="12700">
            <a:solidFill>
              <a:srgbClr val="70B6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14785"/>
          </a:solidFill>
          <a:ln w="12700">
            <a:solidFill>
              <a:srgbClr val="71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5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نَبَ</a:t>
            </a:r>
            <a:endParaRPr lang="ar-SA" sz="95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5F7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1D8"/>
          </a:solidFill>
          <a:ln w="12700">
            <a:solidFill>
              <a:srgbClr val="64D1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2"/>
          </a:solidFill>
          <a:ln w="12700">
            <a:solidFill>
              <a:srgbClr val="47D1C2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1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1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1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1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نَتَ</a:t>
            </a:r>
            <a:endParaRPr lang="ar-SA" sz="10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7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نَثَ</a:t>
            </a:r>
            <a:endParaRPr lang="ar-SA" sz="10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3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B642B"/>
          </a:solidFill>
          <a:ln w="12700">
            <a:solidFill>
              <a:srgbClr val="3B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4"/>
          </a:solidFill>
          <a:ln w="12700">
            <a:solidFill>
              <a:srgbClr val="34794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نَجَ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5D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نَحَ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C5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A9"/>
          </a:solidFill>
          <a:ln w="12700">
            <a:solidFill>
              <a:srgbClr val="ED5EA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نَخَ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43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A7"/>
          </a:solidFill>
          <a:ln w="12700">
            <a:solidFill>
              <a:srgbClr val="52E0A7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8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0"/>
          </a:solidFill>
          <a:ln w="12700">
            <a:solidFill>
              <a:srgbClr val="DB70D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247"/>
          </a:solidFill>
          <a:ln w="12700">
            <a:solidFill>
              <a:srgbClr val="8562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1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1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1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1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نَدَ</a:t>
            </a:r>
            <a:endParaRPr lang="ar-SA" sz="10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D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264D8"/>
          </a:solidFill>
          <a:ln w="12700">
            <a:solidFill>
              <a:srgbClr val="C2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047D1"/>
          </a:solidFill>
          <a:ln w="12700">
            <a:solidFill>
              <a:srgbClr val="A0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1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1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1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1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نَذَ</a:t>
            </a:r>
            <a:endParaRPr lang="ar-SA" sz="93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E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نَرَ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43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964"/>
          </a:solidFill>
          <a:ln w="12700">
            <a:solidFill>
              <a:srgbClr val="2B49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679"/>
          </a:solidFill>
          <a:ln w="12700">
            <a:solidFill>
              <a:srgbClr val="3436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نَزَ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C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نَسَ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D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DED5E"/>
          </a:solidFill>
          <a:ln w="12700">
            <a:solidFill>
              <a:srgbClr val="CD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نَشَ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1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452E0"/>
          </a:solidFill>
          <a:ln w="12700">
            <a:solidFill>
              <a:srgbClr val="84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3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B70"/>
          </a:solidFill>
          <a:ln w="12700">
            <a:solidFill>
              <a:srgbClr val="DBC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3"/>
          </a:solidFill>
          <a:ln w="12700">
            <a:solidFill>
              <a:srgbClr val="47855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نَصَ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C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564"/>
          </a:solidFill>
          <a:ln w="12700">
            <a:solidFill>
              <a:srgbClr val="D8A5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E47"/>
          </a:solidFill>
          <a:ln w="12700">
            <a:solidFill>
              <a:srgbClr val="D17E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نَضَ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C5F7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7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7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نَطَ</a:t>
            </a:r>
            <a:endParaRPr lang="ar-SA" sz="93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3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7"/>
          </a:solidFill>
          <a:ln w="12700">
            <a:solidFill>
              <a:srgbClr val="642B57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7"/>
          </a:solidFill>
          <a:ln w="12700">
            <a:solidFill>
              <a:srgbClr val="793447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7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7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نَظَ</a:t>
            </a:r>
            <a:endParaRPr lang="ar-SA" sz="9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نَعَ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5E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EA"/>
          </a:solidFill>
          <a:ln w="12700">
            <a:solidFill>
              <a:srgbClr val="5EEDE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B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نَغَ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431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052"/>
          </a:solidFill>
          <a:ln w="12700">
            <a:solidFill>
              <a:srgbClr val="E06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A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1"/>
          </a:solidFill>
          <a:ln w="12700">
            <a:solidFill>
              <a:srgbClr val="70DBB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B85"/>
          </a:solidFill>
          <a:ln w="12700">
            <a:solidFill>
              <a:srgbClr val="474B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1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1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نَفَ</a:t>
            </a:r>
            <a:endParaRPr lang="ar-SA" sz="99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C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8"/>
          </a:solidFill>
          <a:ln w="12700">
            <a:solidFill>
              <a:srgbClr val="64D88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B"/>
          </a:solidFill>
          <a:ln w="12700">
            <a:solidFill>
              <a:srgbClr val="47D15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نَقَ</a:t>
            </a:r>
            <a:endParaRPr lang="ar-SA" sz="86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1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1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1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1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نَكَ</a:t>
            </a:r>
            <a:endParaRPr lang="ar-SA" sz="10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432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632B"/>
          </a:solidFill>
          <a:ln w="12700">
            <a:solidFill>
              <a:srgbClr val="6463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87934"/>
          </a:solidFill>
          <a:ln w="12700">
            <a:solidFill>
              <a:srgbClr val="58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نَلَ</a:t>
            </a:r>
            <a:endParaRPr lang="ar-SA" sz="86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5F7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نَمَ</a:t>
            </a:r>
            <a:endParaRPr lang="ar-SA" sz="74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7C5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65EED"/>
          </a:solidFill>
          <a:ln w="12700">
            <a:solidFill>
              <a:srgbClr val="C6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أَنَبَ</a:t>
            </a:r>
            <a:endParaRPr lang="ar-SA" sz="6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3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7E052"/>
          </a:solidFill>
          <a:ln w="12700">
            <a:solidFill>
              <a:srgbClr val="67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670DB"/>
          </a:solidFill>
          <a:ln w="12700">
            <a:solidFill>
              <a:srgbClr val="96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B"/>
          </a:solidFill>
          <a:ln w="12700">
            <a:solidFill>
              <a:srgbClr val="85475B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5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بَنَتَ</a:t>
            </a:r>
            <a:endParaRPr lang="ar-SA" sz="87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C5D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B64D8"/>
          </a:solidFill>
          <a:ln w="12700">
            <a:solidFill>
              <a:srgbClr val="6B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56D1"/>
          </a:solidFill>
          <a:ln w="12700">
            <a:solidFill>
              <a:srgbClr val="4756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7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7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7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7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تَنَثَ</a:t>
            </a:r>
            <a:endParaRPr lang="ar-SA" sz="8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7C5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ثَنَجَ</a:t>
            </a:r>
            <a:endParaRPr lang="ar-SA" sz="66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443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4"/>
          </a:solidFill>
          <a:ln w="12700">
            <a:solidFill>
              <a:srgbClr val="2B645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A79"/>
          </a:solidFill>
          <a:ln w="12700">
            <a:solidFill>
              <a:srgbClr val="346A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جَنَحَ</a:t>
            </a:r>
            <a:endParaRPr lang="ar-SA" sz="66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D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حَنَخَ</a:t>
            </a:r>
            <a:endParaRPr lang="ar-SA" sz="66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7E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35E"/>
          </a:solidFill>
          <a:ln w="12700">
            <a:solidFill>
              <a:srgbClr val="EDA3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خَنَدَ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43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AE0"/>
          </a:solidFill>
          <a:ln w="12700">
            <a:solidFill>
              <a:srgbClr val="528A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7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B70"/>
          </a:solidFill>
          <a:ln w="12700">
            <a:solidFill>
              <a:srgbClr val="DB7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A8547"/>
          </a:solidFill>
          <a:ln w="12700">
            <a:solidFill>
              <a:srgbClr val="6A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9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9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9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دَنَذَ</a:t>
            </a:r>
            <a:endParaRPr lang="ar-SA" sz="82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7C5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A"/>
          </a:solidFill>
          <a:ln w="12700">
            <a:solidFill>
              <a:srgbClr val="D8647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78"/>
          </a:solidFill>
          <a:ln w="12700">
            <a:solidFill>
              <a:srgbClr val="D14778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8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ذَنَرَ</a:t>
            </a:r>
            <a:endParaRPr lang="ar-SA" sz="8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D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8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8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رَنَزَ</a:t>
            </a:r>
            <a:endParaRPr lang="ar-SA" sz="8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62B64"/>
          </a:solidFill>
          <a:ln w="12700">
            <a:solidFill>
              <a:srgbClr val="46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83479"/>
          </a:solidFill>
          <a:ln w="12700">
            <a:solidFill>
              <a:srgbClr val="78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زَنَسَ</a:t>
            </a:r>
            <a:endParaRPr lang="ar-SA" sz="7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7D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سَنَشَ</a:t>
            </a:r>
            <a:endParaRPr lang="ar-SA" sz="68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C5F7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7F"/>
          </a:solidFill>
          <a:ln w="12700">
            <a:solidFill>
              <a:srgbClr val="5EED7F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9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شَنَصَ</a:t>
            </a:r>
            <a:endParaRPr lang="ar-SA" sz="6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3C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E"/>
          </a:solidFill>
          <a:ln w="12700">
            <a:solidFill>
              <a:srgbClr val="E052AE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B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0DB70"/>
          </a:solidFill>
          <a:ln w="12700">
            <a:solidFill>
              <a:srgbClr val="80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985"/>
          </a:solidFill>
          <a:ln w="12700">
            <a:solidFill>
              <a:srgbClr val="4779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9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صَنَضَ</a:t>
            </a:r>
            <a:endParaRPr lang="ar-SA" sz="62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E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7D864"/>
          </a:solidFill>
          <a:ln w="12700">
            <a:solidFill>
              <a:srgbClr val="97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AD147"/>
          </a:solidFill>
          <a:ln w="12700">
            <a:solidFill>
              <a:srgbClr val="9A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9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ضَنَطَ</a:t>
            </a:r>
            <a:endParaRPr lang="ar-SA" sz="78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C5E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طَنَظَ</a:t>
            </a:r>
            <a:endParaRPr lang="ar-SA" sz="82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43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82B"/>
          </a:solidFill>
          <a:ln w="12700">
            <a:solidFill>
              <a:srgbClr val="6438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734"/>
          </a:solidFill>
          <a:ln w="12700">
            <a:solidFill>
              <a:srgbClr val="7967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ظَنَعَ</a:t>
            </a:r>
            <a:endParaRPr lang="ar-SA" sz="66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C5F7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عَنَغَ</a:t>
            </a:r>
            <a:endParaRPr lang="ar-SA" sz="66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D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61ED"/>
          </a:solidFill>
          <a:ln w="12700">
            <a:solidFill>
              <a:srgbClr val="5E61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غَنَفَ</a:t>
            </a:r>
            <a:endParaRPr lang="ar-SA" sz="83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433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1E052"/>
          </a:solidFill>
          <a:ln w="12700">
            <a:solidFill>
              <a:srgbClr val="D1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4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ADB"/>
          </a:solidFill>
          <a:ln w="12700">
            <a:solidFill>
              <a:srgbClr val="709A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14785"/>
          </a:solidFill>
          <a:ln w="12700">
            <a:solidFill>
              <a:srgbClr val="81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3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3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فَنَقَ</a:t>
            </a:r>
            <a:endParaRPr lang="ar-SA" sz="76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C5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4D8"/>
          </a:solidFill>
          <a:ln w="12700">
            <a:solidFill>
              <a:srgbClr val="64B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DD1"/>
          </a:solidFill>
          <a:ln w="12700">
            <a:solidFill>
              <a:srgbClr val="47BD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8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قَنَكَ</a:t>
            </a:r>
            <a:endParaRPr lang="ar-SA" sz="7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7C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6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6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كَنَلَ</a:t>
            </a:r>
            <a:endParaRPr lang="ar-SA" sz="76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2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C642B"/>
          </a:solidFill>
          <a:ln w="12700">
            <a:solidFill>
              <a:srgbClr val="2C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5"/>
          </a:solidFill>
          <a:ln w="12700">
            <a:solidFill>
              <a:srgbClr val="34795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1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لَنَمَ</a:t>
            </a:r>
            <a:endParaRPr lang="ar-SA" sz="6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C5D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مَنَأَ</a:t>
            </a:r>
            <a:endParaRPr lang="ar-SA" sz="59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7C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85"/>
          </a:solidFill>
          <a:ln w="12700">
            <a:solidFill>
              <a:srgbClr val="ED5E8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أَنَ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1443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CC"/>
          </a:solidFill>
          <a:ln w="12700">
            <a:solidFill>
              <a:srgbClr val="52E0C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E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5"/>
          </a:solidFill>
          <a:ln w="12700">
            <a:solidFill>
              <a:srgbClr val="DB70B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247"/>
          </a:solidFill>
          <a:ln w="12700">
            <a:solidFill>
              <a:srgbClr val="8572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5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بَنَ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E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D1"/>
          </a:solidFill>
          <a:ln w="12700">
            <a:solidFill>
              <a:srgbClr val="D864D1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347D1"/>
          </a:solidFill>
          <a:ln w="12700">
            <a:solidFill>
              <a:srgbClr val="C3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1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1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1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1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تَنَ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7F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7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ثَنَ</a:t>
            </a:r>
            <a:endParaRPr lang="ar-SA" sz="85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1438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A64"/>
          </a:solidFill>
          <a:ln w="12700">
            <a:solidFill>
              <a:srgbClr val="2B3A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43479"/>
          </a:solidFill>
          <a:ln w="12700">
            <a:solidFill>
              <a:srgbClr val="44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جَنَ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7C5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حَنَ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C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8ED5E"/>
          </a:solidFill>
          <a:ln w="12700">
            <a:solidFill>
              <a:srgbClr val="A8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خَنَ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1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852E0"/>
          </a:solidFill>
          <a:ln w="12700">
            <a:solidFill>
              <a:srgbClr val="A8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0DB70"/>
          </a:solidFill>
          <a:ln w="12700">
            <a:solidFill>
              <a:srgbClr val="D0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2"/>
          </a:solidFill>
          <a:ln w="12700">
            <a:solidFill>
              <a:srgbClr val="478562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1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1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1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1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دَنَ</a:t>
            </a:r>
            <a:endParaRPr lang="ar-SA" sz="93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7D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364"/>
          </a:solidFill>
          <a:ln w="12700">
            <a:solidFill>
              <a:srgbClr val="D8C3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147"/>
          </a:solidFill>
          <a:ln w="12700">
            <a:solidFill>
              <a:srgbClr val="D1A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1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1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1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1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ذَنَ</a:t>
            </a:r>
            <a:endParaRPr lang="ar-SA" sz="9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C5F7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رَنَ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4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8"/>
          </a:solidFill>
          <a:ln w="12700">
            <a:solidFill>
              <a:srgbClr val="642B4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5"/>
          </a:solidFill>
          <a:ln w="12700">
            <a:solidFill>
              <a:srgbClr val="79343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زَنَ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E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سَنَ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C5D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CCED"/>
          </a:solidFill>
          <a:ln w="12700">
            <a:solidFill>
              <a:srgbClr val="5ECC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شَنَ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43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8552"/>
          </a:solidFill>
          <a:ln w="12700">
            <a:solidFill>
              <a:srgbClr val="E085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4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C"/>
          </a:solidFill>
          <a:ln w="12700">
            <a:solidFill>
              <a:srgbClr val="70DBC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34785"/>
          </a:solidFill>
          <a:ln w="12700">
            <a:solidFill>
              <a:srgbClr val="53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صَنَ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C5F7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6"/>
          </a:solidFill>
          <a:ln w="12700">
            <a:solidFill>
              <a:srgbClr val="64D8A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7E"/>
          </a:solidFill>
          <a:ln w="12700">
            <a:solidFill>
              <a:srgbClr val="47D17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ضَنَ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D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7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7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طَنَ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433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7642B"/>
          </a:solidFill>
          <a:ln w="12700">
            <a:solidFill>
              <a:srgbClr val="57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67934"/>
          </a:solidFill>
          <a:ln w="12700">
            <a:solidFill>
              <a:srgbClr val="46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7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7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ظَنَ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C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عَنَ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7C5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B5EED"/>
          </a:solidFill>
          <a:ln w="12700">
            <a:solidFill>
              <a:srgbClr val="EB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غَنَ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26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61"/>
          </a:solidFill>
          <a:ln w="12700">
            <a:solidFill>
              <a:srgbClr val="52E06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A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170DB"/>
          </a:solidFill>
          <a:ln w="12700">
            <a:solidFill>
              <a:srgbClr val="B1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4B"/>
          </a:solidFill>
          <a:ln w="12700">
            <a:solidFill>
              <a:srgbClr val="85474B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1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1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فَنَ</a:t>
            </a:r>
            <a:endParaRPr lang="ar-SA" sz="87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C5C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964D8"/>
          </a:solidFill>
          <a:ln w="12700">
            <a:solidFill>
              <a:srgbClr val="89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C47D1"/>
          </a:solidFill>
          <a:ln w="12700">
            <a:solidFill>
              <a:srgbClr val="5C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قَنَ</a:t>
            </a:r>
            <a:endParaRPr lang="ar-SA" sz="87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7C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1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1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1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1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كَنَ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144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63"/>
          </a:solidFill>
          <a:ln w="12700">
            <a:solidFill>
              <a:srgbClr val="2B646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879"/>
          </a:solidFill>
          <a:ln w="12700">
            <a:solidFill>
              <a:srgbClr val="3458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لَنَ</a:t>
            </a:r>
            <a:endParaRPr lang="ar-SA" sz="86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E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مَنَ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C75E"/>
          </a:solidFill>
          <a:ln w="12700">
            <a:solidFill>
              <a:srgbClr val="EDC7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10700" dirty="0"/>
          </a:p>
        </p:txBody>
      </p:sp>
      <p:sp>
        <p:nvSpPr>
          <p:cNvPr id="20" name="C2 F1 fath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107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1432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66E0"/>
          </a:solidFill>
          <a:ln w="12700">
            <a:solidFill>
              <a:srgbClr val="5266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1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770"/>
          </a:solidFill>
          <a:ln w="12700">
            <a:solidFill>
              <a:srgbClr val="DB97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A8547"/>
          </a:solidFill>
          <a:ln w="12700">
            <a:solidFill>
              <a:srgbClr val="5A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يَأَ</a:t>
            </a:r>
            <a:endParaRPr lang="ar-SA" sz="66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7C5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C64"/>
          </a:solidFill>
          <a:ln w="12700">
            <a:solidFill>
              <a:srgbClr val="D86C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55"/>
          </a:solidFill>
          <a:ln w="12700">
            <a:solidFill>
              <a:srgbClr val="D1475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يَبَ</a:t>
            </a:r>
            <a:endParaRPr lang="ar-SA" sz="9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C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يَتَ</a:t>
            </a:r>
            <a:endParaRPr lang="ar-SA" sz="98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1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52B64"/>
          </a:solidFill>
          <a:ln w="12700">
            <a:solidFill>
              <a:srgbClr val="55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9"/>
          </a:solidFill>
          <a:ln w="12700">
            <a:solidFill>
              <a:srgbClr val="79346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يَثَ</a:t>
            </a:r>
            <a:endParaRPr lang="ar-SA" sz="9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7D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يَجَ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C5F7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A4"/>
          </a:solidFill>
          <a:ln w="12700">
            <a:solidFill>
              <a:srgbClr val="5EEDA4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6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يَحَ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4314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89"/>
          </a:solidFill>
          <a:ln w="12700">
            <a:solidFill>
              <a:srgbClr val="E05289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8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7C"/>
          </a:solidFill>
          <a:ln w="12700">
            <a:solidFill>
              <a:srgbClr val="70DB7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985"/>
          </a:solidFill>
          <a:ln w="12700">
            <a:solidFill>
              <a:srgbClr val="4769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يَخَ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E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9D864"/>
          </a:solidFill>
          <a:ln w="12700">
            <a:solidFill>
              <a:srgbClr val="79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7D147"/>
          </a:solidFill>
          <a:ln w="12700">
            <a:solidFill>
              <a:srgbClr val="77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يَدَ</a:t>
            </a:r>
            <a:endParaRPr lang="ar-SA" sz="98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C5D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يَذَ</a:t>
            </a:r>
            <a:endParaRPr lang="ar-SA" sz="93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431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72B"/>
          </a:solidFill>
          <a:ln w="12700">
            <a:solidFill>
              <a:srgbClr val="6447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834"/>
          </a:solidFill>
          <a:ln w="12700">
            <a:solidFill>
              <a:srgbClr val="7978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يَرَ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C5F7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يَزَ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E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05EED"/>
          </a:solidFill>
          <a:ln w="12700">
            <a:solidFill>
              <a:srgbClr val="80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6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يَسَ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433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DE052"/>
          </a:solidFill>
          <a:ln w="12700">
            <a:solidFill>
              <a:srgbClr val="AD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A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FDB"/>
          </a:solidFill>
          <a:ln w="12700">
            <a:solidFill>
              <a:srgbClr val="707F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9"/>
          </a:solidFill>
          <a:ln w="12700">
            <a:solidFill>
              <a:srgbClr val="854779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يَشَ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C5E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96D8"/>
          </a:solidFill>
          <a:ln w="12700">
            <a:solidFill>
              <a:srgbClr val="6496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9AD1"/>
          </a:solidFill>
          <a:ln w="12700">
            <a:solidFill>
              <a:srgbClr val="479A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يَصَ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7C5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يَضَ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20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8"/>
          </a:solidFill>
          <a:ln w="12700">
            <a:solidFill>
              <a:srgbClr val="2B643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7"/>
          </a:solidFill>
          <a:ln w="12700">
            <a:solidFill>
              <a:srgbClr val="347967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يَطَ</a:t>
            </a:r>
            <a:endParaRPr lang="ar-SA" sz="93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C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يَظَ</a:t>
            </a:r>
            <a:endParaRPr lang="ar-SA" sz="93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7D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60"/>
          </a:solidFill>
          <a:ln w="12700">
            <a:solidFill>
              <a:srgbClr val="ED5E60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6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يَعَ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1443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D0E0"/>
          </a:solidFill>
          <a:ln w="12700">
            <a:solidFill>
              <a:srgbClr val="52D0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4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A"/>
          </a:solidFill>
          <a:ln w="12700">
            <a:solidFill>
              <a:srgbClr val="DB709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8147"/>
          </a:solidFill>
          <a:ln w="12700">
            <a:solidFill>
              <a:srgbClr val="8581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يَغَ</a:t>
            </a:r>
            <a:endParaRPr lang="ar-SA" sz="74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B3"/>
          </a:solidFill>
          <a:ln w="12700">
            <a:solidFill>
              <a:srgbClr val="D864B3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BC"/>
          </a:solidFill>
          <a:ln w="12700">
            <a:solidFill>
              <a:srgbClr val="D147B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يَفَ</a:t>
            </a:r>
            <a:endParaRPr lang="ar-SA" sz="98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E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يَقَ</a:t>
            </a:r>
            <a:endParaRPr lang="ar-SA" sz="86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142C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2C64"/>
          </a:solidFill>
          <a:ln w="12700">
            <a:solidFill>
              <a:srgbClr val="2B2C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63479"/>
          </a:solidFill>
          <a:ln w="12700">
            <a:solidFill>
              <a:srgbClr val="56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يَكَ</a:t>
            </a:r>
            <a:endParaRPr lang="ar-SA" sz="9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7C5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يَلَ</a:t>
            </a:r>
            <a:endParaRPr lang="ar-SA" sz="86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C5F7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4ED5E"/>
          </a:solidFill>
          <a:ln w="12700">
            <a:solidFill>
              <a:srgbClr val="84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يَمَ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2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D52E0"/>
          </a:solidFill>
          <a:ln w="12700">
            <a:solidFill>
              <a:srgbClr val="CD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4DB70"/>
          </a:solidFill>
          <a:ln w="12700">
            <a:solidFill>
              <a:srgbClr val="B4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2"/>
          </a:solidFill>
          <a:ln w="12700">
            <a:solidFill>
              <a:srgbClr val="478572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يَنَ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7E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0D864"/>
          </a:solidFill>
          <a:ln w="12700">
            <a:solidFill>
              <a:srgbClr val="D0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C447"/>
          </a:solidFill>
          <a:ln w="12700">
            <a:solidFill>
              <a:srgbClr val="D1C4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يَهَ</a:t>
            </a:r>
            <a:endParaRPr lang="ar-SA" sz="98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C5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يَوَ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4314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A"/>
          </a:solidFill>
          <a:ln w="12700">
            <a:solidFill>
              <a:srgbClr val="642B3A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534"/>
          </a:solidFill>
          <a:ln w="12700">
            <a:solidFill>
              <a:srgbClr val="7945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9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9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أَيَبَ</a:t>
            </a:r>
            <a:endParaRPr lang="ar-SA" sz="62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D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9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بَيَتَ</a:t>
            </a:r>
            <a:endParaRPr lang="ar-SA" sz="87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C5C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A7ED"/>
          </a:solidFill>
          <a:ln w="12700">
            <a:solidFill>
              <a:srgbClr val="5EA7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تَيَثَ</a:t>
            </a:r>
            <a:endParaRPr lang="ar-SA" sz="87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4319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A952"/>
          </a:solidFill>
          <a:ln w="12700">
            <a:solidFill>
              <a:srgbClr val="E0A9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7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FDB"/>
          </a:solidFill>
          <a:ln w="12700">
            <a:solidFill>
              <a:srgbClr val="70CF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34785"/>
          </a:solidFill>
          <a:ln w="12700">
            <a:solidFill>
              <a:srgbClr val="63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ثَيَجَ</a:t>
            </a:r>
            <a:endParaRPr lang="ar-SA" sz="66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C5F7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4"/>
          </a:solidFill>
          <a:ln w="12700">
            <a:solidFill>
              <a:srgbClr val="64D8C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A2"/>
          </a:solidFill>
          <a:ln w="12700">
            <a:solidFill>
              <a:srgbClr val="47D1A2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جَيَحَ</a:t>
            </a:r>
            <a:endParaRPr lang="ar-SA" sz="6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E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حَيَخَ</a:t>
            </a:r>
            <a:endParaRPr lang="ar-SA" sz="66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4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8642B"/>
          </a:solidFill>
          <a:ln w="12700">
            <a:solidFill>
              <a:srgbClr val="48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57934"/>
          </a:solidFill>
          <a:ln w="12700">
            <a:solidFill>
              <a:srgbClr val="35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خَيَدَ</a:t>
            </a:r>
            <a:endParaRPr lang="ar-SA" sz="8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C5E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دَيَذَ</a:t>
            </a:r>
            <a:endParaRPr lang="ar-SA" sz="82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F7C5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CB"/>
          </a:solidFill>
          <a:ln w="12700">
            <a:solidFill>
              <a:srgbClr val="ED5ECB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ذَيَرَ</a:t>
            </a:r>
            <a:endParaRPr lang="ar-SA" sz="8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1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86"/>
          </a:solidFill>
          <a:ln w="12700">
            <a:solidFill>
              <a:srgbClr val="52E086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4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D70DB"/>
          </a:solidFill>
          <a:ln w="12700">
            <a:solidFill>
              <a:srgbClr val="CD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447"/>
          </a:solidFill>
          <a:ln w="12700">
            <a:solidFill>
              <a:srgbClr val="8554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رَيَزَ</a:t>
            </a:r>
            <a:endParaRPr lang="ar-SA" sz="8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C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764D8"/>
          </a:solidFill>
          <a:ln w="12700">
            <a:solidFill>
              <a:srgbClr val="A7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F47D1"/>
          </a:solidFill>
          <a:ln w="12700">
            <a:solidFill>
              <a:srgbClr val="7F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9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زَيَسَ</a:t>
            </a:r>
            <a:endParaRPr lang="ar-SA" sz="77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F7D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9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سَيَشَ</a:t>
            </a:r>
            <a:endParaRPr lang="ar-SA" sz="67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1443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664"/>
          </a:solidFill>
          <a:ln w="12700">
            <a:solidFill>
              <a:srgbClr val="2B56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679"/>
          </a:solidFill>
          <a:ln w="12700">
            <a:solidFill>
              <a:srgbClr val="3446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شَيَصَ</a:t>
            </a:r>
            <a:endParaRPr lang="ar-SA" sz="64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F7C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صَيَضَ</a:t>
            </a:r>
            <a:endParaRPr lang="ar-SA" sz="61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E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EC5E"/>
          </a:solidFill>
          <a:ln w="12700">
            <a:solidFill>
              <a:srgbClr val="EDEC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ضَيَطَ</a:t>
            </a:r>
            <a:endParaRPr lang="ar-SA" sz="7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142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252E0"/>
          </a:solidFill>
          <a:ln w="12700">
            <a:solidFill>
              <a:srgbClr val="62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B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270"/>
          </a:solidFill>
          <a:ln w="12700">
            <a:solidFill>
              <a:srgbClr val="DBB2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B8547"/>
          </a:solidFill>
          <a:ln w="12700">
            <a:solidFill>
              <a:srgbClr val="4B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طَيَظَ</a:t>
            </a:r>
            <a:endParaRPr lang="ar-SA" sz="82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F7C5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A64"/>
          </a:solidFill>
          <a:ln w="12700">
            <a:solidFill>
              <a:srgbClr val="D88A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D47"/>
          </a:solidFill>
          <a:ln w="12700">
            <a:solidFill>
              <a:srgbClr val="D15D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9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ظَيَعَ</a:t>
            </a:r>
            <a:endParaRPr lang="ar-SA" sz="6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C5F7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9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9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عَيَغَ</a:t>
            </a:r>
            <a:endParaRPr lang="ar-SA" sz="66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2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32B64"/>
          </a:solidFill>
          <a:ln w="12700">
            <a:solidFill>
              <a:srgbClr val="63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7"/>
          </a:solidFill>
          <a:ln w="12700">
            <a:solidFill>
              <a:srgbClr val="793457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9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غَيَفَ</a:t>
            </a:r>
            <a:endParaRPr lang="ar-SA" sz="82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F7E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فَيَقَ</a:t>
            </a:r>
            <a:endParaRPr lang="ar-SA" sz="76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solidFill>
          <a:srgbClr val="C5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C8"/>
          </a:solidFill>
          <a:ln w="12700">
            <a:solidFill>
              <a:srgbClr val="5EEDC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9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قَيَكَ</a:t>
            </a:r>
            <a:endParaRPr lang="ar-SA" sz="77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solidFill>
          <a:srgbClr val="4314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5"/>
          </a:solidFill>
          <a:ln w="12700">
            <a:solidFill>
              <a:srgbClr val="E0526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7"/>
          </a:solidFill>
          <a:ln w="12700">
            <a:solidFill>
              <a:srgbClr val="70DB9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A85"/>
          </a:solidFill>
          <a:ln w="12700">
            <a:solidFill>
              <a:srgbClr val="475A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9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كَيَلَ</a:t>
            </a:r>
            <a:endParaRPr lang="ar-SA" sz="76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4">
    <p:bg>
      <p:bgPr>
        <a:solidFill>
          <a:srgbClr val="D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6D"/>
          </a:solidFill>
          <a:ln w="12700">
            <a:solidFill>
              <a:srgbClr val="64D86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4D147"/>
          </a:solidFill>
          <a:ln w="12700">
            <a:solidFill>
              <a:srgbClr val="54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لَيَمَ</a:t>
            </a:r>
            <a:endParaRPr lang="ar-SA" sz="66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5">
    <p:bg>
      <p:bgPr>
        <a:solidFill>
          <a:srgbClr val="C5C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9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مَيَنَ</a:t>
            </a:r>
            <a:endParaRPr lang="ar-SA" sz="8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6">
    <p:bg>
      <p:bgPr>
        <a:solidFill>
          <a:srgbClr val="431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52B"/>
          </a:solidFill>
          <a:ln w="12700">
            <a:solidFill>
              <a:srgbClr val="6455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97934"/>
          </a:solidFill>
          <a:ln w="12700">
            <a:solidFill>
              <a:srgbClr val="69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9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9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نَيَهَ</a:t>
            </a:r>
            <a:endParaRPr lang="ar-SA" sz="8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7">
    <p:bg>
      <p:bgPr>
        <a:solidFill>
          <a:srgbClr val="C5F7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9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هَيَوَ</a:t>
            </a:r>
            <a:endParaRPr lang="ar-SA" sz="8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8">
    <p:bg>
      <p:bgPr>
        <a:solidFill>
          <a:srgbClr val="E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55EED"/>
          </a:solidFill>
          <a:ln w="12700">
            <a:solidFill>
              <a:srgbClr val="A5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9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وَيَأَ</a:t>
            </a:r>
            <a:endParaRPr lang="ar-SA" sz="5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9">
    <p:bg>
      <p:bgPr>
        <a:solidFill>
          <a:srgbClr val="3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8E052"/>
          </a:solidFill>
          <a:ln w="12700">
            <a:solidFill>
              <a:srgbClr val="88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8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D70DB"/>
          </a:solidFill>
          <a:ln w="12700">
            <a:solidFill>
              <a:srgbClr val="7D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9"/>
          </a:solidFill>
          <a:ln w="12700">
            <a:solidFill>
              <a:srgbClr val="854769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أَيَ</a:t>
            </a:r>
            <a:endParaRPr lang="ar-SA" sz="7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0">
    <p:bg>
      <p:bgPr>
        <a:solidFill>
          <a:srgbClr val="C5E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8D8"/>
          </a:solidFill>
          <a:ln w="12700">
            <a:solidFill>
              <a:srgbClr val="6478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76D1"/>
          </a:solidFill>
          <a:ln w="12700">
            <a:solidFill>
              <a:srgbClr val="4776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بَيَ</a:t>
            </a:r>
            <a:endParaRPr lang="ar-SA" sz="72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1">
    <p:bg>
      <p:bgPr>
        <a:solidFill>
          <a:srgbClr val="F7C5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تَيَ</a:t>
            </a:r>
            <a:endParaRPr lang="ar-SA" sz="72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2">
    <p:bg>
      <p:bgPr>
        <a:solidFill>
          <a:srgbClr val="1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7"/>
          </a:solidFill>
          <a:ln w="12700">
            <a:solidFill>
              <a:srgbClr val="2B6447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9"/>
          </a:solidFill>
          <a:ln w="12700">
            <a:solidFill>
              <a:srgbClr val="3479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ثَيَ</a:t>
            </a:r>
            <a:endParaRPr lang="ar-SA" sz="72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3">
    <p:bg>
      <p:bgPr>
        <a:solidFill>
          <a:srgbClr val="D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جَيَ</a:t>
            </a:r>
            <a:endParaRPr lang="ar-SA" sz="72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4">
    <p:bg>
      <p:bgPr>
        <a:solidFill>
          <a:srgbClr val="F7E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815E"/>
          </a:solidFill>
          <a:ln w="12700">
            <a:solidFill>
              <a:srgbClr val="ED81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6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حَيَ</a:t>
            </a:r>
            <a:endParaRPr lang="ar-SA" sz="72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5">
    <p:bg>
      <p:bgPr>
        <a:solidFill>
          <a:srgbClr val="1443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ACE0"/>
          </a:solidFill>
          <a:ln w="12700">
            <a:solidFill>
              <a:srgbClr val="52AC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A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E"/>
          </a:solidFill>
          <a:ln w="12700">
            <a:solidFill>
              <a:srgbClr val="DB707E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88547"/>
          </a:solidFill>
          <a:ln w="12700">
            <a:solidFill>
              <a:srgbClr val="78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خَيَ</a:t>
            </a:r>
            <a:endParaRPr lang="ar-SA" sz="72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6">
    <p:bg>
      <p:bgPr>
        <a:solidFill>
          <a:srgbClr val="F7C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5"/>
          </a:solidFill>
          <a:ln w="12700">
            <a:solidFill>
              <a:srgbClr val="D8649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99"/>
          </a:solidFill>
          <a:ln w="12700">
            <a:solidFill>
              <a:srgbClr val="D1479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دَيَ</a:t>
            </a:r>
            <a:endParaRPr lang="ar-SA" sz="7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7">
    <p:bg>
      <p:bgPr>
        <a:solidFill>
          <a:srgbClr val="E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ذَيَ</a:t>
            </a:r>
            <a:endParaRPr lang="ar-SA" sz="72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8">
    <p:bg>
      <p:bgPr>
        <a:solidFill>
          <a:srgbClr val="1420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92B64"/>
          </a:solidFill>
          <a:ln w="12700">
            <a:solidFill>
              <a:srgbClr val="39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83479"/>
          </a:solidFill>
          <a:ln w="12700">
            <a:solidFill>
              <a:srgbClr val="68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رَيَ</a:t>
            </a:r>
            <a:endParaRPr lang="ar-SA" sz="7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9">
    <p:bg>
      <p:bgPr>
        <a:solidFill>
          <a:srgbClr val="F7C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زَيَ</a:t>
            </a:r>
            <a:endParaRPr lang="ar-SA" sz="72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0">
    <p:bg>
      <p:bgPr>
        <a:solidFill>
          <a:srgbClr val="C5F7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FED5E"/>
          </a:solidFill>
          <a:ln w="12700">
            <a:solidFill>
              <a:srgbClr val="5F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6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سَيَ</a:t>
            </a:r>
            <a:endParaRPr lang="ar-SA" sz="72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1">
    <p:bg>
      <p:bgPr>
        <a:solidFill>
          <a:srgbClr val="3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CF"/>
          </a:solidFill>
          <a:ln w="12700">
            <a:solidFill>
              <a:srgbClr val="E052C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9DB70"/>
          </a:solidFill>
          <a:ln w="12700">
            <a:solidFill>
              <a:srgbClr val="99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82"/>
          </a:solidFill>
          <a:ln w="12700">
            <a:solidFill>
              <a:srgbClr val="478582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شَيَ</a:t>
            </a:r>
            <a:endParaRPr lang="ar-SA" sz="72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2">
    <p:bg>
      <p:bgPr>
        <a:solidFill>
          <a:srgbClr val="F7F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2D864"/>
          </a:solidFill>
          <a:ln w="12700">
            <a:solidFill>
              <a:srgbClr val="B2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BD147"/>
          </a:solidFill>
          <a:ln w="12700">
            <a:solidFill>
              <a:srgbClr val="BB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صَيَ</a:t>
            </a:r>
            <a:endParaRPr lang="ar-SA" sz="72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3">
    <p:bg>
      <p:bgPr>
        <a:solidFill>
          <a:srgbClr val="C5E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ضَيَ</a:t>
            </a:r>
            <a:endParaRPr lang="ar-SA" sz="72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4">
    <p:bg>
      <p:bgPr>
        <a:solidFill>
          <a:srgbClr val="4314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2B"/>
          </a:solidFill>
          <a:ln w="12700">
            <a:solidFill>
              <a:srgbClr val="642B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634"/>
          </a:solidFill>
          <a:ln w="12700">
            <a:solidFill>
              <a:srgbClr val="7956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طَيَ</a:t>
            </a:r>
            <a:endParaRPr lang="ar-SA" sz="72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5">
    <p:bg>
      <p:bgPr>
        <a:solidFill>
          <a:srgbClr val="D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ظَيَ</a:t>
            </a:r>
            <a:endParaRPr lang="ar-SA" sz="72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6">
    <p:bg>
      <p:bgPr>
        <a:solidFill>
          <a:srgbClr val="C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3ED"/>
          </a:solidFill>
          <a:ln w="12700">
            <a:solidFill>
              <a:srgbClr val="5E83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6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عَيَ</a:t>
            </a:r>
            <a:endParaRPr lang="ar-SA" sz="7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7">
    <p:bg>
      <p:bgPr>
        <a:solidFill>
          <a:srgbClr val="432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E52"/>
          </a:solidFill>
          <a:ln w="12700">
            <a:solidFill>
              <a:srgbClr val="E0CE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D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4DB"/>
          </a:solidFill>
          <a:ln w="12700">
            <a:solidFill>
              <a:srgbClr val="70B4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24785"/>
          </a:solidFill>
          <a:ln w="12700">
            <a:solidFill>
              <a:srgbClr val="72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غَيَ</a:t>
            </a:r>
            <a:endParaRPr lang="ar-SA" sz="72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8">
    <p:bg>
      <p:bgPr>
        <a:solidFill>
          <a:srgbClr val="C5F7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FD8"/>
          </a:solidFill>
          <a:ln w="12700">
            <a:solidFill>
              <a:srgbClr val="64CF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5"/>
          </a:solidFill>
          <a:ln w="12700">
            <a:solidFill>
              <a:srgbClr val="47D1C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فَيَ</a:t>
            </a:r>
            <a:endParaRPr lang="ar-SA" sz="7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9">
    <p:bg>
      <p:bgPr>
        <a:solidFill>
          <a:srgbClr val="F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قَيَ</a:t>
            </a:r>
            <a:endParaRPr lang="ar-SA" sz="72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0">
    <p:bg>
      <p:bgPr>
        <a:solidFill>
          <a:srgbClr val="394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9642B"/>
          </a:solidFill>
          <a:ln w="12700">
            <a:solidFill>
              <a:srgbClr val="39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5"/>
          </a:solidFill>
          <a:ln w="12700">
            <a:solidFill>
              <a:srgbClr val="34794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كَيَ</a:t>
            </a:r>
            <a:endParaRPr lang="ar-SA" sz="72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1">
    <p:bg>
      <p:bgPr>
        <a:solidFill>
          <a:srgbClr val="C5D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لَيَ</a:t>
            </a:r>
            <a:endParaRPr lang="ar-SA" sz="72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2">
    <p:bg>
      <p:bgPr>
        <a:solidFill>
          <a:srgbClr val="F6C3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A6"/>
          </a:solidFill>
          <a:ln w="12700">
            <a:solidFill>
              <a:srgbClr val="ED5EA6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مَيَ</a:t>
            </a:r>
            <a:endParaRPr lang="ar-SA" sz="7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3">
    <p:bg>
      <p:bgPr>
        <a:solidFill>
          <a:srgbClr val="1443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AA"/>
          </a:solidFill>
          <a:ln w="12700">
            <a:solidFill>
              <a:srgbClr val="52E0A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6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E"/>
          </a:solidFill>
          <a:ln w="12700">
            <a:solidFill>
              <a:srgbClr val="DB70CE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347"/>
          </a:solidFill>
          <a:ln w="12700">
            <a:solidFill>
              <a:srgbClr val="8563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نَيَ</a:t>
            </a:r>
            <a:endParaRPr lang="ar-SA" sz="72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4">
    <p:bg>
      <p:bgPr>
        <a:solidFill>
          <a:srgbClr val="D8C3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464D8"/>
          </a:solidFill>
          <a:ln w="12700">
            <a:solidFill>
              <a:srgbClr val="C4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347D1"/>
          </a:solidFill>
          <a:ln w="12700">
            <a:solidFill>
              <a:srgbClr val="A3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هَيَ</a:t>
            </a:r>
            <a:endParaRPr lang="ar-SA" sz="72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5">
    <p:bg>
      <p:bgPr>
        <a:solidFill>
          <a:srgbClr val="F7E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وَيَ</a:t>
            </a:r>
            <a:endParaRPr lang="ar-SA" sz="72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6">
    <p:bg>
      <p:bgPr>
        <a:solidFill>
          <a:srgbClr val="144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864"/>
          </a:solidFill>
          <a:ln w="12700">
            <a:solidFill>
              <a:srgbClr val="2B48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479"/>
          </a:solidFill>
          <a:ln w="12700">
            <a:solidFill>
              <a:srgbClr val="3434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711865" y="896112"/>
            <a:ext cx="172151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70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711865" y="896112"/>
            <a:ext cx="172151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نَبَتَ</a:t>
            </a:r>
            <a:endParaRPr lang="ar-SA" sz="4600" dirty="0"/>
          </a:p>
        </p:txBody>
      </p:sp>
      <p:sp>
        <p:nvSpPr>
          <p:cNvPr id="14" name="C2 W2 pill"/>
          <p:cNvSpPr/>
          <p:nvPr/>
        </p:nvSpPr>
        <p:spPr>
          <a:xfrm>
            <a:off x="2710625" y="896112"/>
            <a:ext cx="168120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70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710625" y="896112"/>
            <a:ext cx="168120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وَيَنَعَ</a:t>
            </a:r>
            <a:endParaRPr lang="ar-SA" sz="46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8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3058967" y="2834640"/>
            <a:ext cx="302606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3058967" y="2834640"/>
            <a:ext cx="302606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نَبَتَ وَيَنَعَ</a:t>
            </a:r>
            <a:endParaRPr lang="ar-SA" sz="4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7">
    <p:bg>
      <p:bgPr>
        <a:solidFill>
          <a:srgbClr val="F7C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5088697" y="896112"/>
            <a:ext cx="178738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3E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5088697" y="896112"/>
            <a:ext cx="178738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نَزَلَ</a:t>
            </a:r>
            <a:endParaRPr lang="ar-SA" sz="5300" dirty="0"/>
          </a:p>
        </p:txBody>
      </p:sp>
      <p:sp>
        <p:nvSpPr>
          <p:cNvPr id="12" name="C2 W2 pill"/>
          <p:cNvSpPr/>
          <p:nvPr/>
        </p:nvSpPr>
        <p:spPr>
          <a:xfrm>
            <a:off x="2267920" y="896112"/>
            <a:ext cx="250073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EE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267920" y="896112"/>
            <a:ext cx="250073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وَجَلَسَ</a:t>
            </a:r>
            <a:endParaRPr lang="ar-SA" sz="53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558302" y="2834640"/>
            <a:ext cx="402739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558302" y="2834640"/>
            <a:ext cx="402739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نَزَلَ وَجَلَسَ</a:t>
            </a:r>
            <a:endParaRPr lang="ar-SA" sz="5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8">
    <p:bg>
      <p:bgPr>
        <a:solidFill>
          <a:srgbClr val="D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AED5E"/>
          </a:solidFill>
          <a:ln w="12700">
            <a:solidFill>
              <a:srgbClr val="CA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706136" y="896112"/>
            <a:ext cx="195613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61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706136" y="896112"/>
            <a:ext cx="195613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دَرَسَ</a:t>
            </a:r>
            <a:endParaRPr lang="ar-SA" sz="4600" dirty="0"/>
          </a:p>
        </p:txBody>
      </p:sp>
      <p:sp>
        <p:nvSpPr>
          <p:cNvPr id="20" name="C2 W2 pill"/>
          <p:cNvSpPr/>
          <p:nvPr/>
        </p:nvSpPr>
        <p:spPr>
          <a:xfrm>
            <a:off x="2481732" y="896112"/>
            <a:ext cx="190436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6136E2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481732" y="896112"/>
            <a:ext cx="190436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وَنَجَحَ</a:t>
            </a:r>
            <a:endParaRPr lang="ar-SA" sz="46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803491" y="2834640"/>
            <a:ext cx="353701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803491" y="2834640"/>
            <a:ext cx="353701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دَرَسَ وَنَجَحَ</a:t>
            </a:r>
            <a:endParaRPr lang="ar-SA" sz="4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9">
    <p:bg>
      <p:bgPr>
        <a:solidFill>
          <a:srgbClr val="141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752E0"/>
          </a:solidFill>
          <a:ln w="12700">
            <a:solidFill>
              <a:srgbClr val="87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5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D70"/>
          </a:solidFill>
          <a:ln w="12700">
            <a:solidFill>
              <a:srgbClr val="DBCD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4"/>
          </a:solidFill>
          <a:ln w="12700">
            <a:solidFill>
              <a:srgbClr val="478554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910881" y="896112"/>
            <a:ext cx="177525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9336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910881" y="896112"/>
            <a:ext cx="177525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صَنَعَ</a:t>
            </a:r>
            <a:endParaRPr lang="ar-SA" sz="4600" dirty="0"/>
          </a:p>
        </p:txBody>
      </p:sp>
      <p:sp>
        <p:nvSpPr>
          <p:cNvPr id="17" name="C2 W2 pill"/>
          <p:cNvSpPr/>
          <p:nvPr/>
        </p:nvSpPr>
        <p:spPr>
          <a:xfrm>
            <a:off x="2457862" y="896112"/>
            <a:ext cx="213297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9336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457862" y="896112"/>
            <a:ext cx="213297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وَرَسَمَ</a:t>
            </a:r>
            <a:endParaRPr lang="ar-SA" sz="46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6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819201" y="2834640"/>
            <a:ext cx="3505599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819201" y="2834640"/>
            <a:ext cx="3505599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صَنَعَ وَرَسَمَ</a:t>
            </a:r>
            <a:endParaRPr lang="ar-SA" sz="47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159</Slides>
  <Notes>159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159</vt:i4>
      </vt:variant>
    </vt:vector>
  </HeadingPairs>
  <TitlesOfParts>
    <vt:vector size="16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  <vt:lpstr>Slide 124</vt:lpstr>
      <vt:lpstr>Slide 125</vt:lpstr>
      <vt:lpstr>Slide 126</vt:lpstr>
      <vt:lpstr>Slide 127</vt:lpstr>
      <vt:lpstr>Slide 128</vt:lpstr>
      <vt:lpstr>Slide 129</vt:lpstr>
      <vt:lpstr>Slide 130</vt:lpstr>
      <vt:lpstr>Slide 131</vt:lpstr>
      <vt:lpstr>Slide 132</vt:lpstr>
      <vt:lpstr>Slide 133</vt:lpstr>
      <vt:lpstr>Slide 134</vt:lpstr>
      <vt:lpstr>Slide 135</vt:lpstr>
      <vt:lpstr>Slide 136</vt:lpstr>
      <vt:lpstr>Slide 137</vt:lpstr>
      <vt:lpstr>Slide 138</vt:lpstr>
      <vt:lpstr>Slide 139</vt:lpstr>
      <vt:lpstr>Slide 140</vt:lpstr>
      <vt:lpstr>Slide 141</vt:lpstr>
      <vt:lpstr>Slide 142</vt:lpstr>
      <vt:lpstr>Slide 143</vt:lpstr>
      <vt:lpstr>Slide 144</vt:lpstr>
      <vt:lpstr>Slide 145</vt:lpstr>
      <vt:lpstr>Slide 146</vt:lpstr>
      <vt:lpstr>Slide 147</vt:lpstr>
      <vt:lpstr>Slide 148</vt:lpstr>
      <vt:lpstr>Slide 149</vt:lpstr>
      <vt:lpstr>Slide 150</vt:lpstr>
      <vt:lpstr>Slide 151</vt:lpstr>
      <vt:lpstr>Slide 152</vt:lpstr>
      <vt:lpstr>Slide 153</vt:lpstr>
      <vt:lpstr>Slide 154</vt:lpstr>
      <vt:lpstr>Slide 155</vt:lpstr>
      <vt:lpstr>Slide 156</vt:lpstr>
      <vt:lpstr>Slide 157</vt:lpstr>
      <vt:lpstr>Slide 158</vt:lpstr>
      <vt:lpstr>Slide 159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Fathah reading 03-noon-ya</dc:title>
  <dc:subject>PptxGenJS Presentation</dc:subject>
  <dc:creator>PptxGenJS</dc:creator>
  <cp:lastModifiedBy>PptxGenJS</cp:lastModifiedBy>
  <cp:revision>1</cp:revision>
  <dcterms:created xsi:type="dcterms:W3CDTF">2026-10-21T16:51:18Z</dcterms:created>
  <dcterms:modified xsi:type="dcterms:W3CDTF">2026-10-21T16:51:18Z</dcterms:modified>
</cp:coreProperties>
</file>