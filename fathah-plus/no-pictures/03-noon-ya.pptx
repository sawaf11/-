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notesMaster" Target="notesMasters/notesMaster1.xml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5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13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6ED"/>
          </a:solidFill>
          <a:ln w="12700">
            <a:solidFill>
              <a:srgbClr val="5E8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B52"/>
          </a:solidFill>
          <a:ln w="12700">
            <a:solidFill>
              <a:srgbClr val="E0C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6DB"/>
          </a:solidFill>
          <a:ln w="12700">
            <a:solidFill>
              <a:srgbClr val="70B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1D8"/>
          </a:solidFill>
          <a:ln w="12700">
            <a:solidFill>
              <a:srgbClr val="64D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2"/>
          </a:solidFill>
          <a:ln w="12700">
            <a:solidFill>
              <a:srgbClr val="47D1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نَتَ</a:t>
            </a:r>
            <a:endParaRPr lang="ar-SA" sz="10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9"/>
          </a:solidFill>
          <a:ln w="12700">
            <a:solidFill>
              <a:srgbClr val="ED5EA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7"/>
          </a:solidFill>
          <a:ln w="12700">
            <a:solidFill>
              <a:srgbClr val="52E0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0"/>
          </a:solidFill>
          <a:ln w="12700">
            <a:solidFill>
              <a:srgbClr val="DB70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نَدَ</a:t>
            </a:r>
            <a:endParaRPr lang="ar-SA" sz="10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64D8"/>
          </a:solidFill>
          <a:ln w="12700">
            <a:solidFill>
              <a:srgbClr val="C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47D1"/>
          </a:solidFill>
          <a:ln w="12700">
            <a:solidFill>
              <a:srgbClr val="A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52E0"/>
          </a:solidFill>
          <a:ln w="12700">
            <a:solidFill>
              <a:srgbClr val="8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564"/>
          </a:solidFill>
          <a:ln w="12700">
            <a:solidFill>
              <a:srgbClr val="D8A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E47"/>
          </a:solidFill>
          <a:ln w="12700">
            <a:solidFill>
              <a:srgbClr val="D17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7"/>
          </a:solidFill>
          <a:ln w="12700">
            <a:solidFill>
              <a:srgbClr val="7934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A"/>
          </a:solidFill>
          <a:ln w="12700">
            <a:solidFill>
              <a:srgbClr val="5EEDE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052"/>
          </a:solidFill>
          <a:ln w="12700">
            <a:solidFill>
              <a:srgbClr val="E06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1"/>
          </a:solidFill>
          <a:ln w="12700">
            <a:solidFill>
              <a:srgbClr val="70DB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نَفَ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8"/>
          </a:solidFill>
          <a:ln w="12700">
            <a:solidFill>
              <a:srgbClr val="64D8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B"/>
          </a:solidFill>
          <a:ln w="12700">
            <a:solidFill>
              <a:srgbClr val="47D1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نَكَ</a:t>
            </a:r>
            <a:endParaRPr lang="ar-SA" sz="10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نَمَ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5EED"/>
          </a:solidFill>
          <a:ln w="12700">
            <a:solidFill>
              <a:srgbClr val="C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أَنَبَ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E052"/>
          </a:solidFill>
          <a:ln w="12700">
            <a:solidFill>
              <a:srgbClr val="6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70DB"/>
          </a:solidFill>
          <a:ln w="12700">
            <a:solidFill>
              <a:srgbClr val="9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بَنَتَ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64D8"/>
          </a:solidFill>
          <a:ln w="12700">
            <a:solidFill>
              <a:srgbClr val="6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6D1"/>
          </a:solidFill>
          <a:ln w="12700">
            <a:solidFill>
              <a:srgbClr val="475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تَنَثَ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ثَنَجَ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جَنَحَ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حَنَخَ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35E"/>
          </a:solidFill>
          <a:ln w="12700">
            <a:solidFill>
              <a:srgbClr val="EDA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AE0"/>
          </a:solidFill>
          <a:ln w="12700">
            <a:solidFill>
              <a:srgbClr val="528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B70"/>
          </a:solidFill>
          <a:ln w="12700">
            <a:solidFill>
              <a:srgbClr val="DB7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8547"/>
          </a:solidFill>
          <a:ln w="12700">
            <a:solidFill>
              <a:srgbClr val="6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دَنَذَ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A"/>
          </a:solidFill>
          <a:ln w="12700">
            <a:solidFill>
              <a:srgbClr val="D864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8"/>
          </a:solidFill>
          <a:ln w="12700">
            <a:solidFill>
              <a:srgbClr val="D1477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ذَنَرَ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رَنَزَ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2B64"/>
          </a:solidFill>
          <a:ln w="12700">
            <a:solidFill>
              <a:srgbClr val="4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83479"/>
          </a:solidFill>
          <a:ln w="12700">
            <a:solidFill>
              <a:srgbClr val="7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زَنَسَ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سَنَشَ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F"/>
          </a:solidFill>
          <a:ln w="12700">
            <a:solidFill>
              <a:srgbClr val="5EED7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شَنَصَ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E"/>
          </a:solidFill>
          <a:ln w="12700">
            <a:solidFill>
              <a:srgbClr val="E052A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DB70"/>
          </a:solidFill>
          <a:ln w="12700">
            <a:solidFill>
              <a:srgbClr val="8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985"/>
          </a:solidFill>
          <a:ln w="12700">
            <a:solidFill>
              <a:srgbClr val="477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صَنَضَ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D864"/>
          </a:solidFill>
          <a:ln w="12700">
            <a:solidFill>
              <a:srgbClr val="9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AD147"/>
          </a:solidFill>
          <a:ln w="12700">
            <a:solidFill>
              <a:srgbClr val="9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ضَنَطَ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طَنَظَ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82B"/>
          </a:solidFill>
          <a:ln w="12700">
            <a:solidFill>
              <a:srgbClr val="643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ظَنَعَ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عَنَغَ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1ED"/>
          </a:solidFill>
          <a:ln w="12700">
            <a:solidFill>
              <a:srgbClr val="5E6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غَنَفَ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1E052"/>
          </a:solidFill>
          <a:ln w="12700">
            <a:solidFill>
              <a:srgbClr val="D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ADB"/>
          </a:solidFill>
          <a:ln w="12700">
            <a:solidFill>
              <a:srgbClr val="709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4785"/>
          </a:solidFill>
          <a:ln w="12700">
            <a:solidFill>
              <a:srgbClr val="8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فَنَقَ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4D8"/>
          </a:solidFill>
          <a:ln w="12700">
            <a:solidFill>
              <a:srgbClr val="64B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DD1"/>
          </a:solidFill>
          <a:ln w="12700">
            <a:solidFill>
              <a:srgbClr val="47B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قَنَكَ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كَنَلَ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642B"/>
          </a:solidFill>
          <a:ln w="12700">
            <a:solidFill>
              <a:srgbClr val="2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5"/>
          </a:solidFill>
          <a:ln w="12700">
            <a:solidFill>
              <a:srgbClr val="3479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لَنَمَ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5"/>
          </a:solidFill>
          <a:ln w="12700">
            <a:solidFill>
              <a:srgbClr val="ED5E8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C"/>
          </a:solidFill>
          <a:ln w="12700">
            <a:solidFill>
              <a:srgbClr val="52E0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5"/>
          </a:solidFill>
          <a:ln w="12700">
            <a:solidFill>
              <a:srgbClr val="DB70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1"/>
          </a:solidFill>
          <a:ln w="12700">
            <a:solidFill>
              <a:srgbClr val="D864D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47D1"/>
          </a:solidFill>
          <a:ln w="12700">
            <a:solidFill>
              <a:srgbClr val="C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A64"/>
          </a:solidFill>
          <a:ln w="12700">
            <a:solidFill>
              <a:srgbClr val="2B3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3479"/>
          </a:solidFill>
          <a:ln w="12700">
            <a:solidFill>
              <a:srgbClr val="4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8ED5E"/>
          </a:solidFill>
          <a:ln w="12700">
            <a:solidFill>
              <a:srgbClr val="A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852E0"/>
          </a:solidFill>
          <a:ln w="12700">
            <a:solidFill>
              <a:srgbClr val="A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DB70"/>
          </a:solidFill>
          <a:ln w="12700">
            <a:solidFill>
              <a:srgbClr val="D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2"/>
          </a:solidFill>
          <a:ln w="12700">
            <a:solidFill>
              <a:srgbClr val="4785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364"/>
          </a:solidFill>
          <a:ln w="12700">
            <a:solidFill>
              <a:srgbClr val="D8C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147"/>
          </a:solidFill>
          <a:ln w="12700">
            <a:solidFill>
              <a:srgbClr val="D1A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5"/>
          </a:solidFill>
          <a:ln w="12700">
            <a:solidFill>
              <a:srgbClr val="7934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CED"/>
          </a:solidFill>
          <a:ln w="12700">
            <a:solidFill>
              <a:srgbClr val="5EC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552"/>
          </a:solidFill>
          <a:ln w="12700">
            <a:solidFill>
              <a:srgbClr val="E08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C"/>
          </a:solidFill>
          <a:ln w="12700">
            <a:solidFill>
              <a:srgbClr val="70DB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4785"/>
          </a:solidFill>
          <a:ln w="12700">
            <a:solidFill>
              <a:srgbClr val="5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6"/>
          </a:solidFill>
          <a:ln w="12700">
            <a:solidFill>
              <a:srgbClr val="64D8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E"/>
          </a:solidFill>
          <a:ln w="12700">
            <a:solidFill>
              <a:srgbClr val="47D1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5EED"/>
          </a:solidFill>
          <a:ln w="12700">
            <a:solidFill>
              <a:srgbClr val="E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1"/>
          </a:solidFill>
          <a:ln w="12700">
            <a:solidFill>
              <a:srgbClr val="52E0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170DB"/>
          </a:solidFill>
          <a:ln w="12700">
            <a:solidFill>
              <a:srgbClr val="B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B"/>
          </a:solidFill>
          <a:ln w="12700">
            <a:solidFill>
              <a:srgbClr val="8547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64D8"/>
          </a:solidFill>
          <a:ln w="12700">
            <a:solidFill>
              <a:srgbClr val="8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47D1"/>
          </a:solidFill>
          <a:ln w="12700">
            <a:solidFill>
              <a:srgbClr val="5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3"/>
          </a:solidFill>
          <a:ln w="12700">
            <a:solidFill>
              <a:srgbClr val="2B64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879"/>
          </a:solidFill>
          <a:ln w="12700">
            <a:solidFill>
              <a:srgbClr val="345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75E"/>
          </a:solidFill>
          <a:ln w="12700">
            <a:solidFill>
              <a:srgbClr val="EDC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07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10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6E0"/>
          </a:solidFill>
          <a:ln w="12700">
            <a:solidFill>
              <a:srgbClr val="526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770"/>
          </a:solidFill>
          <a:ln w="12700">
            <a:solidFill>
              <a:srgbClr val="DB9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8547"/>
          </a:solidFill>
          <a:ln w="12700">
            <a:solidFill>
              <a:srgbClr val="5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يَأَ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C64"/>
          </a:solidFill>
          <a:ln w="12700">
            <a:solidFill>
              <a:srgbClr val="D86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5"/>
          </a:solidFill>
          <a:ln w="12700">
            <a:solidFill>
              <a:srgbClr val="D1475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يَبَ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يَتَ</a:t>
            </a:r>
            <a:endParaRPr lang="ar-SA" sz="9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2B64"/>
          </a:solidFill>
          <a:ln w="12700">
            <a:solidFill>
              <a:srgbClr val="5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9"/>
          </a:solidFill>
          <a:ln w="12700">
            <a:solidFill>
              <a:srgbClr val="79346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يَثَ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يَجَ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4"/>
          </a:solidFill>
          <a:ln w="12700">
            <a:solidFill>
              <a:srgbClr val="5EEDA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يَحَ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9"/>
          </a:solidFill>
          <a:ln w="12700">
            <a:solidFill>
              <a:srgbClr val="E052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C"/>
          </a:solidFill>
          <a:ln w="12700">
            <a:solidFill>
              <a:srgbClr val="70DB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985"/>
          </a:solidFill>
          <a:ln w="12700">
            <a:solidFill>
              <a:srgbClr val="476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يَخَ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D864"/>
          </a:solidFill>
          <a:ln w="12700">
            <a:solidFill>
              <a:srgbClr val="7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D147"/>
          </a:solidFill>
          <a:ln w="12700">
            <a:solidFill>
              <a:srgbClr val="7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يَدَ</a:t>
            </a:r>
            <a:endParaRPr lang="ar-SA" sz="9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يَذَ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834"/>
          </a:solidFill>
          <a:ln w="12700">
            <a:solidFill>
              <a:srgbClr val="797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يَرَ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يَزَ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5EED"/>
          </a:solidFill>
          <a:ln w="12700">
            <a:solidFill>
              <a:srgbClr val="8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يَسَ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DE052"/>
          </a:solidFill>
          <a:ln w="12700">
            <a:solidFill>
              <a:srgbClr val="A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FDB"/>
          </a:solidFill>
          <a:ln w="12700">
            <a:solidFill>
              <a:srgbClr val="707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يَشَ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6D8"/>
          </a:solidFill>
          <a:ln w="12700">
            <a:solidFill>
              <a:srgbClr val="649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AD1"/>
          </a:solidFill>
          <a:ln w="12700">
            <a:solidFill>
              <a:srgbClr val="479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7"/>
          </a:solidFill>
          <a:ln w="12700">
            <a:solidFill>
              <a:srgbClr val="3479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يَظَ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0"/>
          </a:solidFill>
          <a:ln w="12700">
            <a:solidFill>
              <a:srgbClr val="ED5E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0E0"/>
          </a:solidFill>
          <a:ln w="12700">
            <a:solidFill>
              <a:srgbClr val="52D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A"/>
          </a:solidFill>
          <a:ln w="12700">
            <a:solidFill>
              <a:srgbClr val="DB70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يَغَ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3"/>
          </a:solidFill>
          <a:ln w="12700">
            <a:solidFill>
              <a:srgbClr val="D864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C"/>
          </a:solidFill>
          <a:ln w="12700">
            <a:solidFill>
              <a:srgbClr val="D147B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يَفَ</a:t>
            </a:r>
            <a:endParaRPr lang="ar-SA" sz="9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3479"/>
          </a:solidFill>
          <a:ln w="12700">
            <a:solidFill>
              <a:srgbClr val="5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يَكَ</a:t>
            </a:r>
            <a:endParaRPr lang="ar-SA" sz="9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يَلَ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4ED5E"/>
          </a:solidFill>
          <a:ln w="12700">
            <a:solidFill>
              <a:srgbClr val="8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D52E0"/>
          </a:solidFill>
          <a:ln w="12700">
            <a:solidFill>
              <a:srgbClr val="C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DB70"/>
          </a:solidFill>
          <a:ln w="12700">
            <a:solidFill>
              <a:srgbClr val="B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يَنَ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D864"/>
          </a:solidFill>
          <a:ln w="12700">
            <a:solidFill>
              <a:srgbClr val="D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447"/>
          </a:solidFill>
          <a:ln w="12700">
            <a:solidFill>
              <a:srgbClr val="D1C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يَهَ</a:t>
            </a:r>
            <a:endParaRPr lang="ar-SA" sz="9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يَوَ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بَيَتَ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7ED"/>
          </a:solidFill>
          <a:ln w="12700">
            <a:solidFill>
              <a:srgbClr val="5EA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تَيَثَ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952"/>
          </a:solidFill>
          <a:ln w="12700">
            <a:solidFill>
              <a:srgbClr val="E0A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FDB"/>
          </a:solidFill>
          <a:ln w="12700">
            <a:solidFill>
              <a:srgbClr val="70C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ثَيَجَ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4"/>
          </a:solidFill>
          <a:ln w="12700">
            <a:solidFill>
              <a:srgbClr val="64D8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2"/>
          </a:solidFill>
          <a:ln w="12700">
            <a:solidFill>
              <a:srgbClr val="47D1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جَيَحَ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حَيَخَ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خَيَدَ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دَيَذَ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B"/>
          </a:solidFill>
          <a:ln w="12700">
            <a:solidFill>
              <a:srgbClr val="ED5EC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ذَيَرَ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6"/>
          </a:solidFill>
          <a:ln w="12700">
            <a:solidFill>
              <a:srgbClr val="52E0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70DB"/>
          </a:solidFill>
          <a:ln w="12700">
            <a:solidFill>
              <a:srgbClr val="C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رَيَزَ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64D8"/>
          </a:solidFill>
          <a:ln w="12700">
            <a:solidFill>
              <a:srgbClr val="A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F47D1"/>
          </a:solidFill>
          <a:ln w="12700">
            <a:solidFill>
              <a:srgbClr val="7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زَيَسَ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سَيَشَ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شَيَصَ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صَيَضَ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C5E"/>
          </a:solidFill>
          <a:ln w="12700">
            <a:solidFill>
              <a:srgbClr val="EDE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ضَيَطَ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52E0"/>
          </a:solidFill>
          <a:ln w="12700">
            <a:solidFill>
              <a:srgbClr val="6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270"/>
          </a:solidFill>
          <a:ln w="12700">
            <a:solidFill>
              <a:srgbClr val="DBB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طَيَظَ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A64"/>
          </a:solidFill>
          <a:ln w="12700">
            <a:solidFill>
              <a:srgbClr val="D88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D47"/>
          </a:solidFill>
          <a:ln w="12700">
            <a:solidFill>
              <a:srgbClr val="D15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ظَيَعَ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عَيَغَ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غَيَفَ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فَيَقَ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8"/>
          </a:solidFill>
          <a:ln w="12700">
            <a:solidFill>
              <a:srgbClr val="5EED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قَيَكَ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5"/>
          </a:solidFill>
          <a:ln w="12700">
            <a:solidFill>
              <a:srgbClr val="E052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كَيَلَ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لَيَمَ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مَيَنَ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نَيَهَ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هَيَوَ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وَيَأَ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E052"/>
          </a:solidFill>
          <a:ln w="12700">
            <a:solidFill>
              <a:srgbClr val="8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15E"/>
          </a:solidFill>
          <a:ln w="12700">
            <a:solidFill>
              <a:srgbClr val="ED8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CE0"/>
          </a:solidFill>
          <a:ln w="12700">
            <a:solidFill>
              <a:srgbClr val="52A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5"/>
          </a:solidFill>
          <a:ln w="12700">
            <a:solidFill>
              <a:srgbClr val="D864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9"/>
          </a:solidFill>
          <a:ln w="12700">
            <a:solidFill>
              <a:srgbClr val="D147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ED5E"/>
          </a:solidFill>
          <a:ln w="12700">
            <a:solidFill>
              <a:srgbClr val="5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F"/>
          </a:solidFill>
          <a:ln w="12700">
            <a:solidFill>
              <a:srgbClr val="E052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DB70"/>
          </a:solidFill>
          <a:ln w="12700">
            <a:solidFill>
              <a:srgbClr val="9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D864"/>
          </a:solidFill>
          <a:ln w="12700">
            <a:solidFill>
              <a:srgbClr val="B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D147"/>
          </a:solidFill>
          <a:ln w="12700">
            <a:solidFill>
              <a:srgbClr val="B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3ED"/>
          </a:solidFill>
          <a:ln w="12700">
            <a:solidFill>
              <a:srgbClr val="5E8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E52"/>
          </a:solidFill>
          <a:ln w="12700">
            <a:solidFill>
              <a:srgbClr val="E0C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4DB"/>
          </a:solidFill>
          <a:ln w="12700">
            <a:solidFill>
              <a:srgbClr val="70B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39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6C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6"/>
          </a:solidFill>
          <a:ln w="12700">
            <a:solidFill>
              <a:srgbClr val="ED5E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A"/>
          </a:solidFill>
          <a:ln w="12700">
            <a:solidFill>
              <a:srgbClr val="52E0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E"/>
          </a:solidFill>
          <a:ln w="12700">
            <a:solidFill>
              <a:srgbClr val="DB70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D8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64D8"/>
          </a:solidFill>
          <a:ln w="12700">
            <a:solidFill>
              <a:srgbClr val="C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11865" y="896112"/>
            <a:ext cx="172151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0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11865" y="896112"/>
            <a:ext cx="17215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710625" y="896112"/>
            <a:ext cx="168120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0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10625" y="896112"/>
            <a:ext cx="16812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وَيَنَعَ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58967" y="2834640"/>
            <a:ext cx="30260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58967" y="2834640"/>
            <a:ext cx="30260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 وَيَنَعَ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88697" y="896112"/>
            <a:ext cx="17873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E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88697" y="896112"/>
            <a:ext cx="17873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267920" y="896112"/>
            <a:ext cx="2500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E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67920" y="896112"/>
            <a:ext cx="2500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58302" y="2834640"/>
            <a:ext cx="402739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58302" y="2834640"/>
            <a:ext cx="402739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 وَجَلَسَ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ED5E"/>
          </a:solidFill>
          <a:ln w="12700">
            <a:solidFill>
              <a:srgbClr val="C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06136" y="896112"/>
            <a:ext cx="195613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06136" y="896112"/>
            <a:ext cx="195613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81732" y="896112"/>
            <a:ext cx="19043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1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81732" y="896112"/>
            <a:ext cx="19043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وَنَجَحَ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03491" y="2834640"/>
            <a:ext cx="353701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03491" y="2834640"/>
            <a:ext cx="353701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 وَنَجَحَ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D70"/>
          </a:solidFill>
          <a:ln w="12700">
            <a:solidFill>
              <a:srgbClr val="DBC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0881" y="896112"/>
            <a:ext cx="17752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3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0881" y="896112"/>
            <a:ext cx="17752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57862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3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57862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9201" y="2834640"/>
            <a:ext cx="350559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9201" y="2834640"/>
            <a:ext cx="350559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 وَرَسَمَ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159</Slides>
  <Notes>159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03-noon-ya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