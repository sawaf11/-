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notesMaster" Target="notesMasters/notesMaster1.xml"/><Relationship Id="rId77" Type="http://schemas.openxmlformats.org/officeDocument/2006/relationships/presProps" Target="presProps.xml"/><Relationship Id="rId78" Type="http://schemas.openxmlformats.org/officeDocument/2006/relationships/viewProps" Target="viewProps.xml"/><Relationship Id="rId79" Type="http://schemas.openxmlformats.org/officeDocument/2006/relationships/theme" Target="theme/theme1.xml"/><Relationship Id="rId8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314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2C"/>
          </a:solidFill>
          <a:ln w="12700">
            <a:solidFill>
              <a:srgbClr val="642B2C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634"/>
          </a:solidFill>
          <a:ln w="12700">
            <a:solidFill>
              <a:srgbClr val="7956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11400" dirty="0"/>
          </a:p>
        </p:txBody>
      </p:sp>
      <p:sp>
        <p:nvSpPr>
          <p:cNvPr id="14" name="C2 F1 fath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114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D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مَأَ</a:t>
            </a:r>
            <a:endParaRPr lang="ar-SA" sz="66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C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84ED"/>
          </a:solidFill>
          <a:ln w="12700">
            <a:solidFill>
              <a:srgbClr val="5E84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0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مَبَ</a:t>
            </a:r>
            <a:endParaRPr lang="ar-SA" sz="95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4325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CC52"/>
          </a:solidFill>
          <a:ln w="12700">
            <a:solidFill>
              <a:srgbClr val="E0CC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E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B5DB"/>
          </a:solidFill>
          <a:ln w="12700">
            <a:solidFill>
              <a:srgbClr val="70B5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24785"/>
          </a:solidFill>
          <a:ln w="12700">
            <a:solidFill>
              <a:srgbClr val="72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0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9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0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0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مَتَ</a:t>
            </a:r>
            <a:endParaRPr lang="ar-SA" sz="11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C5F7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0D8"/>
          </a:solidFill>
          <a:ln w="12700">
            <a:solidFill>
              <a:srgbClr val="64D0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C3"/>
          </a:solidFill>
          <a:ln w="12700">
            <a:solidFill>
              <a:srgbClr val="47D1C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0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مَثَ</a:t>
            </a:r>
            <a:endParaRPr lang="ar-SA" sz="10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مَجَ</a:t>
            </a:r>
            <a:endParaRPr lang="ar-SA" sz="7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38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A642B"/>
          </a:solidFill>
          <a:ln w="12700">
            <a:solidFill>
              <a:srgbClr val="3A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4"/>
          </a:solidFill>
          <a:ln w="12700">
            <a:solidFill>
              <a:srgbClr val="34794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مَحَ</a:t>
            </a:r>
            <a:endParaRPr lang="ar-SA" sz="74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C5D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مَخَ</a:t>
            </a:r>
            <a:endParaRPr lang="ar-SA" sz="7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C5C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A8"/>
          </a:solidFill>
          <a:ln w="12700">
            <a:solidFill>
              <a:srgbClr val="ED5EA8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0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0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0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مَدَ</a:t>
            </a:r>
            <a:endParaRPr lang="ar-SA" sz="11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43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A9"/>
          </a:solidFill>
          <a:ln w="12700">
            <a:solidFill>
              <a:srgbClr val="52E0A9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E7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D0"/>
          </a:solidFill>
          <a:ln w="12700">
            <a:solidFill>
              <a:srgbClr val="DB70D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347"/>
          </a:solidFill>
          <a:ln w="12700">
            <a:solidFill>
              <a:srgbClr val="8563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0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0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0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مَذَ</a:t>
            </a:r>
            <a:endParaRPr lang="ar-SA" sz="93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D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364D8"/>
          </a:solidFill>
          <a:ln w="12700">
            <a:solidFill>
              <a:srgbClr val="C3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147D1"/>
          </a:solidFill>
          <a:ln w="12700">
            <a:solidFill>
              <a:srgbClr val="A1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0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مَرَ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E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0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0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مَزَ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443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864"/>
          </a:solidFill>
          <a:ln w="12700">
            <a:solidFill>
              <a:srgbClr val="2B48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579"/>
          </a:solidFill>
          <a:ln w="12700">
            <a:solidFill>
              <a:srgbClr val="3435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2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مَسَ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C5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مَشَ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D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CED5E"/>
          </a:solidFill>
          <a:ln w="12700">
            <a:solidFill>
              <a:srgbClr val="CC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6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مَصَ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41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552E0"/>
          </a:solidFill>
          <a:ln w="12700">
            <a:solidFill>
              <a:srgbClr val="85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4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CC70"/>
          </a:solidFill>
          <a:ln w="12700">
            <a:solidFill>
              <a:srgbClr val="DBCC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3"/>
          </a:solidFill>
          <a:ln w="12700">
            <a:solidFill>
              <a:srgbClr val="478553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6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C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مَضَ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C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A664"/>
          </a:solidFill>
          <a:ln w="12700">
            <a:solidFill>
              <a:srgbClr val="D8A6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7F47"/>
          </a:solidFill>
          <a:ln w="12700">
            <a:solidFill>
              <a:srgbClr val="D17F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B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0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مَطَ</a:t>
            </a:r>
            <a:endParaRPr lang="ar-SA" sz="93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C5F7D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0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0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مَظَ</a:t>
            </a:r>
            <a:endParaRPr lang="ar-SA" sz="93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37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6"/>
          </a:solidFill>
          <a:ln w="12700">
            <a:solidFill>
              <a:srgbClr val="642B56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6"/>
          </a:solidFill>
          <a:ln w="12700">
            <a:solidFill>
              <a:srgbClr val="793446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مَعَ</a:t>
            </a:r>
            <a:endParaRPr lang="ar-SA" sz="74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مَغَ</a:t>
            </a:r>
            <a:endParaRPr lang="ar-SA" sz="74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C5E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EB"/>
          </a:solidFill>
          <a:ln w="12700">
            <a:solidFill>
              <a:srgbClr val="5EEDEB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0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5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0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0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B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مَفَ</a:t>
            </a:r>
            <a:endParaRPr lang="ar-SA" sz="99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4314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6152"/>
          </a:solidFill>
          <a:ln w="12700">
            <a:solidFill>
              <a:srgbClr val="E061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CB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B2"/>
          </a:solidFill>
          <a:ln w="12700">
            <a:solidFill>
              <a:srgbClr val="70DBB2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4B85"/>
          </a:solidFill>
          <a:ln w="12700">
            <a:solidFill>
              <a:srgbClr val="474B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0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0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0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مَقَ</a:t>
            </a:r>
            <a:endParaRPr lang="ar-SA" sz="86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C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89"/>
          </a:solidFill>
          <a:ln w="12700">
            <a:solidFill>
              <a:srgbClr val="64D889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5C"/>
          </a:solidFill>
          <a:ln w="12700">
            <a:solidFill>
              <a:srgbClr val="47D15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0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مَكَ</a:t>
            </a:r>
            <a:endParaRPr lang="ar-SA" sz="104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C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0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0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مَلَ</a:t>
            </a:r>
            <a:endParaRPr lang="ar-SA" sz="86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432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632B"/>
          </a:solidFill>
          <a:ln w="12700">
            <a:solidFill>
              <a:srgbClr val="6463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87934"/>
          </a:solidFill>
          <a:ln w="12700">
            <a:solidFill>
              <a:srgbClr val="58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0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أَمَبَ</a:t>
            </a:r>
            <a:endParaRPr lang="ar-SA" sz="62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C5F7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1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1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1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بَمَتَ</a:t>
            </a:r>
            <a:endParaRPr lang="ar-SA" sz="8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7C5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85EED"/>
          </a:solidFill>
          <a:ln w="12700">
            <a:solidFill>
              <a:srgbClr val="C8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1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1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1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تَمَثَ</a:t>
            </a:r>
            <a:endParaRPr lang="ar-SA" sz="82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32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5E052"/>
          </a:solidFill>
          <a:ln w="12700">
            <a:solidFill>
              <a:srgbClr val="65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B1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770DB"/>
          </a:solidFill>
          <a:ln w="12700">
            <a:solidFill>
              <a:srgbClr val="97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A"/>
          </a:solidFill>
          <a:ln w="12700">
            <a:solidFill>
              <a:srgbClr val="85475A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0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ثَمَجَ</a:t>
            </a:r>
            <a:endParaRPr lang="ar-SA" sz="6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C5D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C64D8"/>
          </a:solidFill>
          <a:ln w="12700">
            <a:solidFill>
              <a:srgbClr val="6C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55D1"/>
          </a:solidFill>
          <a:ln w="12700">
            <a:solidFill>
              <a:srgbClr val="4755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جَمَحَ</a:t>
            </a:r>
            <a:endParaRPr lang="ar-SA" sz="66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7C5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حَمَخَ</a:t>
            </a:r>
            <a:endParaRPr lang="ar-SA" sz="66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443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5"/>
          </a:solidFill>
          <a:ln w="12700">
            <a:solidFill>
              <a:srgbClr val="2B6455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979"/>
          </a:solidFill>
          <a:ln w="12700">
            <a:solidFill>
              <a:srgbClr val="3469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0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خَمَدَ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D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1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1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1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دَمَذَ</a:t>
            </a:r>
            <a:endParaRPr lang="ar-SA" sz="82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7E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A45E"/>
          </a:solidFill>
          <a:ln w="12700">
            <a:solidFill>
              <a:srgbClr val="EDA4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1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1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1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ذَمَرَ</a:t>
            </a:r>
            <a:endParaRPr lang="ar-SA" sz="8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143E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89E0"/>
          </a:solidFill>
          <a:ln w="12700">
            <a:solidFill>
              <a:srgbClr val="5289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8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C70"/>
          </a:solidFill>
          <a:ln w="12700">
            <a:solidFill>
              <a:srgbClr val="DB7C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98547"/>
          </a:solidFill>
          <a:ln w="12700">
            <a:solidFill>
              <a:srgbClr val="69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1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1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1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رَمَزَ</a:t>
            </a:r>
            <a:endParaRPr lang="ar-SA" sz="8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7C5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79"/>
          </a:solidFill>
          <a:ln w="12700">
            <a:solidFill>
              <a:srgbClr val="D86479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77"/>
          </a:solidFill>
          <a:ln w="12700">
            <a:solidFill>
              <a:srgbClr val="D1477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زَمَسَ</a:t>
            </a:r>
            <a:endParaRPr lang="ar-SA" sz="68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D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0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سَمَشَ</a:t>
            </a:r>
            <a:endParaRPr lang="ar-SA" sz="6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14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72B64"/>
          </a:solidFill>
          <a:ln w="12700">
            <a:solidFill>
              <a:srgbClr val="47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79"/>
          </a:solidFill>
          <a:ln w="12700">
            <a:solidFill>
              <a:srgbClr val="79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9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D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9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D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شَمَصَ</a:t>
            </a:r>
            <a:endParaRPr lang="ar-SA" sz="59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7D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9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صَمَضَ</a:t>
            </a:r>
            <a:endParaRPr lang="ar-SA" sz="5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C5F7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80"/>
          </a:solidFill>
          <a:ln w="12700">
            <a:solidFill>
              <a:srgbClr val="5EED80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9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3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9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ضَمَطَ</a:t>
            </a:r>
            <a:endParaRPr lang="ar-SA" sz="7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3D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AC"/>
          </a:solidFill>
          <a:ln w="12700">
            <a:solidFill>
              <a:srgbClr val="E052AC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9A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FDB70"/>
          </a:solidFill>
          <a:ln w="12700">
            <a:solidFill>
              <a:srgbClr val="7F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985"/>
          </a:solidFill>
          <a:ln w="12700">
            <a:solidFill>
              <a:srgbClr val="4779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1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1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1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1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طَمَظَ</a:t>
            </a:r>
            <a:endParaRPr lang="ar-SA" sz="72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E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6D864"/>
          </a:solidFill>
          <a:ln w="12700">
            <a:solidFill>
              <a:srgbClr val="96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9D147"/>
          </a:solidFill>
          <a:ln w="12700">
            <a:solidFill>
              <a:srgbClr val="99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ظَمَعَ</a:t>
            </a:r>
            <a:endParaRPr lang="ar-SA" sz="66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C5E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عَمَغَ</a:t>
            </a:r>
            <a:endParaRPr lang="ar-SA" sz="66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43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82B"/>
          </a:solidFill>
          <a:ln w="12700">
            <a:solidFill>
              <a:srgbClr val="6438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734"/>
          </a:solidFill>
          <a:ln w="12700">
            <a:solidFill>
              <a:srgbClr val="7967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0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0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غَمَفَ</a:t>
            </a:r>
            <a:endParaRPr lang="ar-SA" sz="74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C5F7C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1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D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D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1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1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فَمَقَ</a:t>
            </a:r>
            <a:endParaRPr lang="ar-SA" sz="76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D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60ED"/>
          </a:solidFill>
          <a:ln w="12700">
            <a:solidFill>
              <a:srgbClr val="5E60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1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1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1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قَمَكَ</a:t>
            </a:r>
            <a:endParaRPr lang="ar-SA" sz="77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4331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0E052"/>
          </a:solidFill>
          <a:ln w="12700">
            <a:solidFill>
              <a:srgbClr val="D0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4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9ADB"/>
          </a:solidFill>
          <a:ln w="12700">
            <a:solidFill>
              <a:srgbClr val="709A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14785"/>
          </a:solidFill>
          <a:ln w="12700">
            <a:solidFill>
              <a:srgbClr val="81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1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1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كَمَلَ</a:t>
            </a:r>
            <a:endParaRPr lang="ar-SA" sz="7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C5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B3D8"/>
          </a:solidFill>
          <a:ln w="12700">
            <a:solidFill>
              <a:srgbClr val="64B3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BCD1"/>
          </a:solidFill>
          <a:ln w="12700">
            <a:solidFill>
              <a:srgbClr val="47BC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لَمَأَ</a:t>
            </a:r>
            <a:endParaRPr lang="ar-SA" sz="59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7C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أَمَ</a:t>
            </a:r>
            <a:endParaRPr lang="ar-SA" sz="7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2C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2B"/>
          </a:solidFill>
          <a:ln w="12700">
            <a:solidFill>
              <a:srgbClr val="2B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6"/>
          </a:solidFill>
          <a:ln w="12700">
            <a:solidFill>
              <a:srgbClr val="347956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0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بَمَ</a:t>
            </a:r>
            <a:endParaRPr lang="ar-SA" sz="74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C5D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0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B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تَمَ</a:t>
            </a:r>
            <a:endParaRPr lang="ar-SA" sz="74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7C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83"/>
          </a:solidFill>
          <a:ln w="12700">
            <a:solidFill>
              <a:srgbClr val="ED5E83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0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0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C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0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ثَمَ</a:t>
            </a:r>
            <a:endParaRPr lang="ar-SA" sz="74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1443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CD"/>
          </a:solidFill>
          <a:ln w="12700">
            <a:solidFill>
              <a:srgbClr val="52E0CD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CD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B4"/>
          </a:solidFill>
          <a:ln w="12700">
            <a:solidFill>
              <a:srgbClr val="DB70B4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247"/>
          </a:solidFill>
          <a:ln w="12700">
            <a:solidFill>
              <a:srgbClr val="8572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جَمَ</a:t>
            </a:r>
            <a:endParaRPr lang="ar-SA" sz="74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E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D0"/>
          </a:solidFill>
          <a:ln w="12700">
            <a:solidFill>
              <a:srgbClr val="D864D0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447D1"/>
          </a:solidFill>
          <a:ln w="12700">
            <a:solidFill>
              <a:srgbClr val="C4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حَمَ</a:t>
            </a:r>
            <a:endParaRPr lang="ar-SA" sz="74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7F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2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خَمَ</a:t>
            </a:r>
            <a:endParaRPr lang="ar-SA" sz="74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1438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A64"/>
          </a:solidFill>
          <a:ln w="12700">
            <a:solidFill>
              <a:srgbClr val="2B3A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53479"/>
          </a:solidFill>
          <a:ln w="12700">
            <a:solidFill>
              <a:srgbClr val="45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0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5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0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دَمَ</a:t>
            </a:r>
            <a:endParaRPr lang="ar-SA" sz="74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7C5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0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ذَمَ</a:t>
            </a:r>
            <a:endParaRPr lang="ar-SA" sz="7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C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7ED5E"/>
          </a:solidFill>
          <a:ln w="12700">
            <a:solidFill>
              <a:srgbClr val="A7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0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0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0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رَمَ</a:t>
            </a:r>
            <a:endParaRPr lang="ar-SA" sz="74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19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AA52E0"/>
          </a:solidFill>
          <a:ln w="12700">
            <a:solidFill>
              <a:srgbClr val="AA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E6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FDB70"/>
          </a:solidFill>
          <a:ln w="12700">
            <a:solidFill>
              <a:srgbClr val="CF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3"/>
          </a:solidFill>
          <a:ln w="12700">
            <a:solidFill>
              <a:srgbClr val="478563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0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0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0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زَمَ</a:t>
            </a:r>
            <a:endParaRPr lang="ar-SA" sz="7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7D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C464"/>
          </a:solidFill>
          <a:ln w="12700">
            <a:solidFill>
              <a:srgbClr val="D8C4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A247"/>
          </a:solidFill>
          <a:ln w="12700">
            <a:solidFill>
              <a:srgbClr val="D1A2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9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سَمَ</a:t>
            </a:r>
            <a:endParaRPr lang="ar-SA" sz="74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C5F7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شَمَ</a:t>
            </a:r>
            <a:endParaRPr lang="ar-SA" sz="74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43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8"/>
          </a:solidFill>
          <a:ln w="12700">
            <a:solidFill>
              <a:srgbClr val="642B48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35"/>
          </a:solidFill>
          <a:ln w="12700">
            <a:solidFill>
              <a:srgbClr val="79343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6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صَمَ</a:t>
            </a:r>
            <a:endParaRPr lang="ar-SA" sz="74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E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ضَمَ</a:t>
            </a:r>
            <a:endParaRPr lang="ar-SA" sz="74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C5D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CBED"/>
          </a:solidFill>
          <a:ln w="12700">
            <a:solidFill>
              <a:srgbClr val="5ECB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0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0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0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طَمَ</a:t>
            </a:r>
            <a:endParaRPr lang="ar-SA" sz="74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43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8652"/>
          </a:solidFill>
          <a:ln w="12700">
            <a:solidFill>
              <a:srgbClr val="E086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E5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CD"/>
          </a:solidFill>
          <a:ln w="12700">
            <a:solidFill>
              <a:srgbClr val="70DBCD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44785"/>
          </a:solidFill>
          <a:ln w="12700">
            <a:solidFill>
              <a:srgbClr val="54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0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0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C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0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ظَمَ</a:t>
            </a:r>
            <a:endParaRPr lang="ar-SA" sz="74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C5F7C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A7"/>
          </a:solidFill>
          <a:ln w="12700">
            <a:solidFill>
              <a:srgbClr val="64D8A7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80"/>
          </a:solidFill>
          <a:ln w="12700">
            <a:solidFill>
              <a:srgbClr val="47D18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B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عَمَ</a:t>
            </a:r>
            <a:endParaRPr lang="ar-SA" sz="74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D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غَمَ</a:t>
            </a:r>
            <a:endParaRPr lang="ar-SA" sz="7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4337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6642B"/>
          </a:solidFill>
          <a:ln w="12700">
            <a:solidFill>
              <a:srgbClr val="56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67934"/>
          </a:solidFill>
          <a:ln w="12700">
            <a:solidFill>
              <a:srgbClr val="46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0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0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فَمَ</a:t>
            </a:r>
            <a:endParaRPr lang="ar-SA" sz="74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C5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0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قَمَ</a:t>
            </a:r>
            <a:endParaRPr lang="ar-SA" sz="7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7C5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C5EED"/>
          </a:solidFill>
          <a:ln w="12700">
            <a:solidFill>
              <a:srgbClr val="EC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0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0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0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كَمَ</a:t>
            </a:r>
            <a:endParaRPr lang="ar-SA" sz="74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26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62"/>
          </a:solidFill>
          <a:ln w="12700">
            <a:solidFill>
              <a:srgbClr val="52E06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CB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270DB"/>
          </a:solidFill>
          <a:ln w="12700">
            <a:solidFill>
              <a:srgbClr val="B2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4A"/>
          </a:solidFill>
          <a:ln w="12700">
            <a:solidFill>
              <a:srgbClr val="85474A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0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0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0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لَمَ</a:t>
            </a:r>
            <a:endParaRPr lang="ar-SA" sz="74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C5C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A64D8"/>
          </a:solidFill>
          <a:ln w="12700">
            <a:solidFill>
              <a:srgbClr val="8A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D47D1"/>
          </a:solidFill>
          <a:ln w="12700">
            <a:solidFill>
              <a:srgbClr val="5D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823384" y="896112"/>
            <a:ext cx="189864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9936E2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823384" y="896112"/>
            <a:ext cx="189864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رَسَمَ</a:t>
            </a:r>
            <a:endParaRPr lang="ar-SA" sz="4600" dirty="0"/>
          </a:p>
        </p:txBody>
      </p:sp>
      <p:sp>
        <p:nvSpPr>
          <p:cNvPr id="12" name="C2 W2 pill"/>
          <p:cNvSpPr/>
          <p:nvPr/>
        </p:nvSpPr>
        <p:spPr>
          <a:xfrm>
            <a:off x="2421967" y="896112"/>
            <a:ext cx="208137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993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421967" y="896112"/>
            <a:ext cx="208137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وَكَتَبَ</a:t>
            </a:r>
            <a:endParaRPr lang="ar-SA" sz="46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6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773040" y="2834640"/>
            <a:ext cx="3597920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773040" y="2834640"/>
            <a:ext cx="3597920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رَسَمَ وَكَتَبَ</a:t>
            </a:r>
            <a:endParaRPr lang="ar-SA" sz="47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7C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923233" y="896112"/>
            <a:ext cx="173144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CC36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923233" y="896112"/>
            <a:ext cx="173144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جَمَعَ</a:t>
            </a:r>
            <a:endParaRPr lang="ar-SA" sz="4600" dirty="0"/>
          </a:p>
        </p:txBody>
      </p:sp>
      <p:sp>
        <p:nvSpPr>
          <p:cNvPr id="13" name="C2 W2 pill"/>
          <p:cNvSpPr/>
          <p:nvPr/>
        </p:nvSpPr>
        <p:spPr>
          <a:xfrm>
            <a:off x="2489326" y="896112"/>
            <a:ext cx="211386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CC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489326" y="896112"/>
            <a:ext cx="211386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وَحَمَلَ</a:t>
            </a:r>
            <a:endParaRPr lang="ar-SA" sz="46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4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2815126" y="2834640"/>
            <a:ext cx="3513748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2815126" y="2834640"/>
            <a:ext cx="3513748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جَمَعَ وَحَمَلَ</a:t>
            </a:r>
            <a:endParaRPr lang="ar-SA" sz="47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1443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64"/>
          </a:solidFill>
          <a:ln w="12700">
            <a:solidFill>
              <a:srgbClr val="2B64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779"/>
          </a:solidFill>
          <a:ln w="12700">
            <a:solidFill>
              <a:srgbClr val="345779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831699" y="896112"/>
            <a:ext cx="198873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C7E2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831699" y="896112"/>
            <a:ext cx="198873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غَسَلَ</a:t>
            </a:r>
            <a:endParaRPr lang="ar-SA" sz="4600" dirty="0"/>
          </a:p>
        </p:txBody>
      </p:sp>
      <p:sp>
        <p:nvSpPr>
          <p:cNvPr id="14" name="C2 W2 pill"/>
          <p:cNvSpPr/>
          <p:nvPr/>
        </p:nvSpPr>
        <p:spPr>
          <a:xfrm>
            <a:off x="2323569" y="896112"/>
            <a:ext cx="218809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C7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323569" y="896112"/>
            <a:ext cx="218809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وَمَسَحَ</a:t>
            </a:r>
            <a:endParaRPr lang="ar-SA" sz="46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4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2636447" y="2834640"/>
            <a:ext cx="3871107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2636447" y="2834640"/>
            <a:ext cx="3871107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غَسَلَ وَمَسَحَ</a:t>
            </a:r>
            <a:endParaRPr lang="ar-SA" sz="47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E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910881" y="896112"/>
            <a:ext cx="177525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95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910881" y="896112"/>
            <a:ext cx="177525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صَنَعَ</a:t>
            </a:r>
            <a:endParaRPr lang="ar-SA" sz="4600" dirty="0"/>
          </a:p>
        </p:txBody>
      </p:sp>
      <p:sp>
        <p:nvSpPr>
          <p:cNvPr id="12" name="C2 W2 pill"/>
          <p:cNvSpPr/>
          <p:nvPr/>
        </p:nvSpPr>
        <p:spPr>
          <a:xfrm>
            <a:off x="2457862" y="896112"/>
            <a:ext cx="213297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95E23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457862" y="896112"/>
            <a:ext cx="213297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وَرَسَمَ</a:t>
            </a:r>
            <a:endParaRPr lang="ar-SA" sz="46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819201" y="2834640"/>
            <a:ext cx="3505599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819201" y="2834640"/>
            <a:ext cx="3505599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صَنَعَ وَرَسَمَ</a:t>
            </a:r>
            <a:endParaRPr lang="ar-SA" sz="47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74</Slides>
  <Notes>74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74</vt:i4>
      </vt:variant>
    </vt:vector>
  </HeadingPairs>
  <TitlesOfParts>
    <vt:vector size="7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Fathah reading 14-meem</dc:title>
  <dc:subject>PptxGenJS Presentation</dc:subject>
  <dc:creator>PptxGenJS</dc:creator>
  <cp:lastModifiedBy>PptxGenJS</cp:lastModifiedBy>
  <cp:revision>1</cp:revision>
  <dcterms:created xsi:type="dcterms:W3CDTF">2026-10-21T16:51:19Z</dcterms:created>
  <dcterms:modified xsi:type="dcterms:W3CDTF">2026-10-21T16:51:19Z</dcterms:modified>
</cp:coreProperties>
</file>