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14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11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C52"/>
          </a:solidFill>
          <a:ln w="12700">
            <a:solidFill>
              <a:srgbClr val="E0C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مَتَ</a:t>
            </a:r>
            <a:endParaRPr lang="ar-SA" sz="11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3"/>
          </a:solidFill>
          <a:ln w="12700">
            <a:solidFill>
              <a:srgbClr val="47D1C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مَدَ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0"/>
          </a:solidFill>
          <a:ln w="12700">
            <a:solidFill>
              <a:srgbClr val="DB70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CED5E"/>
          </a:solidFill>
          <a:ln w="12700">
            <a:solidFill>
              <a:srgbClr val="C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C70"/>
          </a:solidFill>
          <a:ln w="12700">
            <a:solidFill>
              <a:srgbClr val="DBC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مَطَ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مَظَ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B"/>
          </a:solidFill>
          <a:ln w="12700">
            <a:solidFill>
              <a:srgbClr val="5EEDE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مَفَ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152"/>
          </a:solidFill>
          <a:ln w="12700">
            <a:solidFill>
              <a:srgbClr val="E06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مَقَ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C"/>
          </a:solidFill>
          <a:ln w="12700">
            <a:solidFill>
              <a:srgbClr val="47D15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مَكَ</a:t>
            </a:r>
            <a:endParaRPr lang="ar-SA" sz="10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بَمَتَ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تَمَثَ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ثَمَجَ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64D8"/>
          </a:solidFill>
          <a:ln w="12700">
            <a:solidFill>
              <a:srgbClr val="6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5D1"/>
          </a:solidFill>
          <a:ln w="12700">
            <a:solidFill>
              <a:srgbClr val="475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جَمَحَ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حَمَخَ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979"/>
          </a:solidFill>
          <a:ln w="12700">
            <a:solidFill>
              <a:srgbClr val="346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خَمَدَ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دَمَذَ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45E"/>
          </a:solidFill>
          <a:ln w="12700">
            <a:solidFill>
              <a:srgbClr val="EDA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ذَمَرَ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9E0"/>
          </a:solidFill>
          <a:ln w="12700">
            <a:solidFill>
              <a:srgbClr val="528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C70"/>
          </a:solidFill>
          <a:ln w="12700">
            <a:solidFill>
              <a:srgbClr val="DB7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رَمَزَ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9"/>
          </a:solidFill>
          <a:ln w="12700">
            <a:solidFill>
              <a:srgbClr val="D8647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7"/>
          </a:solidFill>
          <a:ln w="12700">
            <a:solidFill>
              <a:srgbClr val="D1477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زَمَسَ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سَمَشَ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شَمَصَ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صَمَضَ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0"/>
          </a:solidFill>
          <a:ln w="12700">
            <a:solidFill>
              <a:srgbClr val="5EED8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ضَمَطَ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C"/>
          </a:solidFill>
          <a:ln w="12700">
            <a:solidFill>
              <a:srgbClr val="E052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DB70"/>
          </a:solidFill>
          <a:ln w="12700">
            <a:solidFill>
              <a:srgbClr val="7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985"/>
          </a:solidFill>
          <a:ln w="12700">
            <a:solidFill>
              <a:srgbClr val="477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طَمَظَ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6D864"/>
          </a:solidFill>
          <a:ln w="12700">
            <a:solidFill>
              <a:srgbClr val="9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D147"/>
          </a:solidFill>
          <a:ln w="12700">
            <a:solidFill>
              <a:srgbClr val="9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ظَمَعَ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عَمَغَ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82B"/>
          </a:solidFill>
          <a:ln w="12700">
            <a:solidFill>
              <a:srgbClr val="643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غَمَفَ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فَمَقَ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0ED"/>
          </a:solidFill>
          <a:ln w="12700">
            <a:solidFill>
              <a:srgbClr val="5E6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قَمَكَ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0E052"/>
          </a:solidFill>
          <a:ln w="12700">
            <a:solidFill>
              <a:srgbClr val="D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ADB"/>
          </a:solidFill>
          <a:ln w="12700">
            <a:solidFill>
              <a:srgbClr val="709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4785"/>
          </a:solidFill>
          <a:ln w="12700">
            <a:solidFill>
              <a:srgbClr val="8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كَمَلَ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3D8"/>
          </a:solidFill>
          <a:ln w="12700">
            <a:solidFill>
              <a:srgbClr val="64B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CD1"/>
          </a:solidFill>
          <a:ln w="12700">
            <a:solidFill>
              <a:srgbClr val="47B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لَمَأَ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6"/>
          </a:solidFill>
          <a:ln w="12700">
            <a:solidFill>
              <a:srgbClr val="3479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3"/>
          </a:solidFill>
          <a:ln w="12700">
            <a:solidFill>
              <a:srgbClr val="ED5E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D"/>
          </a:solidFill>
          <a:ln w="12700">
            <a:solidFill>
              <a:srgbClr val="52E0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4"/>
          </a:solidFill>
          <a:ln w="12700">
            <a:solidFill>
              <a:srgbClr val="DB70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0"/>
          </a:solidFill>
          <a:ln w="12700">
            <a:solidFill>
              <a:srgbClr val="D864D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447D1"/>
          </a:solidFill>
          <a:ln w="12700">
            <a:solidFill>
              <a:srgbClr val="C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A64"/>
          </a:solidFill>
          <a:ln w="12700">
            <a:solidFill>
              <a:srgbClr val="2B3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7ED5E"/>
          </a:solidFill>
          <a:ln w="12700">
            <a:solidFill>
              <a:srgbClr val="A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A52E0"/>
          </a:solidFill>
          <a:ln w="12700">
            <a:solidFill>
              <a:srgbClr val="A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FDB70"/>
          </a:solidFill>
          <a:ln w="12700">
            <a:solidFill>
              <a:srgbClr val="C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3"/>
          </a:solidFill>
          <a:ln w="12700">
            <a:solidFill>
              <a:srgbClr val="4785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464"/>
          </a:solidFill>
          <a:ln w="12700">
            <a:solidFill>
              <a:srgbClr val="D8C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247"/>
          </a:solidFill>
          <a:ln w="12700">
            <a:solidFill>
              <a:srgbClr val="D1A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5"/>
          </a:solidFill>
          <a:ln w="12700">
            <a:solidFill>
              <a:srgbClr val="7934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BED"/>
          </a:solidFill>
          <a:ln w="12700">
            <a:solidFill>
              <a:srgbClr val="5EC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652"/>
          </a:solidFill>
          <a:ln w="12700">
            <a:solidFill>
              <a:srgbClr val="E08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D"/>
          </a:solidFill>
          <a:ln w="12700">
            <a:solidFill>
              <a:srgbClr val="70DB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4785"/>
          </a:solidFill>
          <a:ln w="12700">
            <a:solidFill>
              <a:srgbClr val="5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7"/>
          </a:solidFill>
          <a:ln w="12700">
            <a:solidFill>
              <a:srgbClr val="64D8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0"/>
          </a:solidFill>
          <a:ln w="12700">
            <a:solidFill>
              <a:srgbClr val="47D1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642B"/>
          </a:solidFill>
          <a:ln w="12700">
            <a:solidFill>
              <a:srgbClr val="5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C5EED"/>
          </a:solidFill>
          <a:ln w="12700">
            <a:solidFill>
              <a:srgbClr val="E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2"/>
          </a:solidFill>
          <a:ln w="12700">
            <a:solidFill>
              <a:srgbClr val="52E06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270DB"/>
          </a:solidFill>
          <a:ln w="12700">
            <a:solidFill>
              <a:srgbClr val="B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A"/>
          </a:solidFill>
          <a:ln w="12700">
            <a:solidFill>
              <a:srgbClr val="8547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64D8"/>
          </a:solidFill>
          <a:ln w="12700">
            <a:solidFill>
              <a:srgbClr val="8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D47D1"/>
          </a:solidFill>
          <a:ln w="12700">
            <a:solidFill>
              <a:srgbClr val="5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23384" y="896112"/>
            <a:ext cx="18986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23384" y="896112"/>
            <a:ext cx="18986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21967" y="896112"/>
            <a:ext cx="20813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9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21967" y="896112"/>
            <a:ext cx="20813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73040" y="2834640"/>
            <a:ext cx="35979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73040" y="2834640"/>
            <a:ext cx="35979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 وَكَتَبَ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23233" y="896112"/>
            <a:ext cx="173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C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23233" y="896112"/>
            <a:ext cx="173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89326" y="896112"/>
            <a:ext cx="2113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C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89326" y="896112"/>
            <a:ext cx="2113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وَحَمَلَ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15126" y="2834640"/>
            <a:ext cx="35137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15126" y="2834640"/>
            <a:ext cx="35137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 وَحَمَلَ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4"/>
          </a:solidFill>
          <a:ln w="12700">
            <a:solidFill>
              <a:srgbClr val="2B6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779"/>
          </a:solidFill>
          <a:ln w="12700">
            <a:solidFill>
              <a:srgbClr val="3457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31699" y="896112"/>
            <a:ext cx="1988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7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31699" y="896112"/>
            <a:ext cx="1988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323569" y="896112"/>
            <a:ext cx="21880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7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23569" y="896112"/>
            <a:ext cx="21880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وَمَسَحَ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36447" y="2834640"/>
            <a:ext cx="38711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36447" y="2834640"/>
            <a:ext cx="38711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 وَمَسَحَ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10881" y="896112"/>
            <a:ext cx="17752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5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10881" y="896112"/>
            <a:ext cx="17752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57862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5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57862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19201" y="2834640"/>
            <a:ext cx="350559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19201" y="2834640"/>
            <a:ext cx="350559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 وَرَسَمَ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14-meem</dc:title>
  <dc:subject>PptxGenJS Presentation</dc:subject>
  <dc:creator>PptxGenJS</dc:creator>
  <cp:lastModifiedBy>PptxGenJS</cp:lastModifiedBy>
  <cp:revision>1</cp:revision>
  <dcterms:created xsi:type="dcterms:W3CDTF">2026-10-21T16:51:19Z</dcterms:created>
  <dcterms:modified xsi:type="dcterms:W3CDTF">2026-10-21T16:51:19Z</dcterms:modified>
</cp:coreProperties>
</file>