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15E"/>
          </a:solidFill>
          <a:ln w="12700">
            <a:solidFill>
              <a:srgbClr val="EDE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3300" dirty="0"/>
          </a:p>
        </p:txBody>
      </p:sp>
      <p:sp>
        <p:nvSpPr>
          <p:cNvPr id="20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133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852E0"/>
          </a:solidFill>
          <a:ln w="12700">
            <a:solidFill>
              <a:srgbClr val="5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A70"/>
          </a:solidFill>
          <a:ln w="12700">
            <a:solidFill>
              <a:srgbClr val="DBA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8547"/>
          </a:solidFill>
          <a:ln w="12700">
            <a:solidFill>
              <a:srgbClr val="4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164"/>
          </a:solidFill>
          <a:ln w="12700">
            <a:solidFill>
              <a:srgbClr val="D88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347"/>
          </a:solidFill>
          <a:ln w="12700">
            <a:solidFill>
              <a:srgbClr val="D15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وَبَ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2B64"/>
          </a:solidFill>
          <a:ln w="12700">
            <a:solidFill>
              <a:srgbClr val="5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C"/>
          </a:solidFill>
          <a:ln w="12700">
            <a:solidFill>
              <a:srgbClr val="79345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وَثَ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E"/>
          </a:solidFill>
          <a:ln w="12700">
            <a:solidFill>
              <a:srgbClr val="5EEDB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F"/>
          </a:solidFill>
          <a:ln w="12700">
            <a:solidFill>
              <a:srgbClr val="E0526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0"/>
          </a:solidFill>
          <a:ln w="12700">
            <a:solidFill>
              <a:srgbClr val="70DB9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E85"/>
          </a:solidFill>
          <a:ln w="12700">
            <a:solidFill>
              <a:srgbClr val="475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4"/>
          </a:solidFill>
          <a:ln w="12700">
            <a:solidFill>
              <a:srgbClr val="6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ED147"/>
          </a:solidFill>
          <a:ln w="12700">
            <a:solidFill>
              <a:srgbClr val="5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12B"/>
          </a:solidFill>
          <a:ln w="12700">
            <a:solidFill>
              <a:srgbClr val="645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7934"/>
          </a:solidFill>
          <a:ln w="12700">
            <a:solidFill>
              <a:srgbClr val="6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وَزَ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A5EED"/>
          </a:solidFill>
          <a:ln w="12700">
            <a:solidFill>
              <a:srgbClr val="9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3E052"/>
          </a:solidFill>
          <a:ln w="12700">
            <a:solidFill>
              <a:srgbClr val="9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570DB"/>
          </a:solidFill>
          <a:ln w="12700">
            <a:solidFill>
              <a:srgbClr val="7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E"/>
          </a:solidFill>
          <a:ln w="12700">
            <a:solidFill>
              <a:srgbClr val="8547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1D8"/>
          </a:solidFill>
          <a:ln w="12700">
            <a:solidFill>
              <a:srgbClr val="648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1D1"/>
          </a:solidFill>
          <a:ln w="12700">
            <a:solidFill>
              <a:srgbClr val="478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3"/>
          </a:solidFill>
          <a:ln w="12700">
            <a:solidFill>
              <a:srgbClr val="2B64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4"/>
          </a:solidFill>
          <a:ln w="12700">
            <a:solidFill>
              <a:srgbClr val="3479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وَطَ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وَظَ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65E"/>
          </a:solidFill>
          <a:ln w="12700">
            <a:solidFill>
              <a:srgbClr val="ED7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6E0"/>
          </a:solidFill>
          <a:ln w="12700">
            <a:solidFill>
              <a:srgbClr val="52B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6"/>
          </a:solidFill>
          <a:ln w="12700">
            <a:solidFill>
              <a:srgbClr val="DB708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8547"/>
          </a:solidFill>
          <a:ln w="12700">
            <a:solidFill>
              <a:srgbClr val="7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وَغَ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E"/>
          </a:solidFill>
          <a:ln w="12700">
            <a:solidFill>
              <a:srgbClr val="D8649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3"/>
          </a:solidFill>
          <a:ln w="12700">
            <a:solidFill>
              <a:srgbClr val="D147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2B64"/>
          </a:solidFill>
          <a:ln w="12700">
            <a:solidFill>
              <a:srgbClr val="3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3479"/>
          </a:solidFill>
          <a:ln w="12700">
            <a:solidFill>
              <a:srgbClr val="6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AED5E"/>
          </a:solidFill>
          <a:ln w="12700">
            <a:solidFill>
              <a:srgbClr val="6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وَمَ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A"/>
          </a:solidFill>
          <a:ln w="12700">
            <a:solidFill>
              <a:srgbClr val="E052D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1DB70"/>
          </a:solidFill>
          <a:ln w="12700">
            <a:solidFill>
              <a:srgbClr val="A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D"/>
          </a:solidFill>
          <a:ln w="12700">
            <a:solidFill>
              <a:srgbClr val="4785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BD864"/>
          </a:solidFill>
          <a:ln w="12700">
            <a:solidFill>
              <a:srgbClr val="B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5D147"/>
          </a:solidFill>
          <a:ln w="12700">
            <a:solidFill>
              <a:srgbClr val="C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وَهَ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أَوَبَ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F"/>
          </a:solidFill>
          <a:ln w="12700">
            <a:solidFill>
              <a:srgbClr val="642B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134"/>
          </a:solidFill>
          <a:ln w="12700">
            <a:solidFill>
              <a:srgbClr val="795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بَوَتَ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تَوَثَ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DED"/>
          </a:solidFill>
          <a:ln w="12700">
            <a:solidFill>
              <a:srgbClr val="5E8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ثَوَجَ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352"/>
          </a:solidFill>
          <a:ln w="12700">
            <a:solidFill>
              <a:srgbClr val="E0C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CDB"/>
          </a:solidFill>
          <a:ln w="12700">
            <a:solidFill>
              <a:srgbClr val="70B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4785"/>
          </a:solidFill>
          <a:ln w="12700">
            <a:solidFill>
              <a:srgbClr val="6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جَوَحَ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8"/>
          </a:solidFill>
          <a:ln w="12700">
            <a:solidFill>
              <a:srgbClr val="64D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B"/>
          </a:solidFill>
          <a:ln w="12700">
            <a:solidFill>
              <a:srgbClr val="47D1B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حَوَخَ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خَوَدَ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642B"/>
          </a:solidFill>
          <a:ln w="12700">
            <a:solidFill>
              <a:srgbClr val="3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0"/>
          </a:solidFill>
          <a:ln w="12700">
            <a:solidFill>
              <a:srgbClr val="3479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دَوَذَ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ذَوَرَ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1"/>
          </a:solidFill>
          <a:ln w="12700">
            <a:solidFill>
              <a:srgbClr val="ED5EB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رَوَزَ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0"/>
          </a:solidFill>
          <a:ln w="12700">
            <a:solidFill>
              <a:srgbClr val="52E0A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6"/>
          </a:solidFill>
          <a:ln w="12700">
            <a:solidFill>
              <a:srgbClr val="DB70D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F47"/>
          </a:solidFill>
          <a:ln w="12700">
            <a:solidFill>
              <a:srgbClr val="855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زَوَسَ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C64D8"/>
          </a:solidFill>
          <a:ln w="12700">
            <a:solidFill>
              <a:srgbClr val="B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847D1"/>
          </a:solidFill>
          <a:ln w="12700">
            <a:solidFill>
              <a:srgbClr val="9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سَوَشَ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شَوَصَ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C64"/>
          </a:solidFill>
          <a:ln w="12700">
            <a:solidFill>
              <a:srgbClr val="2B4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979"/>
          </a:solidFill>
          <a:ln w="12700">
            <a:solidFill>
              <a:srgbClr val="343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صَوَضَ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ضَوَطَ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5ED5E"/>
          </a:solidFill>
          <a:ln w="12700">
            <a:solidFill>
              <a:srgbClr val="D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طَوَظَ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C52E0"/>
          </a:solidFill>
          <a:ln w="12700">
            <a:solidFill>
              <a:srgbClr val="7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670"/>
          </a:solidFill>
          <a:ln w="12700">
            <a:solidFill>
              <a:srgbClr val="DBC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F"/>
          </a:solidFill>
          <a:ln w="12700">
            <a:solidFill>
              <a:srgbClr val="47854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ظَوَعَ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F64"/>
          </a:solidFill>
          <a:ln w="12700">
            <a:solidFill>
              <a:srgbClr val="D89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647"/>
          </a:solidFill>
          <a:ln w="12700">
            <a:solidFill>
              <a:srgbClr val="D17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عَوَغَ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غَوَفَ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A"/>
          </a:solidFill>
          <a:ln w="12700">
            <a:solidFill>
              <a:srgbClr val="642B5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B"/>
          </a:solidFill>
          <a:ln w="12700">
            <a:solidFill>
              <a:srgbClr val="79344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فَوَقَ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قَوَكَ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2"/>
          </a:solidFill>
          <a:ln w="12700">
            <a:solidFill>
              <a:srgbClr val="5EEDE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كَوَلَ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852"/>
          </a:solidFill>
          <a:ln w="12700">
            <a:solidFill>
              <a:srgbClr val="E05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B"/>
          </a:solidFill>
          <a:ln w="12700">
            <a:solidFill>
              <a:srgbClr val="70DBA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F85"/>
          </a:solidFill>
          <a:ln w="12700">
            <a:solidFill>
              <a:srgbClr val="474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لَوَمَ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2"/>
          </a:solidFill>
          <a:ln w="12700">
            <a:solidFill>
              <a:srgbClr val="64D88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4"/>
          </a:solidFill>
          <a:ln w="12700">
            <a:solidFill>
              <a:srgbClr val="47D1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مَوَنَ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نَوَهَ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02B"/>
          </a:solidFill>
          <a:ln w="12700">
            <a:solidFill>
              <a:srgbClr val="646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C7934"/>
          </a:solidFill>
          <a:ln w="12700">
            <a:solidFill>
              <a:srgbClr val="5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هَوَأَ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F5EED"/>
          </a:solidFill>
          <a:ln w="12700">
            <a:solidFill>
              <a:srgbClr val="B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5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EE052"/>
          </a:solidFill>
          <a:ln w="12700">
            <a:solidFill>
              <a:srgbClr val="6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070DB"/>
          </a:solidFill>
          <a:ln w="12700">
            <a:solidFill>
              <a:srgbClr val="9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E"/>
          </a:solidFill>
          <a:ln w="12700">
            <a:solidFill>
              <a:srgbClr val="85475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564D8"/>
          </a:solidFill>
          <a:ln w="12700">
            <a:solidFill>
              <a:srgbClr val="6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DD1"/>
          </a:solidFill>
          <a:ln w="12700">
            <a:solidFill>
              <a:srgbClr val="475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ثَوَ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1"/>
          </a:solidFill>
          <a:ln w="12700">
            <a:solidFill>
              <a:srgbClr val="2B64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D79"/>
          </a:solidFill>
          <a:ln w="12700">
            <a:solidFill>
              <a:srgbClr val="346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B5E"/>
          </a:solidFill>
          <a:ln w="12700">
            <a:solidFill>
              <a:srgbClr val="ED9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2E0"/>
          </a:solidFill>
          <a:ln w="12700">
            <a:solidFill>
              <a:srgbClr val="529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670"/>
          </a:solidFill>
          <a:ln w="12700">
            <a:solidFill>
              <a:srgbClr val="DB7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8547"/>
          </a:solidFill>
          <a:ln w="12700">
            <a:solidFill>
              <a:srgbClr val="6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0"/>
          </a:solidFill>
          <a:ln w="12700">
            <a:solidFill>
              <a:srgbClr val="D8648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0"/>
          </a:solidFill>
          <a:ln w="12700">
            <a:solidFill>
              <a:srgbClr val="D1478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2B64"/>
          </a:solidFill>
          <a:ln w="12700">
            <a:solidFill>
              <a:srgbClr val="4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43479"/>
          </a:solidFill>
          <a:ln w="12700">
            <a:solidFill>
              <a:srgbClr val="7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7"/>
          </a:solidFill>
          <a:ln w="12700">
            <a:solidFill>
              <a:srgbClr val="5EED7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5"/>
          </a:solidFill>
          <a:ln w="12700">
            <a:solidFill>
              <a:srgbClr val="E052B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6DB70"/>
          </a:solidFill>
          <a:ln w="12700">
            <a:solidFill>
              <a:srgbClr val="8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C85"/>
          </a:solidFill>
          <a:ln w="12700">
            <a:solidFill>
              <a:srgbClr val="477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DD864"/>
          </a:solidFill>
          <a:ln w="12700">
            <a:solidFill>
              <a:srgbClr val="9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2D147"/>
          </a:solidFill>
          <a:ln w="12700">
            <a:solidFill>
              <a:srgbClr val="A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52B"/>
          </a:solidFill>
          <a:ln w="12700">
            <a:solidFill>
              <a:srgbClr val="643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334"/>
          </a:solidFill>
          <a:ln w="12700">
            <a:solidFill>
              <a:srgbClr val="796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9ED"/>
          </a:solidFill>
          <a:ln w="12700">
            <a:solidFill>
              <a:srgbClr val="5E6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9E052"/>
          </a:solidFill>
          <a:ln w="12700">
            <a:solidFill>
              <a:srgbClr val="D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0DB"/>
          </a:solidFill>
          <a:ln w="12700">
            <a:solidFill>
              <a:srgbClr val="70A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4785"/>
          </a:solidFill>
          <a:ln w="12700">
            <a:solidFill>
              <a:srgbClr val="7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AD8"/>
          </a:solidFill>
          <a:ln w="12700">
            <a:solidFill>
              <a:srgbClr val="64B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4D1"/>
          </a:solidFill>
          <a:ln w="12700">
            <a:solidFill>
              <a:srgbClr val="47C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لَوَ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F642B"/>
          </a:solidFill>
          <a:ln w="12700">
            <a:solidFill>
              <a:srgbClr val="2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2"/>
          </a:solidFill>
          <a:ln w="12700">
            <a:solidFill>
              <a:srgbClr val="34795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C"/>
          </a:solidFill>
          <a:ln w="12700">
            <a:solidFill>
              <a:srgbClr val="ED5E8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4"/>
          </a:solidFill>
          <a:ln w="12700">
            <a:solidFill>
              <a:srgbClr val="52E0C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B"/>
          </a:solidFill>
          <a:ln w="12700">
            <a:solidFill>
              <a:srgbClr val="DB70B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E47"/>
          </a:solidFill>
          <a:ln w="12700">
            <a:solidFill>
              <a:srgbClr val="856E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811203" y="896112"/>
            <a:ext cx="17652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D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811203" y="896112"/>
            <a:ext cx="17652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</a:t>
            </a:r>
            <a:endParaRPr lang="ar-SA" sz="4100" dirty="0"/>
          </a:p>
        </p:txBody>
      </p:sp>
      <p:sp>
        <p:nvSpPr>
          <p:cNvPr id="17" name="C2 W2 pill"/>
          <p:cNvSpPr/>
          <p:nvPr/>
        </p:nvSpPr>
        <p:spPr>
          <a:xfrm>
            <a:off x="2567561" y="896112"/>
            <a:ext cx="192360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D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67561" y="896112"/>
            <a:ext cx="192360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وَسَأَلَ</a:t>
            </a:r>
            <a:endParaRPr lang="ar-SA" sz="41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905821" y="2834640"/>
            <a:ext cx="333235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905821" y="2834640"/>
            <a:ext cx="333235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 وَسَأَلَ</a:t>
            </a:r>
            <a:endParaRPr lang="ar-SA" sz="4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7"/>
          </a:solidFill>
          <a:ln w="12700">
            <a:solidFill>
              <a:srgbClr val="D864D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C47D1"/>
          </a:solidFill>
          <a:ln w="12700">
            <a:solidFill>
              <a:srgbClr val="B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120594" y="896112"/>
            <a:ext cx="18251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5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594" y="896112"/>
            <a:ext cx="18251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وَعَدَ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198275" y="896112"/>
            <a:ext cx="26022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5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198275" y="896112"/>
            <a:ext cx="26022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وَصَدَقَ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10541" y="2834640"/>
            <a:ext cx="412291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10541" y="2834640"/>
            <a:ext cx="412291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وَعَدَ وَصَدَقَ</a:t>
            </a:r>
            <a:endParaRPr lang="ar-SA" sz="5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51131" y="896112"/>
            <a:ext cx="183367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3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51131" y="896112"/>
            <a:ext cx="183367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وَضَعَ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359193" y="896112"/>
            <a:ext cx="227189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3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59193" y="896112"/>
            <a:ext cx="22718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وَجَلَسَ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95297" y="2834640"/>
            <a:ext cx="375340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95297" y="2834640"/>
            <a:ext cx="375340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وَضَعَ وَجَلَسَ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D64"/>
          </a:solidFill>
          <a:ln w="12700">
            <a:solidFill>
              <a:srgbClr val="2B3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03479"/>
          </a:solidFill>
          <a:ln w="12700">
            <a:solidFill>
              <a:srgbClr val="40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017307" y="896112"/>
            <a:ext cx="17873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1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017307" y="896112"/>
            <a:ext cx="17873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نَزَلَ</a:t>
            </a:r>
            <a:endParaRPr lang="ar-SA" sz="5300" dirty="0"/>
          </a:p>
        </p:txBody>
      </p:sp>
      <p:sp>
        <p:nvSpPr>
          <p:cNvPr id="14" name="C2 W2 pill"/>
          <p:cNvSpPr/>
          <p:nvPr/>
        </p:nvSpPr>
        <p:spPr>
          <a:xfrm>
            <a:off x="2339310" y="896112"/>
            <a:ext cx="235795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1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39310" y="896112"/>
            <a:ext cx="235795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وَوَقَفَ</a:t>
            </a:r>
            <a:endParaRPr lang="ar-SA" sz="53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636492" y="2834640"/>
            <a:ext cx="387101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636492" y="2834640"/>
            <a:ext cx="387101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نَزَلَ وَوَقَفَ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16-waw</dc:title>
  <dc:subject>PptxGenJS Presentation</dc:subject>
  <dc:creator>PptxGenJS</dc:creator>
  <cp:lastModifiedBy>PptxGenJS</cp:lastModifiedBy>
  <cp:revision>1</cp:revision>
  <dcterms:created xsi:type="dcterms:W3CDTF">2026-10-21T16:51:19Z</dcterms:created>
  <dcterms:modified xsi:type="dcterms:W3CDTF">2026-10-21T16:51:19Z</dcterms:modified>
</cp:coreProperties>
</file>