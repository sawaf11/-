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notesMasterIdLst>
    <p:notesMasterId r:id="rId1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notesMaster" Target="notesMasters/notesMaster1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5ED5E"/>
          </a:solidFill>
          <a:ln w="12700">
            <a:solidFill>
              <a:srgbClr val="9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1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11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C52E0"/>
          </a:solidFill>
          <a:ln w="12700">
            <a:solidFill>
              <a:srgbClr val="B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1DB70"/>
          </a:solidFill>
          <a:ln w="12700">
            <a:solidFill>
              <a:srgbClr val="C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264"/>
          </a:solidFill>
          <a:ln w="12700">
            <a:solidFill>
              <a:srgbClr val="D8D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347"/>
          </a:solidFill>
          <a:ln w="12700">
            <a:solidFill>
              <a:srgbClr val="D1B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عَتَ</a:t>
            </a:r>
            <a:endParaRPr lang="ar-SA" sz="11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C34"/>
          </a:solidFill>
          <a:ln w="12700">
            <a:solidFill>
              <a:srgbClr val="793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عَثَ</a:t>
            </a:r>
            <a:endParaRPr lang="ar-SA" sz="10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9ED"/>
          </a:solidFill>
          <a:ln w="12700">
            <a:solidFill>
              <a:srgbClr val="5EB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852"/>
          </a:solidFill>
          <a:ln w="12700">
            <a:solidFill>
              <a:srgbClr val="E09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B"/>
          </a:solidFill>
          <a:ln w="12700">
            <a:solidFill>
              <a:srgbClr val="70D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5"/>
          </a:solidFill>
          <a:ln w="12700">
            <a:solidFill>
              <a:srgbClr val="64D8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1"/>
          </a:solidFill>
          <a:ln w="12700">
            <a:solidFill>
              <a:srgbClr val="47D19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عَدَ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642B"/>
          </a:solidFill>
          <a:ln w="12700">
            <a:solidFill>
              <a:srgbClr val="4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7934"/>
          </a:solidFill>
          <a:ln w="12700">
            <a:solidFill>
              <a:srgbClr val="3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C"/>
          </a:solidFill>
          <a:ln w="12700">
            <a:solidFill>
              <a:srgbClr val="ED5ED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عَسَ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4"/>
          </a:solidFill>
          <a:ln w="12700">
            <a:solidFill>
              <a:srgbClr val="52E0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70DB"/>
          </a:solidFill>
          <a:ln w="12700">
            <a:solidFill>
              <a:srgbClr val="C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C47"/>
          </a:solidFill>
          <a:ln w="12700">
            <a:solidFill>
              <a:srgbClr val="854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عَشَ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964D8"/>
          </a:solidFill>
          <a:ln w="12700">
            <a:solidFill>
              <a:srgbClr val="9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F47D1"/>
          </a:solidFill>
          <a:ln w="12700">
            <a:solidFill>
              <a:srgbClr val="6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عَضَ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E79"/>
          </a:solidFill>
          <a:ln w="12700">
            <a:solidFill>
              <a:srgbClr val="344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عَظَ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A5E"/>
          </a:solidFill>
          <a:ln w="12700">
            <a:solidFill>
              <a:srgbClr val="EDD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2E0"/>
          </a:solidFill>
          <a:ln w="12700">
            <a:solidFill>
              <a:srgbClr val="5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570"/>
          </a:solidFill>
          <a:ln w="12700">
            <a:solidFill>
              <a:srgbClr val="DBA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8547"/>
          </a:solidFill>
          <a:ln w="12700">
            <a:solidFill>
              <a:srgbClr val="5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بَعَتَ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C64"/>
          </a:solidFill>
          <a:ln w="12700">
            <a:solidFill>
              <a:srgbClr val="D87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C47"/>
          </a:solidFill>
          <a:ln w="12700">
            <a:solidFill>
              <a:srgbClr val="D14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تَعَثَ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ثَعَجَ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0"/>
          </a:solidFill>
          <a:ln w="12700">
            <a:solidFill>
              <a:srgbClr val="7934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جَعَحَ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حَعَخَ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7"/>
          </a:solidFill>
          <a:ln w="12700">
            <a:solidFill>
              <a:srgbClr val="5EEDB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خَعَدَ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6"/>
          </a:solidFill>
          <a:ln w="12700">
            <a:solidFill>
              <a:srgbClr val="E0527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A"/>
          </a:solidFill>
          <a:ln w="12700">
            <a:solidFill>
              <a:srgbClr val="70DB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دَعَذَ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D864"/>
          </a:solidFill>
          <a:ln w="12700">
            <a:solidFill>
              <a:srgbClr val="6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5D147"/>
          </a:solidFill>
          <a:ln w="12700">
            <a:solidFill>
              <a:srgbClr val="6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ذَعَرَ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رَعَزَ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7934"/>
          </a:solidFill>
          <a:ln w="12700">
            <a:solidFill>
              <a:srgbClr val="7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زَعَسَ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سَعَشَ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5EED"/>
          </a:solidFill>
          <a:ln w="12700">
            <a:solidFill>
              <a:srgbClr val="9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شَعَصَ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AE052"/>
          </a:solidFill>
          <a:ln w="12700">
            <a:solidFill>
              <a:srgbClr val="9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1DB"/>
          </a:solidFill>
          <a:ln w="12700">
            <a:solidFill>
              <a:srgbClr val="707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0"/>
          </a:solidFill>
          <a:ln w="12700">
            <a:solidFill>
              <a:srgbClr val="8547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صَعَضَ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6D8"/>
          </a:solidFill>
          <a:ln w="12700">
            <a:solidFill>
              <a:srgbClr val="648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7D1"/>
          </a:solidFill>
          <a:ln w="12700">
            <a:solidFill>
              <a:srgbClr val="478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ضَعَطَ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طَعَظَ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0"/>
          </a:solidFill>
          <a:ln w="12700">
            <a:solidFill>
              <a:srgbClr val="2B64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ظَعَأَ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05E"/>
          </a:solidFill>
          <a:ln w="12700">
            <a:solidFill>
              <a:srgbClr val="ED7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DE0"/>
          </a:solidFill>
          <a:ln w="12700">
            <a:solidFill>
              <a:srgbClr val="52B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B"/>
          </a:solidFill>
          <a:ln w="12700">
            <a:solidFill>
              <a:srgbClr val="DB708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8547"/>
          </a:solidFill>
          <a:ln w="12700">
            <a:solidFill>
              <a:srgbClr val="8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3"/>
          </a:solidFill>
          <a:ln w="12700">
            <a:solidFill>
              <a:srgbClr val="D864A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9"/>
          </a:solidFill>
          <a:ln w="12700">
            <a:solidFill>
              <a:srgbClr val="D147A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2B64"/>
          </a:solidFill>
          <a:ln w="12700">
            <a:solidFill>
              <a:srgbClr val="3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3479"/>
          </a:solidFill>
          <a:ln w="12700">
            <a:solidFill>
              <a:srgbClr val="5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1ED5E"/>
          </a:solidFill>
          <a:ln w="12700">
            <a:solidFill>
              <a:srgbClr val="7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E0"/>
          </a:solidFill>
          <a:ln w="12700">
            <a:solidFill>
              <a:srgbClr val="E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6DB70"/>
          </a:solidFill>
          <a:ln w="12700">
            <a:solidFill>
              <a:srgbClr val="A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A"/>
          </a:solidFill>
          <a:ln w="12700">
            <a:solidFill>
              <a:srgbClr val="4785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0D864"/>
          </a:solidFill>
          <a:ln w="12700">
            <a:solidFill>
              <a:srgbClr val="C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CD147"/>
          </a:solidFill>
          <a:ln w="12700">
            <a:solidFill>
              <a:srgbClr val="C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2"/>
          </a:solidFill>
          <a:ln w="12700">
            <a:solidFill>
              <a:srgbClr val="642B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E34"/>
          </a:solidFill>
          <a:ln w="12700">
            <a:solidFill>
              <a:srgbClr val="794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4ED"/>
          </a:solidFill>
          <a:ln w="12700">
            <a:solidFill>
              <a:srgbClr val="5E9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C52"/>
          </a:solidFill>
          <a:ln w="12700">
            <a:solidFill>
              <a:srgbClr val="E0B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1DB"/>
          </a:solidFill>
          <a:ln w="12700">
            <a:solidFill>
              <a:srgbClr val="70C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4785"/>
          </a:solidFill>
          <a:ln w="12700">
            <a:solidFill>
              <a:srgbClr val="6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3"/>
          </a:solidFill>
          <a:ln w="12700">
            <a:solidFill>
              <a:srgbClr val="64D8D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4"/>
          </a:solidFill>
          <a:ln w="12700">
            <a:solidFill>
              <a:srgbClr val="47D1B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642B"/>
          </a:solidFill>
          <a:ln w="12700">
            <a:solidFill>
              <a:srgbClr val="4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D"/>
          </a:solidFill>
          <a:ln w="12700">
            <a:solidFill>
              <a:srgbClr val="3479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1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11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غَأَ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8"/>
          </a:solidFill>
          <a:ln w="12700">
            <a:solidFill>
              <a:srgbClr val="ED5EB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غَبَ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9"/>
          </a:solidFill>
          <a:ln w="12700">
            <a:solidFill>
              <a:srgbClr val="52E09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B"/>
          </a:solidFill>
          <a:ln w="12700">
            <a:solidFill>
              <a:srgbClr val="D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C47"/>
          </a:solidFill>
          <a:ln w="12700">
            <a:solidFill>
              <a:srgbClr val="855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غَتَ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664D8"/>
          </a:solidFill>
          <a:ln w="12700">
            <a:solidFill>
              <a:srgbClr val="B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47D1"/>
          </a:solidFill>
          <a:ln w="12700">
            <a:solidFill>
              <a:srgbClr val="9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غَثَ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غَجَ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F64"/>
          </a:solidFill>
          <a:ln w="12700">
            <a:solidFill>
              <a:srgbClr val="2B4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D79"/>
          </a:solidFill>
          <a:ln w="12700">
            <a:solidFill>
              <a:srgbClr val="343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غَحَ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غَخَ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BED5E"/>
          </a:solidFill>
          <a:ln w="12700">
            <a:solidFill>
              <a:srgbClr val="D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غَدَ</a:t>
            </a:r>
            <a:endParaRPr lang="ar-SA" sz="9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552E0"/>
          </a:solidFill>
          <a:ln w="12700">
            <a:solidFill>
              <a:srgbClr val="7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170"/>
          </a:solidFill>
          <a:ln w="12700">
            <a:solidFill>
              <a:srgbClr val="DBC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C"/>
          </a:solidFill>
          <a:ln w="12700">
            <a:solidFill>
              <a:srgbClr val="4785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غَذَ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964"/>
          </a:solidFill>
          <a:ln w="12700">
            <a:solidFill>
              <a:srgbClr val="D89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047"/>
          </a:solidFill>
          <a:ln w="12700">
            <a:solidFill>
              <a:srgbClr val="D17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غَرَ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غَزَ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D"/>
          </a:solidFill>
          <a:ln w="12700">
            <a:solidFill>
              <a:srgbClr val="642B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E"/>
          </a:solidFill>
          <a:ln w="12700">
            <a:solidFill>
              <a:srgbClr val="7934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غَشَ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B"/>
          </a:solidFill>
          <a:ln w="12700">
            <a:solidFill>
              <a:srgbClr val="5EEDD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غَصَ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6"/>
          </a:solidFill>
          <a:ln w="12700">
            <a:solidFill>
              <a:srgbClr val="70DBA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285"/>
          </a:solidFill>
          <a:ln w="12700">
            <a:solidFill>
              <a:srgbClr val="475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غَضَ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C"/>
          </a:solidFill>
          <a:ln w="12700">
            <a:solidFill>
              <a:srgbClr val="64D87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D"/>
          </a:solidFill>
          <a:ln w="12700">
            <a:solidFill>
              <a:srgbClr val="47D14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غَطَ</a:t>
            </a:r>
            <a:endParaRPr lang="ar-SA" sz="9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غَظَ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D2B"/>
          </a:solidFill>
          <a:ln w="12700">
            <a:solidFill>
              <a:srgbClr val="645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7934"/>
          </a:solidFill>
          <a:ln w="12700">
            <a:solidFill>
              <a:srgbClr val="5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غَعَ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85EED"/>
          </a:solidFill>
          <a:ln w="12700">
            <a:solidFill>
              <a:srgbClr val="B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بَغَتَ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5E052"/>
          </a:solidFill>
          <a:ln w="12700">
            <a:solidFill>
              <a:srgbClr val="7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B70DB"/>
          </a:solidFill>
          <a:ln w="12700">
            <a:solidFill>
              <a:srgbClr val="8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1"/>
          </a:solidFill>
          <a:ln w="12700">
            <a:solidFill>
              <a:srgbClr val="8547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تَغَثَ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9D8"/>
          </a:solidFill>
          <a:ln w="12700">
            <a:solidFill>
              <a:srgbClr val="646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4D1"/>
          </a:solidFill>
          <a:ln w="12700">
            <a:solidFill>
              <a:srgbClr val="476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ثَغَجَ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جَغَحَ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F"/>
          </a:solidFill>
          <a:ln w="12700">
            <a:solidFill>
              <a:srgbClr val="2B64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179"/>
          </a:solidFill>
          <a:ln w="12700">
            <a:solidFill>
              <a:srgbClr val="347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حَغَخَ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خَغَدَ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45E"/>
          </a:solidFill>
          <a:ln w="12700">
            <a:solidFill>
              <a:srgbClr val="ED9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دَغَذَ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9E0"/>
          </a:solidFill>
          <a:ln w="12700">
            <a:solidFill>
              <a:srgbClr val="529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0"/>
          </a:solidFill>
          <a:ln w="12700">
            <a:solidFill>
              <a:srgbClr val="DB7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8547"/>
          </a:solidFill>
          <a:ln w="12700">
            <a:solidFill>
              <a:srgbClr val="7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ذَغَرَ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6"/>
          </a:solidFill>
          <a:ln w="12700">
            <a:solidFill>
              <a:srgbClr val="D8648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6"/>
          </a:solidFill>
          <a:ln w="12700">
            <a:solidFill>
              <a:srgbClr val="D1478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رَغَزَ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زَغَسَ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2B64"/>
          </a:solidFill>
          <a:ln w="12700">
            <a:solidFill>
              <a:srgbClr val="4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3479"/>
          </a:solidFill>
          <a:ln w="12700">
            <a:solidFill>
              <a:srgbClr val="7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سَغَشَ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شَغَصَ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1"/>
          </a:solidFill>
          <a:ln w="12700">
            <a:solidFill>
              <a:srgbClr val="5EED7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صَغَضَ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C"/>
          </a:solidFill>
          <a:ln w="12700">
            <a:solidFill>
              <a:srgbClr val="E052B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BDB70"/>
          </a:solidFill>
          <a:ln w="12700">
            <a:solidFill>
              <a:srgbClr val="8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F85"/>
          </a:solidFill>
          <a:ln w="12700">
            <a:solidFill>
              <a:srgbClr val="477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ضَغَطَ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3D864"/>
          </a:solidFill>
          <a:ln w="12700">
            <a:solidFill>
              <a:srgbClr val="A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9D147"/>
          </a:solidFill>
          <a:ln w="12700">
            <a:solidFill>
              <a:srgbClr val="A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طَغَظَ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ظَغَعَ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22B"/>
          </a:solidFill>
          <a:ln w="12700">
            <a:solidFill>
              <a:srgbClr val="643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034"/>
          </a:solidFill>
          <a:ln w="12700">
            <a:solidFill>
              <a:srgbClr val="796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0ED"/>
          </a:solidFill>
          <a:ln w="12700">
            <a:solidFill>
              <a:srgbClr val="5E7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E052"/>
          </a:solidFill>
          <a:ln w="12700">
            <a:solidFill>
              <a:srgbClr val="E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5DB"/>
          </a:solidFill>
          <a:ln w="12700">
            <a:solidFill>
              <a:srgbClr val="70A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4785"/>
          </a:solidFill>
          <a:ln w="12700">
            <a:solidFill>
              <a:srgbClr val="7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0D8"/>
          </a:solidFill>
          <a:ln w="12700">
            <a:solidFill>
              <a:srgbClr val="64C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BD1"/>
          </a:solidFill>
          <a:ln w="12700">
            <a:solidFill>
              <a:srgbClr val="47C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642B"/>
          </a:solidFill>
          <a:ln w="12700">
            <a:solidFill>
              <a:srgbClr val="3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E"/>
          </a:solidFill>
          <a:ln w="12700">
            <a:solidFill>
              <a:srgbClr val="3479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3"/>
          </a:solidFill>
          <a:ln w="12700">
            <a:solidFill>
              <a:srgbClr val="ED5E9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D"/>
          </a:solidFill>
          <a:ln w="12700">
            <a:solidFill>
              <a:srgbClr val="52E0B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0"/>
          </a:solidFill>
          <a:ln w="12700">
            <a:solidFill>
              <a:srgbClr val="DB70C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B47"/>
          </a:solidFill>
          <a:ln w="12700">
            <a:solidFill>
              <a:srgbClr val="856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464D8"/>
          </a:solidFill>
          <a:ln w="12700">
            <a:solidFill>
              <a:srgbClr val="D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547D1"/>
          </a:solidFill>
          <a:ln w="12700">
            <a:solidFill>
              <a:srgbClr val="B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3479"/>
          </a:solidFill>
          <a:ln w="12700">
            <a:solidFill>
              <a:srgbClr val="3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7ED5E"/>
          </a:solidFill>
          <a:ln w="12700">
            <a:solidFill>
              <a:srgbClr val="B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A52E0"/>
          </a:solidFill>
          <a:ln w="12700">
            <a:solidFill>
              <a:srgbClr val="9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B70"/>
          </a:solidFill>
          <a:ln w="12700">
            <a:solidFill>
              <a:srgbClr val="D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764"/>
          </a:solidFill>
          <a:ln w="12700">
            <a:solidFill>
              <a:srgbClr val="D8B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347"/>
          </a:solidFill>
          <a:ln w="12700">
            <a:solidFill>
              <a:srgbClr val="D19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E"/>
          </a:solidFill>
          <a:ln w="12700">
            <a:solidFill>
              <a:srgbClr val="642B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C"/>
          </a:solidFill>
          <a:ln w="12700">
            <a:solidFill>
              <a:srgbClr val="7934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01596" y="896112"/>
            <a:ext cx="16152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2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01596" y="896112"/>
            <a:ext cx="16152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27161" y="896112"/>
            <a:ext cx="215439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2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27161" y="896112"/>
            <a:ext cx="215439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وَسَجَدَ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42249" y="2834640"/>
            <a:ext cx="34595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42249" y="2834640"/>
            <a:ext cx="34595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 وَسَجَدَ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AED"/>
          </a:solidFill>
          <a:ln w="12700">
            <a:solidFill>
              <a:srgbClr val="5ED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31699" y="896112"/>
            <a:ext cx="19887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D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31699" y="896112"/>
            <a:ext cx="19887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23569" y="896112"/>
            <a:ext cx="21880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D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23569" y="896112"/>
            <a:ext cx="21880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وَمَسَحَ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636447" y="2834640"/>
            <a:ext cx="387110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636447" y="2834640"/>
            <a:ext cx="387110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 وَمَسَحَ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652"/>
          </a:solidFill>
          <a:ln w="12700">
            <a:solidFill>
              <a:srgbClr val="E07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1"/>
          </a:solidFill>
          <a:ln w="12700">
            <a:solidFill>
              <a:srgbClr val="70DBC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4785"/>
          </a:solidFill>
          <a:ln w="12700">
            <a:solidFill>
              <a:srgbClr val="4D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60347" y="896112"/>
            <a:ext cx="16568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F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60347" y="896112"/>
            <a:ext cx="16568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26763" y="896112"/>
            <a:ext cx="231354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F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26763" y="896112"/>
            <a:ext cx="231354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وَغَرَسَ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39668" y="2834640"/>
            <a:ext cx="366466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39668" y="2834640"/>
            <a:ext cx="366466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 وَغَرَسَ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A"/>
          </a:solidFill>
          <a:ln w="12700">
            <a:solidFill>
              <a:srgbClr val="64D8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0"/>
          </a:solidFill>
          <a:ln w="12700">
            <a:solidFill>
              <a:srgbClr val="47D1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84635" y="896112"/>
            <a:ext cx="14273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84635" y="896112"/>
            <a:ext cx="14273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بَلَغَ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732013" y="896112"/>
            <a:ext cx="19325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1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732013" y="896112"/>
            <a:ext cx="19325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57284" y="2834640"/>
            <a:ext cx="302943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57284" y="2834640"/>
            <a:ext cx="302943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بَلَغَ وَرَجَعَ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23233" y="896112"/>
            <a:ext cx="173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E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23233" y="896112"/>
            <a:ext cx="173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89326" y="896112"/>
            <a:ext cx="21138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1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89326" y="896112"/>
            <a:ext cx="21138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وَحَمَلَ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15126" y="2834640"/>
            <a:ext cx="35137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15126" y="2834640"/>
            <a:ext cx="35137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 وَحَمَلَ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112</Slides>
  <Notes>112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10-ain-ghain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