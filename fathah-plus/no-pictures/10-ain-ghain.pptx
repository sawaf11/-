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52E0"/>
          </a:solidFill>
          <a:ln w="12700">
            <a:solidFill>
              <a:srgbClr val="B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DB70"/>
          </a:solidFill>
          <a:ln w="12700">
            <a:solidFill>
              <a:srgbClr val="C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C64"/>
          </a:solidFill>
          <a:ln w="12700">
            <a:solidFill>
              <a:srgbClr val="D87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D147"/>
          </a:solidFill>
          <a:ln w="12700">
            <a:solidFill>
              <a:srgbClr val="C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C52"/>
          </a:solidFill>
          <a:ln w="12700">
            <a:solidFill>
              <a:srgbClr val="E0B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8"/>
          </a:solidFill>
          <a:ln w="12700">
            <a:solidFill>
              <a:srgbClr val="ED5E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52E0"/>
          </a:solidFill>
          <a:ln w="12700">
            <a:solidFill>
              <a:srgbClr val="7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B"/>
          </a:solidFill>
          <a:ln w="12700">
            <a:solidFill>
              <a:srgbClr val="5EED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C"/>
          </a:solidFill>
          <a:ln w="12700">
            <a:solidFill>
              <a:srgbClr val="64D8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D"/>
          </a:solidFill>
          <a:ln w="12700">
            <a:solidFill>
              <a:srgbClr val="47D1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9D8"/>
          </a:solidFill>
          <a:ln w="12700">
            <a:solidFill>
              <a:srgbClr val="646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9E0"/>
          </a:solidFill>
          <a:ln w="12700">
            <a:solidFill>
              <a:srgbClr val="529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0"/>
          </a:solidFill>
          <a:ln w="12700">
            <a:solidFill>
              <a:srgbClr val="DB7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6"/>
          </a:solidFill>
          <a:ln w="12700">
            <a:solidFill>
              <a:srgbClr val="D864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60347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60347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6763" y="896112"/>
            <a:ext cx="23135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763" y="896112"/>
            <a:ext cx="23135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وَغَرَسَ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9668" y="2834640"/>
            <a:ext cx="366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9668" y="2834640"/>
            <a:ext cx="366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وَغَرَسَ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4635" y="896112"/>
            <a:ext cx="14273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4635" y="896112"/>
            <a:ext cx="14273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32013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32013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57284" y="2834640"/>
            <a:ext cx="3029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57284" y="2834640"/>
            <a:ext cx="3029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 وَرَجَعَ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10-ain-ghain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