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0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ED1"/>
          </a:solidFill>
          <a:ln w="12700">
            <a:solidFill>
              <a:srgbClr val="477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2"/>
          </a:solidFill>
          <a:ln w="12700">
            <a:solidFill>
              <a:srgbClr val="52E0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ED5E"/>
          </a:solidFill>
          <a:ln w="12700">
            <a:solidFill>
              <a:srgbClr val="D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164"/>
          </a:solidFill>
          <a:ln w="12700">
            <a:solidFill>
              <a:srgbClr val="D8A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B52"/>
          </a:solidFill>
          <a:ln w="12700">
            <a:solidFill>
              <a:srgbClr val="E05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4"/>
          </a:solidFill>
          <a:ln w="12700">
            <a:solidFill>
              <a:srgbClr val="64D8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6"/>
          </a:solidFill>
          <a:ln w="12700">
            <a:solidFill>
              <a:srgbClr val="47D1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0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5EED"/>
          </a:solidFill>
          <a:ln w="12700">
            <a:solidFill>
              <a:srgbClr val="C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E052"/>
          </a:solidFill>
          <a:ln w="12700">
            <a:solidFill>
              <a:srgbClr val="6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70DB"/>
          </a:solidFill>
          <a:ln w="12700">
            <a:solidFill>
              <a:srgbClr val="9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64D8"/>
          </a:solidFill>
          <a:ln w="12700">
            <a:solidFill>
              <a:srgbClr val="6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BD1"/>
          </a:solidFill>
          <a:ln w="12700">
            <a:solidFill>
              <a:srgbClr val="475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ضَدَ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8864" y="896112"/>
            <a:ext cx="21270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4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8864" y="896112"/>
            <a:ext cx="21270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9808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4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9808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2984" y="2834640"/>
            <a:ext cx="42980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2984" y="2834640"/>
            <a:ext cx="42980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وَجَلَسَ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1356" y="896112"/>
            <a:ext cx="19686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1356" y="896112"/>
            <a:ext cx="19686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4018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4018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63346" y="2834640"/>
            <a:ext cx="36173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63346" y="2834640"/>
            <a:ext cx="36173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وَخَرَجَ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08-sad-dad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