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0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0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5EED"/>
          </a:solidFill>
          <a:ln w="12700">
            <a:solidFill>
              <a:srgbClr val="9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E052"/>
          </a:solidFill>
          <a:ln w="12700">
            <a:solidFill>
              <a:srgbClr val="9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70DB"/>
          </a:solidFill>
          <a:ln w="12700">
            <a:solidFill>
              <a:srgbClr val="7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صَتَ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FD8"/>
          </a:solidFill>
          <a:ln w="12700">
            <a:solidFill>
              <a:srgbClr val="647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ED1"/>
          </a:solidFill>
          <a:ln w="12700">
            <a:solidFill>
              <a:srgbClr val="477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صَثَ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95E"/>
          </a:solidFill>
          <a:ln w="12700">
            <a:solidFill>
              <a:srgbClr val="ED7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4E0"/>
          </a:solidFill>
          <a:ln w="12700">
            <a:solidFill>
              <a:srgbClr val="52B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5"/>
          </a:solidFill>
          <a:ln w="12700">
            <a:solidFill>
              <a:srgbClr val="DB70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C"/>
          </a:solidFill>
          <a:ln w="12700">
            <a:solidFill>
              <a:srgbClr val="D864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1"/>
          </a:solidFill>
          <a:ln w="12700">
            <a:solidFill>
              <a:srgbClr val="D147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صَسَ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صَشَ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ED5E"/>
          </a:solidFill>
          <a:ln w="12700">
            <a:solidFill>
              <a:srgbClr val="6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بَصَتَ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D864"/>
          </a:solidFill>
          <a:ln w="12700">
            <a:solidFill>
              <a:srgbClr val="B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D147"/>
          </a:solidFill>
          <a:ln w="12700">
            <a:solidFill>
              <a:srgbClr val="C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تَصَثَ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ثَصَجَ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جَصَحَ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حَصَخَ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BED"/>
          </a:solidFill>
          <a:ln w="12700">
            <a:solidFill>
              <a:srgbClr val="5E8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خَصَدَ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552"/>
          </a:solidFill>
          <a:ln w="12700">
            <a:solidFill>
              <a:srgbClr val="E0C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ADB"/>
          </a:solidFill>
          <a:ln w="12700">
            <a:solidFill>
              <a:srgbClr val="70B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دَصَذَ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6D8"/>
          </a:solidFill>
          <a:ln w="12700">
            <a:solidFill>
              <a:srgbClr val="64D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D"/>
          </a:solidFill>
          <a:ln w="12700">
            <a:solidFill>
              <a:srgbClr val="47D1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ذَصَرَ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رَصَزَ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زَصَسَ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سَصَشَ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F"/>
          </a:solidFill>
          <a:ln w="12700">
            <a:solidFill>
              <a:srgbClr val="ED5E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شَصَأَ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2"/>
          </a:solidFill>
          <a:ln w="12700">
            <a:solidFill>
              <a:srgbClr val="52E0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5"/>
          </a:solidFill>
          <a:ln w="12700">
            <a:solidFill>
              <a:srgbClr val="DB70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64D8"/>
          </a:solidFill>
          <a:ln w="12700">
            <a:solidFill>
              <a:srgbClr val="B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B47D1"/>
          </a:solidFill>
          <a:ln w="12700">
            <a:solidFill>
              <a:srgbClr val="9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ED5E"/>
          </a:solidFill>
          <a:ln w="12700">
            <a:solidFill>
              <a:srgbClr val="D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52E0"/>
          </a:solidFill>
          <a:ln w="12700">
            <a:solidFill>
              <a:srgbClr val="7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770"/>
          </a:solidFill>
          <a:ln w="12700">
            <a:solidFill>
              <a:srgbClr val="DBC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164"/>
          </a:solidFill>
          <a:ln w="12700">
            <a:solidFill>
              <a:srgbClr val="D8A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847"/>
          </a:solidFill>
          <a:ln w="12700">
            <a:solidFill>
              <a:srgbClr val="D17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4"/>
          </a:solidFill>
          <a:ln w="12700">
            <a:solidFill>
              <a:srgbClr val="5EED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B52"/>
          </a:solidFill>
          <a:ln w="12700">
            <a:solidFill>
              <a:srgbClr val="E05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D"/>
          </a:solidFill>
          <a:ln w="12700">
            <a:solidFill>
              <a:srgbClr val="70DB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4"/>
          </a:solidFill>
          <a:ln w="12700">
            <a:solidFill>
              <a:srgbClr val="64D8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6"/>
          </a:solidFill>
          <a:ln w="12700">
            <a:solidFill>
              <a:srgbClr val="47D1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08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0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7934"/>
          </a:solidFill>
          <a:ln w="12700">
            <a:solidFill>
              <a:srgbClr val="5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ضَتَ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5EED"/>
          </a:solidFill>
          <a:ln w="12700">
            <a:solidFill>
              <a:srgbClr val="C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ضَثَ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CE052"/>
          </a:solidFill>
          <a:ln w="12700">
            <a:solidFill>
              <a:srgbClr val="6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70DB"/>
          </a:solidFill>
          <a:ln w="12700">
            <a:solidFill>
              <a:srgbClr val="9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D"/>
          </a:solidFill>
          <a:ln w="12700">
            <a:solidFill>
              <a:srgbClr val="8547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64D8"/>
          </a:solidFill>
          <a:ln w="12700">
            <a:solidFill>
              <a:srgbClr val="6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BD1"/>
          </a:solidFill>
          <a:ln w="12700">
            <a:solidFill>
              <a:srgbClr val="475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C79"/>
          </a:solidFill>
          <a:ln w="12700">
            <a:solidFill>
              <a:srgbClr val="346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ضَدَ</a:t>
            </a:r>
            <a:endParaRPr lang="ar-SA" sz="10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D5E"/>
          </a:solidFill>
          <a:ln w="12700">
            <a:solidFill>
              <a:srgbClr val="ED9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0E0"/>
          </a:solidFill>
          <a:ln w="12700">
            <a:solidFill>
              <a:srgbClr val="529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770"/>
          </a:solidFill>
          <a:ln w="12700">
            <a:solidFill>
              <a:srgbClr val="DB7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E"/>
          </a:solidFill>
          <a:ln w="12700">
            <a:solidFill>
              <a:srgbClr val="D864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E"/>
          </a:solidFill>
          <a:ln w="12700">
            <a:solidFill>
              <a:srgbClr val="D147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ضَسَ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ضَشَ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2B64"/>
          </a:solidFill>
          <a:ln w="12700">
            <a:solidFill>
              <a:srgbClr val="4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ضَصَ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أَضَبَ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A"/>
          </a:solidFill>
          <a:ln w="12700">
            <a:solidFill>
              <a:srgbClr val="5EED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بَضَتَ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3"/>
          </a:solidFill>
          <a:ln w="12700">
            <a:solidFill>
              <a:srgbClr val="E052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DB70"/>
          </a:solidFill>
          <a:ln w="12700">
            <a:solidFill>
              <a:srgbClr val="8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تَضَثَ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D864"/>
          </a:solidFill>
          <a:ln w="12700">
            <a:solidFill>
              <a:srgbClr val="9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D147"/>
          </a:solidFill>
          <a:ln w="12700">
            <a:solidFill>
              <a:srgbClr val="A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ثَضَجَ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جَضَحَ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434"/>
          </a:solidFill>
          <a:ln w="12700">
            <a:solidFill>
              <a:srgbClr val="796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حَضَخَ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خَضَدَ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7ED"/>
          </a:solidFill>
          <a:ln w="12700">
            <a:solidFill>
              <a:srgbClr val="5E6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دَضَذَ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7E052"/>
          </a:solidFill>
          <a:ln w="12700">
            <a:solidFill>
              <a:srgbClr val="D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FDB"/>
          </a:solidFill>
          <a:ln w="12700">
            <a:solidFill>
              <a:srgbClr val="709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ذَضَرَ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8D8"/>
          </a:solidFill>
          <a:ln w="12700">
            <a:solidFill>
              <a:srgbClr val="64B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2D1"/>
          </a:solidFill>
          <a:ln w="12700">
            <a:solidFill>
              <a:srgbClr val="47C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رَضَزَ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زَضَسَ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642B"/>
          </a:solidFill>
          <a:ln w="12700">
            <a:solidFill>
              <a:srgbClr val="2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سَضَشَ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شَضَصَ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A"/>
          </a:solidFill>
          <a:ln w="12700">
            <a:solidFill>
              <a:srgbClr val="ED5E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6"/>
          </a:solidFill>
          <a:ln w="12700">
            <a:solidFill>
              <a:srgbClr val="52E0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9"/>
          </a:solidFill>
          <a:ln w="12700">
            <a:solidFill>
              <a:srgbClr val="DB70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5"/>
          </a:solidFill>
          <a:ln w="12700">
            <a:solidFill>
              <a:srgbClr val="D864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47D1"/>
          </a:solidFill>
          <a:ln w="12700">
            <a:solidFill>
              <a:srgbClr val="B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ED5E"/>
          </a:solidFill>
          <a:ln w="12700">
            <a:solidFill>
              <a:srgbClr val="A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52E0"/>
          </a:solidFill>
          <a:ln w="12700">
            <a:solidFill>
              <a:srgbClr val="A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DB70"/>
          </a:solidFill>
          <a:ln w="12700">
            <a:solidFill>
              <a:srgbClr val="D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0"/>
          </a:solidFill>
          <a:ln w="12700">
            <a:solidFill>
              <a:srgbClr val="4785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E64"/>
          </a:solidFill>
          <a:ln w="12700">
            <a:solidFill>
              <a:srgbClr val="D8B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B47"/>
          </a:solidFill>
          <a:ln w="12700">
            <a:solidFill>
              <a:srgbClr val="D19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8"/>
          </a:solidFill>
          <a:ln w="12700">
            <a:solidFill>
              <a:srgbClr val="7934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1ED"/>
          </a:solidFill>
          <a:ln w="12700">
            <a:solidFill>
              <a:srgbClr val="5ED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F52"/>
          </a:solidFill>
          <a:ln w="12700">
            <a:solidFill>
              <a:srgbClr val="E07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8"/>
          </a:solidFill>
          <a:ln w="12700">
            <a:solidFill>
              <a:srgbClr val="70DB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4785"/>
          </a:solidFill>
          <a:ln w="12700">
            <a:solidFill>
              <a:srgbClr val="5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1"/>
          </a:solidFill>
          <a:ln w="12700">
            <a:solidFill>
              <a:srgbClr val="64D8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9"/>
          </a:solidFill>
          <a:ln w="12700">
            <a:solidFill>
              <a:srgbClr val="47D1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87476" y="896112"/>
            <a:ext cx="19654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87476" y="896112"/>
            <a:ext cx="19654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191112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6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191112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12740" y="2834640"/>
            <a:ext cx="41185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12740" y="2834640"/>
            <a:ext cx="41185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 وَشَكَرَ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7934"/>
          </a:solidFill>
          <a:ln w="12700">
            <a:solidFill>
              <a:srgbClr val="49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18864" y="896112"/>
            <a:ext cx="21270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4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18864" y="896112"/>
            <a:ext cx="21270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098088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4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98088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22984" y="2834640"/>
            <a:ext cx="429803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22984" y="2834640"/>
            <a:ext cx="429803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 وَجَلَسَ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0346" y="896112"/>
            <a:ext cx="16568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0346" y="896112"/>
            <a:ext cx="16568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86764" y="896112"/>
            <a:ext cx="2193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86764" y="896112"/>
            <a:ext cx="2193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وَحَصَدَ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20390" y="2834640"/>
            <a:ext cx="35032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20390" y="2834640"/>
            <a:ext cx="35032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 وَحَصَدَ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5EED"/>
          </a:solidFill>
          <a:ln w="12700">
            <a:solidFill>
              <a:srgbClr val="E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61356" y="896112"/>
            <a:ext cx="19686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0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61356" y="896112"/>
            <a:ext cx="19686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14018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0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14018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63346" y="2834640"/>
            <a:ext cx="36173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63346" y="2834640"/>
            <a:ext cx="36173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 وَخَرَجَ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08-sad-dad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