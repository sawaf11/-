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11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بَأَتَ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تَأَثَ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ثَأَجَ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جَأَحَ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حَأَخَ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خَأَدَ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94470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3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94470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64156" y="896112"/>
            <a:ext cx="2110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3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4156" y="896112"/>
            <a:ext cx="2110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9124" y="2834640"/>
            <a:ext cx="33257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9124" y="2834640"/>
            <a:ext cx="33257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وَشَكَرَ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10741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10741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6423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6423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69806" y="2834640"/>
            <a:ext cx="3004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69806" y="2834640"/>
            <a:ext cx="3004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46166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46166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3" name="C2 W2 pill"/>
          <p:cNvSpPr/>
          <p:nvPr/>
        </p:nvSpPr>
        <p:spPr>
          <a:xfrm>
            <a:off x="2728276" y="896112"/>
            <a:ext cx="16978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F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28276" y="896112"/>
            <a:ext cx="16978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56636" y="2834640"/>
            <a:ext cx="30307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56636" y="2834640"/>
            <a:ext cx="30307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وَأَخَذَ</a:t>
            </a:r>
            <a:endParaRPr lang="ar-SA" sz="4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64544" y="896112"/>
            <a:ext cx="154310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D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64544" y="896112"/>
            <a:ext cx="15431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736352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D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36352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85424" y="2834640"/>
            <a:ext cx="29731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85424" y="2834640"/>
            <a:ext cx="29731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 وَأَكَلَ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01-alif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