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75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17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0"/>
          </a:solidFill>
          <a:ln w="12700">
            <a:solidFill>
              <a:srgbClr val="E052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DB70"/>
          </a:solidFill>
          <a:ln w="12700">
            <a:solidFill>
              <a:srgbClr val="7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D864"/>
          </a:solidFill>
          <a:ln w="12700">
            <a:solidFill>
              <a:srgbClr val="8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هَتَ</a:t>
            </a:r>
            <a:endParaRPr lang="ar-SA" sz="11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5EED"/>
          </a:solidFill>
          <a:ln w="12700">
            <a:solidFill>
              <a:srgbClr val="6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E052"/>
          </a:solidFill>
          <a:ln w="12700">
            <a:solidFill>
              <a:srgbClr val="C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9D8"/>
          </a:solidFill>
          <a:ln w="12700">
            <a:solidFill>
              <a:srgbClr val="64A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0D1"/>
          </a:solidFill>
          <a:ln w="12700">
            <a:solidFill>
              <a:srgbClr val="47B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4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A"/>
          </a:solidFill>
          <a:ln w="12700">
            <a:solidFill>
              <a:srgbClr val="52E0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6"/>
          </a:solidFill>
          <a:ln w="12700">
            <a:solidFill>
              <a:srgbClr val="D864C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47D1"/>
          </a:solidFill>
          <a:ln w="12700">
            <a:solidFill>
              <a:srgbClr val="D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هَظَ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BED5E"/>
          </a:solidFill>
          <a:ln w="12700">
            <a:solidFill>
              <a:srgbClr val="9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52E0"/>
          </a:solidFill>
          <a:ln w="12700">
            <a:solidFill>
              <a:srgbClr val="B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DB70"/>
          </a:solidFill>
          <a:ln w="12700">
            <a:solidFill>
              <a:srgbClr val="C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هَفَ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E64"/>
          </a:solidFill>
          <a:ln w="12700">
            <a:solidFill>
              <a:srgbClr val="D8C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E47"/>
          </a:solidFill>
          <a:ln w="12700">
            <a:solidFill>
              <a:srgbClr val="D1A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2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هَكَ</a:t>
            </a:r>
            <a:endParaRPr lang="ar-SA" sz="10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هَمَ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252"/>
          </a:solidFill>
          <a:ln w="12700">
            <a:solidFill>
              <a:srgbClr val="E09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6"/>
          </a:solidFill>
          <a:ln w="12700">
            <a:solidFill>
              <a:srgbClr val="70DB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1"/>
          </a:solidFill>
          <a:ln w="12700">
            <a:solidFill>
              <a:srgbClr val="64D8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بَهَتَ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تَهَثَ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ثَهَجَ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جَهَحَ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2"/>
          </a:solidFill>
          <a:ln w="12700">
            <a:solidFill>
              <a:srgbClr val="ED5EE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حَهَخَ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F"/>
          </a:solidFill>
          <a:ln w="12700">
            <a:solidFill>
              <a:srgbClr val="52E0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70DB"/>
          </a:solidFill>
          <a:ln w="12700">
            <a:solidFill>
              <a:srgbClr val="B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خَهَدَ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64D8"/>
          </a:solidFill>
          <a:ln w="12700">
            <a:solidFill>
              <a:srgbClr val="9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47D1"/>
          </a:solidFill>
          <a:ln w="12700">
            <a:solidFill>
              <a:srgbClr val="6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دَهَذَ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ذَهَرَ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179"/>
          </a:solidFill>
          <a:ln w="12700">
            <a:solidFill>
              <a:srgbClr val="345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رَهَزَ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زَهَسَ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55E"/>
          </a:solidFill>
          <a:ln w="12700">
            <a:solidFill>
              <a:srgbClr val="EDD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سَهَشَ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8E0"/>
          </a:solidFill>
          <a:ln w="12700">
            <a:solidFill>
              <a:srgbClr val="525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170"/>
          </a:solidFill>
          <a:ln w="12700">
            <a:solidFill>
              <a:srgbClr val="DBA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شَهَصَ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764"/>
          </a:solidFill>
          <a:ln w="12700">
            <a:solidFill>
              <a:srgbClr val="D87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8"/>
          </a:solidFill>
          <a:ln w="12700">
            <a:solidFill>
              <a:srgbClr val="D1474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صَهَضَ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ضَهَطَ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طَهَظَ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ظَهَعَ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1"/>
          </a:solidFill>
          <a:ln w="12700">
            <a:solidFill>
              <a:srgbClr val="5EED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عَهَغَ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C"/>
          </a:solidFill>
          <a:ln w="12700">
            <a:solidFill>
              <a:srgbClr val="E0527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6"/>
          </a:solidFill>
          <a:ln w="12700">
            <a:solidFill>
              <a:srgbClr val="70DB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غَهَفَ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D864"/>
          </a:solidFill>
          <a:ln w="12700">
            <a:solidFill>
              <a:srgbClr val="6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AD147"/>
          </a:solidFill>
          <a:ln w="12700">
            <a:solidFill>
              <a:srgbClr val="6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فَهَقَ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قَهَكَ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كَهَلَ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لَهَمَ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5EED"/>
          </a:solidFill>
          <a:ln w="12700">
            <a:solidFill>
              <a:srgbClr val="8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مَهَنَ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E052"/>
          </a:solidFill>
          <a:ln w="12700">
            <a:solidFill>
              <a:srgbClr val="9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5DB"/>
          </a:solidFill>
          <a:ln w="12700">
            <a:solidFill>
              <a:srgbClr val="707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نَهَأَ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BD8"/>
          </a:solidFill>
          <a:ln w="12700">
            <a:solidFill>
              <a:srgbClr val="648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CD1"/>
          </a:solidFill>
          <a:ln w="12700">
            <a:solidFill>
              <a:srgbClr val="478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</a:t>
            </a:r>
            <a:endParaRPr lang="ar-SA" sz="9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E"/>
          </a:solidFill>
          <a:ln w="12700">
            <a:solidFill>
              <a:srgbClr val="3479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</a:t>
            </a:r>
            <a:endParaRPr lang="ar-SA" sz="10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A5E"/>
          </a:solidFill>
          <a:ln w="12700">
            <a:solidFill>
              <a:srgbClr val="ED6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endParaRPr lang="ar-SA" sz="9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3E0"/>
          </a:solidFill>
          <a:ln w="12700">
            <a:solidFill>
              <a:srgbClr val="52C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0"/>
          </a:solidFill>
          <a:ln w="12700">
            <a:solidFill>
              <a:srgbClr val="DB70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8547"/>
          </a:solidFill>
          <a:ln w="12700">
            <a:solidFill>
              <a:srgbClr val="8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</a:t>
            </a:r>
            <a:endParaRPr lang="ar-SA" sz="11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8"/>
          </a:solidFill>
          <a:ln w="12700">
            <a:solidFill>
              <a:srgbClr val="D864A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F"/>
          </a:solidFill>
          <a:ln w="12700">
            <a:solidFill>
              <a:srgbClr val="D147A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</a:t>
            </a:r>
            <a:endParaRPr lang="ar-SA" sz="10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4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6ED5E"/>
          </a:solidFill>
          <a:ln w="12700">
            <a:solidFill>
              <a:srgbClr val="7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A52E0"/>
          </a:solidFill>
          <a:ln w="12700">
            <a:solidFill>
              <a:srgbClr val="D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DB70"/>
          </a:solidFill>
          <a:ln w="12700">
            <a:solidFill>
              <a:srgbClr val="A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8"/>
          </a:solidFill>
          <a:ln w="12700">
            <a:solidFill>
              <a:srgbClr val="4785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5D864"/>
          </a:solidFill>
          <a:ln w="12700">
            <a:solidFill>
              <a:srgbClr val="C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147"/>
          </a:solidFill>
          <a:ln w="12700">
            <a:solidFill>
              <a:srgbClr val="D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</a:t>
            </a:r>
            <a:endParaRPr lang="ar-SA" sz="11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4"/>
          </a:solidFill>
          <a:ln w="12700">
            <a:solidFill>
              <a:srgbClr val="642B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</a:t>
            </a:r>
            <a:endParaRPr lang="ar-SA" sz="10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AED"/>
          </a:solidFill>
          <a:ln w="12700">
            <a:solidFill>
              <a:srgbClr val="5E9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752"/>
          </a:solidFill>
          <a:ln w="12700">
            <a:solidFill>
              <a:srgbClr val="E0B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5DB"/>
          </a:solidFill>
          <a:ln w="12700">
            <a:solidFill>
              <a:srgbClr val="70C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4785"/>
          </a:solidFill>
          <a:ln w="12700">
            <a:solidFill>
              <a:srgbClr val="6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F"/>
          </a:solidFill>
          <a:ln w="12700">
            <a:solidFill>
              <a:srgbClr val="64D8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F"/>
          </a:solidFill>
          <a:ln w="12700">
            <a:solidFill>
              <a:srgbClr val="47D1A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A"/>
          </a:solidFill>
          <a:ln w="12700">
            <a:solidFill>
              <a:srgbClr val="3479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</a:t>
            </a:r>
            <a:endParaRPr lang="ar-SA" sz="9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D"/>
          </a:solidFill>
          <a:ln w="12700">
            <a:solidFill>
              <a:srgbClr val="ED5EB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3"/>
          </a:solidFill>
          <a:ln w="12700">
            <a:solidFill>
              <a:srgbClr val="52E09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70DB"/>
          </a:solidFill>
          <a:ln w="12700">
            <a:solidFill>
              <a:srgbClr val="D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</a:t>
            </a:r>
            <a:endParaRPr lang="ar-SA" sz="11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64D8"/>
          </a:solidFill>
          <a:ln w="12700">
            <a:solidFill>
              <a:srgbClr val="B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C47D1"/>
          </a:solidFill>
          <a:ln w="12700">
            <a:solidFill>
              <a:srgbClr val="8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</a:t>
            </a:r>
            <a:endParaRPr lang="ar-SA" sz="10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07572" y="896112"/>
            <a:ext cx="19814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E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07572" y="896112"/>
            <a:ext cx="19814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54950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E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54950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36431" y="2834640"/>
            <a:ext cx="34711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36431" y="2834640"/>
            <a:ext cx="34711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وَرَجَعَ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F79"/>
          </a:solidFill>
          <a:ln w="12700">
            <a:solidFill>
              <a:srgbClr val="343F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53354" y="896112"/>
            <a:ext cx="18153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53354" y="896112"/>
            <a:ext cx="18153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375257" y="896112"/>
            <a:ext cx="22580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75257" y="896112"/>
            <a:ext cx="22580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16888" y="2834640"/>
            <a:ext cx="37102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16888" y="2834640"/>
            <a:ext cx="37102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 وَسَطَعَ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5240" y="896112"/>
            <a:ext cx="22296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5240" y="896112"/>
            <a:ext cx="22296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019149" y="896112"/>
            <a:ext cx="25560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A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19149" y="896112"/>
            <a:ext cx="25560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وَذَهَبَ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339075" y="2834640"/>
            <a:ext cx="446585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339075" y="2834640"/>
            <a:ext cx="446585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 وَذَهَبَ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1ED5E"/>
          </a:solidFill>
          <a:ln w="12700">
            <a:solidFill>
              <a:srgbClr val="E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55028" y="896112"/>
            <a:ext cx="22168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5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55028" y="896112"/>
            <a:ext cx="22168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وَهَبَ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172163" y="896112"/>
            <a:ext cx="22628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5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172163" y="896112"/>
            <a:ext cx="22628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17964" y="2834640"/>
            <a:ext cx="41080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17964" y="2834640"/>
            <a:ext cx="41080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وَهَبَ وَرَزَقَ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15-ha</dc:title>
  <dc:subject>PptxGenJS Presentation</dc:subject>
  <dc:creator>PptxGenJS</dc:creator>
  <cp:lastModifiedBy>PptxGenJS</cp:lastModifiedBy>
  <cp:revision>1</cp:revision>
  <dcterms:created xsi:type="dcterms:W3CDTF">2026-10-21T16:51:19Z</dcterms:created>
  <dcterms:modified xsi:type="dcterms:W3CDTF">2026-10-21T16:51:19Z</dcterms:modified>
</cp:coreProperties>
</file>