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</p:sldIdLst>
  <p:notesMasterIdLst>
    <p:notesMasterId r:id="rId5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notesMaster" Target="notesMasters/notesMaster1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TrSnd" Type="http://schemas.openxmlformats.org/officeDocument/2006/relationships/audio" Target="../media/bubbles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652E0"/>
          </a:solidFill>
          <a:ln w="12700">
            <a:solidFill>
              <a:srgbClr val="56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3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A970"/>
          </a:solidFill>
          <a:ln w="12700">
            <a:solidFill>
              <a:srgbClr val="DBA9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08547"/>
          </a:solidFill>
          <a:ln w="12700">
            <a:solidFill>
              <a:srgbClr val="50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19000" dirty="0"/>
          </a:p>
        </p:txBody>
      </p:sp>
      <p:sp>
        <p:nvSpPr>
          <p:cNvPr id="17" name="C2 F1 fathah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19000" dirty="0"/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C5C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8064"/>
          </a:solidFill>
          <a:ln w="12700">
            <a:solidFill>
              <a:srgbClr val="D880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5247"/>
          </a:solidFill>
          <a:ln w="12700">
            <a:solidFill>
              <a:srgbClr val="D152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B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7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دَأَ</a:t>
            </a:r>
            <a:endParaRPr lang="ar-SA" sz="70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C5F7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5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5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5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5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دَبَ</a:t>
            </a:r>
            <a:endParaRPr lang="ar-SA" sz="95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7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F2B64"/>
          </a:solidFill>
          <a:ln w="12700">
            <a:solidFill>
              <a:srgbClr val="5F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5D"/>
          </a:solidFill>
          <a:ln w="12700">
            <a:solidFill>
              <a:srgbClr val="79345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75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75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75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75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دَتَ</a:t>
            </a:r>
            <a:endParaRPr lang="ar-SA" sz="110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E8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7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7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5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7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7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دَثَ</a:t>
            </a:r>
            <a:endParaRPr lang="ar-SA" sz="100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C5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BC"/>
          </a:solidFill>
          <a:ln w="12700">
            <a:solidFill>
              <a:srgbClr val="5EEDBC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8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8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دَجَ</a:t>
            </a:r>
            <a:endParaRPr lang="ar-SA" sz="7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314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70"/>
          </a:solidFill>
          <a:ln w="12700">
            <a:solidFill>
              <a:srgbClr val="E0527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A9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8F"/>
          </a:solidFill>
          <a:ln w="12700">
            <a:solidFill>
              <a:srgbClr val="70DB8F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5F85"/>
          </a:solidFill>
          <a:ln w="12700">
            <a:solidFill>
              <a:srgbClr val="475F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8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8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5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8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دَحَ</a:t>
            </a:r>
            <a:endParaRPr lang="ar-SA" sz="74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DA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5D864"/>
          </a:solidFill>
          <a:ln w="12700">
            <a:solidFill>
              <a:srgbClr val="65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5FD147"/>
          </a:solidFill>
          <a:ln w="12700">
            <a:solidFill>
              <a:srgbClr val="5F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8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دَخَ</a:t>
            </a:r>
            <a:endParaRPr lang="ar-SA" sz="7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C5C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000" dirty="0"/>
          </a:p>
        </p:txBody>
      </p:sp>
      <p:sp>
        <p:nvSpPr>
          <p:cNvPr id="16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C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000" dirty="0"/>
          </a:p>
        </p:txBody>
      </p:sp>
      <p:sp>
        <p:nvSpPr>
          <p:cNvPr id="19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C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000" dirty="0"/>
          </a:p>
        </p:txBody>
      </p:sp>
      <p:sp>
        <p:nvSpPr>
          <p:cNvPr id="22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0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أَدَبَ</a:t>
            </a:r>
            <a:endParaRPr lang="ar-SA" sz="62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431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512B"/>
          </a:solidFill>
          <a:ln w="12700">
            <a:solidFill>
              <a:srgbClr val="6451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E7934"/>
          </a:solidFill>
          <a:ln w="12700">
            <a:solidFill>
              <a:srgbClr val="6E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500" dirty="0"/>
          </a:p>
        </p:txBody>
      </p:sp>
      <p:sp>
        <p:nvSpPr>
          <p:cNvPr id="17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5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B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500" dirty="0"/>
          </a:p>
        </p:txBody>
      </p:sp>
      <p:sp>
        <p:nvSpPr>
          <p:cNvPr id="20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5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B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500" dirty="0"/>
          </a:p>
        </p:txBody>
      </p:sp>
      <p:sp>
        <p:nvSpPr>
          <p:cNvPr id="23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5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4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بَدَتَ</a:t>
            </a:r>
            <a:endParaRPr lang="ar-SA" sz="87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C5F7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7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7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7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7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7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7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3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تَدَثَ</a:t>
            </a:r>
            <a:endParaRPr lang="ar-SA" sz="88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A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995EED"/>
          </a:solidFill>
          <a:ln w="12700">
            <a:solidFill>
              <a:srgbClr val="99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000" dirty="0"/>
          </a:p>
        </p:txBody>
      </p:sp>
      <p:sp>
        <p:nvSpPr>
          <p:cNvPr id="23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000" dirty="0"/>
          </a:p>
        </p:txBody>
      </p:sp>
      <p:sp>
        <p:nvSpPr>
          <p:cNvPr id="26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29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0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ثَدَجَ</a:t>
            </a:r>
            <a:endParaRPr lang="ar-SA" sz="66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42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94E052"/>
          </a:solidFill>
          <a:ln w="12700">
            <a:solidFill>
              <a:srgbClr val="94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90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470DB"/>
          </a:solidFill>
          <a:ln w="12700">
            <a:solidFill>
              <a:srgbClr val="74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6E"/>
          </a:solidFill>
          <a:ln w="12700">
            <a:solidFill>
              <a:srgbClr val="85476E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20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000" dirty="0"/>
          </a:p>
        </p:txBody>
      </p:sp>
      <p:sp>
        <p:nvSpPr>
          <p:cNvPr id="23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0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26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0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جَدَحَ</a:t>
            </a:r>
            <a:endParaRPr lang="ar-SA" sz="66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C5E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82D8"/>
          </a:solidFill>
          <a:ln w="12700">
            <a:solidFill>
              <a:srgbClr val="6482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82D1"/>
          </a:solidFill>
          <a:ln w="12700">
            <a:solidFill>
              <a:srgbClr val="4782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6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0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6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B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حَدَخَ</a:t>
            </a:r>
            <a:endParaRPr lang="ar-SA" sz="66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C5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16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9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000" dirty="0"/>
          </a:p>
        </p:txBody>
      </p:sp>
      <p:sp>
        <p:nvSpPr>
          <p:cNvPr id="19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9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000" dirty="0"/>
          </a:p>
        </p:txBody>
      </p:sp>
      <p:sp>
        <p:nvSpPr>
          <p:cNvPr id="22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0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9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خَدَأَ</a:t>
            </a:r>
            <a:endParaRPr lang="ar-SA" sz="62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8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42"/>
          </a:solidFill>
          <a:ln w="12700">
            <a:solidFill>
              <a:srgbClr val="2B6442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73"/>
          </a:solidFill>
          <a:ln w="12700">
            <a:solidFill>
              <a:srgbClr val="34797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8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8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6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أَدَ</a:t>
            </a:r>
            <a:endParaRPr lang="ar-SA" sz="7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CF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5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5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5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5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بَدَ</a:t>
            </a:r>
            <a:endParaRPr lang="ar-SA" sz="98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DE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755E"/>
          </a:solidFill>
          <a:ln w="12700">
            <a:solidFill>
              <a:srgbClr val="ED75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75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75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8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75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75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تَدَ</a:t>
            </a:r>
            <a:endParaRPr lang="ar-SA" sz="10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443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B8E0"/>
          </a:solidFill>
          <a:ln w="12700">
            <a:solidFill>
              <a:srgbClr val="52B8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A2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87"/>
          </a:solidFill>
          <a:ln w="12700">
            <a:solidFill>
              <a:srgbClr val="DB7087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D8547"/>
          </a:solidFill>
          <a:ln w="12700">
            <a:solidFill>
              <a:srgbClr val="7D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7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7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7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7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6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ثَدَ</a:t>
            </a:r>
            <a:endParaRPr lang="ar-SA" sz="85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C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9F"/>
          </a:solidFill>
          <a:ln w="12700">
            <a:solidFill>
              <a:srgbClr val="D8649F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A4"/>
          </a:solidFill>
          <a:ln w="12700">
            <a:solidFill>
              <a:srgbClr val="D147A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3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جَدَ</a:t>
            </a:r>
            <a:endParaRPr lang="ar-SA" sz="99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E4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6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8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B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حَدَ</a:t>
            </a:r>
            <a:endParaRPr lang="ar-SA" sz="110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42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42B64"/>
          </a:solidFill>
          <a:ln w="12700">
            <a:solidFill>
              <a:srgbClr val="34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23479"/>
          </a:solidFill>
          <a:ln w="12700">
            <a:solidFill>
              <a:srgbClr val="62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9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8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A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خَدَ</a:t>
            </a:r>
            <a:endParaRPr lang="ar-SA" sz="109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C5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1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14200" dirty="0"/>
          </a:p>
        </p:txBody>
      </p:sp>
      <p:sp>
        <p:nvSpPr>
          <p:cNvPr id="12" name="C2 F1 fathah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142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C5F7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6BED5E"/>
          </a:solidFill>
          <a:ln w="12700">
            <a:solidFill>
              <a:srgbClr val="6B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8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A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8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ذَأَ</a:t>
            </a:r>
            <a:endParaRPr lang="ar-SA" sz="70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2D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DB"/>
          </a:solidFill>
          <a:ln w="12700">
            <a:solidFill>
              <a:srgbClr val="E052DB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B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A2DB70"/>
          </a:solidFill>
          <a:ln w="12700">
            <a:solidFill>
              <a:srgbClr val="A2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7D"/>
          </a:solidFill>
          <a:ln w="12700">
            <a:solidFill>
              <a:srgbClr val="47857D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5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5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7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5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5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ذَبَ</a:t>
            </a:r>
            <a:endParaRPr lang="ar-SA" sz="93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EE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BCD864"/>
          </a:solidFill>
          <a:ln w="12700">
            <a:solidFill>
              <a:srgbClr val="BC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C6D147"/>
          </a:solidFill>
          <a:ln w="12700">
            <a:solidFill>
              <a:srgbClr val="C6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74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74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4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74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74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ذَتَ</a:t>
            </a:r>
            <a:endParaRPr lang="ar-SA" sz="93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C5F1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7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7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3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7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7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9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ذَثَ</a:t>
            </a:r>
            <a:endParaRPr lang="ar-SA" sz="93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431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30"/>
          </a:solidFill>
          <a:ln w="12700">
            <a:solidFill>
              <a:srgbClr val="642B30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5134"/>
          </a:solidFill>
          <a:ln w="12700">
            <a:solidFill>
              <a:srgbClr val="7951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8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AD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ذَجَ</a:t>
            </a:r>
            <a:endParaRPr lang="ar-SA" sz="7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D4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A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8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ذَحَ</a:t>
            </a:r>
            <a:endParaRPr lang="ar-SA" sz="74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C5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8FED"/>
          </a:solidFill>
          <a:ln w="12700">
            <a:solidFill>
              <a:srgbClr val="5E8F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8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D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C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ذَخَ</a:t>
            </a:r>
            <a:endParaRPr lang="ar-SA" sz="74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4321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C252"/>
          </a:solidFill>
          <a:ln w="12700">
            <a:solidFill>
              <a:srgbClr val="E0C2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D5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BDDB"/>
          </a:solidFill>
          <a:ln w="12700">
            <a:solidFill>
              <a:srgbClr val="70BD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D4785"/>
          </a:solidFill>
          <a:ln w="12700">
            <a:solidFill>
              <a:srgbClr val="6D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74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74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A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74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74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3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ذَدَ</a:t>
            </a:r>
            <a:endParaRPr lang="ar-SA" sz="93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C5F7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D8"/>
          </a:solidFill>
          <a:ln w="12700">
            <a:solidFill>
              <a:srgbClr val="64D8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BA"/>
          </a:solidFill>
          <a:ln w="12700">
            <a:solidFill>
              <a:srgbClr val="47D1B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0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0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0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5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أَذَبَ</a:t>
            </a:r>
            <a:endParaRPr lang="ar-SA" sz="62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0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500" dirty="0"/>
          </a:p>
        </p:txBody>
      </p:sp>
      <p:sp>
        <p:nvSpPr>
          <p:cNvPr id="16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5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500" dirty="0"/>
          </a:p>
        </p:txBody>
      </p:sp>
      <p:sp>
        <p:nvSpPr>
          <p:cNvPr id="19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5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500" dirty="0"/>
          </a:p>
        </p:txBody>
      </p:sp>
      <p:sp>
        <p:nvSpPr>
          <p:cNvPr id="22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5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7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بَذَتَ</a:t>
            </a:r>
            <a:endParaRPr lang="ar-SA" sz="82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3B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E642B"/>
          </a:solidFill>
          <a:ln w="12700">
            <a:solidFill>
              <a:srgbClr val="3E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3F"/>
          </a:solidFill>
          <a:ln w="12700">
            <a:solidFill>
              <a:srgbClr val="34793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700" dirty="0"/>
          </a:p>
        </p:txBody>
      </p:sp>
      <p:sp>
        <p:nvSpPr>
          <p:cNvPr id="17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7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700" dirty="0"/>
          </a:p>
        </p:txBody>
      </p:sp>
      <p:sp>
        <p:nvSpPr>
          <p:cNvPr id="20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7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700" dirty="0"/>
          </a:p>
        </p:txBody>
      </p:sp>
      <p:sp>
        <p:nvSpPr>
          <p:cNvPr id="23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7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تَذَثَ</a:t>
            </a:r>
            <a:endParaRPr lang="ar-SA" sz="82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C5E0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0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7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0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7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ثَذَجَ</a:t>
            </a:r>
            <a:endParaRPr lang="ar-SA" sz="66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7C5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B2"/>
          </a:solidFill>
          <a:ln w="12700">
            <a:solidFill>
              <a:srgbClr val="ED5EB2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23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A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000" dirty="0"/>
          </a:p>
        </p:txBody>
      </p:sp>
      <p:sp>
        <p:nvSpPr>
          <p:cNvPr id="26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A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29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0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7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جَذَحَ</a:t>
            </a:r>
            <a:endParaRPr lang="ar-SA" sz="66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443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9E"/>
          </a:solidFill>
          <a:ln w="12700">
            <a:solidFill>
              <a:srgbClr val="52E09E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EE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D7"/>
          </a:solidFill>
          <a:ln w="12700">
            <a:solidFill>
              <a:srgbClr val="DB70D7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5E47"/>
          </a:solidFill>
          <a:ln w="12700">
            <a:solidFill>
              <a:srgbClr val="855E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20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D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000" dirty="0"/>
          </a:p>
        </p:txBody>
      </p:sp>
      <p:sp>
        <p:nvSpPr>
          <p:cNvPr id="23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0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D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26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0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5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حَذَخَ</a:t>
            </a:r>
            <a:endParaRPr lang="ar-SA" sz="66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D5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BB64D8"/>
          </a:solidFill>
          <a:ln w="12700">
            <a:solidFill>
              <a:srgbClr val="BB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9747D1"/>
          </a:solidFill>
          <a:ln w="12700">
            <a:solidFill>
              <a:srgbClr val="97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0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0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خَذَدَ</a:t>
            </a:r>
            <a:endParaRPr lang="ar-SA" sz="82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7E4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000" dirty="0"/>
          </a:p>
        </p:txBody>
      </p:sp>
      <p:sp>
        <p:nvSpPr>
          <p:cNvPr id="16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6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000" dirty="0"/>
          </a:p>
        </p:txBody>
      </p:sp>
      <p:sp>
        <p:nvSpPr>
          <p:cNvPr id="19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6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000" dirty="0"/>
          </a:p>
        </p:txBody>
      </p:sp>
      <p:sp>
        <p:nvSpPr>
          <p:cNvPr id="22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0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6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دَذَأَ</a:t>
            </a:r>
            <a:endParaRPr lang="ar-SA" sz="62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44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4C64"/>
          </a:solidFill>
          <a:ln w="12700">
            <a:solidFill>
              <a:srgbClr val="2B4C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3A79"/>
          </a:solidFill>
          <a:ln w="12700">
            <a:solidFill>
              <a:srgbClr val="343A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8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8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7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أَذَ</a:t>
            </a:r>
            <a:endParaRPr lang="ar-SA" sz="70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7C5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5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5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5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5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بَذَ</a:t>
            </a:r>
            <a:endParaRPr lang="ar-SA" sz="93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DE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D6ED5E"/>
          </a:solidFill>
          <a:ln w="12700">
            <a:solidFill>
              <a:srgbClr val="D6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74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74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7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74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74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A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تَذَ</a:t>
            </a:r>
            <a:endParaRPr lang="ar-SA" sz="93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141E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7B52E0"/>
          </a:solidFill>
          <a:ln w="12700">
            <a:solidFill>
              <a:srgbClr val="7B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DD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C570"/>
          </a:solidFill>
          <a:ln w="12700">
            <a:solidFill>
              <a:srgbClr val="DBC5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4F"/>
          </a:solidFill>
          <a:ln w="12700">
            <a:solidFill>
              <a:srgbClr val="47854F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7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7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B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7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7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9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ثَذَ</a:t>
            </a:r>
            <a:endParaRPr lang="ar-SA" sz="85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7C9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9E64"/>
          </a:solidFill>
          <a:ln w="12700">
            <a:solidFill>
              <a:srgbClr val="D89E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7547"/>
          </a:solidFill>
          <a:ln w="12700">
            <a:solidFill>
              <a:srgbClr val="D175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C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5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جَذَ</a:t>
            </a:r>
            <a:endParaRPr lang="ar-SA" sz="93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C5F7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8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3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حَذَ</a:t>
            </a:r>
            <a:endParaRPr lang="ar-SA" sz="93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33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5B"/>
          </a:solidFill>
          <a:ln w="12700">
            <a:solidFill>
              <a:srgbClr val="642B5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4B"/>
          </a:solidFill>
          <a:ln w="12700">
            <a:solidFill>
              <a:srgbClr val="79344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6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8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خَذَ</a:t>
            </a:r>
            <a:endParaRPr lang="ar-SA" sz="93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7F5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74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74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2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74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74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دَذَ</a:t>
            </a:r>
            <a:endParaRPr lang="ar-SA" sz="93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C5E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E1"/>
          </a:solidFill>
          <a:ln w="12700">
            <a:solidFill>
              <a:srgbClr val="5EEDE1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1 W1 pill"/>
          <p:cNvSpPr/>
          <p:nvPr/>
        </p:nvSpPr>
        <p:spPr>
          <a:xfrm>
            <a:off x="4707572" y="896112"/>
            <a:ext cx="1981478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45E2"/>
            </a:solidFill>
            <a:prstDash val="solid"/>
          </a:ln>
        </p:spPr>
      </p:sp>
      <p:sp>
        <p:nvSpPr>
          <p:cNvPr id="19" name="C1 W1 word"/>
          <p:cNvSpPr txBox="1"/>
          <p:nvPr/>
        </p:nvSpPr>
        <p:spPr>
          <a:xfrm>
            <a:off x="4707572" y="896112"/>
            <a:ext cx="1981478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ذَهَبَ</a:t>
            </a:r>
            <a:endParaRPr lang="ar-SA" sz="4600" dirty="0"/>
          </a:p>
        </p:txBody>
      </p:sp>
      <p:sp>
        <p:nvSpPr>
          <p:cNvPr id="20" name="C2 W2 pill"/>
          <p:cNvSpPr/>
          <p:nvPr/>
        </p:nvSpPr>
        <p:spPr>
          <a:xfrm>
            <a:off x="2454950" y="896112"/>
            <a:ext cx="193258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45"/>
            </a:solidFill>
            <a:prstDash val="solid"/>
          </a:ln>
        </p:spPr>
      </p:sp>
      <p:sp>
        <p:nvSpPr>
          <p:cNvPr id="21" name="C2 W2 word"/>
          <p:cNvSpPr txBox="1"/>
          <p:nvPr/>
        </p:nvSpPr>
        <p:spPr>
          <a:xfrm>
            <a:off x="2454950" y="896112"/>
            <a:ext cx="193258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وَرَجَعَ</a:t>
            </a:r>
            <a:endParaRPr lang="ar-SA" sz="4600" dirty="0"/>
          </a:p>
        </p:txBody>
      </p:sp>
      <p:sp>
        <p:nvSpPr>
          <p:cNvPr id="22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A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3 S panel"/>
          <p:cNvSpPr/>
          <p:nvPr/>
        </p:nvSpPr>
        <p:spPr>
          <a:xfrm>
            <a:off x="2836431" y="2834640"/>
            <a:ext cx="3471137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4" name="C3 S sentence"/>
          <p:cNvSpPr txBox="1"/>
          <p:nvPr/>
        </p:nvSpPr>
        <p:spPr>
          <a:xfrm>
            <a:off x="2836431" y="2834640"/>
            <a:ext cx="3471137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ذَهَبَ وَرَجَعَ</a:t>
            </a:r>
            <a:endParaRPr lang="ar-SA" sz="47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4314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752"/>
          </a:solidFill>
          <a:ln w="12700">
            <a:solidFill>
              <a:srgbClr val="E057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C3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AA"/>
          </a:solidFill>
          <a:ln w="12700">
            <a:solidFill>
              <a:srgbClr val="70DBAA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4F85"/>
          </a:solidFill>
          <a:ln w="12700">
            <a:solidFill>
              <a:srgbClr val="474F85"/>
            </a:solidFill>
            <a:prstDash val="solid"/>
          </a:ln>
        </p:spPr>
      </p:sp>
      <p:sp>
        <p:nvSpPr>
          <p:cNvPr id="15" name="C1 W1 pill"/>
          <p:cNvSpPr/>
          <p:nvPr/>
        </p:nvSpPr>
        <p:spPr>
          <a:xfrm>
            <a:off x="5001596" y="896112"/>
            <a:ext cx="1615243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5A36"/>
            </a:solidFill>
            <a:prstDash val="solid"/>
          </a:ln>
        </p:spPr>
      </p:sp>
      <p:sp>
        <p:nvSpPr>
          <p:cNvPr id="16" name="C1 W1 word"/>
          <p:cNvSpPr txBox="1"/>
          <p:nvPr/>
        </p:nvSpPr>
        <p:spPr>
          <a:xfrm>
            <a:off x="5001596" y="896112"/>
            <a:ext cx="1615243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رَكَعَ</a:t>
            </a:r>
            <a:endParaRPr lang="ar-SA" sz="4600" dirty="0"/>
          </a:p>
        </p:txBody>
      </p:sp>
      <p:sp>
        <p:nvSpPr>
          <p:cNvPr id="17" name="C2 W2 pill"/>
          <p:cNvSpPr/>
          <p:nvPr/>
        </p:nvSpPr>
        <p:spPr>
          <a:xfrm>
            <a:off x="2527161" y="896112"/>
            <a:ext cx="2154396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5A"/>
            </a:solidFill>
            <a:prstDash val="solid"/>
          </a:ln>
        </p:spPr>
      </p:sp>
      <p:sp>
        <p:nvSpPr>
          <p:cNvPr id="18" name="C2 W2 word"/>
          <p:cNvSpPr txBox="1"/>
          <p:nvPr/>
        </p:nvSpPr>
        <p:spPr>
          <a:xfrm>
            <a:off x="2527161" y="896112"/>
            <a:ext cx="2154396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وَسَجَدَ</a:t>
            </a:r>
            <a:endParaRPr lang="ar-SA" sz="4600" dirty="0"/>
          </a:p>
        </p:txBody>
      </p:sp>
      <p:sp>
        <p:nvSpPr>
          <p:cNvPr id="19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9B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3 S panel"/>
          <p:cNvSpPr/>
          <p:nvPr/>
        </p:nvSpPr>
        <p:spPr>
          <a:xfrm>
            <a:off x="2842249" y="2834640"/>
            <a:ext cx="3459502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3 S sentence"/>
          <p:cNvSpPr txBox="1"/>
          <p:nvPr/>
        </p:nvSpPr>
        <p:spPr>
          <a:xfrm>
            <a:off x="2842249" y="2834640"/>
            <a:ext cx="3459502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رَكَعَ وَسَجَدَ</a:t>
            </a:r>
            <a:endParaRPr lang="ar-SA" sz="47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CD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81"/>
          </a:solidFill>
          <a:ln w="12700">
            <a:solidFill>
              <a:srgbClr val="64D881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53"/>
          </a:solidFill>
          <a:ln w="12700">
            <a:solidFill>
              <a:srgbClr val="47D15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4808255" y="896112"/>
            <a:ext cx="221440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8C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4808255" y="896112"/>
            <a:ext cx="221440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دَرَسَ</a:t>
            </a:r>
            <a:endParaRPr lang="ar-SA" sz="5600" dirty="0"/>
          </a:p>
        </p:txBody>
      </p:sp>
      <p:sp>
        <p:nvSpPr>
          <p:cNvPr id="12" name="C2 W2 pill"/>
          <p:cNvSpPr/>
          <p:nvPr/>
        </p:nvSpPr>
        <p:spPr>
          <a:xfrm>
            <a:off x="2121343" y="896112"/>
            <a:ext cx="236687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8C36E2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121343" y="896112"/>
            <a:ext cx="236687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وَكَتَبَ</a:t>
            </a:r>
            <a:endParaRPr lang="ar-SA" sz="56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2E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2451944" y="2834640"/>
            <a:ext cx="4240113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2451944" y="2834640"/>
            <a:ext cx="4240113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دَرَسَ وَكَتَبَ</a:t>
            </a:r>
            <a:endParaRPr lang="ar-SA" sz="57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CB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1 W1 pill"/>
          <p:cNvSpPr/>
          <p:nvPr/>
        </p:nvSpPr>
        <p:spPr>
          <a:xfrm>
            <a:off x="5064173" y="896112"/>
            <a:ext cx="1812018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BE36E2"/>
            </a:solidFill>
            <a:prstDash val="solid"/>
          </a:ln>
        </p:spPr>
      </p:sp>
      <p:sp>
        <p:nvSpPr>
          <p:cNvPr id="12" name="C1 W1 word"/>
          <p:cNvSpPr txBox="1"/>
          <p:nvPr/>
        </p:nvSpPr>
        <p:spPr>
          <a:xfrm>
            <a:off x="5064173" y="896112"/>
            <a:ext cx="1812018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ذَكَرَ</a:t>
            </a:r>
            <a:endParaRPr lang="ar-SA" sz="5600" dirty="0"/>
          </a:p>
        </p:txBody>
      </p:sp>
      <p:sp>
        <p:nvSpPr>
          <p:cNvPr id="13" name="C2 W2 pill"/>
          <p:cNvSpPr/>
          <p:nvPr/>
        </p:nvSpPr>
        <p:spPr>
          <a:xfrm>
            <a:off x="2267809" y="896112"/>
            <a:ext cx="2476323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BE36"/>
            </a:solidFill>
            <a:prstDash val="solid"/>
          </a:ln>
        </p:spPr>
      </p:sp>
      <p:sp>
        <p:nvSpPr>
          <p:cNvPr id="14" name="C2 W2 word"/>
          <p:cNvSpPr txBox="1"/>
          <p:nvPr/>
        </p:nvSpPr>
        <p:spPr>
          <a:xfrm>
            <a:off x="2267809" y="896112"/>
            <a:ext cx="2476323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وَشَكَرَ</a:t>
            </a:r>
            <a:endParaRPr lang="ar-SA" sz="5600" dirty="0"/>
          </a:p>
        </p:txBody>
      </p:sp>
      <p:sp>
        <p:nvSpPr>
          <p:cNvPr id="15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4B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3 S panel"/>
          <p:cNvSpPr/>
          <p:nvPr/>
        </p:nvSpPr>
        <p:spPr>
          <a:xfrm>
            <a:off x="2590807" y="2834640"/>
            <a:ext cx="3962387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3 S sentence"/>
          <p:cNvSpPr txBox="1"/>
          <p:nvPr/>
        </p:nvSpPr>
        <p:spPr>
          <a:xfrm>
            <a:off x="2590807" y="2834640"/>
            <a:ext cx="3962387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ذَكَرَ وَشَكَرَ</a:t>
            </a:r>
            <a:endParaRPr lang="ar-SA" sz="57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51</Slides>
  <Notes>51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Fathah reading 05-dal-dhal</dc:title>
  <dc:subject>PptxGenJS Presentation</dc:subject>
  <dc:creator>PptxGenJS</dc:creator>
  <cp:lastModifiedBy>PptxGenJS</cp:lastModifiedBy>
  <cp:revision>1</cp:revision>
  <dcterms:created xsi:type="dcterms:W3CDTF">2026-10-21T16:51:18Z</dcterms:created>
  <dcterms:modified xsi:type="dcterms:W3CDTF">2026-10-21T16:51:18Z</dcterms:modified>
</cp:coreProperties>
</file>