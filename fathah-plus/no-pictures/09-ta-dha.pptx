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29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2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752"/>
          </a:solidFill>
          <a:ln w="12700">
            <a:solidFill>
              <a:srgbClr val="E06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2"/>
          </a:solidFill>
          <a:ln w="12700">
            <a:solidFill>
              <a:srgbClr val="47D1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طَتَ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طَثَ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5EED"/>
          </a:solidFill>
          <a:ln w="12700">
            <a:solidFill>
              <a:srgbClr val="C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64D8"/>
          </a:solidFill>
          <a:ln w="12700">
            <a:solidFill>
              <a:srgbClr val="7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FD1"/>
          </a:solidFill>
          <a:ln w="12700">
            <a:solidFill>
              <a:srgbClr val="474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A5E"/>
          </a:solidFill>
          <a:ln w="12700">
            <a:solidFill>
              <a:srgbClr val="EDA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3E0"/>
          </a:solidFill>
          <a:ln w="12700">
            <a:solidFill>
              <a:srgbClr val="528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بَطَتَ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تَطَثَ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ثَطَجَ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جَطَحَ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حَطَخَ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خَطَدَ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ذَطَرَ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رَطَزَ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E052"/>
          </a:solidFill>
          <a:ln w="12700">
            <a:solidFill>
              <a:srgbClr val="C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زَطَسَ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6D1"/>
          </a:solidFill>
          <a:ln w="12700">
            <a:solidFill>
              <a:srgbClr val="47B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سَطَشَ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شَطَصَ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صَطَضَ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ضَطَأَ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3"/>
          </a:solidFill>
          <a:ln w="12700">
            <a:solidFill>
              <a:srgbClr val="52E0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0"/>
          </a:solidFill>
          <a:ln w="12700">
            <a:solidFill>
              <a:srgbClr val="DB70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B"/>
          </a:solidFill>
          <a:ln w="12700">
            <a:solidFill>
              <a:srgbClr val="D864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47D1"/>
          </a:solidFill>
          <a:ln w="12700">
            <a:solidFill>
              <a:srgbClr val="C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ED5E"/>
          </a:solidFill>
          <a:ln w="12700">
            <a:solidFill>
              <a:srgbClr val="A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52E0"/>
          </a:solidFill>
          <a:ln w="12700">
            <a:solidFill>
              <a:srgbClr val="A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DB70"/>
          </a:solidFill>
          <a:ln w="12700">
            <a:solidFill>
              <a:srgbClr val="C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864"/>
          </a:solidFill>
          <a:ln w="12700">
            <a:solidFill>
              <a:srgbClr val="D8C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747"/>
          </a:solidFill>
          <a:ln w="12700">
            <a:solidFill>
              <a:srgbClr val="D1A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634"/>
          </a:solidFill>
          <a:ln w="12700">
            <a:solidFill>
              <a:srgbClr val="793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5ED"/>
          </a:solidFill>
          <a:ln w="12700">
            <a:solidFill>
              <a:srgbClr val="5EC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C52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1"/>
          </a:solidFill>
          <a:ln w="12700">
            <a:solidFill>
              <a:srgbClr val="70DB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4785"/>
          </a:solidFill>
          <a:ln w="12700">
            <a:solidFill>
              <a:srgbClr val="5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B"/>
          </a:solidFill>
          <a:ln w="12700">
            <a:solidFill>
              <a:srgbClr val="64D8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5"/>
          </a:solidFill>
          <a:ln w="12700">
            <a:solidFill>
              <a:srgbClr val="47D1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29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2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7934"/>
          </a:solidFill>
          <a:ln w="12700">
            <a:solidFill>
              <a:srgbClr val="4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ظَبَ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9"/>
          </a:solidFill>
          <a:ln w="12700">
            <a:solidFill>
              <a:srgbClr val="ED5E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8"/>
          </a:solidFill>
          <a:ln w="12700">
            <a:solidFill>
              <a:srgbClr val="52E0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70DB"/>
          </a:solidFill>
          <a:ln w="12700">
            <a:solidFill>
              <a:srgbClr val="B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ظَثَ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64D8"/>
          </a:solidFill>
          <a:ln w="12700">
            <a:solidFill>
              <a:srgbClr val="8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47D1"/>
          </a:solidFill>
          <a:ln w="12700">
            <a:solidFill>
              <a:srgbClr val="6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ظَخَ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ظَدَ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E5E"/>
          </a:solidFill>
          <a:ln w="12700">
            <a:solidFill>
              <a:srgbClr val="EDC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FE0"/>
          </a:solidFill>
          <a:ln w="12700">
            <a:solidFill>
              <a:srgbClr val="525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C70"/>
          </a:solidFill>
          <a:ln w="12700">
            <a:solidFill>
              <a:srgbClr val="DB9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ظَرَ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164"/>
          </a:solidFill>
          <a:ln w="12700">
            <a:solidFill>
              <a:srgbClr val="D87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E"/>
          </a:solidFill>
          <a:ln w="12700">
            <a:solidFill>
              <a:srgbClr val="D147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ظَزَ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ظَسَ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ظَشَ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ظَصَ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A"/>
          </a:solidFill>
          <a:ln w="12700">
            <a:solidFill>
              <a:srgbClr val="5EED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2"/>
          </a:solidFill>
          <a:ln w="12700">
            <a:solidFill>
              <a:srgbClr val="E052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1"/>
          </a:solidFill>
          <a:ln w="12700">
            <a:solidFill>
              <a:srgbClr val="70DB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ظَطَ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D864"/>
          </a:solidFill>
          <a:ln w="12700">
            <a:solidFill>
              <a:srgbClr val="7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D147"/>
          </a:solidFill>
          <a:ln w="12700">
            <a:solidFill>
              <a:srgbClr val="7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بَظَتَ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7934"/>
          </a:solidFill>
          <a:ln w="12700">
            <a:solidFill>
              <a:srgbClr val="7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تَظَثَ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ثَظَجَ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5EED"/>
          </a:solidFill>
          <a:ln w="12700">
            <a:solidFill>
              <a:srgbClr val="8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جَظَحَ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E052"/>
          </a:solidFill>
          <a:ln w="12700">
            <a:solidFill>
              <a:srgbClr val="A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ADB"/>
          </a:solidFill>
          <a:ln w="12700">
            <a:solidFill>
              <a:srgbClr val="707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حَظَخَ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0D8"/>
          </a:solidFill>
          <a:ln w="12700">
            <a:solidFill>
              <a:srgbClr val="649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3D1"/>
          </a:solidFill>
          <a:ln w="12700">
            <a:solidFill>
              <a:srgbClr val="479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خَظَدَ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دَظَذَ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رَظَزَ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35E"/>
          </a:solidFill>
          <a:ln w="12700">
            <a:solidFill>
              <a:srgbClr val="ED6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زَظَسَ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AE0"/>
          </a:solidFill>
          <a:ln w="12700">
            <a:solidFill>
              <a:srgbClr val="52C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5"/>
          </a:solidFill>
          <a:ln w="12700">
            <a:solidFill>
              <a:srgbClr val="DB70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سَظَشَ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D"/>
          </a:solidFill>
          <a:ln w="12700">
            <a:solidFill>
              <a:srgbClr val="D864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5"/>
          </a:solidFill>
          <a:ln w="12700">
            <a:solidFill>
              <a:srgbClr val="D147B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شَظَصَ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صَظَضَ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ضَظَطَ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ED5E"/>
          </a:solidFill>
          <a:ln w="12700">
            <a:solidFill>
              <a:srgbClr val="7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52E0"/>
          </a:solidFill>
          <a:ln w="12700">
            <a:solidFill>
              <a:srgbClr val="D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DB70"/>
          </a:solidFill>
          <a:ln w="12700">
            <a:solidFill>
              <a:srgbClr val="A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D864"/>
          </a:solidFill>
          <a:ln w="12700">
            <a:solidFill>
              <a:srgbClr val="C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B47"/>
          </a:solidFill>
          <a:ln w="12700">
            <a:solidFill>
              <a:srgbClr val="D1C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1ED"/>
          </a:solidFill>
          <a:ln w="12700">
            <a:solidFill>
              <a:srgbClr val="5EA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052"/>
          </a:solidFill>
          <a:ln w="12700">
            <a:solidFill>
              <a:srgbClr val="E0B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8"/>
          </a:solidFill>
          <a:ln w="12700">
            <a:solidFill>
              <a:srgbClr val="47D1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4"/>
          </a:solidFill>
          <a:ln w="12700">
            <a:solidFill>
              <a:srgbClr val="ED5E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C"/>
          </a:solidFill>
          <a:ln w="12700">
            <a:solidFill>
              <a:srgbClr val="52E0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70DB"/>
          </a:solidFill>
          <a:ln w="12700">
            <a:solidFill>
              <a:srgbClr val="D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47D1"/>
          </a:solidFill>
          <a:ln w="12700">
            <a:solidFill>
              <a:srgbClr val="8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96575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96575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668383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68383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6960" y="2834640"/>
            <a:ext cx="31100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6960" y="2834640"/>
            <a:ext cx="31100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71275" y="896112"/>
            <a:ext cx="18873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71275" y="896112"/>
            <a:ext cx="18873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535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535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35912" y="2834640"/>
            <a:ext cx="3272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35912" y="2834640"/>
            <a:ext cx="3272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 وَأَخَذَ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ED5E"/>
          </a:solidFill>
          <a:ln w="12700">
            <a:solidFill>
              <a:srgbClr val="E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53354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53354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75257" y="896112"/>
            <a:ext cx="22580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75257" y="896112"/>
            <a:ext cx="22580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6888" y="2834640"/>
            <a:ext cx="37102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6888" y="2834640"/>
            <a:ext cx="37102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 وَسَطَعَ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2614" y="896112"/>
            <a:ext cx="17717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2614" y="896112"/>
            <a:ext cx="17717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9595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F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9595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03060" y="2834640"/>
            <a:ext cx="35378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03060" y="2834640"/>
            <a:ext cx="35378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 وَرَسَمَ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09-ta-dha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