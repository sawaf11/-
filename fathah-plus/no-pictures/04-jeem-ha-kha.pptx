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C"/>
          </a:solidFill>
          <a:ln w="12700">
            <a:solidFill>
              <a:srgbClr val="5EED8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1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1"/>
          </a:solidFill>
          <a:ln w="12700">
            <a:solidFill>
              <a:srgbClr val="E052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5EED"/>
          </a:solidFill>
          <a:ln w="12700">
            <a:solidFill>
              <a:srgbClr val="6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1DB"/>
          </a:solidFill>
          <a:ln w="12700">
            <a:solidFill>
              <a:srgbClr val="709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بَجَتَ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تَجَثَ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ثَجَحَ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8"/>
          </a:solidFill>
          <a:ln w="12700">
            <a:solidFill>
              <a:srgbClr val="ED5E7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حَجَخَ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خَجَدَ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52E0"/>
          </a:solidFill>
          <a:ln w="12700">
            <a:solidFill>
              <a:srgbClr val="B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D64"/>
          </a:solidFill>
          <a:ln w="12700">
            <a:solidFill>
              <a:srgbClr val="D8C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D47"/>
          </a:solidFill>
          <a:ln w="12700">
            <a:solidFill>
              <a:srgbClr val="D1A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1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1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FED"/>
          </a:solidFill>
          <a:ln w="12700">
            <a:solidFill>
              <a:srgbClr val="5EB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11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10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11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3"/>
          </a:solidFill>
          <a:ln w="12700">
            <a:solidFill>
              <a:srgbClr val="ED5E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E"/>
          </a:solidFill>
          <a:ln w="12700">
            <a:solidFill>
              <a:srgbClr val="52E06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تَحَثَ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ثَحَجَ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جَحَخَ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خَحَدَ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45E"/>
          </a:solidFill>
          <a:ln w="12700">
            <a:solidFill>
              <a:srgbClr val="EDD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دَحَأَ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9E0"/>
          </a:solidFill>
          <a:ln w="12700">
            <a:solidFill>
              <a:srgbClr val="525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664"/>
          </a:solidFill>
          <a:ln w="12700">
            <a:solidFill>
              <a:srgbClr val="D87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9"/>
          </a:solidFill>
          <a:ln w="12700">
            <a:solidFill>
              <a:srgbClr val="D147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0"/>
          </a:solidFill>
          <a:ln w="12700">
            <a:solidFill>
              <a:srgbClr val="5EED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D"/>
          </a:solidFill>
          <a:ln w="12700">
            <a:solidFill>
              <a:srgbClr val="E052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D864"/>
          </a:solidFill>
          <a:ln w="12700">
            <a:solidFill>
              <a:srgbClr val="6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D147"/>
          </a:solidFill>
          <a:ln w="12700">
            <a:solidFill>
              <a:srgbClr val="6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11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1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10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10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E052"/>
          </a:solidFill>
          <a:ln w="12700">
            <a:solidFill>
              <a:srgbClr val="A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ED1"/>
          </a:solidFill>
          <a:ln w="12700">
            <a:solidFill>
              <a:srgbClr val="478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10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بَخَتَ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تَخَثَ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0"/>
          </a:solidFill>
          <a:ln w="12700">
            <a:solidFill>
              <a:srgbClr val="DB70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ED5E"/>
          </a:solidFill>
          <a:ln w="12700">
            <a:solidFill>
              <a:srgbClr val="7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83189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83189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181926" y="896112"/>
            <a:ext cx="22812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9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81926" y="896112"/>
            <a:ext cx="22812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2087" y="2834640"/>
            <a:ext cx="41198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2087" y="2834640"/>
            <a:ext cx="41198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وَكَتَبَ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24334" y="896112"/>
            <a:ext cx="17479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B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24334" y="896112"/>
            <a:ext cx="17479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71712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1712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1799" y="2834640"/>
            <a:ext cx="33804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1799" y="2834640"/>
            <a:ext cx="33804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 وَرَجَعَ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E"/>
          </a:solidFill>
          <a:ln w="12700">
            <a:solidFill>
              <a:srgbClr val="47D1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96575" y="896112"/>
            <a:ext cx="16790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96575" y="896112"/>
            <a:ext cx="16790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8383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8383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6960" y="2834640"/>
            <a:ext cx="31100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6960" y="2834640"/>
            <a:ext cx="31100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 وَأَكَلَ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27663" y="896112"/>
            <a:ext cx="18360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27663" y="896112"/>
            <a:ext cx="18360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80325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5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80325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92171" y="2834640"/>
            <a:ext cx="35596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92171" y="2834640"/>
            <a:ext cx="35596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 وَخَرَجَ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0745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0745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594427" y="896112"/>
            <a:ext cx="20362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2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94427" y="896112"/>
            <a:ext cx="20362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45220" y="2834640"/>
            <a:ext cx="32535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45220" y="2834640"/>
            <a:ext cx="32535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 وَدَخَلَ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04-jeem-ha-kha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