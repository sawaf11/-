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1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تَجَثَ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خَجَدَ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1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تَحَثَ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خَحَدَ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1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8318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8318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181926" y="896112"/>
            <a:ext cx="22812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1926" y="896112"/>
            <a:ext cx="22812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087" y="2834640"/>
            <a:ext cx="41198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087" y="2834640"/>
            <a:ext cx="41198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وَكَتَبَ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2433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2433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1712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1712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1799" y="2834640"/>
            <a:ext cx="33804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1799" y="2834640"/>
            <a:ext cx="33804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وَرَجَعَ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7663" y="896112"/>
            <a:ext cx="18360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7663" y="896112"/>
            <a:ext cx="18360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0325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0325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2171" y="2834640"/>
            <a:ext cx="35596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2171" y="2834640"/>
            <a:ext cx="35596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وَخَرَجَ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04-jeem-ha-kha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