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452"/>
          </a:solidFill>
          <a:ln w="12700">
            <a:solidFill>
              <a:srgbClr val="E06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F"/>
          </a:solidFill>
          <a:ln w="12700">
            <a:solidFill>
              <a:srgbClr val="47D1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تَرَثَ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ثَرَجَ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جَرَحَ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حَرَخَ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خَرَدَ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E052"/>
          </a:solidFill>
          <a:ln w="12700">
            <a:solidFill>
              <a:srgbClr val="6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ذَرَأَ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3"/>
          </a:solidFill>
          <a:ln w="12700">
            <a:solidFill>
              <a:srgbClr val="5EED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A"/>
          </a:solidFill>
          <a:ln w="12700">
            <a:solidFill>
              <a:srgbClr val="E052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5EED"/>
          </a:solidFill>
          <a:ln w="12700">
            <a:solidFill>
              <a:srgbClr val="5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9D1"/>
          </a:solidFill>
          <a:ln w="12700">
            <a:solidFill>
              <a:srgbClr val="47B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1"/>
          </a:solidFill>
          <a:ln w="12700">
            <a:solidFill>
              <a:srgbClr val="ED5E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تَزَثَ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ثَزَجَ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جَزَحَ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حَزَخَ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ذَزَرَ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رَزَأَ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47D1"/>
          </a:solidFill>
          <a:ln w="12700">
            <a:solidFill>
              <a:srgbClr val="5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71091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71091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3759831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59831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4" name="C3 W3 pill"/>
          <p:cNvSpPr/>
          <p:nvPr/>
        </p:nvSpPr>
        <p:spPr>
          <a:xfrm>
            <a:off x="1246248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246248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974266" y="2834640"/>
            <a:ext cx="51954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974266" y="2834640"/>
            <a:ext cx="51954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 وَحَصَدَ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06-ra-zay</dc:title>
  <dc:subject>PptxGenJS Presentation</dc:subject>
  <dc:creator>PptxGenJS</dc:creator>
  <cp:lastModifiedBy>PptxGenJS</cp:lastModifiedBy>
  <cp:revision>1</cp:revision>
  <dcterms:created xsi:type="dcterms:W3CDTF">2026-10-20T22:26:59Z</dcterms:created>
  <dcterms:modified xsi:type="dcterms:W3CDTF">2026-10-20T22:26:59Z</dcterms:modified>
</cp:coreProperties>
</file>