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6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2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2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2.png"/><Relationship Id="rId2" Type="http://schemas.openxmlformats.org/officeDocument/2006/relationships/image" Target="../media/image-2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image" Target="../media/image-21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12-1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2.png"/><Relationship Id="rId2" Type="http://schemas.openxmlformats.org/officeDocument/2006/relationships/image" Target="../media/image-28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2.png"/><Relationship Id="rId2" Type="http://schemas.openxmlformats.org/officeDocument/2006/relationships/image" Target="../media/image-26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2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6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2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2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2.png"/><Relationship Id="rId2" Type="http://schemas.openxmlformats.org/officeDocument/2006/relationships/image" Target="../media/image-2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image" Target="../media/image-21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12-1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2.png"/><Relationship Id="rId2" Type="http://schemas.openxmlformats.org/officeDocument/2006/relationships/image" Target="../media/image-28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2.png"/><Relationship Id="rId2" Type="http://schemas.openxmlformats.org/officeDocument/2006/relationships/image" Target="../media/image-3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6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564D8"/>
          </a:solidFill>
          <a:ln w="12700">
            <a:solidFill>
              <a:srgbClr val="C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347D1"/>
          </a:solidFill>
          <a:ln w="12700">
            <a:solidFill>
              <a:srgbClr val="A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33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13300" dirty="0"/>
          </a:p>
        </p:txBody>
      </p:sp>
      <p:pic>
        <p:nvPicPr>
          <p:cNvPr id="13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575694" cy="1463040"/>
          </a:xfrm>
          <a:prstGeom prst="rect">
            <a:avLst/>
          </a:prstGeom>
        </p:spPr>
      </p:pic>
      <p:pic>
        <p:nvPicPr>
          <p:cNvPr id="14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88" y="1828800"/>
            <a:ext cx="1517172" cy="1463040"/>
          </a:xfrm>
          <a:prstGeom prst="rect">
            <a:avLst/>
          </a:prstGeom>
        </p:spPr>
      </p:pic>
      <p:pic>
        <p:nvPicPr>
          <p:cNvPr id="15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رَأَ</a:t>
            </a:r>
            <a:endParaRPr lang="ar-SA" sz="7000" dirty="0"/>
          </a:p>
        </p:txBody>
      </p:sp>
      <p:pic>
        <p:nvPicPr>
          <p:cNvPr id="21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764"/>
          </a:solidFill>
          <a:ln w="12700">
            <a:solidFill>
              <a:srgbClr val="2B4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479"/>
          </a:solidFill>
          <a:ln w="12700">
            <a:solidFill>
              <a:srgbClr val="3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رَبَ</a:t>
            </a:r>
            <a:endParaRPr lang="ar-SA" sz="9000" dirty="0"/>
          </a:p>
        </p:txBody>
      </p:sp>
      <p:pic>
        <p:nvPicPr>
          <p:cNvPr id="22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45351" cy="1417320"/>
          </a:xfrm>
          <a:prstGeom prst="rect">
            <a:avLst/>
          </a:prstGeom>
        </p:spPr>
      </p:pic>
      <p:pic>
        <p:nvPicPr>
          <p:cNvPr id="23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458" y="3515868"/>
            <a:ext cx="1458102" cy="1554480"/>
          </a:xfrm>
          <a:prstGeom prst="rect">
            <a:avLst/>
          </a:prstGeom>
        </p:spPr>
      </p:pic>
      <p:pic>
        <p:nvPicPr>
          <p:cNvPr id="24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رَتَ</a:t>
            </a:r>
            <a:endParaRPr lang="ar-SA" sz="9000" dirty="0"/>
          </a:p>
        </p:txBody>
      </p:sp>
      <p:pic>
        <p:nvPicPr>
          <p:cNvPr id="20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9ED5E"/>
          </a:solidFill>
          <a:ln w="12700">
            <a:solidFill>
              <a:srgbClr val="C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رَثَ</a:t>
            </a:r>
            <a:endParaRPr lang="ar-SA" sz="90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752E0"/>
          </a:solidFill>
          <a:ln w="12700">
            <a:solidFill>
              <a:srgbClr val="8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E70"/>
          </a:solidFill>
          <a:ln w="12700">
            <a:solidFill>
              <a:srgbClr val="DBC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4"/>
          </a:solidFill>
          <a:ln w="12700">
            <a:solidFill>
              <a:srgbClr val="4785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رَجَ</a:t>
            </a:r>
            <a:endParaRPr lang="ar-SA" sz="7400" dirty="0"/>
          </a:p>
        </p:txBody>
      </p:sp>
      <p:pic>
        <p:nvPicPr>
          <p:cNvPr id="25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864"/>
          </a:solidFill>
          <a:ln w="12700">
            <a:solidFill>
              <a:srgbClr val="D8A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147"/>
          </a:solidFill>
          <a:ln w="12700">
            <a:solidFill>
              <a:srgbClr val="D18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رَحَ</a:t>
            </a:r>
            <a:endParaRPr lang="ar-SA" sz="7400" dirty="0"/>
          </a:p>
        </p:txBody>
      </p:sp>
      <p:pic>
        <p:nvPicPr>
          <p:cNvPr id="20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7950" cy="1417320"/>
          </a:xfrm>
          <a:prstGeom prst="rect">
            <a:avLst/>
          </a:prstGeom>
        </p:spPr>
      </p:pic>
      <p:pic>
        <p:nvPicPr>
          <p:cNvPr id="21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15868"/>
            <a:ext cx="1674175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رَخَ</a:t>
            </a:r>
            <a:endParaRPr lang="ar-SA" sz="7400" dirty="0"/>
          </a:p>
        </p:txBody>
      </p:sp>
      <p:pic>
        <p:nvPicPr>
          <p:cNvPr id="21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92617" cy="960120"/>
          </a:xfrm>
          <a:prstGeom prst="rect">
            <a:avLst/>
          </a:prstGeom>
        </p:spPr>
      </p:pic>
      <p:pic>
        <p:nvPicPr>
          <p:cNvPr id="22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3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5"/>
          </a:solidFill>
          <a:ln w="12700">
            <a:solidFill>
              <a:srgbClr val="79344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رَدَ</a:t>
            </a:r>
            <a:endParaRPr lang="ar-SA" sz="9000" dirty="0"/>
          </a:p>
        </p:txBody>
      </p:sp>
      <p:pic>
        <p:nvPicPr>
          <p:cNvPr id="22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2832" cy="1417320"/>
          </a:xfrm>
          <a:prstGeom prst="rect">
            <a:avLst/>
          </a:prstGeom>
        </p:spPr>
      </p:pic>
      <p:pic>
        <p:nvPicPr>
          <p:cNvPr id="23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رَذَ</a:t>
            </a:r>
            <a:endParaRPr lang="ar-SA" sz="9000" dirty="0"/>
          </a:p>
        </p:txBody>
      </p:sp>
      <p:pic>
        <p:nvPicPr>
          <p:cNvPr id="20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70862" cy="1417320"/>
          </a:xfrm>
          <a:prstGeom prst="rect">
            <a:avLst/>
          </a:prstGeom>
        </p:spPr>
      </p:pic>
      <p:pic>
        <p:nvPicPr>
          <p:cNvPr id="21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467" y="3515868"/>
            <a:ext cx="1472093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D"/>
          </a:solidFill>
          <a:ln w="12700">
            <a:solidFill>
              <a:srgbClr val="5EE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أَرَبَ</a:t>
            </a:r>
            <a:endParaRPr lang="ar-SA" sz="6200" dirty="0"/>
          </a:p>
        </p:txBody>
      </p:sp>
      <p:pic>
        <p:nvPicPr>
          <p:cNvPr id="32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452"/>
          </a:solidFill>
          <a:ln w="12700">
            <a:solidFill>
              <a:srgbClr val="E06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3"/>
          </a:solidFill>
          <a:ln w="12700">
            <a:solidFill>
              <a:srgbClr val="70DBB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A85"/>
          </a:solidFill>
          <a:ln w="12700">
            <a:solidFill>
              <a:srgbClr val="474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بَرَتَ</a:t>
            </a:r>
            <a:endParaRPr lang="ar-SA" sz="8000" dirty="0"/>
          </a:p>
        </p:txBody>
      </p:sp>
      <p:pic>
        <p:nvPicPr>
          <p:cNvPr id="29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31225" cy="868680"/>
          </a:xfrm>
          <a:prstGeom prst="rect">
            <a:avLst/>
          </a:prstGeom>
        </p:spPr>
      </p:pic>
      <p:pic>
        <p:nvPicPr>
          <p:cNvPr id="30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B"/>
          </a:solidFill>
          <a:ln w="12700">
            <a:solidFill>
              <a:srgbClr val="64D88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F"/>
          </a:solidFill>
          <a:ln w="12700">
            <a:solidFill>
              <a:srgbClr val="47D15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تَرَثَ</a:t>
            </a:r>
            <a:endParaRPr lang="ar-SA" sz="80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14795" cy="1508760"/>
          </a:xfrm>
          <a:prstGeom prst="rect">
            <a:avLst/>
          </a:prstGeom>
        </p:spPr>
      </p:pic>
      <p:pic>
        <p:nvPicPr>
          <p:cNvPr id="25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956" y="3332988"/>
            <a:ext cx="1497604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ثَرَجَ</a:t>
            </a:r>
            <a:endParaRPr lang="ar-SA" sz="6600" dirty="0"/>
          </a:p>
        </p:txBody>
      </p:sp>
      <p:pic>
        <p:nvPicPr>
          <p:cNvPr id="25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6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414" y="4155948"/>
            <a:ext cx="714146" cy="91440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42B"/>
          </a:solidFill>
          <a:ln w="12700">
            <a:solidFill>
              <a:srgbClr val="6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7934"/>
          </a:solidFill>
          <a:ln w="12700">
            <a:solidFill>
              <a:srgbClr val="5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جَرَحَ</a:t>
            </a:r>
            <a:endParaRPr lang="ar-SA" sz="6600" dirty="0"/>
          </a:p>
        </p:txBody>
      </p:sp>
      <p:pic>
        <p:nvPicPr>
          <p:cNvPr id="26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27108" cy="1508760"/>
          </a:xfrm>
          <a:prstGeom prst="rect">
            <a:avLst/>
          </a:prstGeom>
        </p:spPr>
      </p:pic>
      <p:pic>
        <p:nvPicPr>
          <p:cNvPr id="27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8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حَرَخَ</a:t>
            </a:r>
            <a:endParaRPr lang="ar-SA" sz="6600" dirty="0"/>
          </a:p>
        </p:txBody>
      </p:sp>
      <p:pic>
        <p:nvPicPr>
          <p:cNvPr id="24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36161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A5EED"/>
          </a:solidFill>
          <a:ln w="12700">
            <a:solidFill>
              <a:srgbClr val="C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خَرَدَ</a:t>
            </a:r>
            <a:endParaRPr lang="ar-SA" sz="8000" dirty="0"/>
          </a:p>
        </p:txBody>
      </p:sp>
      <p:pic>
        <p:nvPicPr>
          <p:cNvPr id="32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3E052"/>
          </a:solidFill>
          <a:ln w="12700">
            <a:solidFill>
              <a:srgbClr val="6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70DB"/>
          </a:solidFill>
          <a:ln w="12700">
            <a:solidFill>
              <a:srgbClr val="9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9"/>
          </a:solidFill>
          <a:ln w="12700">
            <a:solidFill>
              <a:srgbClr val="8547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دَرَذَ</a:t>
            </a:r>
            <a:endParaRPr lang="ar-SA" sz="8000" dirty="0"/>
          </a:p>
        </p:txBody>
      </p:sp>
      <p:pic>
        <p:nvPicPr>
          <p:cNvPr id="29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E64D8"/>
          </a:solidFill>
          <a:ln w="12700">
            <a:solidFill>
              <a:srgbClr val="6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3D1"/>
          </a:solidFill>
          <a:ln w="12700">
            <a:solidFill>
              <a:srgbClr val="475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ذَرَأَ</a:t>
            </a:r>
            <a:endParaRPr lang="ar-SA" sz="6200" dirty="0"/>
          </a:p>
        </p:txBody>
      </p:sp>
      <p:pic>
        <p:nvPicPr>
          <p:cNvPr id="24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689811" cy="1508760"/>
          </a:xfrm>
          <a:prstGeom prst="rect">
            <a:avLst/>
          </a:prstGeom>
        </p:spPr>
      </p:pic>
      <p:pic>
        <p:nvPicPr>
          <p:cNvPr id="25" name="Image 1" descr="hippopotam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228" y="3332988"/>
            <a:ext cx="2703332" cy="1737360"/>
          </a:xfrm>
          <a:prstGeom prst="rect">
            <a:avLst/>
          </a:prstGeom>
        </p:spPr>
      </p:pic>
      <p:pic>
        <p:nvPicPr>
          <p:cNvPr id="2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</a:t>
            </a:r>
            <a:endParaRPr lang="ar-SA" sz="7000" dirty="0"/>
          </a:p>
        </p:txBody>
      </p:sp>
      <p:pic>
        <p:nvPicPr>
          <p:cNvPr id="21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c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669" y="4384548"/>
            <a:ext cx="724891" cy="68580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879"/>
          </a:solidFill>
          <a:ln w="12700">
            <a:solidFill>
              <a:srgbClr val="346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</a:t>
            </a:r>
            <a:endParaRPr lang="ar-SA" sz="9000" dirty="0"/>
          </a:p>
        </p:txBody>
      </p:sp>
      <p:pic>
        <p:nvPicPr>
          <p:cNvPr id="22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3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</a:t>
            </a:r>
            <a:endParaRPr lang="ar-SA" sz="90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65E"/>
          </a:solidFill>
          <a:ln w="12700">
            <a:solidFill>
              <a:srgbClr val="EDA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</a:t>
            </a:r>
            <a:endParaRPr lang="ar-SA" sz="85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7E0"/>
          </a:solidFill>
          <a:ln w="12700">
            <a:solidFill>
              <a:srgbClr val="528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E70"/>
          </a:solidFill>
          <a:ln w="12700">
            <a:solidFill>
              <a:srgbClr val="DB7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8547"/>
          </a:solidFill>
          <a:ln w="12700">
            <a:solidFill>
              <a:srgbClr val="6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</a:t>
            </a:r>
            <a:endParaRPr lang="ar-SA" sz="9000" dirty="0"/>
          </a:p>
        </p:txBody>
      </p:sp>
      <p:pic>
        <p:nvPicPr>
          <p:cNvPr id="25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00593" cy="960120"/>
          </a:xfrm>
          <a:prstGeom prst="rect">
            <a:avLst/>
          </a:prstGeom>
        </p:spPr>
      </p:pic>
      <p:pic>
        <p:nvPicPr>
          <p:cNvPr id="26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585" y="4338828"/>
            <a:ext cx="574975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7"/>
          </a:solidFill>
          <a:ln w="12700">
            <a:solidFill>
              <a:srgbClr val="D864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5"/>
          </a:solidFill>
          <a:ln w="12700">
            <a:solidFill>
              <a:srgbClr val="D1477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</a:t>
            </a:r>
            <a:endParaRPr lang="ar-SA" sz="9000" dirty="0"/>
          </a:p>
        </p:txBody>
      </p:sp>
      <p:pic>
        <p:nvPicPr>
          <p:cNvPr id="20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22360" cy="1417320"/>
          </a:xfrm>
          <a:prstGeom prst="rect">
            <a:avLst/>
          </a:prstGeom>
        </p:spPr>
      </p:pic>
      <p:pic>
        <p:nvPicPr>
          <p:cNvPr id="21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</a:t>
            </a:r>
            <a:endParaRPr lang="ar-SA" sz="9000" dirty="0"/>
          </a:p>
        </p:txBody>
      </p:sp>
      <p:pic>
        <p:nvPicPr>
          <p:cNvPr id="21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27348"/>
            <a:ext cx="1101852" cy="114300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2B64"/>
          </a:solidFill>
          <a:ln w="12700">
            <a:solidFill>
              <a:srgbClr val="4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</a:t>
            </a:r>
            <a:endParaRPr lang="ar-SA" sz="90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69761" cy="1417320"/>
          </a:xfrm>
          <a:prstGeom prst="rect">
            <a:avLst/>
          </a:prstGeom>
        </p:spPr>
      </p:pic>
      <p:pic>
        <p:nvPicPr>
          <p:cNvPr id="23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86157" y="3515868"/>
            <a:ext cx="1666403" cy="1554480"/>
          </a:xfrm>
          <a:prstGeom prst="rect">
            <a:avLst/>
          </a:prstGeom>
        </p:spPr>
      </p:pic>
      <p:pic>
        <p:nvPicPr>
          <p:cNvPr id="24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</a:t>
            </a:r>
            <a:endParaRPr lang="ar-SA" sz="9000" dirty="0"/>
          </a:p>
        </p:txBody>
      </p:sp>
      <p:pic>
        <p:nvPicPr>
          <p:cNvPr id="20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3"/>
          </a:solidFill>
          <a:ln w="12700">
            <a:solidFill>
              <a:srgbClr val="5EED8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3300" dirty="0"/>
          </a:p>
        </p:txBody>
      </p:sp>
      <p:sp>
        <p:nvSpPr>
          <p:cNvPr id="20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13300" dirty="0"/>
          </a:p>
        </p:txBody>
      </p:sp>
      <p:pic>
        <p:nvPicPr>
          <p:cNvPr id="21" name="Image 0" descr="ho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463040" cy="1463040"/>
          </a:xfrm>
          <a:prstGeom prst="rect">
            <a:avLst/>
          </a:prstGeom>
        </p:spPr>
      </p:pic>
      <p:pic>
        <p:nvPicPr>
          <p:cNvPr id="22" name="Image 1" descr="roo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189" y="1828800"/>
            <a:ext cx="1410371" cy="1463040"/>
          </a:xfrm>
          <a:prstGeom prst="rect">
            <a:avLst/>
          </a:prstGeom>
        </p:spPr>
      </p:pic>
      <p:pic>
        <p:nvPicPr>
          <p:cNvPr id="23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A"/>
          </a:solidFill>
          <a:ln w="12700">
            <a:solidFill>
              <a:srgbClr val="E052A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DDB70"/>
          </a:solidFill>
          <a:ln w="12700">
            <a:solidFill>
              <a:srgbClr val="7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885"/>
          </a:solidFill>
          <a:ln w="12700">
            <a:solidFill>
              <a:srgbClr val="477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زَأَ</a:t>
            </a:r>
            <a:endParaRPr lang="ar-SA" sz="7000" dirty="0"/>
          </a:p>
        </p:txBody>
      </p:sp>
      <p:pic>
        <p:nvPicPr>
          <p:cNvPr id="25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24458" cy="91440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4D864"/>
          </a:solidFill>
          <a:ln w="12700">
            <a:solidFill>
              <a:srgbClr val="9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7D147"/>
          </a:solidFill>
          <a:ln w="12700">
            <a:solidFill>
              <a:srgbClr val="9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زَبَ</a:t>
            </a:r>
            <a:endParaRPr lang="ar-SA" sz="9000" dirty="0"/>
          </a:p>
        </p:txBody>
      </p:sp>
      <p:pic>
        <p:nvPicPr>
          <p:cNvPr id="20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زَتَ</a:t>
            </a:r>
            <a:endParaRPr lang="ar-SA" sz="9000" dirty="0"/>
          </a:p>
        </p:txBody>
      </p:sp>
      <p:pic>
        <p:nvPicPr>
          <p:cNvPr id="21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92B"/>
          </a:solidFill>
          <a:ln w="12700">
            <a:solidFill>
              <a:srgbClr val="643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834"/>
          </a:solidFill>
          <a:ln w="12700">
            <a:solidFill>
              <a:srgbClr val="796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زَثَ</a:t>
            </a:r>
            <a:endParaRPr lang="ar-SA" sz="9000" dirty="0"/>
          </a:p>
        </p:txBody>
      </p:sp>
      <p:pic>
        <p:nvPicPr>
          <p:cNvPr id="22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45351" cy="1417320"/>
          </a:xfrm>
          <a:prstGeom prst="rect">
            <a:avLst/>
          </a:prstGeom>
        </p:spPr>
      </p:pic>
      <p:pic>
        <p:nvPicPr>
          <p:cNvPr id="23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458" y="3515868"/>
            <a:ext cx="1458102" cy="1554480"/>
          </a:xfrm>
          <a:prstGeom prst="rect">
            <a:avLst/>
          </a:prstGeom>
        </p:spPr>
      </p:pic>
      <p:pic>
        <p:nvPicPr>
          <p:cNvPr id="24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زَجَ</a:t>
            </a:r>
            <a:endParaRPr lang="ar-SA" sz="7400" dirty="0"/>
          </a:p>
        </p:txBody>
      </p:sp>
      <p:pic>
        <p:nvPicPr>
          <p:cNvPr id="20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F5EED"/>
          </a:solidFill>
          <a:ln w="12700">
            <a:solidFill>
              <a:srgbClr val="5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زَحَ</a:t>
            </a:r>
            <a:endParaRPr lang="ar-SA" sz="74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EE052"/>
          </a:solidFill>
          <a:ln w="12700">
            <a:solidFill>
              <a:srgbClr val="C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8DB"/>
          </a:solidFill>
          <a:ln w="12700">
            <a:solidFill>
              <a:srgbClr val="709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4785"/>
          </a:solidFill>
          <a:ln w="12700">
            <a:solidFill>
              <a:srgbClr val="8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زَخَ</a:t>
            </a:r>
            <a:endParaRPr lang="ar-SA" sz="7400" dirty="0"/>
          </a:p>
        </p:txBody>
      </p:sp>
      <p:pic>
        <p:nvPicPr>
          <p:cNvPr id="25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1D8"/>
          </a:solidFill>
          <a:ln w="12700">
            <a:solidFill>
              <a:srgbClr val="64B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9D1"/>
          </a:solidFill>
          <a:ln w="12700">
            <a:solidFill>
              <a:srgbClr val="47B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زَدَ</a:t>
            </a:r>
            <a:endParaRPr lang="ar-SA" sz="9000" dirty="0"/>
          </a:p>
        </p:txBody>
      </p:sp>
      <p:pic>
        <p:nvPicPr>
          <p:cNvPr id="20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7950" cy="1417320"/>
          </a:xfrm>
          <a:prstGeom prst="rect">
            <a:avLst/>
          </a:prstGeom>
        </p:spPr>
      </p:pic>
      <p:pic>
        <p:nvPicPr>
          <p:cNvPr id="21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15868"/>
            <a:ext cx="1674175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زَذَ</a:t>
            </a:r>
            <a:endParaRPr lang="ar-SA" sz="9000" dirty="0"/>
          </a:p>
        </p:txBody>
      </p:sp>
      <p:pic>
        <p:nvPicPr>
          <p:cNvPr id="21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92617" cy="960120"/>
          </a:xfrm>
          <a:prstGeom prst="rect">
            <a:avLst/>
          </a:prstGeom>
        </p:spPr>
      </p:pic>
      <p:pic>
        <p:nvPicPr>
          <p:cNvPr id="22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3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B"/>
          </a:solidFill>
          <a:ln w="12700">
            <a:solidFill>
              <a:srgbClr val="2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7"/>
          </a:solidFill>
          <a:ln w="12700">
            <a:solidFill>
              <a:srgbClr val="3479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</a:t>
            </a:r>
            <a:endParaRPr lang="ar-SA" sz="9000" dirty="0"/>
          </a:p>
        </p:txBody>
      </p:sp>
      <p:pic>
        <p:nvPicPr>
          <p:cNvPr id="22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2832" cy="1417320"/>
          </a:xfrm>
          <a:prstGeom prst="rect">
            <a:avLst/>
          </a:prstGeom>
        </p:spPr>
      </p:pic>
      <p:pic>
        <p:nvPicPr>
          <p:cNvPr id="23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أَزَبَ</a:t>
            </a:r>
            <a:endParaRPr lang="ar-SA" sz="6200" dirty="0"/>
          </a:p>
        </p:txBody>
      </p:sp>
      <p:pic>
        <p:nvPicPr>
          <p:cNvPr id="24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991563" cy="1508760"/>
          </a:xfrm>
          <a:prstGeom prst="rect">
            <a:avLst/>
          </a:prstGeom>
        </p:spPr>
      </p:pic>
      <p:pic>
        <p:nvPicPr>
          <p:cNvPr id="25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280" y="3332988"/>
            <a:ext cx="1645280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1"/>
          </a:solidFill>
          <a:ln w="12700">
            <a:solidFill>
              <a:srgbClr val="ED5E8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بَزَتَ</a:t>
            </a:r>
            <a:endParaRPr lang="ar-SA" sz="8000" dirty="0"/>
          </a:p>
        </p:txBody>
      </p:sp>
      <p:pic>
        <p:nvPicPr>
          <p:cNvPr id="32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F"/>
          </a:solidFill>
          <a:ln w="12700">
            <a:solidFill>
              <a:srgbClr val="52E0C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3"/>
          </a:solidFill>
          <a:ln w="12700">
            <a:solidFill>
              <a:srgbClr val="DB70B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347"/>
          </a:solidFill>
          <a:ln w="12700">
            <a:solidFill>
              <a:srgbClr val="857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تَزَثَ</a:t>
            </a:r>
            <a:endParaRPr lang="ar-SA" sz="8000" dirty="0"/>
          </a:p>
        </p:txBody>
      </p:sp>
      <p:pic>
        <p:nvPicPr>
          <p:cNvPr id="29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31225" cy="868680"/>
          </a:xfrm>
          <a:prstGeom prst="rect">
            <a:avLst/>
          </a:prstGeom>
        </p:spPr>
      </p:pic>
      <p:pic>
        <p:nvPicPr>
          <p:cNvPr id="30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E"/>
          </a:solidFill>
          <a:ln w="12700">
            <a:solidFill>
              <a:srgbClr val="D864C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647D1"/>
          </a:solidFill>
          <a:ln w="12700">
            <a:solidFill>
              <a:srgbClr val="C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ثَزَجَ</a:t>
            </a:r>
            <a:endParaRPr lang="ar-SA" sz="66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14795" cy="1508760"/>
          </a:xfrm>
          <a:prstGeom prst="rect">
            <a:avLst/>
          </a:prstGeom>
        </p:spPr>
      </p:pic>
      <p:pic>
        <p:nvPicPr>
          <p:cNvPr id="25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956" y="3332988"/>
            <a:ext cx="1497604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جَزَحَ</a:t>
            </a:r>
            <a:endParaRPr lang="ar-SA" sz="6600" dirty="0"/>
          </a:p>
        </p:txBody>
      </p:sp>
      <p:pic>
        <p:nvPicPr>
          <p:cNvPr id="25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6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414" y="4155948"/>
            <a:ext cx="714146" cy="91440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964"/>
          </a:solidFill>
          <a:ln w="12700">
            <a:solidFill>
              <a:srgbClr val="2B3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3479"/>
          </a:solidFill>
          <a:ln w="12700">
            <a:solidFill>
              <a:srgbClr val="4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حَزَخَ</a:t>
            </a:r>
            <a:endParaRPr lang="ar-SA" sz="6600" dirty="0"/>
          </a:p>
        </p:txBody>
      </p:sp>
      <p:pic>
        <p:nvPicPr>
          <p:cNvPr id="26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27108" cy="1508760"/>
          </a:xfrm>
          <a:prstGeom prst="rect">
            <a:avLst/>
          </a:prstGeom>
        </p:spPr>
      </p:pic>
      <p:pic>
        <p:nvPicPr>
          <p:cNvPr id="27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8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خَزَدَ</a:t>
            </a:r>
            <a:endParaRPr lang="ar-SA" sz="8000" dirty="0"/>
          </a:p>
        </p:txBody>
      </p:sp>
      <p:pic>
        <p:nvPicPr>
          <p:cNvPr id="24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36161" cy="1508760"/>
          </a:xfrm>
          <a:prstGeom prst="rect">
            <a:avLst/>
          </a:prstGeom>
        </p:spPr>
      </p:pic>
      <p:pic>
        <p:nvPicPr>
          <p:cNvPr id="25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ED5E"/>
          </a:solidFill>
          <a:ln w="12700">
            <a:solidFill>
              <a:srgbClr val="A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دَزَذَ</a:t>
            </a:r>
            <a:endParaRPr lang="ar-SA" sz="8000" dirty="0"/>
          </a:p>
        </p:txBody>
      </p:sp>
      <p:pic>
        <p:nvPicPr>
          <p:cNvPr id="32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C52E0"/>
          </a:solidFill>
          <a:ln w="12700">
            <a:solidFill>
              <a:srgbClr val="A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DDB70"/>
          </a:solidFill>
          <a:ln w="12700">
            <a:solidFill>
              <a:srgbClr val="C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4"/>
          </a:solidFill>
          <a:ln w="12700">
            <a:solidFill>
              <a:srgbClr val="4785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ذَزَرَ</a:t>
            </a:r>
            <a:endParaRPr lang="ar-SA" sz="8000" dirty="0"/>
          </a:p>
        </p:txBody>
      </p:sp>
      <p:pic>
        <p:nvPicPr>
          <p:cNvPr id="29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664"/>
          </a:solidFill>
          <a:ln w="12700">
            <a:solidFill>
              <a:srgbClr val="D8C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447"/>
          </a:solidFill>
          <a:ln w="12700">
            <a:solidFill>
              <a:srgbClr val="D1A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رَزَأَ</a:t>
            </a:r>
            <a:endParaRPr lang="ar-SA" sz="6200" dirty="0"/>
          </a:p>
        </p:txBody>
      </p:sp>
      <p:pic>
        <p:nvPicPr>
          <p:cNvPr id="24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689811" cy="1508760"/>
          </a:xfrm>
          <a:prstGeom prst="rect">
            <a:avLst/>
          </a:prstGeom>
        </p:spPr>
      </p:pic>
      <p:pic>
        <p:nvPicPr>
          <p:cNvPr id="25" name="Image 1" descr="hippopotam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228" y="3332988"/>
            <a:ext cx="2703332" cy="1737360"/>
          </a:xfrm>
          <a:prstGeom prst="rect">
            <a:avLst/>
          </a:prstGeom>
        </p:spPr>
      </p:pic>
      <p:pic>
        <p:nvPicPr>
          <p:cNvPr id="2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</a:t>
            </a:r>
            <a:endParaRPr lang="ar-SA" sz="7000" dirty="0"/>
          </a:p>
        </p:txBody>
      </p:sp>
      <p:pic>
        <p:nvPicPr>
          <p:cNvPr id="21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c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669" y="4384548"/>
            <a:ext cx="724891" cy="68580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7"/>
          </a:solidFill>
          <a:ln w="12700">
            <a:solidFill>
              <a:srgbClr val="642B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4"/>
          </a:solidFill>
          <a:ln w="12700">
            <a:solidFill>
              <a:srgbClr val="793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</a:t>
            </a:r>
            <a:endParaRPr lang="ar-SA" sz="9000" dirty="0"/>
          </a:p>
        </p:txBody>
      </p:sp>
      <p:pic>
        <p:nvPicPr>
          <p:cNvPr id="22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3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</a:t>
            </a:r>
            <a:endParaRPr lang="ar-SA" sz="90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8ED"/>
          </a:solidFill>
          <a:ln w="12700">
            <a:solidFill>
              <a:srgbClr val="5EC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</a:t>
            </a:r>
            <a:endParaRPr lang="ar-SA" sz="85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852"/>
          </a:solidFill>
          <a:ln w="12700">
            <a:solidFill>
              <a:srgbClr val="E08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F"/>
          </a:solidFill>
          <a:ln w="12700">
            <a:solidFill>
              <a:srgbClr val="70DBC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4785"/>
          </a:solidFill>
          <a:ln w="12700">
            <a:solidFill>
              <a:srgbClr val="5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</a:t>
            </a:r>
            <a:endParaRPr lang="ar-SA" sz="9000" dirty="0"/>
          </a:p>
        </p:txBody>
      </p:sp>
      <p:pic>
        <p:nvPicPr>
          <p:cNvPr id="25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00593" cy="960120"/>
          </a:xfrm>
          <a:prstGeom prst="rect">
            <a:avLst/>
          </a:prstGeom>
        </p:spPr>
      </p:pic>
      <p:pic>
        <p:nvPicPr>
          <p:cNvPr id="26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585" y="4338828"/>
            <a:ext cx="574975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9"/>
          </a:solidFill>
          <a:ln w="12700">
            <a:solidFill>
              <a:srgbClr val="64D8A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2"/>
          </a:solidFill>
          <a:ln w="12700">
            <a:solidFill>
              <a:srgbClr val="47D18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</a:t>
            </a:r>
            <a:endParaRPr lang="ar-SA" sz="9000" dirty="0"/>
          </a:p>
        </p:txBody>
      </p:sp>
      <p:pic>
        <p:nvPicPr>
          <p:cNvPr id="20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22360" cy="1417320"/>
          </a:xfrm>
          <a:prstGeom prst="rect">
            <a:avLst/>
          </a:prstGeom>
        </p:spPr>
      </p:pic>
      <p:pic>
        <p:nvPicPr>
          <p:cNvPr id="21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</a:t>
            </a:r>
            <a:endParaRPr lang="ar-SA" sz="9000" dirty="0"/>
          </a:p>
        </p:txBody>
      </p:sp>
      <p:pic>
        <p:nvPicPr>
          <p:cNvPr id="21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27348"/>
            <a:ext cx="1101852" cy="114300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5642B"/>
          </a:solidFill>
          <a:ln w="12700">
            <a:solidFill>
              <a:srgbClr val="5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7934"/>
          </a:solidFill>
          <a:ln w="12700">
            <a:solidFill>
              <a:srgbClr val="4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</a:t>
            </a:r>
            <a:endParaRPr lang="ar-SA" sz="90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69761" cy="1417320"/>
          </a:xfrm>
          <a:prstGeom prst="rect">
            <a:avLst/>
          </a:prstGeom>
        </p:spPr>
      </p:pic>
      <p:pic>
        <p:nvPicPr>
          <p:cNvPr id="23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86157" y="3515868"/>
            <a:ext cx="1666403" cy="1554480"/>
          </a:xfrm>
          <a:prstGeom prst="rect">
            <a:avLst/>
          </a:prstGeom>
        </p:spPr>
      </p:pic>
      <p:pic>
        <p:nvPicPr>
          <p:cNvPr id="24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</a:t>
            </a:r>
            <a:endParaRPr lang="ar-SA" sz="9000" dirty="0"/>
          </a:p>
        </p:txBody>
      </p:sp>
      <p:pic>
        <p:nvPicPr>
          <p:cNvPr id="20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C"/>
          </a:solidFill>
          <a:ln w="12700">
            <a:solidFill>
              <a:srgbClr val="ED5EE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</a:t>
            </a:r>
            <a:endParaRPr lang="ar-SA" sz="90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5"/>
          </a:solidFill>
          <a:ln w="12700">
            <a:solidFill>
              <a:srgbClr val="52E06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470DB"/>
          </a:solidFill>
          <a:ln w="12700">
            <a:solidFill>
              <a:srgbClr val="B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9"/>
          </a:solidFill>
          <a:ln w="12700">
            <a:solidFill>
              <a:srgbClr val="854749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00346" y="896112"/>
            <a:ext cx="16568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A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00346" y="896112"/>
            <a:ext cx="16568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86764" y="896112"/>
            <a:ext cx="21935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A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86764" y="896112"/>
            <a:ext cx="21935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وَحَصَدَ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20390" y="2834640"/>
            <a:ext cx="35032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20390" y="2834640"/>
            <a:ext cx="35032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 وَحَصَدَ</a:t>
            </a:r>
            <a:endParaRPr lang="ar-SA" sz="4700" dirty="0"/>
          </a:p>
        </p:txBody>
      </p:sp>
      <p:pic>
        <p:nvPicPr>
          <p:cNvPr id="22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28800"/>
            <a:ext cx="1479133" cy="1463040"/>
          </a:xfrm>
          <a:prstGeom prst="rect">
            <a:avLst/>
          </a:prstGeom>
        </p:spPr>
      </p:pic>
      <p:pic>
        <p:nvPicPr>
          <p:cNvPr id="23" name="Image 1" descr="hedgeh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682" y="1828800"/>
            <a:ext cx="1904878" cy="1463040"/>
          </a:xfrm>
          <a:prstGeom prst="rect">
            <a:avLst/>
          </a:prstGeom>
        </p:spPr>
      </p:pic>
      <p:pic>
        <p:nvPicPr>
          <p:cNvPr id="24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C64D8"/>
          </a:solidFill>
          <a:ln w="12700">
            <a:solidFill>
              <a:srgbClr val="8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F47D1"/>
          </a:solidFill>
          <a:ln w="12700">
            <a:solidFill>
              <a:srgbClr val="5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23384" y="896112"/>
            <a:ext cx="18986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C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23384" y="896112"/>
            <a:ext cx="18986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21967" y="896112"/>
            <a:ext cx="20813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C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21967" y="896112"/>
            <a:ext cx="20813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73040" y="2834640"/>
            <a:ext cx="359792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73040" y="2834640"/>
            <a:ext cx="359792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 وَكَتَبَ</a:t>
            </a:r>
            <a:endParaRPr lang="ar-SA" sz="4700" dirty="0"/>
          </a:p>
        </p:txBody>
      </p:sp>
      <p:pic>
        <p:nvPicPr>
          <p:cNvPr id="17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575694" cy="1463040"/>
          </a:xfrm>
          <a:prstGeom prst="rect">
            <a:avLst/>
          </a:prstGeom>
        </p:spPr>
      </p:pic>
      <p:pic>
        <p:nvPicPr>
          <p:cNvPr id="18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88" y="1828800"/>
            <a:ext cx="1517172" cy="1463040"/>
          </a:xfrm>
          <a:prstGeom prst="rect">
            <a:avLst/>
          </a:prstGeom>
        </p:spPr>
      </p:pic>
      <p:pic>
        <p:nvPicPr>
          <p:cNvPr id="19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088697" y="896112"/>
            <a:ext cx="17873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E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088697" y="896112"/>
            <a:ext cx="17873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</a:t>
            </a:r>
            <a:endParaRPr lang="ar-SA" sz="5300" dirty="0"/>
          </a:p>
        </p:txBody>
      </p:sp>
      <p:sp>
        <p:nvSpPr>
          <p:cNvPr id="13" name="C2 W2 pill"/>
          <p:cNvSpPr/>
          <p:nvPr/>
        </p:nvSpPr>
        <p:spPr>
          <a:xfrm>
            <a:off x="2267920" y="896112"/>
            <a:ext cx="25007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E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267920" y="896112"/>
            <a:ext cx="25007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53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558302" y="2834640"/>
            <a:ext cx="402739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558302" y="2834640"/>
            <a:ext cx="402739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 وَجَلَسَ</a:t>
            </a:r>
            <a:endParaRPr lang="ar-SA" sz="5400" dirty="0"/>
          </a:p>
        </p:txBody>
      </p:sp>
      <p:pic>
        <p:nvPicPr>
          <p:cNvPr id="18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463040" cy="1463040"/>
          </a:xfrm>
          <a:prstGeom prst="rect">
            <a:avLst/>
          </a:prstGeom>
        </p:spPr>
      </p:pic>
      <p:pic>
        <p:nvPicPr>
          <p:cNvPr id="19" name="Image 1" descr="peac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496" y="1828800"/>
            <a:ext cx="1561064" cy="1463040"/>
          </a:xfrm>
          <a:prstGeom prst="rect">
            <a:avLst/>
          </a:prstGeom>
        </p:spPr>
      </p:pic>
      <p:pic>
        <p:nvPicPr>
          <p:cNvPr id="20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364"/>
          </a:solidFill>
          <a:ln w="12700">
            <a:solidFill>
              <a:srgbClr val="2B6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679"/>
          </a:solidFill>
          <a:ln w="12700">
            <a:solidFill>
              <a:srgbClr val="3456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87476" y="896112"/>
            <a:ext cx="19654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4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87476" y="896112"/>
            <a:ext cx="19654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صَبَرَ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191112" y="896112"/>
            <a:ext cx="24763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4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191112" y="896112"/>
            <a:ext cx="24763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512740" y="2834640"/>
            <a:ext cx="411852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512740" y="2834640"/>
            <a:ext cx="411852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صَبَرَ وَشَكَرَ</a:t>
            </a:r>
            <a:endParaRPr lang="ar-SA" sz="5700" dirty="0"/>
          </a:p>
        </p:txBody>
      </p:sp>
      <p:pic>
        <p:nvPicPr>
          <p:cNvPr id="19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904878" cy="1463040"/>
          </a:xfrm>
          <a:prstGeom prst="rect">
            <a:avLst/>
          </a:prstGeom>
        </p:spPr>
      </p:pic>
      <p:pic>
        <p:nvPicPr>
          <p:cNvPr id="20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228" y="1828800"/>
            <a:ext cx="1372332" cy="1463040"/>
          </a:xfrm>
          <a:prstGeom prst="rect">
            <a:avLst/>
          </a:prstGeom>
        </p:spPr>
      </p:pic>
      <p:pic>
        <p:nvPicPr>
          <p:cNvPr id="21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971091" y="896112"/>
            <a:ext cx="19266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971091" y="896112"/>
            <a:ext cx="19266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حَرَثَ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3759831" y="896112"/>
            <a:ext cx="189122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2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759831" y="896112"/>
            <a:ext cx="189122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وَزَرَعَ</a:t>
            </a:r>
            <a:endParaRPr lang="ar-SA" sz="4600" dirty="0"/>
          </a:p>
        </p:txBody>
      </p:sp>
      <p:sp>
        <p:nvSpPr>
          <p:cNvPr id="14" name="C3 W3 pill"/>
          <p:cNvSpPr/>
          <p:nvPr/>
        </p:nvSpPr>
        <p:spPr>
          <a:xfrm>
            <a:off x="1246248" y="896112"/>
            <a:ext cx="21935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2E2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246248" y="896112"/>
            <a:ext cx="21935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وَحَصَدَ</a:t>
            </a:r>
            <a:endParaRPr lang="ar-SA" sz="46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1974266" y="2834640"/>
            <a:ext cx="519546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1974266" y="2834640"/>
            <a:ext cx="519546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حَرَثَ وَزَرَعَ وَحَصَدَ</a:t>
            </a:r>
            <a:endParaRPr lang="ar-SA" sz="4700" dirty="0"/>
          </a:p>
        </p:txBody>
      </p:sp>
      <p:pic>
        <p:nvPicPr>
          <p:cNvPr id="19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74520"/>
            <a:ext cx="1078078" cy="1371600"/>
          </a:xfrm>
          <a:prstGeom prst="rect">
            <a:avLst/>
          </a:prstGeom>
        </p:spPr>
      </p:pic>
      <p:pic>
        <p:nvPicPr>
          <p:cNvPr id="20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226" y="2080260"/>
            <a:ext cx="1075334" cy="960120"/>
          </a:xfrm>
          <a:prstGeom prst="rect">
            <a:avLst/>
          </a:prstGeom>
        </p:spPr>
      </p:pic>
      <p:pic>
        <p:nvPicPr>
          <p:cNvPr id="21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06-ra-zay</dc:title>
  <dc:subject>PptxGenJS Presentation</dc:subject>
  <dc:creator>PptxGenJS</dc:creator>
  <cp:lastModifiedBy>PptxGenJS</cp:lastModifiedBy>
  <cp:revision>1</cp:revision>
  <dcterms:created xsi:type="dcterms:W3CDTF">2026-10-20T23:11:10Z</dcterms:created>
  <dcterms:modified xsi:type="dcterms:W3CDTF">2026-10-20T23:11:10Z</dcterms:modified>
</cp:coreProperties>
</file>