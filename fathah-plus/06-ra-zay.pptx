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64D8"/>
          </a:solidFill>
          <a:ln w="12700">
            <a:solidFill>
              <a:srgbClr val="C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33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900455" cy="1783080"/>
          </a:xfrm>
          <a:prstGeom prst="rect">
            <a:avLst/>
          </a:prstGeom>
        </p:spPr>
      </p:pic>
      <p:pic>
        <p:nvPicPr>
          <p:cNvPr id="14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4985" y="3378708"/>
            <a:ext cx="1077575" cy="1691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رَتَ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ED5E"/>
          </a:solidFill>
          <a:ln w="12700">
            <a:solidFill>
              <a:srgbClr val="C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899221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864"/>
          </a:solidFill>
          <a:ln w="12700">
            <a:solidFill>
              <a:srgbClr val="D8A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147"/>
          </a:solidFill>
          <a:ln w="12700">
            <a:solidFill>
              <a:srgbClr val="D18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رَدَ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رَذَ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452"/>
          </a:solidFill>
          <a:ln w="12700">
            <a:solidFill>
              <a:srgbClr val="E06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بَرَتَ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B"/>
          </a:solidFill>
          <a:ln w="12700">
            <a:solidFill>
              <a:srgbClr val="64D8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F"/>
          </a:solidFill>
          <a:ln w="12700">
            <a:solidFill>
              <a:srgbClr val="47D1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تَرَثَ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ثَرَجَ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جَرَحَ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حَرَخَ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5EED"/>
          </a:solidFill>
          <a:ln w="12700">
            <a:solidFill>
              <a:srgbClr val="C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خَرَدَ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E052"/>
          </a:solidFill>
          <a:ln w="12700">
            <a:solidFill>
              <a:srgbClr val="6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دَرَذَ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64D8"/>
          </a:solidFill>
          <a:ln w="12700">
            <a:solidFill>
              <a:srgbClr val="6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ذَرَأَ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2770" y="3332988"/>
            <a:ext cx="1059790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endParaRPr lang="ar-SA" sz="8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496519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E70"/>
          </a:solidFill>
          <a:ln w="12700">
            <a:solidFill>
              <a:srgbClr val="DB7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5556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034" y="3515868"/>
            <a:ext cx="685526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11179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95" y="3515868"/>
            <a:ext cx="127156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3"/>
          </a:solidFill>
          <a:ln w="12700">
            <a:solidFill>
              <a:srgbClr val="5EED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3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769010" cy="13258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1943100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A"/>
          </a:solidFill>
          <a:ln w="12700">
            <a:solidFill>
              <a:srgbClr val="E052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DB70"/>
          </a:solidFill>
          <a:ln w="12700">
            <a:solidFill>
              <a:srgbClr val="7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D147"/>
          </a:solidFill>
          <a:ln w="12700">
            <a:solidFill>
              <a:srgbClr val="9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زَبَ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زَتَ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زَثَ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زَجَ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5EED"/>
          </a:solidFill>
          <a:ln w="12700">
            <a:solidFill>
              <a:srgbClr val="5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زَحَ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7903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زَخَ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6790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9D1"/>
          </a:solidFill>
          <a:ln w="12700">
            <a:solidFill>
              <a:srgbClr val="47B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زَدَ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زَذَ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أَزَبَ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1"/>
          </a:solidFill>
          <a:ln w="12700">
            <a:solidFill>
              <a:srgbClr val="ED5E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بَزَتَ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تَزَثَ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ثَزَجَ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30" y="3744468"/>
            <a:ext cx="949330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جَزَحَ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50" y="4110228"/>
            <a:ext cx="717210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3479"/>
          </a:solidFill>
          <a:ln w="12700">
            <a:solidFill>
              <a:srgbClr val="4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حَزَخَ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خَزَدَ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دَزَذَ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52E0"/>
          </a:solidFill>
          <a:ln w="12700">
            <a:solidFill>
              <a:srgbClr val="A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DB70"/>
          </a:solidFill>
          <a:ln w="12700">
            <a:solidFill>
              <a:srgbClr val="C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4"/>
          </a:solidFill>
          <a:ln w="12700">
            <a:solidFill>
              <a:srgbClr val="4785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ذَزَرَ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1060" y="3927348"/>
            <a:ext cx="571500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664"/>
          </a:solidFill>
          <a:ln w="12700">
            <a:solidFill>
              <a:srgbClr val="D8C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447"/>
          </a:solidFill>
          <a:ln w="12700">
            <a:solidFill>
              <a:srgbClr val="D1A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رَزَأَ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0144" y="3332988"/>
            <a:ext cx="1042416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endParaRPr lang="ar-SA" sz="7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8ED"/>
          </a:solidFill>
          <a:ln w="12700">
            <a:solidFill>
              <a:srgbClr val="5EC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endParaRPr lang="ar-SA" sz="8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852"/>
          </a:solidFill>
          <a:ln w="12700">
            <a:solidFill>
              <a:srgbClr val="E08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F"/>
          </a:solidFill>
          <a:ln w="12700">
            <a:solidFill>
              <a:srgbClr val="70DB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7326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9"/>
          </a:solidFill>
          <a:ln w="12700">
            <a:solidFill>
              <a:srgbClr val="64D8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2"/>
          </a:solidFill>
          <a:ln w="12700">
            <a:solidFill>
              <a:srgbClr val="47D1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523" y="3515868"/>
            <a:ext cx="1071037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7934"/>
          </a:solidFill>
          <a:ln w="12700">
            <a:solidFill>
              <a:srgbClr val="4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C"/>
          </a:solidFill>
          <a:ln w="12700">
            <a:solidFill>
              <a:srgbClr val="ED5E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5"/>
          </a:solidFill>
          <a:ln w="12700">
            <a:solidFill>
              <a:srgbClr val="52E0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70DB"/>
          </a:solidFill>
          <a:ln w="12700">
            <a:solidFill>
              <a:srgbClr val="B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034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034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86764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86764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20390" y="2834640"/>
            <a:ext cx="35032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20390" y="2834640"/>
            <a:ext cx="35032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وَحَصَدَ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05940"/>
            <a:ext cx="1038530" cy="16002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085" y="1828800"/>
            <a:ext cx="124047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64D8"/>
          </a:solidFill>
          <a:ln w="12700">
            <a:solidFill>
              <a:srgbClr val="8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47D1"/>
          </a:solidFill>
          <a:ln w="12700">
            <a:solidFill>
              <a:srgbClr val="5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3384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3384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21967" y="896112"/>
            <a:ext cx="20813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1967" y="896112"/>
            <a:ext cx="20813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3040" y="2834640"/>
            <a:ext cx="35979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3040" y="2834640"/>
            <a:ext cx="35979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وَكَتَبَ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26983" cy="173736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412" y="1897380"/>
            <a:ext cx="104314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8869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8869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267920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67920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58302" y="2834640"/>
            <a:ext cx="402739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58302" y="2834640"/>
            <a:ext cx="402739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وَجَلَسَ</a:t>
            </a:r>
            <a:endParaRPr lang="ar-SA" sz="54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301100" cy="14173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2080260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679"/>
          </a:solidFill>
          <a:ln w="12700">
            <a:solidFill>
              <a:srgbClr val="3456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87476" y="896112"/>
            <a:ext cx="19654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87476" y="896112"/>
            <a:ext cx="19654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191112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91112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12740" y="2834640"/>
            <a:ext cx="41185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12740" y="2834640"/>
            <a:ext cx="41185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 وَشَكَرَ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832698" cy="178308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1965960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971091" y="896112"/>
            <a:ext cx="19266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971091" y="896112"/>
            <a:ext cx="19266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3759831" y="896112"/>
            <a:ext cx="1891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759831" y="896112"/>
            <a:ext cx="1891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وَزَرَعَ</a:t>
            </a:r>
            <a:endParaRPr lang="ar-SA" sz="4600" dirty="0"/>
          </a:p>
        </p:txBody>
      </p:sp>
      <p:sp>
        <p:nvSpPr>
          <p:cNvPr id="14" name="C3 W3 pill"/>
          <p:cNvSpPr/>
          <p:nvPr/>
        </p:nvSpPr>
        <p:spPr>
          <a:xfrm>
            <a:off x="1246248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246248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974266" y="2834640"/>
            <a:ext cx="51954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974266" y="2834640"/>
            <a:ext cx="51954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 وَزَرَعَ وَحَصَدَ</a:t>
            </a:r>
            <a:endParaRPr lang="ar-SA" sz="47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0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06-ra-zay</dc:title>
  <dc:subject>PptxGenJS Presentation</dc:subject>
  <dc:creator>PptxGenJS</dc:creator>
  <cp:lastModifiedBy>PptxGenJS</cp:lastModifiedBy>
  <cp:revision>1</cp:revision>
  <dcterms:created xsi:type="dcterms:W3CDTF">2026-10-21T00:09:40Z</dcterms:created>
  <dcterms:modified xsi:type="dcterms:W3CDTF">2026-10-21T00:09:40Z</dcterms:modified>
</cp:coreProperties>
</file>