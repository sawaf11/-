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3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00455" cy="178308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4985" y="3378708"/>
            <a:ext cx="1077575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034" y="3515868"/>
            <a:ext cx="68552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69010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1943100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060" y="3927348"/>
            <a:ext cx="571500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144" y="3332988"/>
            <a:ext cx="104241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05940"/>
            <a:ext cx="1038530" cy="16002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85" y="1828800"/>
            <a:ext cx="12404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1897380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32698" cy="17830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1965960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1091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1091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59831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59831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246248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46248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974266" y="2834640"/>
            <a:ext cx="51954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974266" y="2834640"/>
            <a:ext cx="51954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 وَحَصَدَ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0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06-ra-zay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