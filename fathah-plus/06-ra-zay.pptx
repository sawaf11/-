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3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72922" cy="182880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3241548"/>
            <a:ext cx="1115568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1483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20294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3635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55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3872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075" y="3332988"/>
            <a:ext cx="127348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93348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332988"/>
            <a:ext cx="124742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4883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424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629" y="3332988"/>
            <a:ext cx="1005931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2434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6112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4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20069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399" y="1783080"/>
            <a:ext cx="1468161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9396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140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1951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049" y="3515868"/>
            <a:ext cx="102751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08260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5770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145" y="3332988"/>
            <a:ext cx="121441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7255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2376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315" y="3332988"/>
            <a:ext cx="99724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20" y="3515868"/>
            <a:ext cx="100264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5301" cy="11887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603126" cy="16459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511" y="1783080"/>
            <a:ext cx="1715049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310" y="3241548"/>
            <a:ext cx="131125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673901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616" y="1783080"/>
            <a:ext cx="1696944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26618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3241548"/>
            <a:ext cx="1618488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1091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1091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59831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59831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246248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46248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974266" y="2834640"/>
            <a:ext cx="51954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974266" y="2834640"/>
            <a:ext cx="51954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 وَحَصَدَ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49578" cy="1828800"/>
          </a:xfrm>
          <a:prstGeom prst="rect">
            <a:avLst/>
          </a:prstGeom>
        </p:spPr>
      </p:pic>
      <p:pic>
        <p:nvPicPr>
          <p:cNvPr id="20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4155948"/>
            <a:ext cx="1778508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06-ra-zay</dc:title>
  <dc:subject>PptxGenJS Presentation</dc:subject>
  <dc:creator>PptxGenJS</dc:creator>
  <cp:lastModifiedBy>PptxGenJS</cp:lastModifiedBy>
  <cp:revision>1</cp:revision>
  <dcterms:created xsi:type="dcterms:W3CDTF">2026-10-20T23:35:40Z</dcterms:created>
  <dcterms:modified xsi:type="dcterms:W3CDTF">2026-10-20T23:35:40Z</dcterms:modified>
</cp:coreProperties>
</file>