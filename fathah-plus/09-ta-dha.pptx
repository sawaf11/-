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</p:sldIdLst>
  <p:notesMasterIdLst>
    <p:notesMasterId r:id="rId10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notesMaster" Target="notesMasters/notesMaster1.xml"/><Relationship Id="rId102" Type="http://schemas.openxmlformats.org/officeDocument/2006/relationships/presProps" Target="presProps.xml"/><Relationship Id="rId103" Type="http://schemas.openxmlformats.org/officeDocument/2006/relationships/viewProps" Target="viewProps.xml"/><Relationship Id="rId104" Type="http://schemas.openxmlformats.org/officeDocument/2006/relationships/theme" Target="theme/theme1.xml"/><Relationship Id="rId10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5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image" Target="../media/image-6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6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7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image" Target="../media/image-7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image" Target="../media/image-7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image" Target="../media/image-7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image" Target="../media/image-8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image" Target="../media/image-8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image" Target="../media/image-8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image" Target="../media/image-9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image" Target="../media/image-9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image" Target="../media/image-9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image" Target="../media/image-9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129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12900" dirty="0"/>
          </a:p>
        </p:txBody>
      </p:sp>
      <p:pic>
        <p:nvPicPr>
          <p:cNvPr id="13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702613" cy="1828800"/>
          </a:xfrm>
          <a:prstGeom prst="rect">
            <a:avLst/>
          </a:prstGeom>
        </p:spPr>
      </p:pic>
      <p:pic>
        <p:nvPicPr>
          <p:cNvPr id="14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3241548"/>
            <a:ext cx="2560320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AED"/>
          </a:solidFill>
          <a:ln w="12700">
            <a:solidFill>
              <a:srgbClr val="5EEA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طَأَ</a:t>
            </a:r>
            <a:endParaRPr lang="ar-SA" sz="66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10784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752"/>
          </a:solidFill>
          <a:ln w="12700">
            <a:solidFill>
              <a:srgbClr val="E067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6"/>
          </a:solidFill>
          <a:ln w="12700">
            <a:solidFill>
              <a:srgbClr val="70DB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885"/>
          </a:solidFill>
          <a:ln w="12700">
            <a:solidFill>
              <a:srgbClr val="474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E"/>
          </a:solidFill>
          <a:ln w="12700">
            <a:solidFill>
              <a:srgbClr val="64D88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2"/>
          </a:solidFill>
          <a:ln w="12700">
            <a:solidFill>
              <a:srgbClr val="47D16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طَتَ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608" y="3515868"/>
            <a:ext cx="71195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طَثَ</a:t>
            </a:r>
            <a:endParaRPr lang="ar-SA" sz="9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03589" cy="12344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2642B"/>
          </a:solidFill>
          <a:ln w="12700">
            <a:solidFill>
              <a:srgbClr val="6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7934"/>
          </a:solidFill>
          <a:ln w="12700">
            <a:solidFill>
              <a:srgbClr val="5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طَجَ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645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896" y="3515868"/>
            <a:ext cx="128866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8031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D5EED"/>
          </a:solidFill>
          <a:ln w="12700">
            <a:solidFill>
              <a:srgbClr val="CD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طَخَ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11150" cy="9144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0E052"/>
          </a:solidFill>
          <a:ln w="12700">
            <a:solidFill>
              <a:srgbClr val="60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B70DB"/>
          </a:solidFill>
          <a:ln w="12700">
            <a:solidFill>
              <a:srgbClr val="9B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8"/>
          </a:solidFill>
          <a:ln w="12700">
            <a:solidFill>
              <a:srgbClr val="85475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طَدَ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4367" cy="100584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164D8"/>
          </a:solidFill>
          <a:ln w="12700">
            <a:solidFill>
              <a:srgbClr val="71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4FD1"/>
          </a:solidFill>
          <a:ln w="12700">
            <a:solidFill>
              <a:srgbClr val="474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طَذَ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9761" y="3515868"/>
            <a:ext cx="1092799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طَرَ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92754" cy="14173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7"/>
          </a:solidFill>
          <a:ln w="12700">
            <a:solidFill>
              <a:srgbClr val="2B645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679"/>
          </a:solidFill>
          <a:ln w="12700">
            <a:solidFill>
              <a:srgbClr val="346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طَزَ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708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5082" y="3515868"/>
            <a:ext cx="1397478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طَسَ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897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A5E"/>
          </a:solidFill>
          <a:ln w="12700">
            <a:solidFill>
              <a:srgbClr val="EDA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طَشَ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18922" cy="11430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3E0"/>
          </a:solidFill>
          <a:ln w="12700">
            <a:solidFill>
              <a:srgbClr val="5283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C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070"/>
          </a:solidFill>
          <a:ln w="12700">
            <a:solidFill>
              <a:srgbClr val="DB80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8547"/>
          </a:solidFill>
          <a:ln w="12700">
            <a:solidFill>
              <a:srgbClr val="6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طَصَ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4"/>
          </a:solidFill>
          <a:ln w="12700">
            <a:solidFill>
              <a:srgbClr val="D8647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2"/>
          </a:solidFill>
          <a:ln w="12700">
            <a:solidFill>
              <a:srgbClr val="D1477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طَضَ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5688" y="3515868"/>
            <a:ext cx="666872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أَطَبَ</a:t>
            </a:r>
            <a:endParaRPr lang="ar-SA" sz="62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085850" cy="11430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2B64"/>
          </a:solidFill>
          <a:ln w="12700">
            <a:solidFill>
              <a:srgbClr val="4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7"/>
          </a:solidFill>
          <a:ln w="12700">
            <a:solidFill>
              <a:srgbClr val="79347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5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بَطَتَ</a:t>
            </a:r>
            <a:endParaRPr lang="ar-SA" sz="75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4977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7043" y="3332988"/>
            <a:ext cx="2265517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تَطَثَ</a:t>
            </a:r>
            <a:endParaRPr lang="ar-SA" sz="75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277920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3332988"/>
            <a:ext cx="2432304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6"/>
          </a:solidFill>
          <a:ln w="12700">
            <a:solidFill>
              <a:srgbClr val="5EED8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ثَطَجَ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7"/>
          </a:solidFill>
          <a:ln w="12700">
            <a:solidFill>
              <a:srgbClr val="E052A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6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BDB70"/>
          </a:solidFill>
          <a:ln w="12700">
            <a:solidFill>
              <a:srgbClr val="7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685"/>
          </a:solidFill>
          <a:ln w="12700">
            <a:solidFill>
              <a:srgbClr val="4776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جَطَحَ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1D864"/>
          </a:solidFill>
          <a:ln w="12700">
            <a:solidFill>
              <a:srgbClr val="9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D147"/>
          </a:solidFill>
          <a:ln w="12700">
            <a:solidFill>
              <a:srgbClr val="9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حَطَخَ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1012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25780" y="3332988"/>
            <a:ext cx="1026780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خَطَدَ</a:t>
            </a:r>
            <a:endParaRPr lang="ar-SA" sz="8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B2B"/>
          </a:solidFill>
          <a:ln w="12700">
            <a:solidFill>
              <a:srgbClr val="643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A34"/>
          </a:solidFill>
          <a:ln w="12700">
            <a:solidFill>
              <a:srgbClr val="796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دَطَذَ</a:t>
            </a:r>
            <a:endParaRPr lang="ar-SA" sz="8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2680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6635" y="3332988"/>
            <a:ext cx="1865925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ذَطَرَ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0163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25EED"/>
          </a:solidFill>
          <a:ln w="12700">
            <a:solidFill>
              <a:srgbClr val="62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رَطَزَ</a:t>
            </a:r>
            <a:endParaRPr lang="ar-SA" sz="8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AE052"/>
          </a:solidFill>
          <a:ln w="12700">
            <a:solidFill>
              <a:srgbClr val="C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5DB"/>
          </a:solidFill>
          <a:ln w="12700">
            <a:solidFill>
              <a:srgbClr val="709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44785"/>
          </a:solidFill>
          <a:ln w="12700">
            <a:solidFill>
              <a:srgbClr val="8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زَطَسَ</a:t>
            </a:r>
            <a:endParaRPr lang="ar-SA" sz="61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922218" cy="10515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ED8"/>
          </a:solidFill>
          <a:ln w="12700">
            <a:solidFill>
              <a:srgbClr val="64AE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6D1"/>
          </a:solidFill>
          <a:ln w="12700">
            <a:solidFill>
              <a:srgbClr val="47B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سَطَشَ</a:t>
            </a:r>
            <a:endParaRPr lang="ar-SA" sz="5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34344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6873" y="3332988"/>
            <a:ext cx="1245687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شَطَصَ</a:t>
            </a:r>
            <a:endParaRPr lang="ar-SA" sz="57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1065276" cy="91440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756" y="4155948"/>
            <a:ext cx="717804" cy="9144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9"/>
          </a:solidFill>
          <a:ln w="12700">
            <a:solidFill>
              <a:srgbClr val="34795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صَطَضَ</a:t>
            </a:r>
            <a:endParaRPr lang="ar-SA" sz="5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2272" y="3332988"/>
            <a:ext cx="1850288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ضَطَأَ</a:t>
            </a:r>
            <a:endParaRPr lang="ar-SA" sz="5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94026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395" y="3332988"/>
            <a:ext cx="3379165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7E"/>
          </a:solidFill>
          <a:ln w="12700">
            <a:solidFill>
              <a:srgbClr val="ED5E7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أَطَ</a:t>
            </a:r>
            <a:endParaRPr lang="ar-SA" sz="7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16545" cy="9601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3"/>
          </a:solidFill>
          <a:ln w="12700">
            <a:solidFill>
              <a:srgbClr val="52E0D3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9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0"/>
          </a:solidFill>
          <a:ln w="12700">
            <a:solidFill>
              <a:srgbClr val="DB70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547"/>
          </a:solidFill>
          <a:ln w="12700">
            <a:solidFill>
              <a:srgbClr val="857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بَطَ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B"/>
          </a:solidFill>
          <a:ln w="12700">
            <a:solidFill>
              <a:srgbClr val="D864C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47D1"/>
          </a:solidFill>
          <a:ln w="12700">
            <a:solidFill>
              <a:srgbClr val="C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تَطَ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6971" y="3515868"/>
            <a:ext cx="915589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ثَطَ</a:t>
            </a:r>
            <a:endParaRPr lang="ar-SA" sz="8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15568" cy="114300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764"/>
          </a:solidFill>
          <a:ln w="12700">
            <a:solidFill>
              <a:srgbClr val="2B3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3479"/>
          </a:solidFill>
          <a:ln w="12700">
            <a:solidFill>
              <a:srgbClr val="4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جَطَ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80314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6443" y="3515868"/>
            <a:ext cx="1116117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حَطَ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3606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1ED5E"/>
          </a:solidFill>
          <a:ln w="12700">
            <a:solidFill>
              <a:srgbClr val="A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خَطَ</a:t>
            </a:r>
            <a:endParaRPr lang="ar-SA" sz="9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F52E0"/>
          </a:solidFill>
          <a:ln w="12700">
            <a:solidFill>
              <a:srgbClr val="A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BDB70"/>
          </a:solidFill>
          <a:ln w="12700">
            <a:solidFill>
              <a:srgbClr val="CB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5"/>
          </a:solidFill>
          <a:ln w="12700">
            <a:solidFill>
              <a:srgbClr val="47856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دَطَ</a:t>
            </a:r>
            <a:endParaRPr lang="ar-SA" sz="9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864"/>
          </a:solidFill>
          <a:ln w="12700">
            <a:solidFill>
              <a:srgbClr val="D8C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747"/>
          </a:solidFill>
          <a:ln w="12700">
            <a:solidFill>
              <a:srgbClr val="D1A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ذَطَ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01573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899" y="3515868"/>
            <a:ext cx="1131661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رَطَ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4138" cy="11430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6"/>
          </a:solidFill>
          <a:ln w="12700">
            <a:solidFill>
              <a:srgbClr val="642B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634"/>
          </a:solidFill>
          <a:ln w="12700">
            <a:solidFill>
              <a:srgbClr val="793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زَطَ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2070" y="3515868"/>
            <a:ext cx="1540490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سَطَ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44283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5ED"/>
          </a:solidFill>
          <a:ln w="12700">
            <a:solidFill>
              <a:srgbClr val="5EC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شَطَ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20019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C52"/>
          </a:solidFill>
          <a:ln w="12700">
            <a:solidFill>
              <a:srgbClr val="E08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1"/>
          </a:solidFill>
          <a:ln w="12700">
            <a:solidFill>
              <a:srgbClr val="70DBD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64785"/>
          </a:solidFill>
          <a:ln w="12700">
            <a:solidFill>
              <a:srgbClr val="5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صَطَ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18332" cy="100584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B"/>
          </a:solidFill>
          <a:ln w="12700">
            <a:solidFill>
              <a:srgbClr val="64D8A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5"/>
          </a:solidFill>
          <a:ln w="12700">
            <a:solidFill>
              <a:srgbClr val="47D18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ضَطَ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047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9359" y="3515868"/>
            <a:ext cx="833201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2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12900" dirty="0"/>
          </a:p>
        </p:txBody>
      </p:sp>
      <p:sp>
        <p:nvSpPr>
          <p:cNvPr id="13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12900" dirty="0"/>
          </a:p>
        </p:txBody>
      </p:sp>
      <p:pic>
        <p:nvPicPr>
          <p:cNvPr id="1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833555" cy="1645920"/>
          </a:xfrm>
          <a:prstGeom prst="rect">
            <a:avLst/>
          </a:prstGeom>
        </p:spPr>
      </p:pic>
      <p:pic>
        <p:nvPicPr>
          <p:cNvPr id="1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311" y="1783080"/>
            <a:ext cx="1170249" cy="1645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642B"/>
          </a:solidFill>
          <a:ln w="12700">
            <a:solidFill>
              <a:srgbClr val="5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7934"/>
          </a:solidFill>
          <a:ln w="12700">
            <a:solidFill>
              <a:srgbClr val="43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ظَأَ</a:t>
            </a:r>
            <a:endParaRPr lang="ar-SA" sz="66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45510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8608" y="3515868"/>
            <a:ext cx="135395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ظَبَ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0470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9"/>
          </a:solidFill>
          <a:ln w="12700">
            <a:solidFill>
              <a:srgbClr val="ED5E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ظَتَ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21208" cy="10972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8"/>
          </a:solidFill>
          <a:ln w="12700">
            <a:solidFill>
              <a:srgbClr val="52E06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770DB"/>
          </a:solidFill>
          <a:ln w="12700">
            <a:solidFill>
              <a:srgbClr val="B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8"/>
          </a:solidFill>
          <a:ln w="12700">
            <a:solidFill>
              <a:srgbClr val="854748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ظَثَ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9945" cy="9144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E64D8"/>
          </a:solidFill>
          <a:ln w="12700">
            <a:solidFill>
              <a:srgbClr val="8E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47D1"/>
          </a:solidFill>
          <a:ln w="12700">
            <a:solidFill>
              <a:srgbClr val="6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ظَجَ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1698" y="3515868"/>
            <a:ext cx="680862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ظَحَ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13465" cy="123444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264"/>
          </a:solidFill>
          <a:ln w="12700">
            <a:solidFill>
              <a:srgbClr val="2B6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479"/>
          </a:solidFill>
          <a:ln w="12700">
            <a:solidFill>
              <a:srgbClr val="345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ظَخَ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4959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7518" y="3515868"/>
            <a:ext cx="1385042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ظَدَ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7180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E5E"/>
          </a:solidFill>
          <a:ln w="12700">
            <a:solidFill>
              <a:srgbClr val="EDC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ظَذَ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2110" cy="10515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FE0"/>
          </a:solidFill>
          <a:ln w="12700">
            <a:solidFill>
              <a:srgbClr val="525F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C70"/>
          </a:solidFill>
          <a:ln w="12700">
            <a:solidFill>
              <a:srgbClr val="DB9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78547"/>
          </a:solidFill>
          <a:ln w="12700">
            <a:solidFill>
              <a:srgbClr val="57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ظَرَ</a:t>
            </a:r>
            <a:endParaRPr lang="ar-SA" sz="9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2754" cy="14173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164"/>
          </a:solidFill>
          <a:ln w="12700">
            <a:solidFill>
              <a:srgbClr val="D871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E"/>
          </a:solidFill>
          <a:ln w="12700">
            <a:solidFill>
              <a:srgbClr val="D1474E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ظَزَ</a:t>
            </a:r>
            <a:endParaRPr lang="ar-SA" sz="9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1888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1218" y="3515868"/>
            <a:ext cx="951342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ظَسَ</a:t>
            </a:r>
            <a:endParaRPr lang="ar-SA" sz="9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1113465" cy="1234440"/>
          </a:xfrm>
          <a:prstGeom prst="rect">
            <a:avLst/>
          </a:prstGeom>
        </p:spPr>
      </p:pic>
      <p:pic>
        <p:nvPicPr>
          <p:cNvPr id="22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4814" y="4155948"/>
            <a:ext cx="707746" cy="9144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82B64"/>
          </a:solidFill>
          <a:ln w="12700">
            <a:solidFill>
              <a:srgbClr val="5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6"/>
          </a:solidFill>
          <a:ln w="12700">
            <a:solidFill>
              <a:srgbClr val="7934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ظَشَ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9456" y="3515868"/>
            <a:ext cx="97310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7E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ظَصَ</a:t>
            </a:r>
            <a:endParaRPr lang="ar-SA" sz="9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5810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835" y="3515868"/>
            <a:ext cx="2003725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A"/>
          </a:solidFill>
          <a:ln w="12700">
            <a:solidFill>
              <a:srgbClr val="5EEDA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ظَضَ</a:t>
            </a:r>
            <a:endParaRPr lang="ar-SA" sz="90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80260"/>
            <a:ext cx="517368" cy="10515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2"/>
          </a:solidFill>
          <a:ln w="12700">
            <a:solidFill>
              <a:srgbClr val="E0528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1"/>
          </a:solidFill>
          <a:ln w="12700">
            <a:solidFill>
              <a:srgbClr val="70DB81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785"/>
          </a:solidFill>
          <a:ln w="12700">
            <a:solidFill>
              <a:srgbClr val="476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ظَطَ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E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3D864"/>
          </a:solidFill>
          <a:ln w="12700">
            <a:solidFill>
              <a:srgbClr val="7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D147"/>
          </a:solidFill>
          <a:ln w="12700">
            <a:solidFill>
              <a:srgbClr val="7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أَظَبَ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81960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213" y="3332988"/>
            <a:ext cx="811347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بَظَتَ</a:t>
            </a:r>
            <a:endParaRPr lang="ar-SA" sz="7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1101806" cy="13258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431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92B"/>
          </a:solidFill>
          <a:ln w="12700">
            <a:solidFill>
              <a:srgbClr val="6449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7934"/>
          </a:solidFill>
          <a:ln w="12700">
            <a:solidFill>
              <a:srgbClr val="7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تَظَثَ</a:t>
            </a:r>
            <a:endParaRPr lang="ar-SA" sz="75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12135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312" y="3332988"/>
            <a:ext cx="1890248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ثَظَجَ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549497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395" y="3332988"/>
            <a:ext cx="3379165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E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75EED"/>
          </a:solidFill>
          <a:ln w="12700">
            <a:solidFill>
              <a:srgbClr val="8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جَظَحَ</a:t>
            </a:r>
            <a:endParaRPr lang="ar-SA" sz="6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433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6E052"/>
          </a:solidFill>
          <a:ln w="12700">
            <a:solidFill>
              <a:srgbClr val="A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ADB"/>
          </a:solidFill>
          <a:ln w="12700">
            <a:solidFill>
              <a:srgbClr val="707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6"/>
          </a:solidFill>
          <a:ln w="12700">
            <a:solidFill>
              <a:srgbClr val="854776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حَظَخَ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29945" cy="9144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0D8"/>
          </a:solidFill>
          <a:ln w="12700">
            <a:solidFill>
              <a:srgbClr val="649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3D1"/>
          </a:solidFill>
          <a:ln w="12700">
            <a:solidFill>
              <a:srgbClr val="479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خَظَدَ</a:t>
            </a:r>
            <a:endParaRPr lang="ar-SA" sz="8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42310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4508" y="3332988"/>
            <a:ext cx="1058052" cy="17373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D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6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دَظَذَ</a:t>
            </a:r>
            <a:endParaRPr lang="ar-SA" sz="8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B"/>
          </a:solidFill>
          <a:ln w="12700">
            <a:solidFill>
              <a:srgbClr val="2B643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A"/>
          </a:solidFill>
          <a:ln w="12700">
            <a:solidFill>
              <a:srgbClr val="3479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6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6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ذَظَرَ</a:t>
            </a:r>
            <a:endParaRPr lang="ar-SA" sz="80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79059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8576" y="3332988"/>
            <a:ext cx="2063984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C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رَظَزَ</a:t>
            </a:r>
            <a:endParaRPr lang="ar-SA" sz="80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213351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256" y="3332988"/>
            <a:ext cx="2432304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35E"/>
          </a:solidFill>
          <a:ln w="12700">
            <a:solidFill>
              <a:srgbClr val="ED63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زَظَسَ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43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AE0"/>
          </a:solidFill>
          <a:ln w="12700">
            <a:solidFill>
              <a:srgbClr val="52CA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5"/>
          </a:solidFill>
          <a:ln w="12700">
            <a:solidFill>
              <a:srgbClr val="DB7095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447"/>
          </a:solidFill>
          <a:ln w="12700">
            <a:solidFill>
              <a:srgbClr val="8584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سَظَشَ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D"/>
          </a:solidFill>
          <a:ln w="12700">
            <a:solidFill>
              <a:srgbClr val="D864A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5"/>
          </a:solidFill>
          <a:ln w="12700">
            <a:solidFill>
              <a:srgbClr val="D147B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9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شَظَصَ</a:t>
            </a:r>
            <a:endParaRPr lang="ar-SA" sz="57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52449" cy="1508760"/>
          </a:xfrm>
          <a:prstGeom prst="rect">
            <a:avLst/>
          </a:prstGeom>
        </p:spPr>
      </p:pic>
      <p:pic>
        <p:nvPicPr>
          <p:cNvPr id="25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0144" y="3332988"/>
            <a:ext cx="1042416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9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صَظَضَ</a:t>
            </a:r>
            <a:endParaRPr lang="ar-SA" sz="54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80272" cy="1005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D2B64"/>
          </a:solidFill>
          <a:ln w="12700">
            <a:solidFill>
              <a:srgbClr val="2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3479"/>
          </a:solidFill>
          <a:ln w="12700">
            <a:solidFill>
              <a:srgbClr val="5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9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9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9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ضَظَطَ</a:t>
            </a:r>
            <a:endParaRPr lang="ar-SA" sz="64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21431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5682" y="3332988"/>
            <a:ext cx="1356878" cy="173736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طَظَأَ</a:t>
            </a:r>
            <a:endParaRPr lang="ar-SA" sz="59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2524155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3103" y="3332988"/>
            <a:ext cx="2239457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F7C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DED5E"/>
          </a:solidFill>
          <a:ln w="12700">
            <a:solidFill>
              <a:srgbClr val="7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أَظَ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452E0"/>
          </a:solidFill>
          <a:ln w="12700">
            <a:solidFill>
              <a:srgbClr val="D4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FDB70"/>
          </a:solidFill>
          <a:ln w="12700">
            <a:solidFill>
              <a:srgbClr val="A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5"/>
          </a:solidFill>
          <a:ln w="12700">
            <a:solidFill>
              <a:srgbClr val="47857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بَظَ</a:t>
            </a:r>
            <a:endParaRPr lang="ar-SA" sz="9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7E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AD864"/>
          </a:solidFill>
          <a:ln w="12700">
            <a:solidFill>
              <a:srgbClr val="C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B47"/>
          </a:solidFill>
          <a:ln w="12700">
            <a:solidFill>
              <a:srgbClr val="D1C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تَظَ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77163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0337" y="3515868"/>
            <a:ext cx="962223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2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ثَظَ</a:t>
            </a:r>
            <a:endParaRPr lang="ar-SA" sz="8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019053" cy="14173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7"/>
          </a:solidFill>
          <a:ln w="12700">
            <a:solidFill>
              <a:srgbClr val="642B3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834"/>
          </a:solidFill>
          <a:ln w="12700">
            <a:solidFill>
              <a:srgbClr val="794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جَظَ</a:t>
            </a:r>
            <a:endParaRPr lang="ar-SA" sz="93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9732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76845" y="3515868"/>
            <a:ext cx="1375715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حَظَ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77951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9096" y="3515868"/>
            <a:ext cx="302346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C5C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1ED"/>
          </a:solidFill>
          <a:ln w="12700">
            <a:solidFill>
              <a:srgbClr val="5EA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خَظَ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34540"/>
            <a:ext cx="509778" cy="11430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052"/>
          </a:solidFill>
          <a:ln w="12700">
            <a:solidFill>
              <a:srgbClr val="E0B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ADB"/>
          </a:solidFill>
          <a:ln w="12700">
            <a:solidFill>
              <a:srgbClr val="70CA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64785"/>
          </a:solidFill>
          <a:ln w="12700">
            <a:solidFill>
              <a:srgbClr val="66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دَظَ</a:t>
            </a:r>
            <a:endParaRPr lang="ar-SA" sz="93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931316" cy="96012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D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9"/>
          </a:solidFill>
          <a:ln w="12700">
            <a:solidFill>
              <a:srgbClr val="64D8C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8"/>
          </a:solidFill>
          <a:ln w="12700">
            <a:solidFill>
              <a:srgbClr val="47D1A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ذَظَ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811" y="3515868"/>
            <a:ext cx="1005749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E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رَظَ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4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5642B"/>
          </a:solidFill>
          <a:ln w="12700">
            <a:solidFill>
              <a:srgbClr val="4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7"/>
          </a:solidFill>
          <a:ln w="12700">
            <a:solidFill>
              <a:srgbClr val="34793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67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6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زَظَ</a:t>
            </a:r>
            <a:endParaRPr lang="ar-SA" sz="90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637" y="3515868"/>
            <a:ext cx="1395923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E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سَظَ</a:t>
            </a:r>
            <a:endParaRPr lang="ar-SA" sz="93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06769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3515868"/>
            <a:ext cx="217627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C5D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4"/>
          </a:solidFill>
          <a:ln w="12700">
            <a:solidFill>
              <a:srgbClr val="ED5EC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شَظَ</a:t>
            </a:r>
            <a:endParaRPr lang="ar-SA" sz="93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03120"/>
            <a:ext cx="514990" cy="100584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C"/>
          </a:solidFill>
          <a:ln w="12700">
            <a:solidFill>
              <a:srgbClr val="52E08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270DB"/>
          </a:solidFill>
          <a:ln w="12700">
            <a:solidFill>
              <a:srgbClr val="D2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647"/>
          </a:solidFill>
          <a:ln w="12700">
            <a:solidFill>
              <a:srgbClr val="855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56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6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صَظَ</a:t>
            </a:r>
            <a:endParaRPr lang="ar-SA" sz="9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C64D8"/>
          </a:solidFill>
          <a:ln w="12700">
            <a:solidFill>
              <a:srgbClr val="A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647D1"/>
          </a:solidFill>
          <a:ln w="12700">
            <a:solidFill>
              <a:srgbClr val="8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56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6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ضَظَ</a:t>
            </a:r>
            <a:endParaRPr lang="ar-SA" sz="93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1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0192" y="3515868"/>
            <a:ext cx="752368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7D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طَظَ</a:t>
            </a:r>
            <a:endParaRPr lang="ar-SA" sz="93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46140" cy="14173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43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464"/>
          </a:solidFill>
          <a:ln w="12700">
            <a:solidFill>
              <a:srgbClr val="2B54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379"/>
          </a:solidFill>
          <a:ln w="12700">
            <a:solidFill>
              <a:srgbClr val="3443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796575" y="896112"/>
            <a:ext cx="167904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4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796575" y="896112"/>
            <a:ext cx="167904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2668383" y="896112"/>
            <a:ext cx="180815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4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668383" y="896112"/>
            <a:ext cx="180815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وَأَكَلَ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3016960" y="2834640"/>
            <a:ext cx="31100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3016960" y="2834640"/>
            <a:ext cx="31100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طَبَخَ وَأَكَلَ</a:t>
            </a:r>
            <a:endParaRPr lang="ar-SA" sz="44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68680" cy="182880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3331" y="3241548"/>
            <a:ext cx="2059229" cy="18288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671275" y="896112"/>
            <a:ext cx="18873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671275" y="896112"/>
            <a:ext cx="18873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258535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2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8535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وَأَخَذَ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35912" y="2834640"/>
            <a:ext cx="3272176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35912" y="2834640"/>
            <a:ext cx="3272176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طَلَبَ وَأَخَذَ</a:t>
            </a:r>
            <a:endParaRPr lang="ar-SA" sz="44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931213" cy="182880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237" y="3241548"/>
            <a:ext cx="2357323" cy="18288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E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8ED5E"/>
          </a:solidFill>
          <a:ln w="12700">
            <a:solidFill>
              <a:srgbClr val="E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53354" y="896112"/>
            <a:ext cx="18153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D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53354" y="896112"/>
            <a:ext cx="18153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375257" y="896112"/>
            <a:ext cx="225805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D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75257" y="896112"/>
            <a:ext cx="225805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وَسَطَعَ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16888" y="2834640"/>
            <a:ext cx="371022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16888" y="2834640"/>
            <a:ext cx="371022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ظَهَرَ وَسَطَعَ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836127" cy="1645920"/>
          </a:xfrm>
          <a:prstGeom prst="rect">
            <a:avLst/>
          </a:prstGeom>
        </p:spPr>
      </p:pic>
      <p:pic>
        <p:nvPicPr>
          <p:cNvPr id="2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2657" y="1783080"/>
            <a:ext cx="1329903" cy="164592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952E0"/>
          </a:solidFill>
          <a:ln w="12700">
            <a:solidFill>
              <a:srgbClr val="6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770"/>
          </a:solidFill>
          <a:ln w="12700">
            <a:solidFill>
              <a:srgbClr val="DBB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88547"/>
          </a:solidFill>
          <a:ln w="12700">
            <a:solidFill>
              <a:srgbClr val="48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912614" y="896112"/>
            <a:ext cx="177179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F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912614" y="896112"/>
            <a:ext cx="177179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نَظَرَ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459595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F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59595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03060" y="2834640"/>
            <a:ext cx="353788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03060" y="2834640"/>
            <a:ext cx="353788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نَظَرَ وَرَسَمَ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51259" cy="1645920"/>
          </a:xfrm>
          <a:prstGeom prst="rect">
            <a:avLst/>
          </a:prstGeom>
        </p:spPr>
      </p:pic>
      <p:pic>
        <p:nvPicPr>
          <p:cNvPr id="23" name="Image 1" descr="anim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9199" y="1783080"/>
            <a:ext cx="2113361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99</Slides>
  <Notes>99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99</vt:i4>
      </vt:variant>
    </vt:vector>
  </HeadingPairs>
  <TitlesOfParts>
    <vt:vector size="10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09-ta-dha</dc:title>
  <dc:subject>PptxGenJS Presentation</dc:subject>
  <dc:creator>PptxGenJS</dc:creator>
  <cp:lastModifiedBy>PptxGenJS</cp:lastModifiedBy>
  <cp:revision>1</cp:revision>
  <dcterms:created xsi:type="dcterms:W3CDTF">2026-10-20T23:35:40Z</dcterms:created>
  <dcterms:modified xsi:type="dcterms:W3CDTF">2026-10-20T23:35:40Z</dcterms:modified>
</cp:coreProperties>
</file>