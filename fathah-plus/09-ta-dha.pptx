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notesMaster" Target="notesMasters/notesMaster1.xml"/><Relationship Id="rId102" Type="http://schemas.openxmlformats.org/officeDocument/2006/relationships/presProps" Target="presProps.xml"/><Relationship Id="rId103" Type="http://schemas.openxmlformats.org/officeDocument/2006/relationships/viewProps" Target="viewProps.xml"/><Relationship Id="rId104" Type="http://schemas.openxmlformats.org/officeDocument/2006/relationships/theme" Target="theme/theme1.xml"/><Relationship Id="rId10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3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image" Target="../media/image-6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image" Target="../media/image-6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image" Target="../media/image-6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2.png"/><Relationship Id="rId2" Type="http://schemas.openxmlformats.org/officeDocument/2006/relationships/image" Target="../media/image-6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image" Target="../media/image-7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image" Target="../media/image-7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image" Target="../media/image-7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image" Target="../media/image-7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image" Target="../media/image-7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image" Target="../media/image-7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image" Target="../media/image-8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4-1.png"/><Relationship Id="rId2" Type="http://schemas.openxmlformats.org/officeDocument/2006/relationships/image" Target="../media/image-8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4.xml"/><Relationship Id="rIdTrSnd" Type="http://schemas.openxmlformats.org/officeDocument/2006/relationships/audio" Target="../media/harp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5-1.png"/><Relationship Id="rId2" Type="http://schemas.openxmlformats.org/officeDocument/2006/relationships/image" Target="../media/image-8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5.xml"/><Relationship Id="rIdTrSnd" Type="http://schemas.openxmlformats.org/officeDocument/2006/relationships/audio" Target="../media/chime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6.xml"/><Relationship Id="rIdTrSnd" Type="http://schemas.openxmlformats.org/officeDocument/2006/relationships/audio" Target="../media/whoosh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7.xml"/><Relationship Id="rIdTrSnd" Type="http://schemas.openxmlformats.org/officeDocument/2006/relationships/audio" Target="../media/bubbles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8-1.png"/><Relationship Id="rId2" Type="http://schemas.openxmlformats.org/officeDocument/2006/relationships/image" Target="../media/image-8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8.xml"/><Relationship Id="rIdTrSnd" Type="http://schemas.openxmlformats.org/officeDocument/2006/relationships/audio" Target="../media/sparkle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9.xml"/><Relationship Id="rIdTrSnd" Type="http://schemas.openxmlformats.org/officeDocument/2006/relationships/audio" Target="../media/marimba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0-1.png"/><Relationship Id="rId2" Type="http://schemas.openxmlformats.org/officeDocument/2006/relationships/image" Target="../media/image-9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0.xml"/><Relationship Id="rIdTrSnd" Type="http://schemas.openxmlformats.org/officeDocument/2006/relationships/audio" Target="../media/harp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1-1.png"/><Relationship Id="rId2" Type="http://schemas.openxmlformats.org/officeDocument/2006/relationships/image" Target="../media/image-9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1.xml"/><Relationship Id="rIdTrSnd" Type="http://schemas.openxmlformats.org/officeDocument/2006/relationships/audio" Target="../media/chime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2.xml"/><Relationship Id="rIdTrSnd" Type="http://schemas.openxmlformats.org/officeDocument/2006/relationships/audio" Target="../media/whoosh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TrSnd" Type="http://schemas.openxmlformats.org/officeDocument/2006/relationships/audio" Target="../media/bubbles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4-1.png"/><Relationship Id="rId2" Type="http://schemas.openxmlformats.org/officeDocument/2006/relationships/image" Target="../media/image-9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4.xml"/><Relationship Id="rIdTrSnd" Type="http://schemas.openxmlformats.org/officeDocument/2006/relationships/audio" Target="../media/sparkle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5.xml"/><Relationship Id="rIdTrSnd" Type="http://schemas.openxmlformats.org/officeDocument/2006/relationships/audio" Target="../media/marimba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6-1.png"/><Relationship Id="rId2" Type="http://schemas.openxmlformats.org/officeDocument/2006/relationships/image" Target="../media/image-9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6.xml"/><Relationship Id="rIdTrSnd" Type="http://schemas.openxmlformats.org/officeDocument/2006/relationships/audio" Target="../media/harp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7-1.png"/><Relationship Id="rId2" Type="http://schemas.openxmlformats.org/officeDocument/2006/relationships/image" Target="../media/image-9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7.xml"/><Relationship Id="rIdTrSnd" Type="http://schemas.openxmlformats.org/officeDocument/2006/relationships/audio" Target="../media/chime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8-1.png"/><Relationship Id="rId2" Type="http://schemas.openxmlformats.org/officeDocument/2006/relationships/image" Target="../media/image-9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8.xml"/><Relationship Id="rIdTrSnd" Type="http://schemas.openxmlformats.org/officeDocument/2006/relationships/audio" Target="../media/whoosh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9-1.png"/><Relationship Id="rId2" Type="http://schemas.openxmlformats.org/officeDocument/2006/relationships/image" Target="../media/image-9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9.xml"/><Relationship Id="rIdTrSnd" Type="http://schemas.openxmlformats.org/officeDocument/2006/relationships/audio" Target="../media/bubbles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1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12900" dirty="0"/>
          </a:p>
        </p:txBody>
      </p:sp>
      <p:sp>
        <p:nvSpPr>
          <p:cNvPr id="12" name="C2 F1 fath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12900" dirty="0"/>
          </a:p>
        </p:txBody>
      </p:sp>
      <p:pic>
        <p:nvPicPr>
          <p:cNvPr id="13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943100"/>
            <a:ext cx="1422669" cy="1325880"/>
          </a:xfrm>
          <a:prstGeom prst="rect">
            <a:avLst/>
          </a:prstGeom>
        </p:spPr>
      </p:pic>
      <p:pic>
        <p:nvPicPr>
          <p:cNvPr id="14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6521" y="2011680"/>
            <a:ext cx="586039" cy="1188720"/>
          </a:xfrm>
          <a:prstGeom prst="rect">
            <a:avLst/>
          </a:prstGeom>
        </p:spPr>
      </p:pic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5E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AED"/>
          </a:solidFill>
          <a:ln w="12700">
            <a:solidFill>
              <a:srgbClr val="5EEA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طَأَ</a:t>
            </a:r>
            <a:endParaRPr lang="ar-SA" sz="66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103120"/>
            <a:ext cx="507949" cy="10058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3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752"/>
          </a:solidFill>
          <a:ln w="12700">
            <a:solidFill>
              <a:srgbClr val="E067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F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6"/>
          </a:solidFill>
          <a:ln w="12700">
            <a:solidFill>
              <a:srgbClr val="70DBB6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885"/>
          </a:solidFill>
          <a:ln w="12700">
            <a:solidFill>
              <a:srgbClr val="4748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5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طَبَ</a:t>
            </a:r>
            <a:endParaRPr lang="ar-SA" sz="93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E"/>
          </a:solidFill>
          <a:ln w="12700">
            <a:solidFill>
              <a:srgbClr val="64D88E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2"/>
          </a:solidFill>
          <a:ln w="12700">
            <a:solidFill>
              <a:srgbClr val="47D162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7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7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طَتَ</a:t>
            </a:r>
            <a:endParaRPr lang="ar-SA" sz="93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833384" cy="1417320"/>
          </a:xfrm>
          <a:prstGeom prst="rect">
            <a:avLst/>
          </a:prstGeom>
        </p:spPr>
      </p:pic>
      <p:pic>
        <p:nvPicPr>
          <p:cNvPr id="21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8172" y="3515868"/>
            <a:ext cx="724388" cy="155448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7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7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طَثَ</a:t>
            </a:r>
            <a:endParaRPr lang="ar-SA" sz="93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90188"/>
            <a:ext cx="1103498" cy="128016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32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2642B"/>
          </a:solidFill>
          <a:ln w="12700">
            <a:solidFill>
              <a:srgbClr val="62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57934"/>
          </a:solidFill>
          <a:ln w="12700">
            <a:solidFill>
              <a:srgbClr val="55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طَجَ</a:t>
            </a:r>
            <a:endParaRPr lang="ar-SA" sz="74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827715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5575" y="3973068"/>
            <a:ext cx="1296985" cy="109728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5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طَحَ</a:t>
            </a:r>
            <a:endParaRPr lang="ar-SA" sz="74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81628"/>
            <a:ext cx="973562" cy="11887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8110" y="4018788"/>
            <a:ext cx="1314450" cy="105156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C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D5EED"/>
          </a:solidFill>
          <a:ln w="12700">
            <a:solidFill>
              <a:srgbClr val="CD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طَخَ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0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0E052"/>
          </a:solidFill>
          <a:ln w="12700">
            <a:solidFill>
              <a:srgbClr val="60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5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B70DB"/>
          </a:solidFill>
          <a:ln w="12700">
            <a:solidFill>
              <a:srgbClr val="9B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8"/>
          </a:solidFill>
          <a:ln w="12700">
            <a:solidFill>
              <a:srgbClr val="854758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7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7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طَدَ</a:t>
            </a:r>
            <a:endParaRPr lang="ar-SA" sz="93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73068"/>
            <a:ext cx="916229" cy="109728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5D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164D8"/>
          </a:solidFill>
          <a:ln w="12700">
            <a:solidFill>
              <a:srgbClr val="71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4FD1"/>
          </a:solidFill>
          <a:ln w="12700">
            <a:solidFill>
              <a:srgbClr val="474F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7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7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طَذَ</a:t>
            </a:r>
            <a:endParaRPr lang="ar-SA" sz="93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870234" cy="1417320"/>
          </a:xfrm>
          <a:prstGeom prst="rect">
            <a:avLst/>
          </a:prstGeom>
        </p:spPr>
      </p:pic>
      <p:pic>
        <p:nvPicPr>
          <p:cNvPr id="21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9019" y="3653028"/>
            <a:ext cx="993541" cy="141732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C5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7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7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طَرَ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4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7"/>
          </a:solidFill>
          <a:ln w="12700">
            <a:solidFill>
              <a:srgbClr val="2B6457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679"/>
          </a:solidFill>
          <a:ln w="12700">
            <a:solidFill>
              <a:srgbClr val="3466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7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7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طَزَ</a:t>
            </a:r>
            <a:endParaRPr lang="ar-SA" sz="90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888660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0769" y="3744468"/>
            <a:ext cx="1341791" cy="132588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طَسَ</a:t>
            </a:r>
            <a:endParaRPr lang="ar-SA" sz="90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55948"/>
            <a:ext cx="1315822" cy="91440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0482" y="3881628"/>
            <a:ext cx="1172078" cy="118872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AA5E"/>
          </a:solidFill>
          <a:ln w="12700">
            <a:solidFill>
              <a:srgbClr val="EDAA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طَشَ</a:t>
            </a:r>
            <a:endParaRPr lang="ar-SA" sz="90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57400"/>
            <a:ext cx="505846" cy="109728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3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83E0"/>
          </a:solidFill>
          <a:ln w="12700">
            <a:solidFill>
              <a:srgbClr val="5283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C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070"/>
          </a:solidFill>
          <a:ln w="12700">
            <a:solidFill>
              <a:srgbClr val="DB80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78547"/>
          </a:solidFill>
          <a:ln w="12700">
            <a:solidFill>
              <a:srgbClr val="67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طَصَ</a:t>
            </a:r>
            <a:endParaRPr lang="ar-SA" sz="90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0228"/>
            <a:ext cx="925556" cy="960120"/>
          </a:xfrm>
          <a:prstGeom prst="rect">
            <a:avLst/>
          </a:prstGeom>
        </p:spPr>
      </p:pic>
      <p:pic>
        <p:nvPicPr>
          <p:cNvPr id="26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1276" y="3881628"/>
            <a:ext cx="581284" cy="118872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C5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4"/>
          </a:solidFill>
          <a:ln w="12700">
            <a:solidFill>
              <a:srgbClr val="D8647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72"/>
          </a:solidFill>
          <a:ln w="12700">
            <a:solidFill>
              <a:srgbClr val="D14772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طَضَ</a:t>
            </a:r>
            <a:endParaRPr lang="ar-SA" sz="90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847557" cy="1417320"/>
          </a:xfrm>
          <a:prstGeom prst="rect">
            <a:avLst/>
          </a:prstGeom>
        </p:spPr>
      </p:pic>
      <p:pic>
        <p:nvPicPr>
          <p:cNvPr id="21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6361" y="3515868"/>
            <a:ext cx="676199" cy="155448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D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أَطَبَ</a:t>
            </a:r>
            <a:endParaRPr lang="ar-SA" sz="62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90188"/>
            <a:ext cx="1111179" cy="1280160"/>
          </a:xfrm>
          <a:prstGeom prst="rect">
            <a:avLst/>
          </a:prstGeom>
        </p:spPr>
      </p:pic>
      <p:pic>
        <p:nvPicPr>
          <p:cNvPr id="26" name="Image 1" descr="anim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709" y="3835908"/>
            <a:ext cx="725851" cy="12344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92B64"/>
          </a:solidFill>
          <a:ln w="12700">
            <a:solidFill>
              <a:srgbClr val="49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7"/>
          </a:solidFill>
          <a:ln w="12700">
            <a:solidFill>
              <a:srgbClr val="793477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5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5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بَطَتَ</a:t>
            </a:r>
            <a:endParaRPr lang="ar-SA" sz="75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695538" cy="1508760"/>
          </a:xfrm>
          <a:prstGeom prst="rect">
            <a:avLst/>
          </a:prstGeom>
        </p:spPr>
      </p:pic>
      <p:pic>
        <p:nvPicPr>
          <p:cNvPr id="27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3894" y="3607308"/>
            <a:ext cx="1398666" cy="14630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D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6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6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6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6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تَطَثَ</a:t>
            </a:r>
            <a:endParaRPr lang="ar-SA" sz="75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1076615" cy="132588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5948" y="3973068"/>
            <a:ext cx="1326612" cy="109728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5F7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86"/>
          </a:solidFill>
          <a:ln w="12700">
            <a:solidFill>
              <a:srgbClr val="5EED86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ثَطَجَ</a:t>
            </a:r>
            <a:endParaRPr lang="ar-SA" sz="66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F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A7"/>
          </a:solidFill>
          <a:ln w="12700">
            <a:solidFill>
              <a:srgbClr val="E052A7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6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BDB70"/>
          </a:solidFill>
          <a:ln w="12700">
            <a:solidFill>
              <a:srgbClr val="7B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685"/>
          </a:solidFill>
          <a:ln w="12700">
            <a:solidFill>
              <a:srgbClr val="4776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0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جَطَحَ</a:t>
            </a:r>
            <a:endParaRPr lang="ar-SA" sz="66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1D864"/>
          </a:solidFill>
          <a:ln w="12700">
            <a:solidFill>
              <a:srgbClr val="91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4D147"/>
          </a:solidFill>
          <a:ln w="12700">
            <a:solidFill>
              <a:srgbClr val="94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حَطَخَ</a:t>
            </a:r>
            <a:endParaRPr lang="ar-SA" sz="66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686486" cy="1508760"/>
          </a:xfrm>
          <a:prstGeom prst="rect">
            <a:avLst/>
          </a:prstGeom>
        </p:spPr>
      </p:pic>
      <p:pic>
        <p:nvPicPr>
          <p:cNvPr id="25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8051" y="3424428"/>
            <a:ext cx="964509" cy="164592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C5D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خَطَدَ</a:t>
            </a:r>
            <a:endParaRPr lang="ar-SA" sz="82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54380" cy="150876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4314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B2B"/>
          </a:solidFill>
          <a:ln w="12700">
            <a:solidFill>
              <a:srgbClr val="643B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A34"/>
          </a:solidFill>
          <a:ln w="12700">
            <a:solidFill>
              <a:srgbClr val="796A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6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6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6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6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دَطَذَ</a:t>
            </a:r>
            <a:endParaRPr lang="ar-SA" sz="82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719953" cy="1325880"/>
          </a:xfrm>
          <a:prstGeom prst="rect">
            <a:avLst/>
          </a:prstGeom>
        </p:spPr>
      </p:pic>
      <p:pic>
        <p:nvPicPr>
          <p:cNvPr id="27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7112" y="3790188"/>
            <a:ext cx="1345448" cy="128016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5F7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6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6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6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6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ذَطَرَ</a:t>
            </a:r>
            <a:endParaRPr lang="ar-SA" sz="80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1115065" cy="132588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1753" y="4018788"/>
            <a:ext cx="1790807" cy="105156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D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25EED"/>
          </a:solidFill>
          <a:ln w="12700">
            <a:solidFill>
              <a:srgbClr val="62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6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6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6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6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رَطَزَ</a:t>
            </a:r>
            <a:endParaRPr lang="ar-SA" sz="8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433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AE052"/>
          </a:solidFill>
          <a:ln w="12700">
            <a:solidFill>
              <a:srgbClr val="CA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0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5DB"/>
          </a:solidFill>
          <a:ln w="12700">
            <a:solidFill>
              <a:srgbClr val="7095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44785"/>
          </a:solidFill>
          <a:ln w="12700">
            <a:solidFill>
              <a:srgbClr val="84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0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زَطَسَ</a:t>
            </a:r>
            <a:endParaRPr lang="ar-SA" sz="6100" dirty="0"/>
          </a:p>
        </p:txBody>
      </p:sp>
      <p:pic>
        <p:nvPicPr>
          <p:cNvPr id="29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926790" cy="132588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C5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ED8"/>
          </a:solidFill>
          <a:ln w="12700">
            <a:solidFill>
              <a:srgbClr val="64AE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B6D1"/>
          </a:solidFill>
          <a:ln w="12700">
            <a:solidFill>
              <a:srgbClr val="47B6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سَطَشَ</a:t>
            </a:r>
            <a:endParaRPr lang="ar-SA" sz="56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694761" cy="1325880"/>
          </a:xfrm>
          <a:prstGeom prst="rect">
            <a:avLst/>
          </a:prstGeom>
        </p:spPr>
      </p:pic>
      <p:pic>
        <p:nvPicPr>
          <p:cNvPr id="25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989" y="3378708"/>
            <a:ext cx="1280571" cy="16916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C5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9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شَطَصَ</a:t>
            </a:r>
            <a:endParaRPr lang="ar-SA" sz="57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A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2C"/>
          </a:solidFill>
          <a:ln w="12700">
            <a:solidFill>
              <a:srgbClr val="2B642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9"/>
          </a:solidFill>
          <a:ln w="12700">
            <a:solidFill>
              <a:srgbClr val="34795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صَطَضَ</a:t>
            </a:r>
            <a:endParaRPr lang="ar-SA" sz="54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769010" cy="1325880"/>
          </a:xfrm>
          <a:prstGeom prst="rect">
            <a:avLst/>
          </a:prstGeom>
        </p:spPr>
      </p:pic>
      <p:pic>
        <p:nvPicPr>
          <p:cNvPr id="27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7975" y="3698748"/>
            <a:ext cx="1024585" cy="137160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C5C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9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ضَطَأَ</a:t>
            </a:r>
            <a:endParaRPr lang="ar-SA" sz="59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73068"/>
            <a:ext cx="948050" cy="109728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2395" y="3927348"/>
            <a:ext cx="1320165" cy="114300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C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7E"/>
          </a:solidFill>
          <a:ln w="12700">
            <a:solidFill>
              <a:srgbClr val="ED5E7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أَطَ</a:t>
            </a:r>
            <a:endParaRPr lang="ar-SA" sz="70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80260"/>
            <a:ext cx="519471" cy="105156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44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D3"/>
          </a:solidFill>
          <a:ln w="12700">
            <a:solidFill>
              <a:srgbClr val="52E0D3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9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B0"/>
          </a:solidFill>
          <a:ln w="12700">
            <a:solidFill>
              <a:srgbClr val="DB70B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547"/>
          </a:solidFill>
          <a:ln w="12700">
            <a:solidFill>
              <a:srgbClr val="857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5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بَطَ</a:t>
            </a:r>
            <a:endParaRPr lang="ar-SA" sz="93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B"/>
          </a:solidFill>
          <a:ln w="12700">
            <a:solidFill>
              <a:srgbClr val="D864CB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A47D1"/>
          </a:solidFill>
          <a:ln w="12700">
            <a:solidFill>
              <a:srgbClr val="CA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7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7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تَطَ</a:t>
            </a:r>
            <a:endParaRPr lang="ar-SA" sz="93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32754" cy="1417320"/>
          </a:xfrm>
          <a:prstGeom prst="rect">
            <a:avLst/>
          </a:prstGeom>
        </p:spPr>
      </p:pic>
      <p:pic>
        <p:nvPicPr>
          <p:cNvPr id="21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8734" y="3515868"/>
            <a:ext cx="893826" cy="155448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7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2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7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ثَطَ</a:t>
            </a:r>
            <a:endParaRPr lang="ar-SA" sz="85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108344" cy="1417320"/>
          </a:xfrm>
          <a:prstGeom prst="rect">
            <a:avLst/>
          </a:prstGeom>
        </p:spPr>
      </p:pic>
      <p:pic>
        <p:nvPicPr>
          <p:cNvPr id="22" name="Image 1" descr="anim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0425" y="3973068"/>
            <a:ext cx="712135" cy="109728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436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764"/>
          </a:solidFill>
          <a:ln w="12700">
            <a:solidFill>
              <a:srgbClr val="2B37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73479"/>
          </a:solidFill>
          <a:ln w="12700">
            <a:solidFill>
              <a:srgbClr val="47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B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جَطَ</a:t>
            </a:r>
            <a:endParaRPr lang="ar-SA" sz="93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84566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5942" y="3561588"/>
            <a:ext cx="1656618" cy="150876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C5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حَطَ</a:t>
            </a:r>
            <a:endParaRPr lang="ar-SA" sz="93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35908"/>
            <a:ext cx="1301100" cy="123444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119" y="3927348"/>
            <a:ext cx="1242441" cy="114300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C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1ED5E"/>
          </a:solidFill>
          <a:ln w="12700">
            <a:solidFill>
              <a:srgbClr val="A1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خَطَ</a:t>
            </a:r>
            <a:endParaRPr lang="ar-SA" sz="9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B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F52E0"/>
          </a:solidFill>
          <a:ln w="12700">
            <a:solidFill>
              <a:srgbClr val="AF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BDB70"/>
          </a:solidFill>
          <a:ln w="12700">
            <a:solidFill>
              <a:srgbClr val="CB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5"/>
          </a:solidFill>
          <a:ln w="12700">
            <a:solidFill>
              <a:srgbClr val="47856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7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7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دَطَ</a:t>
            </a:r>
            <a:endParaRPr lang="ar-SA" sz="93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D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864"/>
          </a:solidFill>
          <a:ln w="12700">
            <a:solidFill>
              <a:srgbClr val="D8C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A747"/>
          </a:solidFill>
          <a:ln w="12700">
            <a:solidFill>
              <a:srgbClr val="D1A7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7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7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ذَطَ</a:t>
            </a:r>
            <a:endParaRPr lang="ar-SA" sz="93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49762" cy="1417320"/>
          </a:xfrm>
          <a:prstGeom prst="rect">
            <a:avLst/>
          </a:prstGeom>
        </p:spPr>
      </p:pic>
      <p:pic>
        <p:nvPicPr>
          <p:cNvPr id="21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8262" y="3744468"/>
            <a:ext cx="1014298" cy="132588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C5F7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7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7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رَطَ</a:t>
            </a:r>
            <a:endParaRPr lang="ar-SA" sz="90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109762" cy="141732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43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6"/>
          </a:solidFill>
          <a:ln w="12700">
            <a:solidFill>
              <a:srgbClr val="642B46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634"/>
          </a:solidFill>
          <a:ln w="12700">
            <a:solidFill>
              <a:srgbClr val="7936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7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7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زَطَ</a:t>
            </a:r>
            <a:endParaRPr lang="ar-SA" sz="90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17164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475" y="3744468"/>
            <a:ext cx="1408085" cy="132588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E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سَطَ</a:t>
            </a:r>
            <a:endParaRPr lang="ar-SA" sz="93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27348"/>
            <a:ext cx="1225296" cy="114300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8070" y="3881628"/>
            <a:ext cx="1634490" cy="118872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C5D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C5ED"/>
          </a:solidFill>
          <a:ln w="12700">
            <a:solidFill>
              <a:srgbClr val="5EC5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شَطَ</a:t>
            </a:r>
            <a:endParaRPr lang="ar-SA" sz="93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103120"/>
            <a:ext cx="502920" cy="10058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43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8C52"/>
          </a:solidFill>
          <a:ln w="12700">
            <a:solidFill>
              <a:srgbClr val="E08C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9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D1"/>
          </a:solidFill>
          <a:ln w="12700">
            <a:solidFill>
              <a:srgbClr val="70DBD1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64785"/>
          </a:solidFill>
          <a:ln w="12700">
            <a:solidFill>
              <a:srgbClr val="56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صَطَ</a:t>
            </a:r>
            <a:endParaRPr lang="ar-SA" sz="93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4508"/>
            <a:ext cx="917326" cy="10058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C5F7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AB"/>
          </a:solidFill>
          <a:ln w="12700">
            <a:solidFill>
              <a:srgbClr val="64D8AB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85"/>
          </a:solidFill>
          <a:ln w="12700">
            <a:solidFill>
              <a:srgbClr val="47D18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ضَطَ</a:t>
            </a:r>
            <a:endParaRPr lang="ar-SA" sz="93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44881" cy="1417320"/>
          </a:xfrm>
          <a:prstGeom prst="rect">
            <a:avLst/>
          </a:prstGeom>
        </p:spPr>
      </p:pic>
      <p:pic>
        <p:nvPicPr>
          <p:cNvPr id="21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2724" y="3515868"/>
            <a:ext cx="879836" cy="155448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D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2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12900" dirty="0"/>
          </a:p>
        </p:txBody>
      </p:sp>
      <p:sp>
        <p:nvSpPr>
          <p:cNvPr id="13" name="C2 F1 fath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12900" dirty="0"/>
          </a:p>
        </p:txBody>
      </p:sp>
      <p:pic>
        <p:nvPicPr>
          <p:cNvPr id="1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874520"/>
            <a:ext cx="997793" cy="1463040"/>
          </a:xfrm>
          <a:prstGeom prst="rect">
            <a:avLst/>
          </a:prstGeom>
        </p:spPr>
      </p:pic>
      <p:pic>
        <p:nvPicPr>
          <p:cNvPr id="1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0607" y="1851660"/>
            <a:ext cx="1541953" cy="150876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433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4642B"/>
          </a:solidFill>
          <a:ln w="12700">
            <a:solidFill>
              <a:srgbClr val="54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37934"/>
          </a:solidFill>
          <a:ln w="12700">
            <a:solidFill>
              <a:srgbClr val="43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ظَأَ</a:t>
            </a:r>
            <a:endParaRPr lang="ar-SA" sz="66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44093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2385" y="3927348"/>
            <a:ext cx="1400175" cy="114300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C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5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ظَبَ</a:t>
            </a:r>
            <a:endParaRPr lang="ar-SA" sz="93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73068"/>
            <a:ext cx="1329903" cy="109728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5392" y="3835908"/>
            <a:ext cx="1117168" cy="12344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C5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E9"/>
          </a:solidFill>
          <a:ln w="12700">
            <a:solidFill>
              <a:srgbClr val="ED5EE9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7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7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ظَتَ</a:t>
            </a:r>
            <a:endParaRPr lang="ar-SA" sz="93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103120"/>
            <a:ext cx="518008" cy="10058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2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68"/>
          </a:solidFill>
          <a:ln w="12700">
            <a:solidFill>
              <a:srgbClr val="52E06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C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770DB"/>
          </a:solidFill>
          <a:ln w="12700">
            <a:solidFill>
              <a:srgbClr val="B7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48"/>
          </a:solidFill>
          <a:ln w="12700">
            <a:solidFill>
              <a:srgbClr val="854748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7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7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ظَثَ</a:t>
            </a:r>
            <a:endParaRPr lang="ar-SA" sz="93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919841" cy="141732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C5C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E64D8"/>
          </a:solidFill>
          <a:ln w="12700">
            <a:solidFill>
              <a:srgbClr val="8E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347D1"/>
          </a:solidFill>
          <a:ln w="12700">
            <a:solidFill>
              <a:srgbClr val="63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D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ظَجَ</a:t>
            </a:r>
            <a:endParaRPr lang="ar-SA" sz="74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67558" cy="1417320"/>
          </a:xfrm>
          <a:prstGeom prst="rect">
            <a:avLst/>
          </a:prstGeom>
        </p:spPr>
      </p:pic>
      <p:pic>
        <p:nvPicPr>
          <p:cNvPr id="21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3252" y="3515868"/>
            <a:ext cx="679308" cy="155448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D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ظَحَ</a:t>
            </a:r>
            <a:endParaRPr lang="ar-SA" sz="74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81628"/>
            <a:ext cx="1091245" cy="1188720"/>
          </a:xfrm>
          <a:prstGeom prst="rect">
            <a:avLst/>
          </a:prstGeom>
        </p:spPr>
      </p:pic>
      <p:pic>
        <p:nvPicPr>
          <p:cNvPr id="22" name="Image 1" descr="anim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7499" y="4155948"/>
            <a:ext cx="715061" cy="91440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44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264"/>
          </a:solidFill>
          <a:ln w="12700">
            <a:solidFill>
              <a:srgbClr val="2B62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479"/>
          </a:solidFill>
          <a:ln w="12700">
            <a:solidFill>
              <a:srgbClr val="345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ظَخَ</a:t>
            </a:r>
            <a:endParaRPr lang="ar-SA" sz="74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81731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5357" y="3607308"/>
            <a:ext cx="1397203" cy="14630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E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7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7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ظَدَ</a:t>
            </a:r>
            <a:endParaRPr lang="ar-SA" sz="93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123935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0417" y="4018788"/>
            <a:ext cx="1512143" cy="105156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CE5E"/>
          </a:solidFill>
          <a:ln w="12700">
            <a:solidFill>
              <a:srgbClr val="EDCE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7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7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ظَذَ</a:t>
            </a:r>
            <a:endParaRPr lang="ar-SA" sz="93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80260"/>
            <a:ext cx="510007" cy="105156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43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5FE0"/>
          </a:solidFill>
          <a:ln w="12700">
            <a:solidFill>
              <a:srgbClr val="525F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6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9C70"/>
          </a:solidFill>
          <a:ln w="12700">
            <a:solidFill>
              <a:srgbClr val="DB9C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78547"/>
          </a:solidFill>
          <a:ln w="12700">
            <a:solidFill>
              <a:srgbClr val="57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7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7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ظَرَ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C5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164"/>
          </a:solidFill>
          <a:ln w="12700">
            <a:solidFill>
              <a:srgbClr val="D871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4E"/>
          </a:solidFill>
          <a:ln w="12700">
            <a:solidFill>
              <a:srgbClr val="D1474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7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7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ظَزَ</a:t>
            </a:r>
            <a:endParaRPr lang="ar-SA" sz="90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94487" cy="1417320"/>
          </a:xfrm>
          <a:prstGeom prst="rect">
            <a:avLst/>
          </a:prstGeom>
        </p:spPr>
      </p:pic>
      <p:pic>
        <p:nvPicPr>
          <p:cNvPr id="21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6603" y="3515868"/>
            <a:ext cx="1025957" cy="155448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C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ظَسَ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21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82B64"/>
          </a:solidFill>
          <a:ln w="12700">
            <a:solidFill>
              <a:srgbClr val="58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6"/>
          </a:solidFill>
          <a:ln w="12700">
            <a:solidFill>
              <a:srgbClr val="79346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ظَشَ</a:t>
            </a:r>
            <a:endParaRPr lang="ar-SA" sz="90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34959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8501" y="3744468"/>
            <a:ext cx="1294059" cy="132588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7E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ظَصَ</a:t>
            </a:r>
            <a:endParaRPr lang="ar-SA" sz="90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148029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0516" y="3835908"/>
            <a:ext cx="1722044" cy="12344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C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AA"/>
          </a:solidFill>
          <a:ln w="12700">
            <a:solidFill>
              <a:srgbClr val="5EEDAA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ظَضَ</a:t>
            </a:r>
            <a:endParaRPr lang="ar-SA" sz="90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80260"/>
            <a:ext cx="500543" cy="105156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4314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82"/>
          </a:solidFill>
          <a:ln w="12700">
            <a:solidFill>
              <a:srgbClr val="E0528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9C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1"/>
          </a:solidFill>
          <a:ln w="12700">
            <a:solidFill>
              <a:srgbClr val="70DB81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785"/>
          </a:solidFill>
          <a:ln w="12700">
            <a:solidFill>
              <a:srgbClr val="476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7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7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ظَطَ</a:t>
            </a:r>
            <a:endParaRPr lang="ar-SA" sz="93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924138" cy="132588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E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3D864"/>
          </a:solidFill>
          <a:ln w="12700">
            <a:solidFill>
              <a:srgbClr val="73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1D147"/>
          </a:solidFill>
          <a:ln w="12700">
            <a:solidFill>
              <a:srgbClr val="71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أَظَبَ</a:t>
            </a:r>
            <a:endParaRPr lang="ar-SA" sz="62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04591" cy="1508760"/>
          </a:xfrm>
          <a:prstGeom prst="rect">
            <a:avLst/>
          </a:prstGeom>
        </p:spPr>
      </p:pic>
      <p:pic>
        <p:nvPicPr>
          <p:cNvPr id="25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2526" y="3332988"/>
            <a:ext cx="820034" cy="173736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C5D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5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5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بَظَتَ</a:t>
            </a:r>
            <a:endParaRPr lang="ar-SA" sz="75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4508"/>
            <a:ext cx="1100389" cy="1005840"/>
          </a:xfrm>
          <a:prstGeom prst="rect">
            <a:avLst/>
          </a:prstGeom>
        </p:spPr>
      </p:pic>
      <p:pic>
        <p:nvPicPr>
          <p:cNvPr id="26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7133" y="3607308"/>
            <a:ext cx="715427" cy="14630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431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92B"/>
          </a:solidFill>
          <a:ln w="12700">
            <a:solidFill>
              <a:srgbClr val="6449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77934"/>
          </a:solidFill>
          <a:ln w="12700">
            <a:solidFill>
              <a:srgbClr val="77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6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6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6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6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تَظَثَ</a:t>
            </a:r>
            <a:endParaRPr lang="ar-SA" sz="75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25714" cy="1508760"/>
          </a:xfrm>
          <a:prstGeom prst="rect">
            <a:avLst/>
          </a:prstGeom>
        </p:spPr>
      </p:pic>
      <p:pic>
        <p:nvPicPr>
          <p:cNvPr id="27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1582" y="3698748"/>
            <a:ext cx="1420978" cy="137160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C5F7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ثَظَجَ</a:t>
            </a:r>
            <a:endParaRPr lang="ar-SA" sz="66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887151" cy="150876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4452" y="3881628"/>
            <a:ext cx="958108" cy="118872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E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75EED"/>
          </a:solidFill>
          <a:ln w="12700">
            <a:solidFill>
              <a:srgbClr val="87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جَظَحَ</a:t>
            </a:r>
            <a:endParaRPr lang="ar-SA" sz="6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433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6E052"/>
          </a:solidFill>
          <a:ln w="12700">
            <a:solidFill>
              <a:srgbClr val="A6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6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7ADB"/>
          </a:solidFill>
          <a:ln w="12700">
            <a:solidFill>
              <a:srgbClr val="707A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6"/>
          </a:solidFill>
          <a:ln w="12700">
            <a:solidFill>
              <a:srgbClr val="854776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0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حَظَخَ</a:t>
            </a:r>
            <a:endParaRPr lang="ar-SA" sz="66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C5E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90D8"/>
          </a:solidFill>
          <a:ln w="12700">
            <a:solidFill>
              <a:srgbClr val="6490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93D1"/>
          </a:solidFill>
          <a:ln w="12700">
            <a:solidFill>
              <a:srgbClr val="4793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خَظَدَ</a:t>
            </a:r>
            <a:endParaRPr lang="ar-SA" sz="82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19679" cy="1508760"/>
          </a:xfrm>
          <a:prstGeom prst="rect">
            <a:avLst/>
          </a:prstGeom>
        </p:spPr>
      </p:pic>
      <p:pic>
        <p:nvPicPr>
          <p:cNvPr id="25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2214" y="3424428"/>
            <a:ext cx="1030346" cy="164592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7C5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6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6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6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6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دَظَذَ</a:t>
            </a:r>
            <a:endParaRPr lang="ar-SA" sz="82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90188"/>
            <a:ext cx="1093257" cy="128016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1E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B"/>
          </a:solidFill>
          <a:ln w="12700">
            <a:solidFill>
              <a:srgbClr val="2B643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A"/>
          </a:solidFill>
          <a:ln w="12700">
            <a:solidFill>
              <a:srgbClr val="34796A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6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6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6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6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ذَظَرَ</a:t>
            </a:r>
            <a:endParaRPr lang="ar-SA" sz="80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89081" cy="1508760"/>
          </a:xfrm>
          <a:prstGeom prst="rect">
            <a:avLst/>
          </a:prstGeom>
        </p:spPr>
      </p:pic>
      <p:pic>
        <p:nvPicPr>
          <p:cNvPr id="27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0" y="3744468"/>
            <a:ext cx="1325880" cy="132588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C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6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6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6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6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رَظَزَ</a:t>
            </a:r>
            <a:endParaRPr lang="ar-SA" sz="80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183462" cy="141732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6234" y="4064508"/>
            <a:ext cx="1606326" cy="10058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7D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635E"/>
          </a:solidFill>
          <a:ln w="12700">
            <a:solidFill>
              <a:srgbClr val="ED63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زَظَسَ</a:t>
            </a:r>
            <a:endParaRPr lang="ar-SA" sz="61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144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CAE0"/>
          </a:solidFill>
          <a:ln w="12700">
            <a:solidFill>
              <a:srgbClr val="52CA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F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95"/>
          </a:solidFill>
          <a:ln w="12700">
            <a:solidFill>
              <a:srgbClr val="DB709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8447"/>
          </a:solidFill>
          <a:ln w="12700">
            <a:solidFill>
              <a:srgbClr val="8584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0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0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سَظَشَ</a:t>
            </a:r>
            <a:endParaRPr lang="ar-SA" sz="56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AD"/>
          </a:solidFill>
          <a:ln w="12700">
            <a:solidFill>
              <a:srgbClr val="D864A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B5"/>
          </a:solidFill>
          <a:ln w="12700">
            <a:solidFill>
              <a:srgbClr val="D147B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9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شَظَصَ</a:t>
            </a:r>
            <a:endParaRPr lang="ar-SA" sz="57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885642" cy="1508760"/>
          </a:xfrm>
          <a:prstGeom prst="rect">
            <a:avLst/>
          </a:prstGeom>
        </p:spPr>
      </p:pic>
      <p:pic>
        <p:nvPicPr>
          <p:cNvPr id="25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2201" y="3378708"/>
            <a:ext cx="1040359" cy="16916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E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صَظَضَ</a:t>
            </a:r>
            <a:endParaRPr lang="ar-SA" sz="54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0228"/>
            <a:ext cx="1069574" cy="96012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14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D2B64"/>
          </a:solidFill>
          <a:ln w="12700">
            <a:solidFill>
              <a:srgbClr val="2D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93479"/>
          </a:solidFill>
          <a:ln w="12700">
            <a:solidFill>
              <a:srgbClr val="59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ضَظَطَ</a:t>
            </a:r>
            <a:endParaRPr lang="ar-SA" sz="64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068202" cy="1508760"/>
          </a:xfrm>
          <a:prstGeom prst="rect">
            <a:avLst/>
          </a:prstGeom>
        </p:spPr>
      </p:pic>
      <p:pic>
        <p:nvPicPr>
          <p:cNvPr id="27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720" y="4110228"/>
            <a:ext cx="1279840" cy="96012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7C5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طَظَأَ</a:t>
            </a:r>
            <a:endParaRPr lang="ar-SA" sz="59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07308"/>
            <a:ext cx="1381110" cy="146304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7653" y="3835908"/>
            <a:ext cx="1494907" cy="12344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C5F7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DED5E"/>
          </a:solidFill>
          <a:ln w="12700">
            <a:solidFill>
              <a:srgbClr val="7D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أَظَ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27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452E0"/>
          </a:solidFill>
          <a:ln w="12700">
            <a:solidFill>
              <a:srgbClr val="D4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8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FDB70"/>
          </a:solidFill>
          <a:ln w="12700">
            <a:solidFill>
              <a:srgbClr val="AF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5"/>
          </a:solidFill>
          <a:ln w="12700">
            <a:solidFill>
              <a:srgbClr val="47857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5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بَظَ</a:t>
            </a:r>
            <a:endParaRPr lang="ar-SA" sz="93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7E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AD864"/>
          </a:solidFill>
          <a:ln w="12700">
            <a:solidFill>
              <a:srgbClr val="CA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CB47"/>
          </a:solidFill>
          <a:ln w="12700">
            <a:solidFill>
              <a:srgbClr val="D1CB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7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7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تَظَ</a:t>
            </a:r>
            <a:endParaRPr lang="ar-SA" sz="93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122517" cy="1417320"/>
          </a:xfrm>
          <a:prstGeom prst="rect">
            <a:avLst/>
          </a:prstGeom>
        </p:spPr>
      </p:pic>
      <p:pic>
        <p:nvPicPr>
          <p:cNvPr id="21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2981" y="3515868"/>
            <a:ext cx="929579" cy="155448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C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7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7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ثَظَ</a:t>
            </a:r>
            <a:endParaRPr lang="ar-SA" sz="85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014801" cy="141732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431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7"/>
          </a:solidFill>
          <a:ln w="12700">
            <a:solidFill>
              <a:srgbClr val="642B37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834"/>
          </a:solidFill>
          <a:ln w="12700">
            <a:solidFill>
              <a:srgbClr val="7948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جَظَ</a:t>
            </a:r>
            <a:endParaRPr lang="ar-SA" sz="93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95904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6253" y="3835908"/>
            <a:ext cx="1086307" cy="12344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D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حَظَ</a:t>
            </a:r>
            <a:endParaRPr lang="ar-SA" sz="93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73068"/>
            <a:ext cx="1462674" cy="109728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223" y="3744468"/>
            <a:ext cx="1600337" cy="132588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C5C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A1ED"/>
          </a:solidFill>
          <a:ln w="12700">
            <a:solidFill>
              <a:srgbClr val="5EA1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خَظَ</a:t>
            </a:r>
            <a:endParaRPr lang="ar-SA" sz="93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34540"/>
            <a:ext cx="505206" cy="114300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431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B052"/>
          </a:solidFill>
          <a:ln w="12700">
            <a:solidFill>
              <a:srgbClr val="E0B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2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CADB"/>
          </a:solidFill>
          <a:ln w="12700">
            <a:solidFill>
              <a:srgbClr val="70CA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64785"/>
          </a:solidFill>
          <a:ln w="12700">
            <a:solidFill>
              <a:srgbClr val="66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7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7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دَظَ</a:t>
            </a:r>
            <a:endParaRPr lang="ar-SA" sz="93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0228"/>
            <a:ext cx="899632" cy="96012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C5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C9"/>
          </a:solidFill>
          <a:ln w="12700">
            <a:solidFill>
              <a:srgbClr val="64D8C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A8"/>
          </a:solidFill>
          <a:ln w="12700">
            <a:solidFill>
              <a:srgbClr val="47D1A8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7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7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ذَظَ</a:t>
            </a:r>
            <a:endParaRPr lang="ar-SA" sz="93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67558" cy="1417320"/>
          </a:xfrm>
          <a:prstGeom prst="rect">
            <a:avLst/>
          </a:prstGeom>
        </p:spPr>
      </p:pic>
      <p:pic>
        <p:nvPicPr>
          <p:cNvPr id="21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8432" y="3607308"/>
            <a:ext cx="1024128" cy="14630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E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7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7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رَظَ</a:t>
            </a:r>
            <a:endParaRPr lang="ar-SA" sz="90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98748"/>
            <a:ext cx="1097280" cy="137160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41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5642B"/>
          </a:solidFill>
          <a:ln w="12700">
            <a:solidFill>
              <a:srgbClr val="45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7"/>
          </a:solidFill>
          <a:ln w="12700">
            <a:solidFill>
              <a:srgbClr val="347937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7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7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زَظَ</a:t>
            </a:r>
            <a:endParaRPr lang="ar-SA" sz="90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61888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9170" y="3790188"/>
            <a:ext cx="1523390" cy="128016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C5E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B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سَظَ</a:t>
            </a:r>
            <a:endParaRPr lang="ar-SA" sz="93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98748"/>
            <a:ext cx="1468984" cy="137160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881" y="4018788"/>
            <a:ext cx="1502679" cy="105156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7C5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C4"/>
          </a:solidFill>
          <a:ln w="12700">
            <a:solidFill>
              <a:srgbClr val="ED5EC4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شَظَ</a:t>
            </a:r>
            <a:endParaRPr lang="ar-SA" sz="93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80260"/>
            <a:ext cx="500543" cy="105156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18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8C"/>
          </a:solidFill>
          <a:ln w="12700">
            <a:solidFill>
              <a:srgbClr val="52E08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9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270DB"/>
          </a:solidFill>
          <a:ln w="12700">
            <a:solidFill>
              <a:srgbClr val="D2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647"/>
          </a:solidFill>
          <a:ln w="12700">
            <a:solidFill>
              <a:srgbClr val="8556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صَظَ</a:t>
            </a:r>
            <a:endParaRPr lang="ar-SA" sz="93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C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C64D8"/>
          </a:solidFill>
          <a:ln w="12700">
            <a:solidFill>
              <a:srgbClr val="AC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647D1"/>
          </a:solidFill>
          <a:ln w="12700">
            <a:solidFill>
              <a:srgbClr val="86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ضَظَ</a:t>
            </a:r>
            <a:endParaRPr lang="ar-SA" sz="93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88818" cy="1417320"/>
          </a:xfrm>
          <a:prstGeom prst="rect">
            <a:avLst/>
          </a:prstGeom>
        </p:spPr>
      </p:pic>
      <p:pic>
        <p:nvPicPr>
          <p:cNvPr id="21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7548" y="3515868"/>
            <a:ext cx="785012" cy="155448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7D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7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7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طَظَ</a:t>
            </a:r>
            <a:endParaRPr lang="ar-SA" sz="93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55948"/>
            <a:ext cx="1106424" cy="91440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1443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464"/>
          </a:solidFill>
          <a:ln w="12700">
            <a:solidFill>
              <a:srgbClr val="2B54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379"/>
          </a:solidFill>
          <a:ln w="12700">
            <a:solidFill>
              <a:srgbClr val="34437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796575" y="896112"/>
            <a:ext cx="167904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94E2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796575" y="896112"/>
            <a:ext cx="167904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طَبَخَ</a:t>
            </a:r>
            <a:endParaRPr lang="ar-SA" sz="4400" dirty="0"/>
          </a:p>
        </p:txBody>
      </p:sp>
      <p:sp>
        <p:nvSpPr>
          <p:cNvPr id="14" name="C2 W2 pill"/>
          <p:cNvSpPr/>
          <p:nvPr/>
        </p:nvSpPr>
        <p:spPr>
          <a:xfrm>
            <a:off x="2668383" y="896112"/>
            <a:ext cx="180815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94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668383" y="896112"/>
            <a:ext cx="180815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وَأَكَلَ</a:t>
            </a:r>
            <a:endParaRPr lang="ar-SA" sz="44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6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3016960" y="2834640"/>
            <a:ext cx="311008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3016960" y="2834640"/>
            <a:ext cx="311008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طَبَخَ وَأَكَلَ</a:t>
            </a:r>
            <a:endParaRPr lang="ar-SA" sz="4400" dirty="0"/>
          </a:p>
        </p:txBody>
      </p:sp>
      <p:pic>
        <p:nvPicPr>
          <p:cNvPr id="19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378708"/>
            <a:ext cx="732480" cy="1691640"/>
          </a:xfrm>
          <a:prstGeom prst="rect">
            <a:avLst/>
          </a:prstGeom>
        </p:spPr>
      </p:pic>
      <p:pic>
        <p:nvPicPr>
          <p:cNvPr id="20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3112" y="1828800"/>
            <a:ext cx="1439448" cy="155448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7C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671275" y="896112"/>
            <a:ext cx="188737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6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671275" y="896112"/>
            <a:ext cx="188737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طَلَبَ</a:t>
            </a:r>
            <a:endParaRPr lang="ar-SA" sz="4400" dirty="0"/>
          </a:p>
        </p:txBody>
      </p:sp>
      <p:sp>
        <p:nvSpPr>
          <p:cNvPr id="12" name="C2 W2 pill"/>
          <p:cNvSpPr/>
          <p:nvPr/>
        </p:nvSpPr>
        <p:spPr>
          <a:xfrm>
            <a:off x="2585353" y="896112"/>
            <a:ext cx="176588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62E2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585353" y="896112"/>
            <a:ext cx="176588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وَأَخَذَ</a:t>
            </a:r>
            <a:endParaRPr lang="ar-SA" sz="44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935912" y="2834640"/>
            <a:ext cx="327217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935912" y="2834640"/>
            <a:ext cx="327217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طَلَبَ وَأَخَذَ</a:t>
            </a:r>
            <a:endParaRPr lang="ar-SA" sz="4400" dirty="0"/>
          </a:p>
        </p:txBody>
      </p:sp>
      <p:pic>
        <p:nvPicPr>
          <p:cNvPr id="17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828800"/>
            <a:ext cx="1339962" cy="1554480"/>
          </a:xfrm>
          <a:prstGeom prst="rect">
            <a:avLst/>
          </a:prstGeom>
        </p:spPr>
      </p:pic>
      <p:pic>
        <p:nvPicPr>
          <p:cNvPr id="18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1529" y="2034540"/>
            <a:ext cx="1391031" cy="114300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E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8ED5E"/>
          </a:solidFill>
          <a:ln w="12700">
            <a:solidFill>
              <a:srgbClr val="E8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953354" y="896112"/>
            <a:ext cx="181538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3D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953354" y="896112"/>
            <a:ext cx="181538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ظَهَرَ</a:t>
            </a:r>
            <a:endParaRPr lang="ar-SA" sz="4600" dirty="0"/>
          </a:p>
        </p:txBody>
      </p:sp>
      <p:sp>
        <p:nvSpPr>
          <p:cNvPr id="20" name="C2 W2 pill"/>
          <p:cNvSpPr/>
          <p:nvPr/>
        </p:nvSpPr>
        <p:spPr>
          <a:xfrm>
            <a:off x="2375257" y="896112"/>
            <a:ext cx="225805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D36E2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375257" y="896112"/>
            <a:ext cx="225805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وَسَطَعَ</a:t>
            </a:r>
            <a:endParaRPr lang="ar-SA" sz="46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716888" y="2834640"/>
            <a:ext cx="371022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716888" y="2834640"/>
            <a:ext cx="371022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ظَهَرَ وَسَطَعَ</a:t>
            </a:r>
            <a:endParaRPr lang="ar-SA" sz="47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768645" cy="1645920"/>
          </a:xfrm>
          <a:prstGeom prst="rect">
            <a:avLst/>
          </a:prstGeom>
        </p:spPr>
      </p:pic>
      <p:pic>
        <p:nvPicPr>
          <p:cNvPr id="26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072" y="1988820"/>
            <a:ext cx="1250488" cy="12344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142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952E0"/>
          </a:solidFill>
          <a:ln w="12700">
            <a:solidFill>
              <a:srgbClr val="69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0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B770"/>
          </a:solidFill>
          <a:ln w="12700">
            <a:solidFill>
              <a:srgbClr val="DBB7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88547"/>
          </a:solidFill>
          <a:ln w="12700">
            <a:solidFill>
              <a:srgbClr val="488547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912614" y="896112"/>
            <a:ext cx="177179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6F36E2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912614" y="896112"/>
            <a:ext cx="177179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نَظَرَ</a:t>
            </a:r>
            <a:endParaRPr lang="ar-SA" sz="4600" dirty="0"/>
          </a:p>
        </p:txBody>
      </p:sp>
      <p:sp>
        <p:nvSpPr>
          <p:cNvPr id="17" name="C2 W2 pill"/>
          <p:cNvSpPr/>
          <p:nvPr/>
        </p:nvSpPr>
        <p:spPr>
          <a:xfrm>
            <a:off x="2459595" y="896112"/>
            <a:ext cx="213297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6F36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459595" y="896112"/>
            <a:ext cx="213297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وَرَسَمَ</a:t>
            </a:r>
            <a:endParaRPr lang="ar-SA" sz="46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8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803060" y="2834640"/>
            <a:ext cx="353788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803060" y="2834640"/>
            <a:ext cx="353788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نَظَرَ وَرَسَمَ</a:t>
            </a:r>
            <a:endParaRPr lang="ar-SA" sz="4700" dirty="0"/>
          </a:p>
        </p:txBody>
      </p:sp>
      <p:pic>
        <p:nvPicPr>
          <p:cNvPr id="22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897380"/>
            <a:ext cx="1156533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7680" y="1897380"/>
            <a:ext cx="1004880" cy="141732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99</Slides>
  <Notes>99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99</vt:i4>
      </vt:variant>
    </vt:vector>
  </HeadingPairs>
  <TitlesOfParts>
    <vt:vector size="10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Fathah reading 09-ta-dha</dc:title>
  <dc:subject>PptxGenJS Presentation</dc:subject>
  <dc:creator>PptxGenJS</dc:creator>
  <cp:lastModifiedBy>PptxGenJS</cp:lastModifiedBy>
  <cp:revision>1</cp:revision>
  <dcterms:created xsi:type="dcterms:W3CDTF">2026-10-21T00:09:40Z</dcterms:created>
  <dcterms:modified xsi:type="dcterms:W3CDTF">2026-10-21T00:09:40Z</dcterms:modified>
</cp:coreProperties>
</file>