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29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29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2011680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7949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019" y="3653028"/>
            <a:ext cx="99354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طَسَ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A5E"/>
          </a:solidFill>
          <a:ln w="12700">
            <a:solidFill>
              <a:srgbClr val="EDA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طَشَ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1276" y="3881628"/>
            <a:ext cx="581284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6361" y="3515868"/>
            <a:ext cx="67619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835908"/>
            <a:ext cx="725851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5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تَطَثَ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ثَطَجَ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جَطَحَ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051" y="3424428"/>
            <a:ext cx="964509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خَطَدَ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8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ذَطَرَ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رَطَزَ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E052"/>
          </a:solidFill>
          <a:ln w="12700">
            <a:solidFill>
              <a:srgbClr val="C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زَطَسَ</a:t>
            </a:r>
            <a:endParaRPr lang="ar-SA" sz="6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سَطَشَ</a:t>
            </a:r>
            <a:endParaRPr lang="ar-SA" sz="5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989" y="3378708"/>
            <a:ext cx="1280571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شَطَصَ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صَطَضَ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ضَطَأَ</a:t>
            </a:r>
            <a:endParaRPr lang="ar-SA" sz="5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3"/>
          </a:solidFill>
          <a:ln w="12700">
            <a:solidFill>
              <a:srgbClr val="52E0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B"/>
          </a:solidFill>
          <a:ln w="12700">
            <a:solidFill>
              <a:srgbClr val="D864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47D1"/>
          </a:solidFill>
          <a:ln w="12700">
            <a:solidFill>
              <a:srgbClr val="C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8734" y="3515868"/>
            <a:ext cx="893826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425" y="3973068"/>
            <a:ext cx="712135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ED5E"/>
          </a:solidFill>
          <a:ln w="12700">
            <a:solidFill>
              <a:srgbClr val="A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52E0"/>
          </a:solidFill>
          <a:ln w="12700">
            <a:solidFill>
              <a:srgbClr val="A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5ED"/>
          </a:solidFill>
          <a:ln w="12700">
            <a:solidFill>
              <a:srgbClr val="5EC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2920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C52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5"/>
          </a:solidFill>
          <a:ln w="12700">
            <a:solidFill>
              <a:srgbClr val="47D1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724" y="3515868"/>
            <a:ext cx="879836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29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29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997793" cy="146304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1851660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6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8008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47D1"/>
          </a:solidFill>
          <a:ln w="12700">
            <a:solidFill>
              <a:srgbClr val="6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252" y="3515868"/>
            <a:ext cx="67930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  <p:pic>
        <p:nvPicPr>
          <p:cNvPr id="22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155948"/>
            <a:ext cx="715061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0007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ظَرَ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E"/>
          </a:solidFill>
          <a:ln w="12700">
            <a:solidFill>
              <a:srgbClr val="D147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ظَزَ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603" y="3515868"/>
            <a:ext cx="1025957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ظَسَ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ظَشَ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ظَصَ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2"/>
          </a:solidFill>
          <a:ln w="12700">
            <a:solidFill>
              <a:srgbClr val="E052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ظَطَ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D864"/>
          </a:solidFill>
          <a:ln w="12700">
            <a:solidFill>
              <a:srgbClr val="7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2526" y="3332988"/>
            <a:ext cx="820034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133" y="3607308"/>
            <a:ext cx="715427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تَظَثَ</a:t>
            </a:r>
            <a:endParaRPr lang="ar-SA" sz="75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جَظَحَ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حَظَخَ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0D8"/>
          </a:solidFill>
          <a:ln w="12700">
            <a:solidFill>
              <a:srgbClr val="649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خَظَدَ</a:t>
            </a:r>
            <a:endParaRPr lang="ar-SA" sz="8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214" y="3424428"/>
            <a:ext cx="1030346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دَظَذَ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رَظَزَ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سَظَشَ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5"/>
          </a:solidFill>
          <a:ln w="12700">
            <a:solidFill>
              <a:srgbClr val="D147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شَظَصَ</a:t>
            </a:r>
            <a:endParaRPr lang="ar-SA" sz="5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2201" y="3378708"/>
            <a:ext cx="1040359" cy="16916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صَظَضَ</a:t>
            </a:r>
            <a:endParaRPr lang="ar-SA" sz="5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ضَظَطَ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طَظَأَ</a:t>
            </a:r>
            <a:endParaRPr lang="ar-SA" sz="5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52E0"/>
          </a:solidFill>
          <a:ln w="12700">
            <a:solidFill>
              <a:srgbClr val="D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B47"/>
          </a:solidFill>
          <a:ln w="12700">
            <a:solidFill>
              <a:srgbClr val="D1C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5206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432" y="3607308"/>
            <a:ext cx="1024128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4"/>
          </a:solidFill>
          <a:ln w="12700">
            <a:solidFill>
              <a:srgbClr val="ED5E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7548" y="3515868"/>
            <a:ext cx="78501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32480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71275" y="896112"/>
            <a:ext cx="18873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71275" y="896112"/>
            <a:ext cx="18873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535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535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35912" y="2834640"/>
            <a:ext cx="3272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35912" y="2834640"/>
            <a:ext cx="3272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 وَأَخَذَ</a:t>
            </a:r>
            <a:endParaRPr lang="ar-SA" sz="4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2034540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68645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1988820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2614" y="896112"/>
            <a:ext cx="17717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2614" y="896112"/>
            <a:ext cx="17717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9595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9595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3060" y="2834640"/>
            <a:ext cx="3537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3060" y="2834640"/>
            <a:ext cx="3537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 وَرَسَمَ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5653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7680" y="1897380"/>
            <a:ext cx="1004880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09-ta-dha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