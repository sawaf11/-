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29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2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A5E"/>
          </a:solidFill>
          <a:ln w="12700">
            <a:solidFill>
              <a:srgbClr val="EDA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E052"/>
          </a:solidFill>
          <a:ln w="12700">
            <a:solidFill>
              <a:srgbClr val="C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3"/>
          </a:solidFill>
          <a:ln w="12700">
            <a:solidFill>
              <a:srgbClr val="52E0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B"/>
          </a:solidFill>
          <a:ln w="12700">
            <a:solidFill>
              <a:srgbClr val="D864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47D1"/>
          </a:solidFill>
          <a:ln w="12700">
            <a:solidFill>
              <a:srgbClr val="C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ED5E"/>
          </a:solidFill>
          <a:ln w="12700">
            <a:solidFill>
              <a:srgbClr val="A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52E0"/>
          </a:solidFill>
          <a:ln w="12700">
            <a:solidFill>
              <a:srgbClr val="A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5ED"/>
          </a:solidFill>
          <a:ln w="12700">
            <a:solidFill>
              <a:srgbClr val="5EC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5"/>
          </a:solidFill>
          <a:ln w="12700">
            <a:solidFill>
              <a:srgbClr val="47D1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29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2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71275" y="896112"/>
            <a:ext cx="18873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71275" y="896112"/>
            <a:ext cx="18873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535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535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35912" y="2834640"/>
            <a:ext cx="3272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35912" y="2834640"/>
            <a:ext cx="3272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 وَأَخَذَ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2614" y="896112"/>
            <a:ext cx="1771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2614" y="896112"/>
            <a:ext cx="1771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9595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9595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3060" y="2834640"/>
            <a:ext cx="3537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3060" y="2834640"/>
            <a:ext cx="3537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 وَرَسَمَ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09-ta-dha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