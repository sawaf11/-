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  <p:pic>
        <p:nvPicPr>
          <p:cNvPr id="13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5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  <p:pic>
        <p:nvPicPr>
          <p:cNvPr id="1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1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1783080"/>
            <a:ext cx="1327526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2026-10-20T22:49:32Z</dcterms:created>
  <dcterms:modified xsi:type="dcterms:W3CDTF">2026-10-20T22:49:32Z</dcterms:modified>
</cp:coreProperties>
</file>