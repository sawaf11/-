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9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30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29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2900" dirty="0"/>
          </a:p>
        </p:txBody>
      </p:sp>
      <p:pic>
        <p:nvPicPr>
          <p:cNvPr id="13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31213" cy="1463040"/>
          </a:xfrm>
          <a:prstGeom prst="rect">
            <a:avLst/>
          </a:prstGeom>
        </p:spPr>
      </p:pic>
      <p:pic>
        <p:nvPicPr>
          <p:cNvPr id="14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061" y="1828800"/>
            <a:ext cx="1385499" cy="1463040"/>
          </a:xfrm>
          <a:prstGeom prst="rect">
            <a:avLst/>
          </a:prstGeom>
        </p:spPr>
      </p:pic>
      <p:pic>
        <p:nvPicPr>
          <p:cNvPr id="15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3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3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3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0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0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0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0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62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5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5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66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66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8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2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80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80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61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56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57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6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5400" dirty="0"/>
          </a:p>
        </p:txBody>
      </p:sp>
      <p:pic>
        <p:nvPicPr>
          <p:cNvPr id="26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7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59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3"/>
          </a:solidFill>
          <a:ln w="12700">
            <a:solidFill>
              <a:srgbClr val="52E0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3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47D1"/>
          </a:solidFill>
          <a:ln w="12700">
            <a:solidFill>
              <a:srgbClr val="C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85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3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ED5E"/>
          </a:solidFill>
          <a:ln w="12700">
            <a:solidFill>
              <a:srgbClr val="A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3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3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0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0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3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3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3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3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29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2900" dirty="0"/>
          </a:p>
        </p:txBody>
      </p:sp>
      <p:pic>
        <p:nvPicPr>
          <p:cNvPr id="14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10371" cy="1463040"/>
          </a:xfrm>
          <a:prstGeom prst="rect">
            <a:avLst/>
          </a:prstGeom>
        </p:spPr>
      </p:pic>
      <p:pic>
        <p:nvPicPr>
          <p:cNvPr id="1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140" y="1828800"/>
            <a:ext cx="2358420" cy="1463040"/>
          </a:xfrm>
          <a:prstGeom prst="rect">
            <a:avLst/>
          </a:prstGeom>
        </p:spPr>
      </p:pic>
      <p:pic>
        <p:nvPicPr>
          <p:cNvPr id="1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6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3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3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3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74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74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3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3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0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0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0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0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0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3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62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5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5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5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7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66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8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82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  <p:pic>
        <p:nvPicPr>
          <p:cNvPr id="26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7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80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61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5600" dirty="0"/>
          </a:p>
        </p:txBody>
      </p:sp>
      <p:pic>
        <p:nvPicPr>
          <p:cNvPr id="29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30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5700" dirty="0"/>
          </a:p>
        </p:txBody>
      </p:sp>
      <p:pic>
        <p:nvPicPr>
          <p:cNvPr id="24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5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54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64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59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7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3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3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85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3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3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3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3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3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0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0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3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3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3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3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71741" cy="1463040"/>
          </a:xfrm>
          <a:prstGeom prst="rect">
            <a:avLst/>
          </a:prstGeom>
        </p:spPr>
      </p:pic>
      <p:pic>
        <p:nvPicPr>
          <p:cNvPr id="20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1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71275" y="896112"/>
            <a:ext cx="18873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71275" y="896112"/>
            <a:ext cx="18873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535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535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35912" y="2834640"/>
            <a:ext cx="3272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35912" y="2834640"/>
            <a:ext cx="3272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 وَأَخَذَ</a:t>
            </a:r>
            <a:endParaRPr lang="ar-SA" sz="4400" dirty="0"/>
          </a:p>
        </p:txBody>
      </p:sp>
      <p:pic>
        <p:nvPicPr>
          <p:cNvPr id="17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80520" cy="146304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2614" y="896112"/>
            <a:ext cx="1771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2614" y="896112"/>
            <a:ext cx="1771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9595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9595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3060" y="2834640"/>
            <a:ext cx="3537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3060" y="2834640"/>
            <a:ext cx="3537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 وَرَسَمَ</a:t>
            </a:r>
            <a:endParaRPr lang="ar-SA" sz="47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63185" y="1828800"/>
            <a:ext cx="1489375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09-ta-dha</dc:title>
  <dc:subject>PptxGenJS Presentation</dc:subject>
  <dc:creator>PptxGenJS</dc:creator>
  <cp:lastModifiedBy>PptxGenJS</cp:lastModifiedBy>
  <cp:revision>1</cp:revision>
  <dcterms:created xsi:type="dcterms:W3CDTF">2026-10-20T23:11:11Z</dcterms:created>
  <dcterms:modified xsi:type="dcterms:W3CDTF">2026-10-20T23:11:11Z</dcterms:modified>
</cp:coreProperties>
</file>