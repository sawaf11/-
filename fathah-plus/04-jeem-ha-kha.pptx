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C"/>
          </a:solidFill>
          <a:ln w="12700">
            <a:solidFill>
              <a:srgbClr val="5EED8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1100" dirty="0"/>
          </a:p>
        </p:txBody>
      </p:sp>
      <p:sp>
        <p:nvSpPr>
          <p:cNvPr id="20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111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1"/>
          </a:solidFill>
          <a:ln w="12700">
            <a:solidFill>
              <a:srgbClr val="E052A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6DB70"/>
          </a:solidFill>
          <a:ln w="12700">
            <a:solidFill>
              <a:srgbClr val="7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485"/>
          </a:solidFill>
          <a:ln w="12700">
            <a:solidFill>
              <a:srgbClr val="477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DD864"/>
          </a:solidFill>
          <a:ln w="12700">
            <a:solidFill>
              <a:srgbClr val="8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FD147"/>
          </a:solidFill>
          <a:ln w="12700">
            <a:solidFill>
              <a:srgbClr val="8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</a:t>
            </a:r>
            <a:endParaRPr lang="ar-SA" sz="9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D2B"/>
          </a:solidFill>
          <a:ln w="12700">
            <a:solidFill>
              <a:srgbClr val="643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D34"/>
          </a:solidFill>
          <a:ln w="12700">
            <a:solidFill>
              <a:srgbClr val="796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</a:t>
            </a:r>
            <a:endParaRPr lang="ar-SA" sz="9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85EED"/>
          </a:solidFill>
          <a:ln w="12700">
            <a:solidFill>
              <a:srgbClr val="6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5E052"/>
          </a:solidFill>
          <a:ln w="12700">
            <a:solidFill>
              <a:srgbClr val="C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1DB"/>
          </a:solidFill>
          <a:ln w="12700">
            <a:solidFill>
              <a:srgbClr val="709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3"/>
          </a:solidFill>
          <a:ln w="12700">
            <a:solidFill>
              <a:srgbClr val="8547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endParaRPr lang="ar-SA" sz="9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AD8"/>
          </a:solidFill>
          <a:ln w="12700">
            <a:solidFill>
              <a:srgbClr val="64A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1D1"/>
          </a:solidFill>
          <a:ln w="12700">
            <a:solidFill>
              <a:srgbClr val="47B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بَجَتَ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B"/>
          </a:solidFill>
          <a:ln w="12700">
            <a:solidFill>
              <a:srgbClr val="3479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تَجَثَ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ثَجَحَ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8"/>
          </a:solidFill>
          <a:ln w="12700">
            <a:solidFill>
              <a:srgbClr val="ED5E7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حَجَخَ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8"/>
          </a:solidFill>
          <a:ln w="12700">
            <a:solidFill>
              <a:srgbClr val="52E0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C"/>
          </a:solidFill>
          <a:ln w="12700">
            <a:solidFill>
              <a:srgbClr val="DB70A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خَجَدَ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7"/>
          </a:solidFill>
          <a:ln w="12700">
            <a:solidFill>
              <a:srgbClr val="D864C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47D1"/>
          </a:solidFill>
          <a:ln w="12700">
            <a:solidFill>
              <a:srgbClr val="C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دَجَأَ</a:t>
            </a:r>
            <a:endParaRPr lang="ar-SA" sz="5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3479"/>
          </a:solidFill>
          <a:ln w="12700">
            <a:solidFill>
              <a:srgbClr val="4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ED5E"/>
          </a:solidFill>
          <a:ln w="12700">
            <a:solidFill>
              <a:srgbClr val="9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552E0"/>
          </a:solidFill>
          <a:ln w="12700">
            <a:solidFill>
              <a:srgbClr val="B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7DB70"/>
          </a:solidFill>
          <a:ln w="12700">
            <a:solidFill>
              <a:srgbClr val="C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8"/>
          </a:solidFill>
          <a:ln w="12700">
            <a:solidFill>
              <a:srgbClr val="4785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D64"/>
          </a:solidFill>
          <a:ln w="12700">
            <a:solidFill>
              <a:srgbClr val="D8C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D47"/>
          </a:solidFill>
          <a:ln w="12700">
            <a:solidFill>
              <a:srgbClr val="D1A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3"/>
          </a:solidFill>
          <a:ln w="12700">
            <a:solidFill>
              <a:srgbClr val="642B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934"/>
          </a:solidFill>
          <a:ln w="12700">
            <a:solidFill>
              <a:srgbClr val="793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1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11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FED"/>
          </a:solidFill>
          <a:ln w="12700">
            <a:solidFill>
              <a:srgbClr val="5EB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152"/>
          </a:solidFill>
          <a:ln w="12700">
            <a:solidFill>
              <a:srgbClr val="E09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5"/>
          </a:solidFill>
          <a:ln w="12700">
            <a:solidFill>
              <a:srgbClr val="70DB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</a:t>
            </a:r>
            <a:endParaRPr lang="ar-SA" sz="11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0"/>
          </a:solidFill>
          <a:ln w="12700">
            <a:solidFill>
              <a:srgbClr val="64D8B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A"/>
          </a:solidFill>
          <a:ln w="12700">
            <a:solidFill>
              <a:srgbClr val="47D1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endParaRPr lang="ar-SA" sz="10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7934"/>
          </a:solidFill>
          <a:ln w="12700">
            <a:solidFill>
              <a:srgbClr val="4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endParaRPr lang="ar-SA" sz="11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3"/>
          </a:solidFill>
          <a:ln w="12700">
            <a:solidFill>
              <a:srgbClr val="ED5EE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E"/>
          </a:solidFill>
          <a:ln w="12700">
            <a:solidFill>
              <a:srgbClr val="52E06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B70DB"/>
          </a:solidFill>
          <a:ln w="12700">
            <a:solidFill>
              <a:srgbClr val="B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947"/>
          </a:solidFill>
          <a:ln w="12700">
            <a:solidFill>
              <a:srgbClr val="854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بَحَتَ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64D8"/>
          </a:solidFill>
          <a:ln w="12700">
            <a:solidFill>
              <a:srgbClr val="9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847D1"/>
          </a:solidFill>
          <a:ln w="12700">
            <a:solidFill>
              <a:srgbClr val="6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تَحَثَ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ثَحَجَ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064"/>
          </a:solidFill>
          <a:ln w="12700">
            <a:solidFill>
              <a:srgbClr val="2B6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279"/>
          </a:solidFill>
          <a:ln w="12700">
            <a:solidFill>
              <a:srgbClr val="345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جَحَخَ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خَحَدَ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45E"/>
          </a:solidFill>
          <a:ln w="12700">
            <a:solidFill>
              <a:srgbClr val="EDD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دَحَأَ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9E0"/>
          </a:solidFill>
          <a:ln w="12700">
            <a:solidFill>
              <a:srgbClr val="525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070"/>
          </a:solidFill>
          <a:ln w="12700">
            <a:solidFill>
              <a:srgbClr val="DBA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8547"/>
          </a:solidFill>
          <a:ln w="12700">
            <a:solidFill>
              <a:srgbClr val="5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664"/>
          </a:solidFill>
          <a:ln w="12700">
            <a:solidFill>
              <a:srgbClr val="D87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9"/>
          </a:solidFill>
          <a:ln w="12700">
            <a:solidFill>
              <a:srgbClr val="D1474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2B64"/>
          </a:solidFill>
          <a:ln w="12700">
            <a:solidFill>
              <a:srgbClr val="5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3"/>
          </a:solidFill>
          <a:ln w="12700">
            <a:solidFill>
              <a:srgbClr val="79346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0"/>
          </a:solidFill>
          <a:ln w="12700">
            <a:solidFill>
              <a:srgbClr val="5EEDB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D"/>
          </a:solidFill>
          <a:ln w="12700">
            <a:solidFill>
              <a:srgbClr val="E0527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5"/>
          </a:solidFill>
          <a:ln w="12700">
            <a:solidFill>
              <a:srgbClr val="70DB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485"/>
          </a:solidFill>
          <a:ln w="12700">
            <a:solidFill>
              <a:srgbClr val="476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FD864"/>
          </a:solidFill>
          <a:ln w="12700">
            <a:solidFill>
              <a:srgbClr val="6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BD147"/>
          </a:solidFill>
          <a:ln w="12700">
            <a:solidFill>
              <a:srgbClr val="6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11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11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C2B"/>
          </a:solidFill>
          <a:ln w="12700">
            <a:solidFill>
              <a:srgbClr val="644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7934"/>
          </a:solidFill>
          <a:ln w="12700">
            <a:solidFill>
              <a:srgbClr val="7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endParaRPr lang="ar-SA" sz="9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endParaRPr lang="ar-SA" sz="10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C5EED"/>
          </a:solidFill>
          <a:ln w="12700">
            <a:solidFill>
              <a:srgbClr val="8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</a:t>
            </a:r>
            <a:endParaRPr lang="ar-SA" sz="10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0E052"/>
          </a:solidFill>
          <a:ln w="12700">
            <a:solidFill>
              <a:srgbClr val="A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6DB"/>
          </a:solidFill>
          <a:ln w="12700">
            <a:solidFill>
              <a:srgbClr val="707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CD8"/>
          </a:solidFill>
          <a:ln w="12700">
            <a:solidFill>
              <a:srgbClr val="648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ED1"/>
          </a:solidFill>
          <a:ln w="12700">
            <a:solidFill>
              <a:srgbClr val="478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endParaRPr lang="ar-SA" sz="10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D"/>
          </a:solidFill>
          <a:ln w="12700">
            <a:solidFill>
              <a:srgbClr val="2B64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D"/>
          </a:solidFill>
          <a:ln w="12700">
            <a:solidFill>
              <a:srgbClr val="34796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بَخَتَ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95E"/>
          </a:solidFill>
          <a:ln w="12700">
            <a:solidFill>
              <a:srgbClr val="ED6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تَخَثَ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4E0"/>
          </a:solidFill>
          <a:ln w="12700">
            <a:solidFill>
              <a:srgbClr val="52C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0"/>
          </a:solidFill>
          <a:ln w="12700">
            <a:solidFill>
              <a:srgbClr val="DB709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8547"/>
          </a:solidFill>
          <a:ln w="12700">
            <a:solidFill>
              <a:srgbClr val="8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ثَخَجَ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9"/>
          </a:solidFill>
          <a:ln w="12700">
            <a:solidFill>
              <a:srgbClr val="D864A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0"/>
          </a:solidFill>
          <a:ln w="12700">
            <a:solidFill>
              <a:srgbClr val="D147B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جَخَحَ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حَخَدَ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2B64"/>
          </a:solidFill>
          <a:ln w="12700">
            <a:solidFill>
              <a:srgbClr val="2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3479"/>
          </a:solidFill>
          <a:ln w="12700">
            <a:solidFill>
              <a:srgbClr val="5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دَخَأَ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7ED5E"/>
          </a:solidFill>
          <a:ln w="12700">
            <a:solidFill>
              <a:srgbClr val="7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952E0"/>
          </a:solidFill>
          <a:ln w="12700">
            <a:solidFill>
              <a:srgbClr val="D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BDB70"/>
          </a:solidFill>
          <a:ln w="12700">
            <a:solidFill>
              <a:srgbClr val="A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D864"/>
          </a:solidFill>
          <a:ln w="12700">
            <a:solidFill>
              <a:srgbClr val="C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D047"/>
          </a:solidFill>
          <a:ln w="12700">
            <a:solidFill>
              <a:srgbClr val="D1D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5"/>
          </a:solidFill>
          <a:ln w="12700">
            <a:solidFill>
              <a:srgbClr val="642B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B34"/>
          </a:solidFill>
          <a:ln w="12700">
            <a:solidFill>
              <a:srgbClr val="794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BED"/>
          </a:solidFill>
          <a:ln w="12700">
            <a:solidFill>
              <a:srgbClr val="5E9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83189" y="896112"/>
            <a:ext cx="21788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9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83189" y="896112"/>
            <a:ext cx="21788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</a:t>
            </a:r>
            <a:endParaRPr lang="ar-SA" sz="5300" dirty="0"/>
          </a:p>
        </p:txBody>
      </p:sp>
      <p:sp>
        <p:nvSpPr>
          <p:cNvPr id="20" name="C2 W2 pill"/>
          <p:cNvSpPr/>
          <p:nvPr/>
        </p:nvSpPr>
        <p:spPr>
          <a:xfrm>
            <a:off x="2181926" y="896112"/>
            <a:ext cx="22812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9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181926" y="896112"/>
            <a:ext cx="22812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53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512087" y="2834640"/>
            <a:ext cx="411982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512087" y="2834640"/>
            <a:ext cx="411982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 وَكَتَبَ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652"/>
          </a:solidFill>
          <a:ln w="12700">
            <a:solidFill>
              <a:srgbClr val="E0B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6DB"/>
          </a:solidFill>
          <a:ln w="12700">
            <a:solidFill>
              <a:srgbClr val="70C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4785"/>
          </a:solidFill>
          <a:ln w="12700">
            <a:solidFill>
              <a:srgbClr val="68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24334" y="896112"/>
            <a:ext cx="174795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B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24334" y="896112"/>
            <a:ext cx="174795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خَرَجَ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71712" y="896112"/>
            <a:ext cx="19325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B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71712" y="896112"/>
            <a:ext cx="19325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وَرَجَعَ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81799" y="2834640"/>
            <a:ext cx="338040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81799" y="2834640"/>
            <a:ext cx="338040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خَرَجَ وَرَجَعَ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E"/>
          </a:solidFill>
          <a:ln w="12700">
            <a:solidFill>
              <a:srgbClr val="64D8C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E"/>
          </a:solidFill>
          <a:ln w="12700">
            <a:solidFill>
              <a:srgbClr val="47D1A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96575" y="896112"/>
            <a:ext cx="16790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7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96575" y="896112"/>
            <a:ext cx="16790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668383" y="896112"/>
            <a:ext cx="1808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7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68383" y="896112"/>
            <a:ext cx="1808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16960" y="2834640"/>
            <a:ext cx="31100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16960" y="2834640"/>
            <a:ext cx="31100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 وَأَكَلَ</a:t>
            </a:r>
            <a:endParaRPr lang="ar-SA" sz="4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27663" y="896112"/>
            <a:ext cx="18360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5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27663" y="896112"/>
            <a:ext cx="18360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480325" y="896112"/>
            <a:ext cx="20272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5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80325" y="896112"/>
            <a:ext cx="20272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وَخَرَجَ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92171" y="2834640"/>
            <a:ext cx="355965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92171" y="2834640"/>
            <a:ext cx="355965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 وَخَرَجَ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642B"/>
          </a:solidFill>
          <a:ln w="12700">
            <a:solidFill>
              <a:srgbClr val="4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9"/>
          </a:solidFill>
          <a:ln w="12700">
            <a:solidFill>
              <a:srgbClr val="34793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50745" y="896112"/>
            <a:ext cx="15988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2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50745" y="896112"/>
            <a:ext cx="15988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594427" y="896112"/>
            <a:ext cx="20362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2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94427" y="896112"/>
            <a:ext cx="20362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وَدَخَلَ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945220" y="2834640"/>
            <a:ext cx="325356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945220" y="2834640"/>
            <a:ext cx="325356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 وَدَخَلَ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04-jeem-ha-kha</dc:title>
  <dc:subject>PptxGenJS Presentation</dc:subject>
  <dc:creator>PptxGenJS</dc:creator>
  <cp:lastModifiedBy>PptxGenJS</cp:lastModifiedBy>
  <cp:revision>1</cp:revision>
  <dcterms:created xsi:type="dcterms:W3CDTF">2026-10-20T22:26:59Z</dcterms:created>
  <dcterms:modified xsi:type="dcterms:W3CDTF">2026-10-20T22:26:59Z</dcterms:modified>
</cp:coreProperties>
</file>