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2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2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4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2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C"/>
          </a:solidFill>
          <a:ln w="12700">
            <a:solidFill>
              <a:srgbClr val="5EED8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1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11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684566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112" y="1828800"/>
            <a:ext cx="1439448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1"/>
          </a:solidFill>
          <a:ln w="12700">
            <a:solidFill>
              <a:srgbClr val="E052A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DB70"/>
          </a:solidFill>
          <a:ln w="12700">
            <a:solidFill>
              <a:srgbClr val="7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485"/>
          </a:solidFill>
          <a:ln w="12700">
            <a:solidFill>
              <a:srgbClr val="477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729" y="3881628"/>
            <a:ext cx="565831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DD864"/>
          </a:solidFill>
          <a:ln w="12700">
            <a:solidFill>
              <a:srgbClr val="8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FD147"/>
          </a:solidFill>
          <a:ln w="12700">
            <a:solidFill>
              <a:srgbClr val="8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072" y="3835908"/>
            <a:ext cx="1250488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endParaRPr lang="ar-SA" sz="99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81918" cy="13258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590" y="4110228"/>
            <a:ext cx="722970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D2B"/>
          </a:solidFill>
          <a:ln w="12700">
            <a:solidFill>
              <a:srgbClr val="643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D34"/>
          </a:solidFill>
          <a:ln w="12700">
            <a:solidFill>
              <a:srgbClr val="796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endParaRPr lang="ar-SA" sz="99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8262" y="3744468"/>
            <a:ext cx="1014298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9657" cy="128016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85EED"/>
          </a:solidFill>
          <a:ln w="12700">
            <a:solidFill>
              <a:srgbClr val="6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08955" cy="1005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5E052"/>
          </a:solidFill>
          <a:ln w="12700">
            <a:solidFill>
              <a:srgbClr val="C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1DB"/>
          </a:solidFill>
          <a:ln w="12700">
            <a:solidFill>
              <a:srgbClr val="709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3"/>
          </a:solidFill>
          <a:ln w="12700">
            <a:solidFill>
              <a:srgbClr val="8547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endParaRPr lang="ar-SA" sz="99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9630" y="3698748"/>
            <a:ext cx="582930" cy="13716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AD8"/>
          </a:solidFill>
          <a:ln w="12700">
            <a:solidFill>
              <a:srgbClr val="64A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1D1"/>
          </a:solidFill>
          <a:ln w="12700">
            <a:solidFill>
              <a:srgbClr val="47B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أَجَبَ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54380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6156" y="3698748"/>
            <a:ext cx="946404" cy="13716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بَجَتَ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B"/>
          </a:solidFill>
          <a:ln w="12700">
            <a:solidFill>
              <a:srgbClr val="3479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تَجَثَ</a:t>
            </a:r>
            <a:endParaRPr lang="ar-SA" sz="8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214" y="3332988"/>
            <a:ext cx="983346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ثَجَحَ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67084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8"/>
          </a:solidFill>
          <a:ln w="12700">
            <a:solidFill>
              <a:srgbClr val="ED5E7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حَجَخَ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8"/>
          </a:solidFill>
          <a:ln w="12700">
            <a:solidFill>
              <a:srgbClr val="52E0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C"/>
          </a:solidFill>
          <a:ln w="12700">
            <a:solidFill>
              <a:srgbClr val="DB70A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خَجَدَ</a:t>
            </a:r>
            <a:endParaRPr lang="ar-SA" sz="88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911017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7"/>
          </a:solidFill>
          <a:ln w="12700">
            <a:solidFill>
              <a:srgbClr val="D864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47D1"/>
          </a:solidFill>
          <a:ln w="12700">
            <a:solidFill>
              <a:srgbClr val="C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دَجَأَ</a:t>
            </a:r>
            <a:endParaRPr lang="ar-SA" sz="59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061" y="3744468"/>
            <a:ext cx="978499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endParaRPr lang="ar-SA" sz="7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9266" cy="10058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3479"/>
          </a:solidFill>
          <a:ln w="12700">
            <a:solidFill>
              <a:srgbClr val="4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3252" y="3515868"/>
            <a:ext cx="679308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73352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ED5E"/>
          </a:solidFill>
          <a:ln w="12700">
            <a:solidFill>
              <a:srgbClr val="9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5800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552E0"/>
          </a:solidFill>
          <a:ln w="12700">
            <a:solidFill>
              <a:srgbClr val="B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7DB70"/>
          </a:solidFill>
          <a:ln w="12700">
            <a:solidFill>
              <a:srgbClr val="C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8970" y="4110228"/>
            <a:ext cx="563590" cy="9601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D64"/>
          </a:solidFill>
          <a:ln w="12700">
            <a:solidFill>
              <a:srgbClr val="D8C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D47"/>
          </a:solidFill>
          <a:ln w="12700">
            <a:solidFill>
              <a:srgbClr val="D1A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92" y="3790188"/>
            <a:ext cx="1182868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73562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1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11100" dirty="0"/>
          </a:p>
        </p:txBody>
      </p:sp>
      <p:pic>
        <p:nvPicPr>
          <p:cNvPr id="1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828904" cy="1691640"/>
          </a:xfrm>
          <a:prstGeom prst="rect">
            <a:avLst/>
          </a:prstGeom>
        </p:spPr>
      </p:pic>
      <p:pic>
        <p:nvPicPr>
          <p:cNvPr id="1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1783080"/>
            <a:ext cx="1086307" cy="16459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</a:t>
            </a:r>
            <a:endParaRPr lang="ar-SA" sz="6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FED"/>
          </a:solidFill>
          <a:ln w="12700">
            <a:solidFill>
              <a:srgbClr val="5EB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12064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152"/>
          </a:solidFill>
          <a:ln w="12700">
            <a:solidFill>
              <a:srgbClr val="E09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5"/>
          </a:solidFill>
          <a:ln w="12700">
            <a:solidFill>
              <a:srgbClr val="70DB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endParaRPr lang="ar-SA" sz="11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3483" y="3835908"/>
            <a:ext cx="569077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0"/>
          </a:solidFill>
          <a:ln w="12700">
            <a:solidFill>
              <a:srgbClr val="64D8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A"/>
          </a:solidFill>
          <a:ln w="12700">
            <a:solidFill>
              <a:srgbClr val="47D1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endParaRPr lang="ar-SA" sz="10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0607" y="3561588"/>
            <a:ext cx="1541953" cy="15087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7934"/>
          </a:solidFill>
          <a:ln w="12700">
            <a:solidFill>
              <a:srgbClr val="4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8845" y="3515868"/>
            <a:ext cx="733715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endParaRPr lang="ar-SA" sz="11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322222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3"/>
          </a:solidFill>
          <a:ln w="12700">
            <a:solidFill>
              <a:srgbClr val="ED5EE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E"/>
          </a:solidFill>
          <a:ln w="12700">
            <a:solidFill>
              <a:srgbClr val="52E06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70DB"/>
          </a:solidFill>
          <a:ln w="12700">
            <a:solidFill>
              <a:srgbClr val="B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بَحَتَ</a:t>
            </a:r>
            <a:endParaRPr lang="ar-SA" sz="81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12754" cy="10515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1139" y="3835908"/>
            <a:ext cx="581421" cy="12344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64D8"/>
          </a:solidFill>
          <a:ln w="12700">
            <a:solidFill>
              <a:srgbClr val="9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47D1"/>
          </a:solidFill>
          <a:ln w="12700">
            <a:solidFill>
              <a:srgbClr val="6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تَحَثَ</a:t>
            </a:r>
            <a:endParaRPr lang="ar-SA" sz="8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628" y="4018788"/>
            <a:ext cx="1099932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ثَحَجَ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76615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جَحَخَ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9679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2214" y="3424428"/>
            <a:ext cx="1030346" cy="16459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خَحَدَ</a:t>
            </a:r>
            <a:endParaRPr lang="ar-SA" sz="9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85108" cy="10515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45E"/>
          </a:solidFill>
          <a:ln w="12700">
            <a:solidFill>
              <a:srgbClr val="EDD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دَحَأَ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9E0"/>
          </a:solidFill>
          <a:ln w="12700">
            <a:solidFill>
              <a:srgbClr val="525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070"/>
          </a:solidFill>
          <a:ln w="12700">
            <a:solidFill>
              <a:srgbClr val="DBA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endParaRPr lang="ar-SA" sz="7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077" y="3835908"/>
            <a:ext cx="576483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664"/>
          </a:solidFill>
          <a:ln w="12700">
            <a:solidFill>
              <a:srgbClr val="D87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9"/>
          </a:solidFill>
          <a:ln w="12700">
            <a:solidFill>
              <a:srgbClr val="D1474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9999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226" y="3927348"/>
            <a:ext cx="1529334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15065" cy="1325880"/>
          </a:xfrm>
          <a:prstGeom prst="rect">
            <a:avLst/>
          </a:prstGeom>
        </p:spPr>
      </p:pic>
      <p:pic>
        <p:nvPicPr>
          <p:cNvPr id="22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6585" y="4155948"/>
            <a:ext cx="715975" cy="9144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2B64"/>
          </a:solidFill>
          <a:ln w="12700">
            <a:solidFill>
              <a:srgbClr val="5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3"/>
          </a:solidFill>
          <a:ln w="12700">
            <a:solidFill>
              <a:srgbClr val="79346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1967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6555" y="3515868"/>
            <a:ext cx="956005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0"/>
          </a:solidFill>
          <a:ln w="12700">
            <a:solidFill>
              <a:srgbClr val="5EEDB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D"/>
          </a:solidFill>
          <a:ln w="12700">
            <a:solidFill>
              <a:srgbClr val="E0527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5"/>
          </a:solidFill>
          <a:ln w="12700">
            <a:solidFill>
              <a:srgbClr val="70DB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485"/>
          </a:solidFill>
          <a:ln w="12700">
            <a:solidFill>
              <a:srgbClr val="476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7585" y="3973068"/>
            <a:ext cx="574975" cy="10972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D864"/>
          </a:solidFill>
          <a:ln w="12700">
            <a:solidFill>
              <a:srgbClr val="6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BD147"/>
          </a:solidFill>
          <a:ln w="12700">
            <a:solidFill>
              <a:srgbClr val="6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11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111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1075426" cy="1737360"/>
          </a:xfrm>
          <a:prstGeom prst="rect">
            <a:avLst/>
          </a:prstGeom>
        </p:spPr>
      </p:pic>
      <p:pic>
        <p:nvPicPr>
          <p:cNvPr id="14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213" y="2034540"/>
            <a:ext cx="1633347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</a:t>
            </a:r>
            <a:endParaRPr lang="ar-SA" sz="6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C2B"/>
          </a:solidFill>
          <a:ln w="12700">
            <a:solidFill>
              <a:srgbClr val="644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7934"/>
          </a:solidFill>
          <a:ln w="12700">
            <a:solidFill>
              <a:srgbClr val="7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endParaRPr lang="ar-SA" sz="9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2517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2981" y="3515868"/>
            <a:ext cx="929579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endParaRPr lang="ar-SA" sz="109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723644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C5EED"/>
          </a:solidFill>
          <a:ln w="12700">
            <a:solidFill>
              <a:srgbClr val="8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endParaRPr lang="ar-SA" sz="10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6316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0E052"/>
          </a:solidFill>
          <a:ln w="12700">
            <a:solidFill>
              <a:srgbClr val="A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6DB"/>
          </a:solidFill>
          <a:ln w="12700">
            <a:solidFill>
              <a:srgbClr val="707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29579" cy="11887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786" y="3881628"/>
            <a:ext cx="571774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CD8"/>
          </a:solidFill>
          <a:ln w="12700">
            <a:solidFill>
              <a:srgbClr val="648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ED1"/>
          </a:solidFill>
          <a:ln w="12700">
            <a:solidFill>
              <a:srgbClr val="478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645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endParaRPr lang="ar-SA" sz="109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08344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D"/>
          </a:solidFill>
          <a:ln w="12700">
            <a:solidFill>
              <a:srgbClr val="34796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أَخَبَ</a:t>
            </a:r>
            <a:endParaRPr lang="ar-SA" sz="6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0626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8432" y="3607308"/>
            <a:ext cx="1024128" cy="14630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بَخَتَ</a:t>
            </a:r>
            <a:endParaRPr lang="ar-SA" sz="8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48526" cy="9601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95E"/>
          </a:solidFill>
          <a:ln w="12700">
            <a:solidFill>
              <a:srgbClr val="ED6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تَخَثَ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4E0"/>
          </a:solidFill>
          <a:ln w="12700">
            <a:solidFill>
              <a:srgbClr val="52C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0"/>
          </a:solidFill>
          <a:ln w="12700">
            <a:solidFill>
              <a:srgbClr val="DB70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8547"/>
          </a:solidFill>
          <a:ln w="12700">
            <a:solidFill>
              <a:srgbClr val="8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ثَخَجَ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30768" cy="118872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8009" y="4110228"/>
            <a:ext cx="564551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9"/>
          </a:solidFill>
          <a:ln w="12700">
            <a:solidFill>
              <a:srgbClr val="D864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0"/>
          </a:solidFill>
          <a:ln w="12700">
            <a:solidFill>
              <a:srgbClr val="D147B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جَخَحَ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8170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715" y="3698748"/>
            <a:ext cx="1272845" cy="13716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حَخَدَ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2B64"/>
          </a:solidFill>
          <a:ln w="12700">
            <a:solidFill>
              <a:srgbClr val="2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3479"/>
          </a:solidFill>
          <a:ln w="12700">
            <a:solidFill>
              <a:srgbClr val="5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دَخَأَ</a:t>
            </a:r>
            <a:endParaRPr lang="ar-SA" sz="59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3257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5193" y="3332988"/>
            <a:ext cx="877367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9259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7ED5E"/>
          </a:solidFill>
          <a:ln w="12700">
            <a:solidFill>
              <a:srgbClr val="7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514716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952E0"/>
          </a:solidFill>
          <a:ln w="12700">
            <a:solidFill>
              <a:srgbClr val="D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BDB70"/>
          </a:solidFill>
          <a:ln w="12700">
            <a:solidFill>
              <a:srgbClr val="A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04250" cy="132588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4202" y="3927348"/>
            <a:ext cx="578358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D864"/>
          </a:solidFill>
          <a:ln w="12700">
            <a:solidFill>
              <a:srgbClr val="C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D047"/>
          </a:solidFill>
          <a:ln w="12700">
            <a:solidFill>
              <a:srgbClr val="D1D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626" y="3653028"/>
            <a:ext cx="1303934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108253" cy="91440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984" y="4018788"/>
            <a:ext cx="725576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5"/>
          </a:solidFill>
          <a:ln w="12700">
            <a:solidFill>
              <a:srgbClr val="642B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B34"/>
          </a:solidFill>
          <a:ln w="12700">
            <a:solidFill>
              <a:srgbClr val="794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236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45" y="3515868"/>
            <a:ext cx="716615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BED"/>
          </a:solidFill>
          <a:ln w="12700">
            <a:solidFill>
              <a:srgbClr val="5E9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83189" y="896112"/>
            <a:ext cx="21788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83189" y="896112"/>
            <a:ext cx="21788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endParaRPr lang="ar-SA" sz="5300" dirty="0"/>
          </a:p>
        </p:txBody>
      </p:sp>
      <p:sp>
        <p:nvSpPr>
          <p:cNvPr id="20" name="C2 W2 pill"/>
          <p:cNvSpPr/>
          <p:nvPr/>
        </p:nvSpPr>
        <p:spPr>
          <a:xfrm>
            <a:off x="2181926" y="896112"/>
            <a:ext cx="22812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9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181926" y="896112"/>
            <a:ext cx="22812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53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512087" y="2834640"/>
            <a:ext cx="411982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512087" y="2834640"/>
            <a:ext cx="411982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 وَكَتَبَ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831190" cy="16459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475" y="1943100"/>
            <a:ext cx="1408085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652"/>
          </a:solidFill>
          <a:ln w="12700">
            <a:solidFill>
              <a:srgbClr val="E0B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6DB"/>
          </a:solidFill>
          <a:ln w="12700">
            <a:solidFill>
              <a:srgbClr val="70C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4785"/>
          </a:solidFill>
          <a:ln w="12700">
            <a:solidFill>
              <a:srgbClr val="68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24334" y="896112"/>
            <a:ext cx="174795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B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24334" y="896112"/>
            <a:ext cx="174795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خَرَجَ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71712" y="896112"/>
            <a:ext cx="19325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B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71712" y="896112"/>
            <a:ext cx="19325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وَرَجَعَ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81799" y="2834640"/>
            <a:ext cx="338040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81799" y="2834640"/>
            <a:ext cx="338040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خَرَجَ وَرَجَعَ</a:t>
            </a:r>
            <a:endParaRPr lang="ar-SA" sz="4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1301100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3736" y="1783080"/>
            <a:ext cx="1018824" cy="16459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E"/>
          </a:solidFill>
          <a:ln w="12700">
            <a:solidFill>
              <a:srgbClr val="64D8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E"/>
          </a:solidFill>
          <a:ln w="12700">
            <a:solidFill>
              <a:srgbClr val="47D1A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96575" y="896112"/>
            <a:ext cx="16790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7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96575" y="896112"/>
            <a:ext cx="16790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668383" y="896112"/>
            <a:ext cx="1808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7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68383" y="896112"/>
            <a:ext cx="1808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16960" y="2834640"/>
            <a:ext cx="31100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16960" y="2834640"/>
            <a:ext cx="31100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 وَأَكَلَ</a:t>
            </a:r>
            <a:endParaRPr lang="ar-SA" sz="44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994684" cy="169164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9545" y="1965960"/>
            <a:ext cx="1083015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27663" y="896112"/>
            <a:ext cx="18360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5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27663" y="896112"/>
            <a:ext cx="18360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480325" y="896112"/>
            <a:ext cx="20272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5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80325" y="896112"/>
            <a:ext cx="20272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وَخَرَجَ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92171" y="2834640"/>
            <a:ext cx="355965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92171" y="2834640"/>
            <a:ext cx="355965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 وَخَرَجَ</a:t>
            </a:r>
            <a:endParaRPr lang="ar-SA" sz="4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1123935" cy="141732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2877" y="1897380"/>
            <a:ext cx="939683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642B"/>
          </a:solidFill>
          <a:ln w="12700">
            <a:solidFill>
              <a:srgbClr val="4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9"/>
          </a:solidFill>
          <a:ln w="12700">
            <a:solidFill>
              <a:srgbClr val="34793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50745" y="896112"/>
            <a:ext cx="15988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2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50745" y="896112"/>
            <a:ext cx="15988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594427" y="896112"/>
            <a:ext cx="20362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2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94427" y="896112"/>
            <a:ext cx="20362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وَدَخَلَ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45220" y="2834640"/>
            <a:ext cx="325356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45220" y="2834640"/>
            <a:ext cx="325356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 وَدَخَلَ</a:t>
            </a:r>
            <a:endParaRPr lang="ar-SA" sz="47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961217" cy="1645920"/>
          </a:xfrm>
          <a:prstGeom prst="rect">
            <a:avLst/>
          </a:prstGeom>
        </p:spPr>
      </p:pic>
      <p:pic>
        <p:nvPicPr>
          <p:cNvPr id="2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9047" y="1783080"/>
            <a:ext cx="1043513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04-jeem-ha-kha</dc:title>
  <dc:subject>PptxGenJS Presentation</dc:subject>
  <dc:creator>PptxGenJS</dc:creator>
  <cp:lastModifiedBy>PptxGenJS</cp:lastModifiedBy>
  <cp:revision>1</cp:revision>
  <dcterms:created xsi:type="dcterms:W3CDTF">2026-10-21T00:09:39Z</dcterms:created>
  <dcterms:modified xsi:type="dcterms:W3CDTF">2026-10-21T00:09:39Z</dcterms:modified>
</cp:coreProperties>
</file>