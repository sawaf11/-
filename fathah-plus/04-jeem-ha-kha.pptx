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2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2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4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2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C"/>
          </a:solidFill>
          <a:ln w="12700">
            <a:solidFill>
              <a:srgbClr val="5EED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1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1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684566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1828800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1"/>
          </a:solidFill>
          <a:ln w="12700">
            <a:solidFill>
              <a:srgbClr val="E052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29" y="3881628"/>
            <a:ext cx="565831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3835908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81918" cy="13258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590" y="4110228"/>
            <a:ext cx="722970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8262" y="3744468"/>
            <a:ext cx="1014298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5EED"/>
          </a:solidFill>
          <a:ln w="12700">
            <a:solidFill>
              <a:srgbClr val="6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8955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1DB"/>
          </a:solidFill>
          <a:ln w="12700">
            <a:solidFill>
              <a:srgbClr val="709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9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9630" y="3698748"/>
            <a:ext cx="582930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أَجَبَ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156" y="3698748"/>
            <a:ext cx="946404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بَجَتَ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تَجَثَ</a:t>
            </a:r>
            <a:endParaRPr lang="ar-SA" sz="8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214" y="3332988"/>
            <a:ext cx="983346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ثَجَحَ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8"/>
          </a:solidFill>
          <a:ln w="12700">
            <a:solidFill>
              <a:srgbClr val="ED5E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حَجَخَ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خَجَدَ</a:t>
            </a:r>
            <a:endParaRPr lang="ar-SA" sz="88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911017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دَجَأَ</a:t>
            </a:r>
            <a:endParaRPr lang="ar-SA" sz="5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3744468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7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9266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3252" y="3515868"/>
            <a:ext cx="67930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73352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970" y="4110228"/>
            <a:ext cx="563590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1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11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828904" cy="1691640"/>
          </a:xfrm>
          <a:prstGeom prst="rect">
            <a:avLst/>
          </a:prstGeom>
        </p:spPr>
      </p:pic>
      <p:pic>
        <p:nvPicPr>
          <p:cNvPr id="1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1783080"/>
            <a:ext cx="1086307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6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FED"/>
          </a:solidFill>
          <a:ln w="12700">
            <a:solidFill>
              <a:srgbClr val="5EB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2064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11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3483" y="3835908"/>
            <a:ext cx="569077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10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8845" y="3515868"/>
            <a:ext cx="733715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11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E"/>
          </a:solidFill>
          <a:ln w="12700">
            <a:solidFill>
              <a:srgbClr val="52E06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بَحَتَ</a:t>
            </a:r>
            <a:endParaRPr lang="ar-SA" sz="81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12754" cy="10515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139" y="3835908"/>
            <a:ext cx="581421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تَحَثَ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ثَحَجَ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جَحَخَ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9679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2214" y="3424428"/>
            <a:ext cx="1030346" cy="16459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خَحَدَ</a:t>
            </a:r>
            <a:endParaRPr lang="ar-SA" sz="9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45E"/>
          </a:solidFill>
          <a:ln w="12700">
            <a:solidFill>
              <a:srgbClr val="EDD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دَحَأَ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7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077" y="3835908"/>
            <a:ext cx="576483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585" y="4155948"/>
            <a:ext cx="715975" cy="9144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555" y="3515868"/>
            <a:ext cx="95600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7585" y="3973068"/>
            <a:ext cx="574975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D147"/>
          </a:solidFill>
          <a:ln w="12700">
            <a:solidFill>
              <a:srgbClr val="6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11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11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1075426" cy="1737360"/>
          </a:xfrm>
          <a:prstGeom prst="rect">
            <a:avLst/>
          </a:prstGeom>
        </p:spPr>
      </p:pic>
      <p:pic>
        <p:nvPicPr>
          <p:cNvPr id="14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2034540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6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251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2981" y="3515868"/>
            <a:ext cx="929579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10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10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6316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0E052"/>
          </a:solidFill>
          <a:ln w="12700">
            <a:solidFill>
              <a:srgbClr val="A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29579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786" y="3881628"/>
            <a:ext cx="571774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10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08344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أَخَبَ</a:t>
            </a:r>
            <a:endParaRPr lang="ar-SA" sz="6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432" y="3607308"/>
            <a:ext cx="1024128" cy="14630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بَخَتَ</a:t>
            </a:r>
            <a:endParaRPr lang="ar-SA" sz="8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تَخَثَ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0"/>
          </a:solidFill>
          <a:ln w="12700">
            <a:solidFill>
              <a:srgbClr val="DB70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ثَخَجَ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30768" cy="118872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009" y="4110228"/>
            <a:ext cx="564551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جَخَحَ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حَخَدَ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دَخَأَ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3257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5193" y="3332988"/>
            <a:ext cx="877367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259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ED5E"/>
          </a:solidFill>
          <a:ln w="12700">
            <a:solidFill>
              <a:srgbClr val="7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14716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04250" cy="13258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4202" y="3927348"/>
            <a:ext cx="578358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8253" cy="9144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984" y="4018788"/>
            <a:ext cx="725576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83189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83189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2181926" y="896112"/>
            <a:ext cx="22812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9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81926" y="896112"/>
            <a:ext cx="22812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53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12087" y="2834640"/>
            <a:ext cx="41198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12087" y="2834640"/>
            <a:ext cx="41198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وَكَتَبَ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831190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1943100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652"/>
          </a:solidFill>
          <a:ln w="12700">
            <a:solidFill>
              <a:srgbClr val="E0B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24334" y="896112"/>
            <a:ext cx="17479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B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24334" y="896112"/>
            <a:ext cx="17479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71712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1712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81799" y="2834640"/>
            <a:ext cx="33804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81799" y="2834640"/>
            <a:ext cx="33804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 وَرَجَعَ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30110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3736" y="1783080"/>
            <a:ext cx="1018824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E"/>
          </a:solidFill>
          <a:ln w="12700">
            <a:solidFill>
              <a:srgbClr val="64D8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E"/>
          </a:solidFill>
          <a:ln w="12700">
            <a:solidFill>
              <a:srgbClr val="47D1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96575" y="896112"/>
            <a:ext cx="16790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7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96575" y="896112"/>
            <a:ext cx="16790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8383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7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8383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6960" y="2834640"/>
            <a:ext cx="31100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6960" y="2834640"/>
            <a:ext cx="31100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 وَأَكَلَ</a:t>
            </a:r>
            <a:endParaRPr lang="ar-SA" sz="44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994684" cy="169164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1965960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27663" y="896112"/>
            <a:ext cx="18360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5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27663" y="896112"/>
            <a:ext cx="18360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80325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5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80325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92171" y="2834640"/>
            <a:ext cx="35596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92171" y="2834640"/>
            <a:ext cx="35596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 وَخَرَجَ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123935" cy="141732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2877" y="1897380"/>
            <a:ext cx="939683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0745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2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0745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594427" y="896112"/>
            <a:ext cx="20362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2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94427" y="896112"/>
            <a:ext cx="20362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45220" y="2834640"/>
            <a:ext cx="32535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45220" y="2834640"/>
            <a:ext cx="32535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 وَدَخَلَ</a:t>
            </a:r>
            <a:endParaRPr lang="ar-SA" sz="4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961217" cy="164592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047" y="1783080"/>
            <a:ext cx="1043513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04-jeem-ha-kha</dc:title>
  <dc:subject>PptxGenJS Presentation</dc:subject>
  <dc:creator>PptxGenJS</dc:creator>
  <cp:lastModifiedBy>PptxGenJS</cp:lastModifiedBy>
  <cp:revision>1</cp:revision>
  <dcterms:created xsi:type="dcterms:W3CDTF">2026-10-21T00:09:39Z</dcterms:created>
  <dcterms:modified xsi:type="dcterms:W3CDTF">2026-10-21T00:09:39Z</dcterms:modified>
</cp:coreProperties>
</file>