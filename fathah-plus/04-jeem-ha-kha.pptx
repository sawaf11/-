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3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3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2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8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5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8-1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21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0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3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3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2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8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5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8-1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21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0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2.png"/><Relationship Id="rId2" Type="http://schemas.openxmlformats.org/officeDocument/2006/relationships/image" Target="../media/image-16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23-1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C"/>
          </a:solidFill>
          <a:ln w="12700">
            <a:solidFill>
              <a:srgbClr val="5EED8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11100" dirty="0"/>
          </a:p>
        </p:txBody>
      </p:sp>
      <p:sp>
        <p:nvSpPr>
          <p:cNvPr id="20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11100" dirty="0"/>
          </a:p>
        </p:txBody>
      </p:sp>
      <p:pic>
        <p:nvPicPr>
          <p:cNvPr id="21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771741" cy="1463040"/>
          </a:xfrm>
          <a:prstGeom prst="rect">
            <a:avLst/>
          </a:prstGeom>
        </p:spPr>
      </p:pic>
      <p:pic>
        <p:nvPicPr>
          <p:cNvPr id="22" name="Image 1" descr="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589520" y="1828800"/>
            <a:ext cx="1463040" cy="1463040"/>
          </a:xfrm>
          <a:prstGeom prst="rect">
            <a:avLst/>
          </a:prstGeom>
        </p:spPr>
      </p:pic>
      <p:pic>
        <p:nvPicPr>
          <p:cNvPr id="23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1"/>
          </a:solidFill>
          <a:ln w="12700">
            <a:solidFill>
              <a:srgbClr val="E052A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6DB70"/>
          </a:solidFill>
          <a:ln w="12700">
            <a:solidFill>
              <a:srgbClr val="7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485"/>
          </a:solidFill>
          <a:ln w="12700">
            <a:solidFill>
              <a:srgbClr val="477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جَأَ</a:t>
            </a:r>
            <a:endParaRPr lang="ar-SA" sz="66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DD864"/>
          </a:solidFill>
          <a:ln w="12700">
            <a:solidFill>
              <a:srgbClr val="8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FD147"/>
          </a:solidFill>
          <a:ln w="12700">
            <a:solidFill>
              <a:srgbClr val="8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</a:t>
            </a:r>
            <a:endParaRPr lang="ar-SA" sz="9500" dirty="0"/>
          </a:p>
        </p:txBody>
      </p:sp>
      <p:pic>
        <p:nvPicPr>
          <p:cNvPr id="20" name="Image 0" descr="peac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12280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7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</a:t>
            </a:r>
            <a:endParaRPr lang="ar-SA" sz="9900" dirty="0"/>
          </a:p>
        </p:txBody>
      </p:sp>
      <p:pic>
        <p:nvPicPr>
          <p:cNvPr id="21" name="Image 0" descr="zeb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sna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354416" y="4384548"/>
            <a:ext cx="698144" cy="685800"/>
          </a:xfrm>
          <a:prstGeom prst="rect">
            <a:avLst/>
          </a:prstGeom>
        </p:spPr>
      </p:pic>
      <p:pic>
        <p:nvPicPr>
          <p:cNvPr id="23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D2B"/>
          </a:solidFill>
          <a:ln w="12700">
            <a:solidFill>
              <a:srgbClr val="643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D34"/>
          </a:solidFill>
          <a:ln w="12700">
            <a:solidFill>
              <a:srgbClr val="796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</a:t>
            </a:r>
            <a:endParaRPr lang="ar-SA" sz="9900" dirty="0"/>
          </a:p>
        </p:txBody>
      </p:sp>
      <p:pic>
        <p:nvPicPr>
          <p:cNvPr id="22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87398" cy="1417320"/>
          </a:xfrm>
          <a:prstGeom prst="rect">
            <a:avLst/>
          </a:prstGeom>
        </p:spPr>
      </p:pic>
      <p:pic>
        <p:nvPicPr>
          <p:cNvPr id="23" name="Image 1" descr="hippopotam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789" y="3515868"/>
            <a:ext cx="2418771" cy="1554480"/>
          </a:xfrm>
          <a:prstGeom prst="rect">
            <a:avLst/>
          </a:prstGeom>
        </p:spPr>
      </p:pic>
      <p:pic>
        <p:nvPicPr>
          <p:cNvPr id="24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</a:t>
            </a:r>
            <a:endParaRPr lang="ar-SA" sz="7400" dirty="0"/>
          </a:p>
        </p:txBody>
      </p:sp>
      <p:pic>
        <p:nvPicPr>
          <p:cNvPr id="20" name="Image 0" descr="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870862" cy="1417320"/>
          </a:xfrm>
          <a:prstGeom prst="rect">
            <a:avLst/>
          </a:prstGeom>
        </p:spPr>
      </p:pic>
      <p:pic>
        <p:nvPicPr>
          <p:cNvPr id="21" name="Image 1" descr="spouting_wh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467" y="3515868"/>
            <a:ext cx="1472093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85EED"/>
          </a:solidFill>
          <a:ln w="12700">
            <a:solidFill>
              <a:srgbClr val="6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</a:t>
            </a:r>
            <a:endParaRPr lang="ar-SA" sz="7400" dirty="0"/>
          </a:p>
        </p:txBody>
      </p:sp>
      <p:pic>
        <p:nvPicPr>
          <p:cNvPr id="28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5E052"/>
          </a:solidFill>
          <a:ln w="12700">
            <a:solidFill>
              <a:srgbClr val="C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1DB"/>
          </a:solidFill>
          <a:ln w="12700">
            <a:solidFill>
              <a:srgbClr val="709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3"/>
          </a:solidFill>
          <a:ln w="12700">
            <a:solidFill>
              <a:srgbClr val="85478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</a:t>
            </a:r>
            <a:endParaRPr lang="ar-SA" sz="9900" dirty="0"/>
          </a:p>
        </p:txBody>
      </p:sp>
      <p:pic>
        <p:nvPicPr>
          <p:cNvPr id="25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247388"/>
            <a:ext cx="886328" cy="822960"/>
          </a:xfrm>
          <a:prstGeom prst="rect">
            <a:avLst/>
          </a:prstGeom>
        </p:spPr>
      </p:pic>
      <p:pic>
        <p:nvPicPr>
          <p:cNvPr id="26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AD8"/>
          </a:solidFill>
          <a:ln w="12700">
            <a:solidFill>
              <a:srgbClr val="64A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1D1"/>
          </a:solidFill>
          <a:ln w="12700">
            <a:solidFill>
              <a:srgbClr val="47B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أَجَبَ</a:t>
            </a:r>
            <a:endParaRPr lang="ar-SA" sz="6200" dirty="0"/>
          </a:p>
        </p:txBody>
      </p:sp>
      <p:pic>
        <p:nvPicPr>
          <p:cNvPr id="24" name="Image 0" descr="c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94759" cy="1508760"/>
          </a:xfrm>
          <a:prstGeom prst="rect">
            <a:avLst/>
          </a:prstGeom>
        </p:spPr>
      </p:pic>
      <p:pic>
        <p:nvPicPr>
          <p:cNvPr id="25" name="Image 1" descr="cam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918" y="3332988"/>
            <a:ext cx="1801642" cy="1737360"/>
          </a:xfrm>
          <a:prstGeom prst="rect">
            <a:avLst/>
          </a:prstGeom>
        </p:spPr>
      </p:pic>
      <p:pic>
        <p:nvPicPr>
          <p:cNvPr id="26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15" y="45720"/>
            <a:ext cx="546445" cy="5486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بَجَتَ</a:t>
            </a:r>
            <a:endParaRPr lang="ar-SA" sz="8100" dirty="0"/>
          </a:p>
        </p:txBody>
      </p:sp>
      <p:pic>
        <p:nvPicPr>
          <p:cNvPr id="25" name="Image 0" descr="giraff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881628"/>
            <a:ext cx="1115019" cy="1188720"/>
          </a:xfrm>
          <a:prstGeom prst="rect">
            <a:avLst/>
          </a:prstGeom>
        </p:spPr>
      </p:pic>
      <p:pic>
        <p:nvPicPr>
          <p:cNvPr id="26" name="Image 1" descr="ow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3842" y="4155948"/>
            <a:ext cx="718718" cy="91440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F"/>
          </a:solidFill>
          <a:ln w="12700">
            <a:solidFill>
              <a:srgbClr val="2B64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B"/>
          </a:solidFill>
          <a:ln w="12700">
            <a:solidFill>
              <a:srgbClr val="34795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تَجَثَ</a:t>
            </a:r>
            <a:endParaRPr lang="ar-SA" sz="8000" dirty="0"/>
          </a:p>
        </p:txBody>
      </p:sp>
      <p:pic>
        <p:nvPicPr>
          <p:cNvPr id="26" name="Image 0" descr="ll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407673" cy="1508760"/>
          </a:xfrm>
          <a:prstGeom prst="rect">
            <a:avLst/>
          </a:prstGeom>
        </p:spPr>
      </p:pic>
      <p:pic>
        <p:nvPicPr>
          <p:cNvPr id="27" name="Image 1" descr="ew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8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ثَجَحَ</a:t>
            </a:r>
            <a:endParaRPr lang="ar-SA" sz="6600" dirty="0"/>
          </a:p>
        </p:txBody>
      </p:sp>
      <p:pic>
        <p:nvPicPr>
          <p:cNvPr id="24" name="Image 0" descr="tropical_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836161" cy="1508760"/>
          </a:xfrm>
          <a:prstGeom prst="rect">
            <a:avLst/>
          </a:prstGeom>
        </p:spPr>
      </p:pic>
      <p:pic>
        <p:nvPicPr>
          <p:cNvPr id="25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6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8"/>
          </a:solidFill>
          <a:ln w="12700">
            <a:solidFill>
              <a:srgbClr val="ED5E7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حَجَخَ</a:t>
            </a:r>
            <a:endParaRPr lang="ar-SA" sz="6600" dirty="0"/>
          </a:p>
        </p:txBody>
      </p:sp>
      <p:pic>
        <p:nvPicPr>
          <p:cNvPr id="32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8"/>
          </a:solidFill>
          <a:ln w="12700">
            <a:solidFill>
              <a:srgbClr val="52E0D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C"/>
          </a:solidFill>
          <a:ln w="12700">
            <a:solidFill>
              <a:srgbClr val="DB70A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747"/>
          </a:solidFill>
          <a:ln w="12700">
            <a:solidFill>
              <a:srgbClr val="857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خَجَدَ</a:t>
            </a:r>
            <a:endParaRPr lang="ar-SA" sz="8800" dirty="0"/>
          </a:p>
        </p:txBody>
      </p:sp>
      <p:pic>
        <p:nvPicPr>
          <p:cNvPr id="29" name="Image 0" descr="ew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30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7"/>
          </a:solidFill>
          <a:ln w="12700">
            <a:solidFill>
              <a:srgbClr val="D864C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F47D1"/>
          </a:solidFill>
          <a:ln w="12700">
            <a:solidFill>
              <a:srgbClr val="C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دَجَأَ</a:t>
            </a:r>
            <a:endParaRPr lang="ar-SA" sz="5900" dirty="0"/>
          </a:p>
        </p:txBody>
      </p:sp>
      <p:pic>
        <p:nvPicPr>
          <p:cNvPr id="24" name="Image 0" descr="hor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08760" cy="1508760"/>
          </a:xfrm>
          <a:prstGeom prst="rect">
            <a:avLst/>
          </a:prstGeom>
        </p:spPr>
      </p:pic>
      <p:pic>
        <p:nvPicPr>
          <p:cNvPr id="25" name="Image 1" descr="roos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745" y="3332988"/>
            <a:ext cx="1674815" cy="1737360"/>
          </a:xfrm>
          <a:prstGeom prst="rect">
            <a:avLst/>
          </a:prstGeom>
        </p:spPr>
      </p:pic>
      <p:pic>
        <p:nvPicPr>
          <p:cNvPr id="26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59" y="45720"/>
            <a:ext cx="534101" cy="5029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</a:t>
            </a:r>
            <a:endParaRPr lang="ar-SA" sz="7000" dirty="0"/>
          </a:p>
        </p:txBody>
      </p:sp>
      <p:pic>
        <p:nvPicPr>
          <p:cNvPr id="21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109350" cy="1097280"/>
          </a:xfrm>
          <a:prstGeom prst="rect">
            <a:avLst/>
          </a:prstGeom>
        </p:spPr>
      </p:pic>
      <p:pic>
        <p:nvPicPr>
          <p:cNvPr id="22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564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A3479"/>
          </a:solidFill>
          <a:ln w="12700">
            <a:solidFill>
              <a:srgbClr val="4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</a:t>
            </a:r>
            <a:endParaRPr lang="ar-SA" sz="7400" dirty="0"/>
          </a:p>
        </p:txBody>
      </p:sp>
      <p:pic>
        <p:nvPicPr>
          <p:cNvPr id="22" name="Image 0" descr="baby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3" name="Image 1" descr="chipmu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564" y="3515868"/>
            <a:ext cx="1611996" cy="1554480"/>
          </a:xfrm>
          <a:prstGeom prst="rect">
            <a:avLst/>
          </a:prstGeom>
        </p:spPr>
      </p:pic>
      <p:pic>
        <p:nvPicPr>
          <p:cNvPr id="24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تَجَ</a:t>
            </a:r>
            <a:endParaRPr lang="ar-SA" sz="7400" dirty="0"/>
          </a:p>
        </p:txBody>
      </p:sp>
      <p:pic>
        <p:nvPicPr>
          <p:cNvPr id="20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32911" cy="1417320"/>
          </a:xfrm>
          <a:prstGeom prst="rect">
            <a:avLst/>
          </a:prstGeom>
        </p:spPr>
      </p:pic>
      <p:pic>
        <p:nvPicPr>
          <p:cNvPr id="21" name="Image 1" descr="octop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337" y="3515868"/>
            <a:ext cx="1604223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CED5E"/>
          </a:solidFill>
          <a:ln w="12700">
            <a:solidFill>
              <a:srgbClr val="9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</a:t>
            </a:r>
            <a:endParaRPr lang="ar-SA" sz="7400" dirty="0"/>
          </a:p>
        </p:txBody>
      </p:sp>
      <p:pic>
        <p:nvPicPr>
          <p:cNvPr id="28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552E0"/>
          </a:solidFill>
          <a:ln w="12700">
            <a:solidFill>
              <a:srgbClr val="B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7DB70"/>
          </a:solidFill>
          <a:ln w="12700">
            <a:solidFill>
              <a:srgbClr val="C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8"/>
          </a:solidFill>
          <a:ln w="12700">
            <a:solidFill>
              <a:srgbClr val="47856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</a:t>
            </a:r>
            <a:endParaRPr lang="ar-SA" sz="7400" dirty="0"/>
          </a:p>
        </p:txBody>
      </p:sp>
      <p:pic>
        <p:nvPicPr>
          <p:cNvPr id="25" name="Image 0" descr="parr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18788"/>
            <a:ext cx="906445" cy="1051560"/>
          </a:xfrm>
          <a:prstGeom prst="rect">
            <a:avLst/>
          </a:prstGeom>
        </p:spPr>
      </p:pic>
      <p:pic>
        <p:nvPicPr>
          <p:cNvPr id="26" name="Image 1" descr="honey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D64"/>
          </a:solidFill>
          <a:ln w="12700">
            <a:solidFill>
              <a:srgbClr val="D8C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D47"/>
          </a:solidFill>
          <a:ln w="12700">
            <a:solidFill>
              <a:srgbClr val="D1A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</a:t>
            </a:r>
            <a:endParaRPr lang="ar-SA" sz="74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2284720" cy="1417320"/>
          </a:xfrm>
          <a:prstGeom prst="rect">
            <a:avLst/>
          </a:prstGeom>
        </p:spPr>
      </p:pic>
      <p:pic>
        <p:nvPicPr>
          <p:cNvPr id="21" name="Image 1" descr="mon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562" y="3515868"/>
            <a:ext cx="1768998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25" y="45720"/>
            <a:ext cx="550835" cy="5486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</a:t>
            </a:r>
            <a:endParaRPr lang="ar-SA" sz="7400" dirty="0"/>
          </a:p>
        </p:txBody>
      </p:sp>
      <p:pic>
        <p:nvPicPr>
          <p:cNvPr id="21" name="Image 0" descr="de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3"/>
          </a:solidFill>
          <a:ln w="12700">
            <a:solidFill>
              <a:srgbClr val="642B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934"/>
          </a:solidFill>
          <a:ln w="12700">
            <a:solidFill>
              <a:srgbClr val="793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11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11100" dirty="0"/>
          </a:p>
        </p:txBody>
      </p:sp>
      <p:pic>
        <p:nvPicPr>
          <p:cNvPr id="15" name="Image 0" descr="go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28800"/>
            <a:ext cx="1566916" cy="1463040"/>
          </a:xfrm>
          <a:prstGeom prst="rect">
            <a:avLst/>
          </a:prstGeom>
        </p:spPr>
      </p:pic>
      <p:pic>
        <p:nvPicPr>
          <p:cNvPr id="16" name="Image 1" descr="sw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866" y="1828800"/>
            <a:ext cx="1575694" cy="1463040"/>
          </a:xfrm>
          <a:prstGeom prst="rect">
            <a:avLst/>
          </a:prstGeom>
        </p:spPr>
      </p:pic>
      <p:pic>
        <p:nvPicPr>
          <p:cNvPr id="17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حَأَ</a:t>
            </a:r>
            <a:endParaRPr lang="ar-SA" sz="6600" dirty="0"/>
          </a:p>
        </p:txBody>
      </p:sp>
      <p:pic>
        <p:nvPicPr>
          <p:cNvPr id="20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738" y="3515868"/>
            <a:ext cx="250582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FED"/>
          </a:solidFill>
          <a:ln w="12700">
            <a:solidFill>
              <a:srgbClr val="5EB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</a:t>
            </a:r>
            <a:endParaRPr lang="ar-SA" sz="9500" dirty="0"/>
          </a:p>
        </p:txBody>
      </p:sp>
      <p:pic>
        <p:nvPicPr>
          <p:cNvPr id="28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152"/>
          </a:solidFill>
          <a:ln w="12700">
            <a:solidFill>
              <a:srgbClr val="E09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5"/>
          </a:solidFill>
          <a:ln w="12700">
            <a:solidFill>
              <a:srgbClr val="70DBD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84785"/>
          </a:solidFill>
          <a:ln w="12700">
            <a:solidFill>
              <a:srgbClr val="5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</a:t>
            </a:r>
            <a:endParaRPr lang="ar-SA" sz="11000" dirty="0"/>
          </a:p>
        </p:txBody>
      </p:sp>
      <p:pic>
        <p:nvPicPr>
          <p:cNvPr id="25" name="Image 0" descr="chipmu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201668"/>
            <a:ext cx="900821" cy="868680"/>
          </a:xfrm>
          <a:prstGeom prst="rect">
            <a:avLst/>
          </a:prstGeom>
        </p:spPr>
      </p:pic>
      <p:pic>
        <p:nvPicPr>
          <p:cNvPr id="26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0"/>
          </a:solidFill>
          <a:ln w="12700">
            <a:solidFill>
              <a:srgbClr val="64D8B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A"/>
          </a:solidFill>
          <a:ln w="12700">
            <a:solidFill>
              <a:srgbClr val="47D1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</a:t>
            </a:r>
            <a:endParaRPr lang="ar-SA" sz="10000" dirty="0"/>
          </a:p>
        </p:txBody>
      </p:sp>
      <p:pic>
        <p:nvPicPr>
          <p:cNvPr id="20" name="Image 0" descr="flamin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106927" cy="1417320"/>
          </a:xfrm>
          <a:prstGeom prst="rect">
            <a:avLst/>
          </a:prstGeom>
        </p:spPr>
      </p:pic>
      <p:pic>
        <p:nvPicPr>
          <p:cNvPr id="21" name="Image 1" descr="hatching_chi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45720"/>
            <a:ext cx="523951" cy="5486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</a:t>
            </a:r>
            <a:endParaRPr lang="ar-SA" sz="7400" dirty="0"/>
          </a:p>
        </p:txBody>
      </p:sp>
      <p:pic>
        <p:nvPicPr>
          <p:cNvPr id="21" name="Image 0" descr="kangaro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078260" cy="1005840"/>
          </a:xfrm>
          <a:prstGeom prst="rect">
            <a:avLst/>
          </a:prstGeom>
        </p:spPr>
      </p:pic>
      <p:pic>
        <p:nvPicPr>
          <p:cNvPr id="22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385" y="4384548"/>
            <a:ext cx="711175" cy="685800"/>
          </a:xfrm>
          <a:prstGeom prst="rect">
            <a:avLst/>
          </a:prstGeom>
        </p:spPr>
      </p:pic>
      <p:pic>
        <p:nvPicPr>
          <p:cNvPr id="23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642B"/>
          </a:solidFill>
          <a:ln w="12700">
            <a:solidFill>
              <a:srgbClr val="5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07934"/>
          </a:solidFill>
          <a:ln w="12700">
            <a:solidFill>
              <a:srgbClr val="4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</a:t>
            </a:r>
            <a:endParaRPr lang="ar-SA" sz="7400" dirty="0"/>
          </a:p>
        </p:txBody>
      </p:sp>
      <p:pic>
        <p:nvPicPr>
          <p:cNvPr id="22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22989" cy="1417320"/>
          </a:xfrm>
          <a:prstGeom prst="rect">
            <a:avLst/>
          </a:prstGeom>
        </p:spPr>
      </p:pic>
      <p:pic>
        <p:nvPicPr>
          <p:cNvPr id="23" name="Image 1" descr="parr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598" y="3515868"/>
            <a:ext cx="1339962" cy="1554480"/>
          </a:xfrm>
          <a:prstGeom prst="rect">
            <a:avLst/>
          </a:prstGeom>
        </p:spPr>
      </p:pic>
      <p:pic>
        <p:nvPicPr>
          <p:cNvPr id="24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</a:t>
            </a:r>
            <a:endParaRPr lang="ar-SA" sz="11000" dirty="0"/>
          </a:p>
        </p:txBody>
      </p:sp>
      <p:pic>
        <p:nvPicPr>
          <p:cNvPr id="20" name="Image 0" descr="dolph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1" name="Image 1" descr="cr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542" y="3515868"/>
            <a:ext cx="1741018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3"/>
          </a:solidFill>
          <a:ln w="12700">
            <a:solidFill>
              <a:srgbClr val="ED5EE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أَحَبَ</a:t>
            </a:r>
            <a:endParaRPr lang="ar-SA" sz="6200" dirty="0"/>
          </a:p>
        </p:txBody>
      </p:sp>
      <p:pic>
        <p:nvPicPr>
          <p:cNvPr id="32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E"/>
          </a:solidFill>
          <a:ln w="12700">
            <a:solidFill>
              <a:srgbClr val="52E06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B70DB"/>
          </a:solidFill>
          <a:ln w="12700">
            <a:solidFill>
              <a:srgbClr val="B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947"/>
          </a:solidFill>
          <a:ln w="12700">
            <a:solidFill>
              <a:srgbClr val="854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بَحَتَ</a:t>
            </a:r>
            <a:endParaRPr lang="ar-SA" sz="8100" dirty="0"/>
          </a:p>
        </p:txBody>
      </p:sp>
      <p:pic>
        <p:nvPicPr>
          <p:cNvPr id="29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364D8"/>
          </a:solidFill>
          <a:ln w="12700">
            <a:solidFill>
              <a:srgbClr val="9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847D1"/>
          </a:solidFill>
          <a:ln w="12700">
            <a:solidFill>
              <a:srgbClr val="6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تَحَثَ</a:t>
            </a:r>
            <a:endParaRPr lang="ar-SA" sz="8000" dirty="0"/>
          </a:p>
        </p:txBody>
      </p:sp>
      <p:pic>
        <p:nvPicPr>
          <p:cNvPr id="24" name="Image 0" descr="peac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09847" cy="1508760"/>
          </a:xfrm>
          <a:prstGeom prst="rect">
            <a:avLst/>
          </a:prstGeom>
        </p:spPr>
      </p:pic>
      <p:pic>
        <p:nvPicPr>
          <p:cNvPr id="25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6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7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ثَحَجَ</a:t>
            </a:r>
            <a:endParaRPr lang="ar-SA" sz="6600" dirty="0"/>
          </a:p>
        </p:txBody>
      </p:sp>
      <p:pic>
        <p:nvPicPr>
          <p:cNvPr id="25" name="Image 0" descr="zeb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6" name="Image 1" descr="sna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354416" y="4384548"/>
            <a:ext cx="698144" cy="685800"/>
          </a:xfrm>
          <a:prstGeom prst="rect">
            <a:avLst/>
          </a:prstGeom>
        </p:spPr>
      </p:pic>
      <p:pic>
        <p:nvPicPr>
          <p:cNvPr id="27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064"/>
          </a:solidFill>
          <a:ln w="12700">
            <a:solidFill>
              <a:srgbClr val="2B6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279"/>
          </a:solidFill>
          <a:ln w="12700">
            <a:solidFill>
              <a:srgbClr val="345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جَحَخَ</a:t>
            </a:r>
            <a:endParaRPr lang="ar-SA" sz="6600" dirty="0"/>
          </a:p>
        </p:txBody>
      </p:sp>
      <p:pic>
        <p:nvPicPr>
          <p:cNvPr id="26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689811" cy="1508760"/>
          </a:xfrm>
          <a:prstGeom prst="rect">
            <a:avLst/>
          </a:prstGeom>
        </p:spPr>
      </p:pic>
      <p:pic>
        <p:nvPicPr>
          <p:cNvPr id="27" name="Image 1" descr="hippopotam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228" y="3332988"/>
            <a:ext cx="2703332" cy="1737360"/>
          </a:xfrm>
          <a:prstGeom prst="rect">
            <a:avLst/>
          </a:prstGeom>
        </p:spPr>
      </p:pic>
      <p:pic>
        <p:nvPicPr>
          <p:cNvPr id="28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خَحَدَ</a:t>
            </a:r>
            <a:endParaRPr lang="ar-SA" sz="9000" dirty="0"/>
          </a:p>
        </p:txBody>
      </p:sp>
      <p:pic>
        <p:nvPicPr>
          <p:cNvPr id="24" name="Image 0" descr="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991563" cy="1508760"/>
          </a:xfrm>
          <a:prstGeom prst="rect">
            <a:avLst/>
          </a:prstGeom>
        </p:spPr>
      </p:pic>
      <p:pic>
        <p:nvPicPr>
          <p:cNvPr id="25" name="Image 1" descr="spouting_wh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280" y="3332988"/>
            <a:ext cx="1645280" cy="1737360"/>
          </a:xfrm>
          <a:prstGeom prst="rect">
            <a:avLst/>
          </a:prstGeom>
        </p:spPr>
      </p:pic>
      <p:pic>
        <p:nvPicPr>
          <p:cNvPr id="26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45E"/>
          </a:solidFill>
          <a:ln w="12700">
            <a:solidFill>
              <a:srgbClr val="EDD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دَحَأَ</a:t>
            </a:r>
            <a:endParaRPr lang="ar-SA" sz="5900" dirty="0"/>
          </a:p>
        </p:txBody>
      </p:sp>
      <p:pic>
        <p:nvPicPr>
          <p:cNvPr id="32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9E0"/>
          </a:solidFill>
          <a:ln w="12700">
            <a:solidFill>
              <a:srgbClr val="525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070"/>
          </a:solidFill>
          <a:ln w="12700">
            <a:solidFill>
              <a:srgbClr val="DBA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58547"/>
          </a:solidFill>
          <a:ln w="12700">
            <a:solidFill>
              <a:srgbClr val="5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</a:t>
            </a:r>
            <a:endParaRPr lang="ar-SA" sz="7000" dirty="0"/>
          </a:p>
        </p:txBody>
      </p:sp>
      <p:pic>
        <p:nvPicPr>
          <p:cNvPr id="25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247388"/>
            <a:ext cx="886328" cy="822960"/>
          </a:xfrm>
          <a:prstGeom prst="rect">
            <a:avLst/>
          </a:prstGeom>
        </p:spPr>
      </p:pic>
      <p:pic>
        <p:nvPicPr>
          <p:cNvPr id="26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664"/>
          </a:solidFill>
          <a:ln w="12700">
            <a:solidFill>
              <a:srgbClr val="D87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9"/>
          </a:solidFill>
          <a:ln w="12700">
            <a:solidFill>
              <a:srgbClr val="D1474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</a:t>
            </a:r>
            <a:endParaRPr lang="ar-SA" sz="7400" dirty="0"/>
          </a:p>
        </p:txBody>
      </p:sp>
      <p:pic>
        <p:nvPicPr>
          <p:cNvPr id="20" name="Image 0" descr="c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98107" cy="1417320"/>
          </a:xfrm>
          <a:prstGeom prst="rect">
            <a:avLst/>
          </a:prstGeom>
        </p:spPr>
      </p:pic>
      <p:pic>
        <p:nvPicPr>
          <p:cNvPr id="21" name="Image 1" descr="cam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564" y="3515868"/>
            <a:ext cx="1611996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15" y="45720"/>
            <a:ext cx="546445" cy="5486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</a:t>
            </a:r>
            <a:endParaRPr lang="ar-SA" sz="7400" dirty="0"/>
          </a:p>
        </p:txBody>
      </p:sp>
      <p:pic>
        <p:nvPicPr>
          <p:cNvPr id="21" name="Image 0" descr="giraff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881628"/>
            <a:ext cx="1115019" cy="1188720"/>
          </a:xfrm>
          <a:prstGeom prst="rect">
            <a:avLst/>
          </a:prstGeom>
        </p:spPr>
      </p:pic>
      <p:pic>
        <p:nvPicPr>
          <p:cNvPr id="22" name="Image 1" descr="ow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3842" y="4155948"/>
            <a:ext cx="718718" cy="914400"/>
          </a:xfrm>
          <a:prstGeom prst="rect">
            <a:avLst/>
          </a:prstGeom>
        </p:spPr>
      </p:pic>
      <p:pic>
        <p:nvPicPr>
          <p:cNvPr id="23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A2B64"/>
          </a:solidFill>
          <a:ln w="12700">
            <a:solidFill>
              <a:srgbClr val="5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3"/>
          </a:solidFill>
          <a:ln w="12700">
            <a:solidFill>
              <a:srgbClr val="79346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</a:t>
            </a:r>
            <a:endParaRPr lang="ar-SA" sz="7400" dirty="0"/>
          </a:p>
        </p:txBody>
      </p:sp>
      <p:pic>
        <p:nvPicPr>
          <p:cNvPr id="22" name="Image 0" descr="ll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322360" cy="1417320"/>
          </a:xfrm>
          <a:prstGeom prst="rect">
            <a:avLst/>
          </a:prstGeom>
        </p:spPr>
      </p:pic>
      <p:pic>
        <p:nvPicPr>
          <p:cNvPr id="23" name="Image 1" descr="ew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</a:t>
            </a:r>
            <a:endParaRPr lang="ar-SA" sz="7400" dirty="0"/>
          </a:p>
        </p:txBody>
      </p:sp>
      <p:pic>
        <p:nvPicPr>
          <p:cNvPr id="20" name="Image 0" descr="tropical_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724878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0"/>
          </a:solidFill>
          <a:ln w="12700">
            <a:solidFill>
              <a:srgbClr val="5EEDB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</a:t>
            </a:r>
            <a:endParaRPr lang="ar-SA" sz="7400" dirty="0"/>
          </a:p>
        </p:txBody>
      </p:sp>
      <p:pic>
        <p:nvPicPr>
          <p:cNvPr id="28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D"/>
          </a:solidFill>
          <a:ln w="12700">
            <a:solidFill>
              <a:srgbClr val="E0527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5"/>
          </a:solidFill>
          <a:ln w="12700">
            <a:solidFill>
              <a:srgbClr val="70DB8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485"/>
          </a:solidFill>
          <a:ln w="12700">
            <a:solidFill>
              <a:srgbClr val="476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دَحَ</a:t>
            </a:r>
            <a:endParaRPr lang="ar-SA" sz="7400" dirty="0"/>
          </a:p>
        </p:txBody>
      </p:sp>
      <p:pic>
        <p:nvPicPr>
          <p:cNvPr id="25" name="Image 0" descr="ew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FD864"/>
          </a:solidFill>
          <a:ln w="12700">
            <a:solidFill>
              <a:srgbClr val="6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BD147"/>
          </a:solidFill>
          <a:ln w="12700">
            <a:solidFill>
              <a:srgbClr val="6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11100" dirty="0"/>
          </a:p>
        </p:txBody>
      </p:sp>
      <p:sp>
        <p:nvSpPr>
          <p:cNvPr id="12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11100" dirty="0"/>
          </a:p>
        </p:txBody>
      </p:sp>
      <p:pic>
        <p:nvPicPr>
          <p:cNvPr id="13" name="Image 0" descr="hor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463040" cy="1463040"/>
          </a:xfrm>
          <a:prstGeom prst="rect">
            <a:avLst/>
          </a:prstGeom>
        </p:spPr>
      </p:pic>
      <p:pic>
        <p:nvPicPr>
          <p:cNvPr id="14" name="Image 1" descr="roos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189" y="1828800"/>
            <a:ext cx="1410371" cy="1463040"/>
          </a:xfrm>
          <a:prstGeom prst="rect">
            <a:avLst/>
          </a:prstGeom>
        </p:spPr>
      </p:pic>
      <p:pic>
        <p:nvPicPr>
          <p:cNvPr id="15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59" y="45720"/>
            <a:ext cx="534101" cy="5029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خَأَ</a:t>
            </a:r>
            <a:endParaRPr lang="ar-SA" sz="6600" dirty="0"/>
          </a:p>
        </p:txBody>
      </p:sp>
      <p:pic>
        <p:nvPicPr>
          <p:cNvPr id="21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109350" cy="1097280"/>
          </a:xfrm>
          <a:prstGeom prst="rect">
            <a:avLst/>
          </a:prstGeom>
        </p:spPr>
      </p:pic>
      <p:pic>
        <p:nvPicPr>
          <p:cNvPr id="22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C2B"/>
          </a:solidFill>
          <a:ln w="12700">
            <a:solidFill>
              <a:srgbClr val="644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47934"/>
          </a:solidFill>
          <a:ln w="12700">
            <a:solidFill>
              <a:srgbClr val="7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</a:t>
            </a:r>
            <a:endParaRPr lang="ar-SA" sz="9500" dirty="0"/>
          </a:p>
        </p:txBody>
      </p:sp>
      <p:pic>
        <p:nvPicPr>
          <p:cNvPr id="22" name="Image 0" descr="baby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3" name="Image 1" descr="chipmu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564" y="3515868"/>
            <a:ext cx="1611996" cy="1554480"/>
          </a:xfrm>
          <a:prstGeom prst="rect">
            <a:avLst/>
          </a:prstGeom>
        </p:spPr>
      </p:pic>
      <p:pic>
        <p:nvPicPr>
          <p:cNvPr id="24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</a:t>
            </a:r>
            <a:endParaRPr lang="ar-SA" sz="10900" dirty="0"/>
          </a:p>
        </p:txBody>
      </p:sp>
      <p:pic>
        <p:nvPicPr>
          <p:cNvPr id="20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32911" cy="1417320"/>
          </a:xfrm>
          <a:prstGeom prst="rect">
            <a:avLst/>
          </a:prstGeom>
        </p:spPr>
      </p:pic>
      <p:pic>
        <p:nvPicPr>
          <p:cNvPr id="21" name="Image 1" descr="octop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337" y="3515868"/>
            <a:ext cx="1604223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C5EED"/>
          </a:solidFill>
          <a:ln w="12700">
            <a:solidFill>
              <a:srgbClr val="8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</a:t>
            </a:r>
            <a:endParaRPr lang="ar-SA" sz="10000" dirty="0"/>
          </a:p>
        </p:txBody>
      </p:sp>
      <p:pic>
        <p:nvPicPr>
          <p:cNvPr id="28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0E052"/>
          </a:solidFill>
          <a:ln w="12700">
            <a:solidFill>
              <a:srgbClr val="A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6DB"/>
          </a:solidFill>
          <a:ln w="12700">
            <a:solidFill>
              <a:srgbClr val="707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3"/>
          </a:solidFill>
          <a:ln w="12700">
            <a:solidFill>
              <a:srgbClr val="85477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</a:t>
            </a:r>
            <a:endParaRPr lang="ar-SA" sz="7400" dirty="0"/>
          </a:p>
        </p:txBody>
      </p:sp>
      <p:pic>
        <p:nvPicPr>
          <p:cNvPr id="25" name="Image 0" descr="parr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18788"/>
            <a:ext cx="906445" cy="1051560"/>
          </a:xfrm>
          <a:prstGeom prst="rect">
            <a:avLst/>
          </a:prstGeom>
        </p:spPr>
      </p:pic>
      <p:pic>
        <p:nvPicPr>
          <p:cNvPr id="26" name="Image 1" descr="honey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CD8"/>
          </a:solidFill>
          <a:ln w="12700">
            <a:solidFill>
              <a:srgbClr val="648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ED1"/>
          </a:solidFill>
          <a:ln w="12700">
            <a:solidFill>
              <a:srgbClr val="478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</a:t>
            </a:r>
            <a:endParaRPr lang="ar-SA" sz="74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2284720" cy="1417320"/>
          </a:xfrm>
          <a:prstGeom prst="rect">
            <a:avLst/>
          </a:prstGeom>
        </p:spPr>
      </p:pic>
      <p:pic>
        <p:nvPicPr>
          <p:cNvPr id="21" name="Image 1" descr="mon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562" y="3515868"/>
            <a:ext cx="1768998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25" y="45720"/>
            <a:ext cx="550835" cy="5486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</a:t>
            </a:r>
            <a:endParaRPr lang="ar-SA" sz="10900" dirty="0"/>
          </a:p>
        </p:txBody>
      </p:sp>
      <p:pic>
        <p:nvPicPr>
          <p:cNvPr id="21" name="Image 0" descr="de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D"/>
          </a:solidFill>
          <a:ln w="12700">
            <a:solidFill>
              <a:srgbClr val="2B643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D"/>
          </a:solidFill>
          <a:ln w="12700">
            <a:solidFill>
              <a:srgbClr val="34796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أَخَبَ</a:t>
            </a:r>
            <a:endParaRPr lang="ar-SA" sz="6200" dirty="0"/>
          </a:p>
        </p:txBody>
      </p:sp>
      <p:pic>
        <p:nvPicPr>
          <p:cNvPr id="26" name="Image 0" descr="go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15882" cy="1508760"/>
          </a:xfrm>
          <a:prstGeom prst="rect">
            <a:avLst/>
          </a:prstGeom>
        </p:spPr>
      </p:pic>
      <p:pic>
        <p:nvPicPr>
          <p:cNvPr id="27" name="Image 1" descr="sw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423" y="3332988"/>
            <a:ext cx="1871137" cy="1737360"/>
          </a:xfrm>
          <a:prstGeom prst="rect">
            <a:avLst/>
          </a:prstGeom>
        </p:spPr>
      </p:pic>
      <p:pic>
        <p:nvPicPr>
          <p:cNvPr id="28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بَخَتَ</a:t>
            </a:r>
            <a:endParaRPr lang="ar-SA" sz="8100" dirty="0"/>
          </a:p>
        </p:txBody>
      </p:sp>
      <p:pic>
        <p:nvPicPr>
          <p:cNvPr id="24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624935" cy="1508760"/>
          </a:xfrm>
          <a:prstGeom prst="rect">
            <a:avLst/>
          </a:prstGeom>
        </p:spPr>
      </p:pic>
      <p:pic>
        <p:nvPicPr>
          <p:cNvPr id="25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936" y="3332988"/>
            <a:ext cx="2800624" cy="1737360"/>
          </a:xfrm>
          <a:prstGeom prst="rect">
            <a:avLst/>
          </a:prstGeom>
        </p:spPr>
      </p:pic>
      <p:pic>
        <p:nvPicPr>
          <p:cNvPr id="26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95E"/>
          </a:solidFill>
          <a:ln w="12700">
            <a:solidFill>
              <a:srgbClr val="ED6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تَخَثَ</a:t>
            </a:r>
            <a:endParaRPr lang="ar-SA" sz="8000" dirty="0"/>
          </a:p>
        </p:txBody>
      </p:sp>
      <p:pic>
        <p:nvPicPr>
          <p:cNvPr id="32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4E0"/>
          </a:solidFill>
          <a:ln w="12700">
            <a:solidFill>
              <a:srgbClr val="52C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0"/>
          </a:solidFill>
          <a:ln w="12700">
            <a:solidFill>
              <a:srgbClr val="DB709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38547"/>
          </a:solidFill>
          <a:ln w="12700">
            <a:solidFill>
              <a:srgbClr val="8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ثَخَجَ</a:t>
            </a:r>
            <a:endParaRPr lang="ar-SA" sz="6600" dirty="0"/>
          </a:p>
        </p:txBody>
      </p:sp>
      <p:pic>
        <p:nvPicPr>
          <p:cNvPr id="29" name="Image 0" descr="chipmu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201668"/>
            <a:ext cx="900821" cy="868680"/>
          </a:xfrm>
          <a:prstGeom prst="rect">
            <a:avLst/>
          </a:prstGeom>
        </p:spPr>
      </p:pic>
      <p:pic>
        <p:nvPicPr>
          <p:cNvPr id="30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9"/>
          </a:solidFill>
          <a:ln w="12700">
            <a:solidFill>
              <a:srgbClr val="D864A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0"/>
          </a:solidFill>
          <a:ln w="12700">
            <a:solidFill>
              <a:srgbClr val="D147B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جَخَحَ</a:t>
            </a:r>
            <a:endParaRPr lang="ar-SA" sz="6600" dirty="0"/>
          </a:p>
        </p:txBody>
      </p:sp>
      <p:pic>
        <p:nvPicPr>
          <p:cNvPr id="24" name="Image 0" descr="flamin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178342" cy="1508760"/>
          </a:xfrm>
          <a:prstGeom prst="rect">
            <a:avLst/>
          </a:prstGeom>
        </p:spPr>
      </p:pic>
      <p:pic>
        <p:nvPicPr>
          <p:cNvPr id="25" name="Image 1" descr="hatching_chi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6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45720"/>
            <a:ext cx="523951" cy="5486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حَخَدَ</a:t>
            </a:r>
            <a:endParaRPr lang="ar-SA" sz="9000" dirty="0"/>
          </a:p>
        </p:txBody>
      </p:sp>
      <p:pic>
        <p:nvPicPr>
          <p:cNvPr id="25" name="Image 0" descr="kangaro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078260" cy="1005840"/>
          </a:xfrm>
          <a:prstGeom prst="rect">
            <a:avLst/>
          </a:prstGeom>
        </p:spPr>
      </p:pic>
      <p:pic>
        <p:nvPicPr>
          <p:cNvPr id="26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385" y="4384548"/>
            <a:ext cx="711175" cy="685800"/>
          </a:xfrm>
          <a:prstGeom prst="rect">
            <a:avLst/>
          </a:prstGeom>
        </p:spPr>
      </p:pic>
      <p:pic>
        <p:nvPicPr>
          <p:cNvPr id="27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F2B64"/>
          </a:solidFill>
          <a:ln w="12700">
            <a:solidFill>
              <a:srgbClr val="2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C3479"/>
          </a:solidFill>
          <a:ln w="12700">
            <a:solidFill>
              <a:srgbClr val="5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دَخَأَ</a:t>
            </a:r>
            <a:endParaRPr lang="ar-SA" sz="5900" dirty="0"/>
          </a:p>
        </p:txBody>
      </p:sp>
      <p:pic>
        <p:nvPicPr>
          <p:cNvPr id="26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14795" cy="1508760"/>
          </a:xfrm>
          <a:prstGeom prst="rect">
            <a:avLst/>
          </a:prstGeom>
        </p:spPr>
      </p:pic>
      <p:pic>
        <p:nvPicPr>
          <p:cNvPr id="27" name="Image 1" descr="parr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956" y="3332988"/>
            <a:ext cx="1497604" cy="1737360"/>
          </a:xfrm>
          <a:prstGeom prst="rect">
            <a:avLst/>
          </a:prstGeom>
        </p:spPr>
      </p:pic>
      <p:pic>
        <p:nvPicPr>
          <p:cNvPr id="28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</a:t>
            </a:r>
            <a:endParaRPr lang="ar-SA" sz="7000" dirty="0"/>
          </a:p>
        </p:txBody>
      </p:sp>
      <p:pic>
        <p:nvPicPr>
          <p:cNvPr id="20" name="Image 0" descr="dolph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1" name="Image 1" descr="cr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542" y="3515868"/>
            <a:ext cx="1741018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7ED5E"/>
          </a:solidFill>
          <a:ln w="12700">
            <a:solidFill>
              <a:srgbClr val="7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</a:t>
            </a:r>
            <a:endParaRPr lang="ar-SA" sz="7400" dirty="0"/>
          </a:p>
        </p:txBody>
      </p:sp>
      <p:pic>
        <p:nvPicPr>
          <p:cNvPr id="28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952E0"/>
          </a:solidFill>
          <a:ln w="12700">
            <a:solidFill>
              <a:srgbClr val="D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BDB70"/>
          </a:solidFill>
          <a:ln w="12700">
            <a:solidFill>
              <a:srgbClr val="A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7"/>
          </a:solidFill>
          <a:ln w="12700">
            <a:solidFill>
              <a:srgbClr val="47857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</a:t>
            </a:r>
            <a:endParaRPr lang="ar-SA" sz="74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6D864"/>
          </a:solidFill>
          <a:ln w="12700">
            <a:solidFill>
              <a:srgbClr val="C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D047"/>
          </a:solidFill>
          <a:ln w="12700">
            <a:solidFill>
              <a:srgbClr val="D1D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</a:t>
            </a:r>
            <a:endParaRPr lang="ar-SA" sz="7400" dirty="0"/>
          </a:p>
        </p:txBody>
      </p:sp>
      <p:pic>
        <p:nvPicPr>
          <p:cNvPr id="20" name="Image 0" descr="peac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12280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7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</a:t>
            </a:r>
            <a:endParaRPr lang="ar-SA" sz="7400" dirty="0"/>
          </a:p>
        </p:txBody>
      </p:sp>
      <p:pic>
        <p:nvPicPr>
          <p:cNvPr id="21" name="Image 0" descr="zeb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sna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354416" y="4384548"/>
            <a:ext cx="698144" cy="685800"/>
          </a:xfrm>
          <a:prstGeom prst="rect">
            <a:avLst/>
          </a:prstGeom>
        </p:spPr>
      </p:pic>
      <p:pic>
        <p:nvPicPr>
          <p:cNvPr id="23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5"/>
          </a:solidFill>
          <a:ln w="12700">
            <a:solidFill>
              <a:srgbClr val="642B3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B34"/>
          </a:solidFill>
          <a:ln w="12700">
            <a:solidFill>
              <a:srgbClr val="794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</a:t>
            </a:r>
            <a:endParaRPr lang="ar-SA" sz="7400" dirty="0"/>
          </a:p>
        </p:txBody>
      </p:sp>
      <p:pic>
        <p:nvPicPr>
          <p:cNvPr id="22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87398" cy="1417320"/>
          </a:xfrm>
          <a:prstGeom prst="rect">
            <a:avLst/>
          </a:prstGeom>
        </p:spPr>
      </p:pic>
      <p:pic>
        <p:nvPicPr>
          <p:cNvPr id="23" name="Image 1" descr="hippopotam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789" y="3515868"/>
            <a:ext cx="2418771" cy="1554480"/>
          </a:xfrm>
          <a:prstGeom prst="rect">
            <a:avLst/>
          </a:prstGeom>
        </p:spPr>
      </p:pic>
      <p:pic>
        <p:nvPicPr>
          <p:cNvPr id="24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</a:t>
            </a:r>
            <a:endParaRPr lang="ar-SA" sz="7400" dirty="0"/>
          </a:p>
        </p:txBody>
      </p:sp>
      <p:pic>
        <p:nvPicPr>
          <p:cNvPr id="20" name="Image 0" descr="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870862" cy="1417320"/>
          </a:xfrm>
          <a:prstGeom prst="rect">
            <a:avLst/>
          </a:prstGeom>
        </p:spPr>
      </p:pic>
      <p:pic>
        <p:nvPicPr>
          <p:cNvPr id="21" name="Image 1" descr="spouting_wh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467" y="3515868"/>
            <a:ext cx="1472093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BED"/>
          </a:solidFill>
          <a:ln w="12700">
            <a:solidFill>
              <a:srgbClr val="5E9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83189" y="896112"/>
            <a:ext cx="21788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9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83189" y="896112"/>
            <a:ext cx="21788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</a:t>
            </a:r>
            <a:endParaRPr lang="ar-SA" sz="5300" dirty="0"/>
          </a:p>
        </p:txBody>
      </p:sp>
      <p:sp>
        <p:nvSpPr>
          <p:cNvPr id="20" name="C2 W2 pill"/>
          <p:cNvSpPr/>
          <p:nvPr/>
        </p:nvSpPr>
        <p:spPr>
          <a:xfrm>
            <a:off x="2181926" y="896112"/>
            <a:ext cx="228122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9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181926" y="896112"/>
            <a:ext cx="22812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وَكَتَبَ</a:t>
            </a:r>
            <a:endParaRPr lang="ar-SA" sz="53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512087" y="2834640"/>
            <a:ext cx="411982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512087" y="2834640"/>
            <a:ext cx="411982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 وَكَتَبَ</a:t>
            </a:r>
            <a:endParaRPr lang="ar-SA" sz="5400" dirty="0"/>
          </a:p>
        </p:txBody>
      </p:sp>
      <p:pic>
        <p:nvPicPr>
          <p:cNvPr id="25" name="Image 0" descr="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28800"/>
            <a:ext cx="1149949" cy="1463040"/>
          </a:xfrm>
          <a:prstGeom prst="rect">
            <a:avLst/>
          </a:prstGeom>
        </p:spPr>
      </p:pic>
      <p:pic>
        <p:nvPicPr>
          <p:cNvPr id="26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427" y="1828800"/>
            <a:ext cx="1479133" cy="1463040"/>
          </a:xfrm>
          <a:prstGeom prst="rect">
            <a:avLst/>
          </a:prstGeom>
        </p:spPr>
      </p:pic>
      <p:pic>
        <p:nvPicPr>
          <p:cNvPr id="27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652"/>
          </a:solidFill>
          <a:ln w="12700">
            <a:solidFill>
              <a:srgbClr val="E0B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6DB"/>
          </a:solidFill>
          <a:ln w="12700">
            <a:solidFill>
              <a:srgbClr val="70C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4785"/>
          </a:solidFill>
          <a:ln w="12700">
            <a:solidFill>
              <a:srgbClr val="68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824334" y="896112"/>
            <a:ext cx="174795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B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824334" y="896112"/>
            <a:ext cx="174795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خَرَجَ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571712" y="896112"/>
            <a:ext cx="19325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B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71712" y="896112"/>
            <a:ext cx="19325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وَرَجَعَ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81799" y="2834640"/>
            <a:ext cx="338040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81799" y="2834640"/>
            <a:ext cx="338040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خَرَجَ وَرَجَعَ</a:t>
            </a:r>
            <a:endParaRPr lang="ar-SA" sz="4700" dirty="0"/>
          </a:p>
        </p:txBody>
      </p:sp>
      <p:pic>
        <p:nvPicPr>
          <p:cNvPr id="22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575694" cy="1463040"/>
          </a:xfrm>
          <a:prstGeom prst="rect">
            <a:avLst/>
          </a:prstGeom>
        </p:spPr>
      </p:pic>
      <p:pic>
        <p:nvPicPr>
          <p:cNvPr id="23" name="Image 1" descr="go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485644" y="1828800"/>
            <a:ext cx="1566916" cy="1463040"/>
          </a:xfrm>
          <a:prstGeom prst="rect">
            <a:avLst/>
          </a:prstGeom>
        </p:spPr>
      </p:pic>
      <p:pic>
        <p:nvPicPr>
          <p:cNvPr id="24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E"/>
          </a:solidFill>
          <a:ln w="12700">
            <a:solidFill>
              <a:srgbClr val="64D8C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E"/>
          </a:solidFill>
          <a:ln w="12700">
            <a:solidFill>
              <a:srgbClr val="47D1A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96575" y="896112"/>
            <a:ext cx="167904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7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96575" y="896112"/>
            <a:ext cx="167904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668383" y="896112"/>
            <a:ext cx="18081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7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68383" y="896112"/>
            <a:ext cx="18081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وَأَكَلَ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16960" y="2834640"/>
            <a:ext cx="311008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16960" y="2834640"/>
            <a:ext cx="31100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 وَأَكَلَ</a:t>
            </a:r>
            <a:endParaRPr lang="ar-SA" sz="4400" dirty="0"/>
          </a:p>
        </p:txBody>
      </p:sp>
      <p:pic>
        <p:nvPicPr>
          <p:cNvPr id="17" name="Image 0" descr="c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546433" cy="1463040"/>
          </a:xfrm>
          <a:prstGeom prst="rect">
            <a:avLst/>
          </a:prstGeom>
        </p:spPr>
      </p:pic>
      <p:pic>
        <p:nvPicPr>
          <p:cNvPr id="18" name="Image 1" descr="cam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388" y="1828800"/>
            <a:ext cx="1517172" cy="1463040"/>
          </a:xfrm>
          <a:prstGeom prst="rect">
            <a:avLst/>
          </a:prstGeom>
        </p:spPr>
      </p:pic>
      <p:pic>
        <p:nvPicPr>
          <p:cNvPr id="19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15" y="45720"/>
            <a:ext cx="546445" cy="5486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27663" y="896112"/>
            <a:ext cx="183601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5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27663" y="896112"/>
            <a:ext cx="183601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حَمَلَ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480325" y="896112"/>
            <a:ext cx="202729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5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480325" y="896112"/>
            <a:ext cx="202729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وَخَرَجَ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792171" y="2834640"/>
            <a:ext cx="355965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792171" y="2834640"/>
            <a:ext cx="355965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حَمَلَ وَخَرَجَ</a:t>
            </a:r>
            <a:endParaRPr lang="ar-SA" sz="4700" dirty="0"/>
          </a:p>
        </p:txBody>
      </p:sp>
      <p:pic>
        <p:nvPicPr>
          <p:cNvPr id="18" name="Image 0" descr="giraff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372332" cy="1463040"/>
          </a:xfrm>
          <a:prstGeom prst="rect">
            <a:avLst/>
          </a:prstGeom>
        </p:spPr>
      </p:pic>
      <p:pic>
        <p:nvPicPr>
          <p:cNvPr id="19" name="Image 1" descr="ow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611" y="1828800"/>
            <a:ext cx="1149949" cy="1463040"/>
          </a:xfrm>
          <a:prstGeom prst="rect">
            <a:avLst/>
          </a:prstGeom>
        </p:spPr>
      </p:pic>
      <p:pic>
        <p:nvPicPr>
          <p:cNvPr id="20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3642B"/>
          </a:solidFill>
          <a:ln w="12700">
            <a:solidFill>
              <a:srgbClr val="4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9"/>
          </a:solidFill>
          <a:ln w="12700">
            <a:solidFill>
              <a:srgbClr val="34793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50745" y="896112"/>
            <a:ext cx="15988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2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50745" y="896112"/>
            <a:ext cx="15988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594427" y="896112"/>
            <a:ext cx="20362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2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594427" y="896112"/>
            <a:ext cx="20362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وَدَخَلَ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945220" y="2834640"/>
            <a:ext cx="325356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945220" y="2834640"/>
            <a:ext cx="325356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 وَدَخَلَ</a:t>
            </a:r>
            <a:endParaRPr lang="ar-SA" sz="4700" dirty="0"/>
          </a:p>
        </p:txBody>
      </p:sp>
      <p:pic>
        <p:nvPicPr>
          <p:cNvPr id="19" name="Image 0" descr="ll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365016" cy="1463040"/>
          </a:xfrm>
          <a:prstGeom prst="rect">
            <a:avLst/>
          </a:prstGeom>
        </p:spPr>
      </p:pic>
      <p:pic>
        <p:nvPicPr>
          <p:cNvPr id="20" name="Image 1" descr="ew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1463040" cy="1463040"/>
          </a:xfrm>
          <a:prstGeom prst="rect">
            <a:avLst/>
          </a:prstGeom>
        </p:spPr>
      </p:pic>
      <p:pic>
        <p:nvPicPr>
          <p:cNvPr id="21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04-jeem-ha-kha</dc:title>
  <dc:subject>PptxGenJS Presentation</dc:subject>
  <dc:creator>PptxGenJS</dc:creator>
  <cp:lastModifiedBy>PptxGenJS</cp:lastModifiedBy>
  <cp:revision>1</cp:revision>
  <dcterms:created xsi:type="dcterms:W3CDTF">2026-10-20T23:11:10Z</dcterms:created>
  <dcterms:modified xsi:type="dcterms:W3CDTF">2026-10-20T23:11:10Z</dcterms:modified>
</cp:coreProperties>
</file>