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1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62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81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80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88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59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1100" dirty="0"/>
          </a:p>
        </p:txBody>
      </p:sp>
      <p:pic>
        <p:nvPicPr>
          <p:cNvPr id="1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6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1783080"/>
            <a:ext cx="1882475" cy="1554480"/>
          </a:xfrm>
          <a:prstGeom prst="rect">
            <a:avLst/>
          </a:prstGeom>
        </p:spPr>
      </p:pic>
      <p:pic>
        <p:nvPicPr>
          <p:cNvPr id="1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62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81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80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90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59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1100" dirty="0"/>
          </a:p>
        </p:txBody>
      </p:sp>
      <p:pic>
        <p:nvPicPr>
          <p:cNvPr id="13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4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5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62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81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80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59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318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318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181926" y="896112"/>
            <a:ext cx="22812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1926" y="896112"/>
            <a:ext cx="22812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087" y="2834640"/>
            <a:ext cx="41198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087" y="2834640"/>
            <a:ext cx="41198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وَكَتَبَ</a:t>
            </a:r>
            <a:endParaRPr lang="ar-SA" sz="5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2433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2433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1712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1712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1799" y="2834640"/>
            <a:ext cx="33804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1799" y="2834640"/>
            <a:ext cx="33804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وَرَجَعَ</a:t>
            </a:r>
            <a:endParaRPr lang="ar-SA" sz="47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8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7663" y="896112"/>
            <a:ext cx="18360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7663" y="896112"/>
            <a:ext cx="18360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0325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0325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2171" y="2834640"/>
            <a:ext cx="35596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2171" y="2834640"/>
            <a:ext cx="35596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وَخَرَجَ</a:t>
            </a:r>
            <a:endParaRPr lang="ar-SA" sz="4700" dirty="0"/>
          </a:p>
        </p:txBody>
      </p:sp>
      <p:pic>
        <p:nvPicPr>
          <p:cNvPr id="18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9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0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1783080"/>
            <a:ext cx="1882475" cy="1554480"/>
          </a:xfrm>
          <a:prstGeom prst="rect">
            <a:avLst/>
          </a:prstGeom>
        </p:spPr>
      </p:pic>
      <p:pic>
        <p:nvPicPr>
          <p:cNvPr id="2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04-jeem-ha-kha</dc:title>
  <dc:subject>PptxGenJS Presentation</dc:subject>
  <dc:creator>PptxGenJS</dc:creator>
  <cp:lastModifiedBy>PptxGenJS</cp:lastModifiedBy>
  <cp:revision>1</cp:revision>
  <dcterms:created xsi:type="dcterms:W3CDTF">2026-10-20T22:49:30Z</dcterms:created>
  <dcterms:modified xsi:type="dcterms:W3CDTF">2026-10-20T22:49:30Z</dcterms:modified>
</cp:coreProperties>
</file>