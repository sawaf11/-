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</p:sldIdLst>
  <p:notesMasterIdLst>
    <p:notesMasterId r:id="rId7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notesMaster" Target="notesMasters/notesMaster1.xml"/><Relationship Id="rId74" Type="http://schemas.openxmlformats.org/officeDocument/2006/relationships/presProps" Target="presProps.xml"/><Relationship Id="rId75" Type="http://schemas.openxmlformats.org/officeDocument/2006/relationships/viewProps" Target="viewProps.xml"/><Relationship Id="rId76" Type="http://schemas.openxmlformats.org/officeDocument/2006/relationships/theme" Target="theme/theme1.xml"/><Relationship Id="rId7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2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image" Target="../media/image-6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2.pn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6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4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2.png"/><Relationship Id="rId2" Type="http://schemas.openxmlformats.org/officeDocument/2006/relationships/image" Target="../media/image-6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image" Target="../media/image-7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image" Target="../media/image-7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C"/>
          </a:solidFill>
          <a:ln w="12700">
            <a:solidFill>
              <a:srgbClr val="5EED8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11100" dirty="0"/>
          </a:p>
        </p:txBody>
      </p:sp>
      <p:sp>
        <p:nvSpPr>
          <p:cNvPr id="20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11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790042" cy="164592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943" y="1783080"/>
            <a:ext cx="1828617" cy="16459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1"/>
          </a:solidFill>
          <a:ln w="12700">
            <a:solidFill>
              <a:srgbClr val="E052A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6DB70"/>
          </a:solidFill>
          <a:ln w="12700">
            <a:solidFill>
              <a:srgbClr val="7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485"/>
          </a:solidFill>
          <a:ln w="12700">
            <a:solidFill>
              <a:srgbClr val="4774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جَأَ</a:t>
            </a:r>
            <a:endParaRPr lang="ar-SA" sz="66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67710" y="3881628"/>
            <a:ext cx="584850" cy="11887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DD864"/>
          </a:solidFill>
          <a:ln w="12700">
            <a:solidFill>
              <a:srgbClr val="8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FD147"/>
          </a:solidFill>
          <a:ln w="12700">
            <a:solidFill>
              <a:srgbClr val="8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01416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8976" y="3515868"/>
            <a:ext cx="1243584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جَتَ</a:t>
            </a:r>
            <a:endParaRPr lang="ar-SA" sz="99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096000" cy="11887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3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D2B"/>
          </a:solidFill>
          <a:ln w="12700">
            <a:solidFill>
              <a:srgbClr val="643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D34"/>
          </a:solidFill>
          <a:ln w="12700">
            <a:solidFill>
              <a:srgbClr val="796D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جَثَ</a:t>
            </a:r>
            <a:endParaRPr lang="ar-SA" sz="99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1573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899" y="3515868"/>
            <a:ext cx="1131661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جَحَ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604406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5785" y="3515868"/>
            <a:ext cx="806775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85EED"/>
          </a:solidFill>
          <a:ln w="12700">
            <a:solidFill>
              <a:srgbClr val="6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جَخَ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03120"/>
            <a:ext cx="518008" cy="10058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3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5E052"/>
          </a:solidFill>
          <a:ln w="12700">
            <a:solidFill>
              <a:srgbClr val="C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1DB"/>
          </a:solidFill>
          <a:ln w="12700">
            <a:solidFill>
              <a:srgbClr val="709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3"/>
          </a:solidFill>
          <a:ln w="12700">
            <a:solidFill>
              <a:srgbClr val="85478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جَدَ</a:t>
            </a:r>
            <a:endParaRPr lang="ar-SA" sz="99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46140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4169" y="3790188"/>
            <a:ext cx="568391" cy="12801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AD8"/>
          </a:solidFill>
          <a:ln w="12700">
            <a:solidFill>
              <a:srgbClr val="64A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1D1"/>
          </a:solidFill>
          <a:ln w="12700">
            <a:solidFill>
              <a:srgbClr val="47B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أَجَبَ</a:t>
            </a:r>
            <a:endParaRPr lang="ar-SA" sz="6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80029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6008" y="3332988"/>
            <a:ext cx="1676552" cy="17373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بَجَتَ</a:t>
            </a:r>
            <a:endParaRPr lang="ar-SA" sz="81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1110447" cy="10515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F"/>
          </a:solidFill>
          <a:ln w="12700">
            <a:solidFill>
              <a:srgbClr val="2B642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B"/>
          </a:solidFill>
          <a:ln w="12700">
            <a:solidFill>
              <a:srgbClr val="34795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تَجَثَ</a:t>
            </a:r>
            <a:endParaRPr lang="ar-SA" sz="80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03082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1335" y="3332988"/>
            <a:ext cx="931225" cy="17373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ثَجَحَ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605321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3894" y="3332988"/>
            <a:ext cx="2588666" cy="17373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8"/>
          </a:solidFill>
          <a:ln w="12700">
            <a:solidFill>
              <a:srgbClr val="ED5E7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حَجَخَ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4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8"/>
          </a:solidFill>
          <a:ln w="12700">
            <a:solidFill>
              <a:srgbClr val="52E0D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C"/>
          </a:solidFill>
          <a:ln w="12700">
            <a:solidFill>
              <a:srgbClr val="DB70A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747"/>
          </a:solidFill>
          <a:ln w="12700">
            <a:solidFill>
              <a:srgbClr val="857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خَجَدَ</a:t>
            </a:r>
            <a:endParaRPr lang="ar-SA" sz="88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928436" cy="96012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1002" y="4155948"/>
            <a:ext cx="581558" cy="9144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7"/>
          </a:solidFill>
          <a:ln w="12700">
            <a:solidFill>
              <a:srgbClr val="D864C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F47D1"/>
          </a:solidFill>
          <a:ln w="12700">
            <a:solidFill>
              <a:srgbClr val="C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دَجَأَ</a:t>
            </a:r>
            <a:endParaRPr lang="ar-SA" sz="59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6661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3863" y="3332988"/>
            <a:ext cx="1278697" cy="17373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أَجَ</a:t>
            </a:r>
            <a:endParaRPr lang="ar-SA" sz="7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14801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3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564"/>
          </a:solidFill>
          <a:ln w="12700">
            <a:solidFill>
              <a:srgbClr val="2B3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A3479"/>
          </a:solidFill>
          <a:ln w="12700">
            <a:solidFill>
              <a:srgbClr val="4A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بَجَ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7321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1698" y="3515868"/>
            <a:ext cx="680862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تَجَ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739052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3402" y="3515868"/>
            <a:ext cx="1859158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CED5E"/>
          </a:solidFill>
          <a:ln w="12700">
            <a:solidFill>
              <a:srgbClr val="9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ثَجَ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34540"/>
            <a:ext cx="512064" cy="11430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552E0"/>
          </a:solidFill>
          <a:ln w="12700">
            <a:solidFill>
              <a:srgbClr val="B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7DB70"/>
          </a:solidFill>
          <a:ln w="12700">
            <a:solidFill>
              <a:srgbClr val="C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8"/>
          </a:solidFill>
          <a:ln w="12700">
            <a:solidFill>
              <a:srgbClr val="47856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حَجَ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914994" cy="9601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4260" y="4064508"/>
            <a:ext cx="568300" cy="10058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D64"/>
          </a:solidFill>
          <a:ln w="12700">
            <a:solidFill>
              <a:srgbClr val="D8C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D47"/>
          </a:solidFill>
          <a:ln w="12700">
            <a:solidFill>
              <a:srgbClr val="D1A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خَجَ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0235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7325" y="3515868"/>
            <a:ext cx="1105235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دَجَ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1091794" cy="9144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431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3"/>
          </a:solidFill>
          <a:ln w="12700">
            <a:solidFill>
              <a:srgbClr val="642B4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934"/>
          </a:solidFill>
          <a:ln w="12700">
            <a:solidFill>
              <a:srgbClr val="793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11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11100" dirty="0"/>
          </a:p>
        </p:txBody>
      </p:sp>
      <p:pic>
        <p:nvPicPr>
          <p:cNvPr id="1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854050" cy="1828800"/>
          </a:xfrm>
          <a:prstGeom prst="rect">
            <a:avLst/>
          </a:prstGeom>
        </p:spPr>
      </p:pic>
      <p:pic>
        <p:nvPicPr>
          <p:cNvPr id="1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3334" y="3241548"/>
            <a:ext cx="1119226" cy="18288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حَأَ</a:t>
            </a:r>
            <a:endParaRPr lang="ar-SA" sz="6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0598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5785" y="3515868"/>
            <a:ext cx="806775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FED"/>
          </a:solidFill>
          <a:ln w="12700">
            <a:solidFill>
              <a:srgbClr val="5EB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</a:t>
            </a:r>
            <a:endParaRPr lang="ar-SA" sz="95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34540"/>
            <a:ext cx="520065" cy="11430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14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152"/>
          </a:solidFill>
          <a:ln w="12700">
            <a:solidFill>
              <a:srgbClr val="E09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5"/>
          </a:solidFill>
          <a:ln w="12700">
            <a:solidFill>
              <a:srgbClr val="70DBD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84785"/>
          </a:solidFill>
          <a:ln w="12700">
            <a:solidFill>
              <a:srgbClr val="5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حَتَ</a:t>
            </a:r>
            <a:endParaRPr lang="ar-SA" sz="110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1367" y="3790188"/>
            <a:ext cx="581193" cy="12801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0"/>
          </a:solidFill>
          <a:ln w="12700">
            <a:solidFill>
              <a:srgbClr val="64D8B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A"/>
          </a:solidFill>
          <a:ln w="12700">
            <a:solidFill>
              <a:srgbClr val="47D1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حَثَ</a:t>
            </a:r>
            <a:endParaRPr lang="ar-SA" sz="10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7321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3799" y="3515868"/>
            <a:ext cx="1148761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حَجَ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074603" cy="11887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433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2642B"/>
          </a:solidFill>
          <a:ln w="12700">
            <a:solidFill>
              <a:srgbClr val="5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07934"/>
          </a:solidFill>
          <a:ln w="12700">
            <a:solidFill>
              <a:srgbClr val="40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حَخَ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0629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6618" y="3515868"/>
            <a:ext cx="725942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حَدَ</a:t>
            </a:r>
            <a:endParaRPr lang="ar-SA" sz="11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11809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6385" y="3515868"/>
            <a:ext cx="2316175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3"/>
          </a:solidFill>
          <a:ln w="12700">
            <a:solidFill>
              <a:srgbClr val="ED5EE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أَحَبَ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2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E"/>
          </a:solidFill>
          <a:ln w="12700">
            <a:solidFill>
              <a:srgbClr val="52E06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B70DB"/>
          </a:solidFill>
          <a:ln w="12700">
            <a:solidFill>
              <a:srgbClr val="B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947"/>
          </a:solidFill>
          <a:ln w="12700">
            <a:solidFill>
              <a:srgbClr val="854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بَحَتَ</a:t>
            </a:r>
            <a:endParaRPr lang="ar-SA" sz="81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67710" y="3881628"/>
            <a:ext cx="584850" cy="11887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364D8"/>
          </a:solidFill>
          <a:ln w="12700">
            <a:solidFill>
              <a:srgbClr val="9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847D1"/>
          </a:solidFill>
          <a:ln w="12700">
            <a:solidFill>
              <a:srgbClr val="6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تَحَثَ</a:t>
            </a:r>
            <a:endParaRPr lang="ar-SA" sz="80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24205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2411" y="3332988"/>
            <a:ext cx="1560149" cy="17373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ثَحَجَ</a:t>
            </a:r>
            <a:endParaRPr lang="ar-SA" sz="6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097280" cy="10972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43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064"/>
          </a:solidFill>
          <a:ln w="12700">
            <a:solidFill>
              <a:srgbClr val="2B6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279"/>
          </a:solidFill>
          <a:ln w="12700">
            <a:solidFill>
              <a:srgbClr val="3452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جَحَخَ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42310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4508" y="3332988"/>
            <a:ext cx="1058052" cy="17373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خَحَدَ</a:t>
            </a:r>
            <a:endParaRPr lang="ar-SA" sz="90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3595375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4677" y="3332988"/>
            <a:ext cx="2077883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45E"/>
          </a:solidFill>
          <a:ln w="12700">
            <a:solidFill>
              <a:srgbClr val="EDD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دَحَأَ</a:t>
            </a:r>
            <a:endParaRPr lang="ar-SA" sz="5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2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9E0"/>
          </a:solidFill>
          <a:ln w="12700">
            <a:solidFill>
              <a:srgbClr val="525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070"/>
          </a:solidFill>
          <a:ln w="12700">
            <a:solidFill>
              <a:srgbClr val="DBA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58547"/>
          </a:solidFill>
          <a:ln w="12700">
            <a:solidFill>
              <a:srgbClr val="55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أَحَ</a:t>
            </a:r>
            <a:endParaRPr lang="ar-SA" sz="70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69904" y="3835908"/>
            <a:ext cx="582656" cy="12344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664"/>
          </a:solidFill>
          <a:ln w="12700">
            <a:solidFill>
              <a:srgbClr val="D87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9"/>
          </a:solidFill>
          <a:ln w="12700">
            <a:solidFill>
              <a:srgbClr val="D1474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60313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3562" y="3515868"/>
            <a:ext cx="1768998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تَحَ</a:t>
            </a:r>
            <a:endParaRPr lang="ar-SA" sz="7400" dirty="0"/>
          </a:p>
        </p:txBody>
      </p:sp>
      <p:pic>
        <p:nvPicPr>
          <p:cNvPr id="21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4756" y="4155948"/>
            <a:ext cx="717804" cy="9144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2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A2B64"/>
          </a:solidFill>
          <a:ln w="12700">
            <a:solidFill>
              <a:srgbClr val="5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3"/>
          </a:solidFill>
          <a:ln w="12700">
            <a:solidFill>
              <a:srgbClr val="79346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ثَحَ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00786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9872" y="3515868"/>
            <a:ext cx="932688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جَحَ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78865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5785" y="3515868"/>
            <a:ext cx="806775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0"/>
          </a:solidFill>
          <a:ln w="12700">
            <a:solidFill>
              <a:srgbClr val="5EEDB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خَحَ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43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D"/>
          </a:solidFill>
          <a:ln w="12700">
            <a:solidFill>
              <a:srgbClr val="E0527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5"/>
          </a:solidFill>
          <a:ln w="12700">
            <a:solidFill>
              <a:srgbClr val="70DB8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485"/>
          </a:solidFill>
          <a:ln w="12700">
            <a:solidFill>
              <a:srgbClr val="4764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دَحَ</a:t>
            </a:r>
            <a:endParaRPr lang="ar-SA" sz="7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1047" y="4018788"/>
            <a:ext cx="581513" cy="10515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FD864"/>
          </a:solidFill>
          <a:ln w="12700">
            <a:solidFill>
              <a:srgbClr val="6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BD147"/>
          </a:solidFill>
          <a:ln w="12700">
            <a:solidFill>
              <a:srgbClr val="6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11100" dirty="0"/>
          </a:p>
        </p:txBody>
      </p:sp>
      <p:sp>
        <p:nvSpPr>
          <p:cNvPr id="12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11100" dirty="0"/>
          </a:p>
        </p:txBody>
      </p:sp>
      <p:pic>
        <p:nvPicPr>
          <p:cNvPr id="13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1055218" cy="1828800"/>
          </a:xfrm>
          <a:prstGeom prst="rect">
            <a:avLst/>
          </a:prstGeom>
        </p:spPr>
      </p:pic>
      <p:pic>
        <p:nvPicPr>
          <p:cNvPr id="14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6066" y="3287268"/>
            <a:ext cx="2856494" cy="17830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خَأَ</a:t>
            </a:r>
            <a:endParaRPr lang="ar-SA" sz="66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38896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43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C2B"/>
          </a:solidFill>
          <a:ln w="12700">
            <a:solidFill>
              <a:srgbClr val="644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47934"/>
          </a:solidFill>
          <a:ln w="12700">
            <a:solidFill>
              <a:srgbClr val="74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</a:t>
            </a:r>
            <a:endParaRPr lang="ar-SA" sz="95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77163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0337" y="3515868"/>
            <a:ext cx="962223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خَتَ</a:t>
            </a:r>
            <a:endParaRPr lang="ar-SA" sz="109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6385" y="3515868"/>
            <a:ext cx="2316175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C5EED"/>
          </a:solidFill>
          <a:ln w="12700">
            <a:solidFill>
              <a:srgbClr val="8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خَثَ</a:t>
            </a:r>
            <a:endParaRPr lang="ar-SA" sz="10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17368" cy="10515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434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0E052"/>
          </a:solidFill>
          <a:ln w="12700">
            <a:solidFill>
              <a:srgbClr val="A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6DB"/>
          </a:solidFill>
          <a:ln w="12700">
            <a:solidFill>
              <a:srgbClr val="707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3"/>
          </a:solidFill>
          <a:ln w="12700">
            <a:solidFill>
              <a:srgbClr val="85477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خَجَ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896752" cy="9601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9904" y="3835908"/>
            <a:ext cx="582656" cy="12344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CD8"/>
          </a:solidFill>
          <a:ln w="12700">
            <a:solidFill>
              <a:srgbClr val="648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ED1"/>
          </a:solidFill>
          <a:ln w="12700">
            <a:solidFill>
              <a:srgbClr val="478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خَحَ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32125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5964" y="3515868"/>
            <a:ext cx="1386596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خَدَ</a:t>
            </a:r>
            <a:endParaRPr lang="ar-SA" sz="109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D"/>
          </a:solidFill>
          <a:ln w="12700">
            <a:solidFill>
              <a:srgbClr val="2B643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D"/>
          </a:solidFill>
          <a:ln w="12700">
            <a:solidFill>
              <a:srgbClr val="34796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أَخَبَ</a:t>
            </a:r>
            <a:endParaRPr lang="ar-SA" sz="62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86486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8488" y="3332988"/>
            <a:ext cx="1124072" cy="17373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بَخَتَ</a:t>
            </a:r>
            <a:endParaRPr lang="ar-SA" sz="81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311112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4677" y="3332988"/>
            <a:ext cx="2077883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95E"/>
          </a:solidFill>
          <a:ln w="12700">
            <a:solidFill>
              <a:srgbClr val="ED6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تَخَثَ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443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4E0"/>
          </a:solidFill>
          <a:ln w="12700">
            <a:solidFill>
              <a:srgbClr val="52C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0"/>
          </a:solidFill>
          <a:ln w="12700">
            <a:solidFill>
              <a:srgbClr val="DB709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38547"/>
          </a:solidFill>
          <a:ln w="12700">
            <a:solidFill>
              <a:srgbClr val="83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ثَخَجَ</a:t>
            </a:r>
            <a:endParaRPr lang="ar-SA" sz="66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908274" cy="100584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0295" y="4064508"/>
            <a:ext cx="562265" cy="10058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9"/>
          </a:solidFill>
          <a:ln w="12700">
            <a:solidFill>
              <a:srgbClr val="D864A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0"/>
          </a:solidFill>
          <a:ln w="12700">
            <a:solidFill>
              <a:srgbClr val="D147B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جَخَحَ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72485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6432" y="3332988"/>
            <a:ext cx="1666128" cy="17373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حَخَدَ</a:t>
            </a:r>
            <a:endParaRPr lang="ar-SA" sz="9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1093622" cy="105156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7408" y="4064508"/>
            <a:ext cx="715152" cy="10058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42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F2B64"/>
          </a:solidFill>
          <a:ln w="12700">
            <a:solidFill>
              <a:srgbClr val="2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C3479"/>
          </a:solidFill>
          <a:ln w="12700">
            <a:solidFill>
              <a:srgbClr val="5C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دَخَأَ</a:t>
            </a:r>
            <a:endParaRPr lang="ar-SA" sz="59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2135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1678" y="3332988"/>
            <a:ext cx="840882" cy="17373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</a:t>
            </a:r>
            <a:endParaRPr lang="ar-SA" sz="7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79052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5785" y="3515868"/>
            <a:ext cx="806775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7ED5E"/>
          </a:solidFill>
          <a:ln w="12700">
            <a:solidFill>
              <a:srgbClr val="7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بَخَ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521208" cy="10972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2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952E0"/>
          </a:solidFill>
          <a:ln w="12700">
            <a:solidFill>
              <a:srgbClr val="D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BDB70"/>
          </a:solidFill>
          <a:ln w="12700">
            <a:solidFill>
              <a:srgbClr val="A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7"/>
          </a:solidFill>
          <a:ln w="12700">
            <a:solidFill>
              <a:srgbClr val="47857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تَخَ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29030" cy="91440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7461" y="3973068"/>
            <a:ext cx="565099" cy="10972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6D864"/>
          </a:solidFill>
          <a:ln w="12700">
            <a:solidFill>
              <a:srgbClr val="C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D047"/>
          </a:solidFill>
          <a:ln w="12700">
            <a:solidFill>
              <a:srgbClr val="D1D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ثَخَ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9999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9170" y="3515868"/>
            <a:ext cx="1523390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جَخَ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1095726" cy="10515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4314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5"/>
          </a:solidFill>
          <a:ln w="12700">
            <a:solidFill>
              <a:srgbClr val="642B3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B34"/>
          </a:solidFill>
          <a:ln w="12700">
            <a:solidFill>
              <a:srgbClr val="794B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حَخَ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29290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8172" y="3515868"/>
            <a:ext cx="724388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دَخَ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63462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6385" y="3515868"/>
            <a:ext cx="2316175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BED"/>
          </a:solidFill>
          <a:ln w="12700">
            <a:solidFill>
              <a:srgbClr val="5E9B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783189" y="896112"/>
            <a:ext cx="217888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936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783189" y="896112"/>
            <a:ext cx="217888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جَلَسَ</a:t>
            </a:r>
            <a:endParaRPr lang="ar-SA" sz="5300" dirty="0"/>
          </a:p>
        </p:txBody>
      </p:sp>
      <p:sp>
        <p:nvSpPr>
          <p:cNvPr id="20" name="C2 W2 pill"/>
          <p:cNvSpPr/>
          <p:nvPr/>
        </p:nvSpPr>
        <p:spPr>
          <a:xfrm>
            <a:off x="2181926" y="896112"/>
            <a:ext cx="228122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99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181926" y="896112"/>
            <a:ext cx="228122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وَكَتَبَ</a:t>
            </a:r>
            <a:endParaRPr lang="ar-SA" sz="53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512087" y="2834640"/>
            <a:ext cx="411982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512087" y="2834640"/>
            <a:ext cx="411982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جَلَسَ وَكَتَبَ</a:t>
            </a:r>
            <a:endParaRPr lang="ar-SA" sz="5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875629" cy="16459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1799" y="1783080"/>
            <a:ext cx="1790761" cy="1645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431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652"/>
          </a:solidFill>
          <a:ln w="12700">
            <a:solidFill>
              <a:srgbClr val="E0B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6DB"/>
          </a:solidFill>
          <a:ln w="12700">
            <a:solidFill>
              <a:srgbClr val="70C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84785"/>
          </a:solidFill>
          <a:ln w="12700">
            <a:solidFill>
              <a:srgbClr val="6847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824334" y="896112"/>
            <a:ext cx="174795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CB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824334" y="896112"/>
            <a:ext cx="174795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خَرَجَ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571712" y="896112"/>
            <a:ext cx="193258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CB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571712" y="896112"/>
            <a:ext cx="193258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وَرَجَعَ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4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81799" y="2834640"/>
            <a:ext cx="338040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81799" y="2834640"/>
            <a:ext cx="338040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خَرَجَ وَرَجَعَ</a:t>
            </a:r>
            <a:endParaRPr lang="ar-SA" sz="47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2164385" cy="16459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2864" y="1783080"/>
            <a:ext cx="949696" cy="16459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E"/>
          </a:solidFill>
          <a:ln w="12700">
            <a:solidFill>
              <a:srgbClr val="64D8C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E"/>
          </a:solidFill>
          <a:ln w="12700">
            <a:solidFill>
              <a:srgbClr val="47D1A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96575" y="896112"/>
            <a:ext cx="167904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C7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96575" y="896112"/>
            <a:ext cx="167904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طَبَخَ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668383" y="896112"/>
            <a:ext cx="18081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C7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668383" y="896112"/>
            <a:ext cx="18081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وَأَكَلَ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4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016960" y="2834640"/>
            <a:ext cx="311008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016960" y="2834640"/>
            <a:ext cx="311008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طَبَخَ وَأَكَلَ</a:t>
            </a:r>
            <a:endParaRPr lang="ar-SA" sz="4400" dirty="0"/>
          </a:p>
        </p:txBody>
      </p:sp>
      <p:pic>
        <p:nvPicPr>
          <p:cNvPr id="17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1022299" cy="1828800"/>
          </a:xfrm>
          <a:prstGeom prst="rect">
            <a:avLst/>
          </a:prstGeom>
        </p:spPr>
      </p:pic>
      <p:pic>
        <p:nvPicPr>
          <p:cNvPr id="18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3241548"/>
            <a:ext cx="1828800" cy="18288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827663" y="896112"/>
            <a:ext cx="183601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5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827663" y="896112"/>
            <a:ext cx="18360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حَمَلَ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480325" y="896112"/>
            <a:ext cx="202729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5E2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480325" y="896112"/>
            <a:ext cx="202729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وَخَرَجَ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792171" y="2834640"/>
            <a:ext cx="355965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792171" y="2834640"/>
            <a:ext cx="355965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حَمَلَ وَخَرَجَ</a:t>
            </a:r>
            <a:endParaRPr lang="ar-SA" sz="4700" dirty="0"/>
          </a:p>
        </p:txBody>
      </p:sp>
      <p:pic>
        <p:nvPicPr>
          <p:cNvPr id="18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899392" cy="1645920"/>
          </a:xfrm>
          <a:prstGeom prst="rect">
            <a:avLst/>
          </a:prstGeom>
        </p:spPr>
      </p:pic>
      <p:pic>
        <p:nvPicPr>
          <p:cNvPr id="19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8618" y="1783080"/>
            <a:ext cx="1273942" cy="16459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4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3642B"/>
          </a:solidFill>
          <a:ln w="12700">
            <a:solidFill>
              <a:srgbClr val="4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9"/>
          </a:solidFill>
          <a:ln w="12700">
            <a:solidFill>
              <a:srgbClr val="34793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950745" y="896112"/>
            <a:ext cx="159882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2E2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950745" y="896112"/>
            <a:ext cx="159882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فَتَحَ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2594427" y="896112"/>
            <a:ext cx="203627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62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594427" y="896112"/>
            <a:ext cx="203627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وَدَخَلَ</a:t>
            </a:r>
            <a:endParaRPr lang="ar-SA" sz="4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945220" y="2834640"/>
            <a:ext cx="325356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945220" y="2834640"/>
            <a:ext cx="325356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فَتَحَ وَدَخَلَ</a:t>
            </a:r>
            <a:endParaRPr lang="ar-SA" sz="4700" dirty="0"/>
          </a:p>
        </p:txBody>
      </p:sp>
      <p:pic>
        <p:nvPicPr>
          <p:cNvPr id="1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1040587" cy="1828800"/>
          </a:xfrm>
          <a:prstGeom prst="rect">
            <a:avLst/>
          </a:prstGeom>
        </p:spPr>
      </p:pic>
      <p:pic>
        <p:nvPicPr>
          <p:cNvPr id="2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6875" y="3241548"/>
            <a:ext cx="1135685" cy="18288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71</Slides>
  <Notes>71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71</vt:i4>
      </vt:variant>
    </vt:vector>
  </HeadingPairs>
  <TitlesOfParts>
    <vt:vector size="7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04-jeem-ha-kha</dc:title>
  <dc:subject>PptxGenJS Presentation</dc:subject>
  <dc:creator>PptxGenJS</dc:creator>
  <cp:lastModifiedBy>PptxGenJS</cp:lastModifiedBy>
  <cp:revision>1</cp:revision>
  <dcterms:created xsi:type="dcterms:W3CDTF">2026-10-20T23:35:39Z</dcterms:created>
  <dcterms:modified xsi:type="dcterms:W3CDTF">2026-10-20T23:35:39Z</dcterms:modified>
</cp:coreProperties>
</file>