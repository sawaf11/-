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7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7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26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2600" dirty="0"/>
          </a:p>
        </p:txBody>
      </p:sp>
      <p:pic>
        <p:nvPicPr>
          <p:cNvPr id="1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1783080"/>
            <a:ext cx="1559143" cy="1554480"/>
          </a:xfrm>
          <a:prstGeom prst="rect">
            <a:avLst/>
          </a:prstGeom>
        </p:spPr>
      </p:pic>
      <p:pic>
        <p:nvPicPr>
          <p:cNvPr id="1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73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8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86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8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لَدَ</a:t>
            </a:r>
            <a:endParaRPr lang="ar-SA" sz="8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لَذَ</a:t>
            </a:r>
            <a:endParaRPr lang="ar-SA" sz="86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لَرَ</a:t>
            </a:r>
            <a:endParaRPr lang="ar-SA" sz="8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لَزَ</a:t>
            </a:r>
            <a:endParaRPr lang="ar-SA" sz="86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لَسَ</a:t>
            </a:r>
            <a:endParaRPr lang="ar-SA" sz="8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لَشَ</a:t>
            </a:r>
            <a:endParaRPr lang="ar-SA" sz="8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لَصَ</a:t>
            </a:r>
            <a:endParaRPr lang="ar-SA" sz="8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86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3"/>
          </a:solidFill>
          <a:ln w="12700">
            <a:solidFill>
              <a:srgbClr val="E052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لَطَ</a:t>
            </a:r>
            <a:endParaRPr lang="ar-SA" sz="8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لَظَ</a:t>
            </a:r>
            <a:endParaRPr lang="ar-SA" sz="86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لَعَ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لَفَ</a:t>
            </a:r>
            <a:endParaRPr lang="ar-SA" sz="86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لَقَ</a:t>
            </a:r>
            <a:endParaRPr lang="ar-SA" sz="86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لَكَ</a:t>
            </a:r>
            <a:endParaRPr lang="ar-SA" sz="8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4D1"/>
          </a:solidFill>
          <a:ln w="12700">
            <a:solidFill>
              <a:srgbClr val="478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أَلَبَ</a:t>
            </a:r>
            <a:endParaRPr lang="ar-SA" sz="62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تَلَثَ</a:t>
            </a:r>
            <a:endParaRPr lang="ar-SA" sz="76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ثَلَجَ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35E"/>
          </a:solidFill>
          <a:ln w="12700">
            <a:solidFill>
              <a:srgbClr val="ED7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جَلَحَ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AE0"/>
          </a:solidFill>
          <a:ln w="12700">
            <a:solidFill>
              <a:srgbClr val="52B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9"/>
          </a:solidFill>
          <a:ln w="12700">
            <a:solidFill>
              <a:srgbClr val="DB70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حَلَخَ</a:t>
            </a:r>
            <a:endParaRPr lang="ar-SA" sz="6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31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خَلَدَ</a:t>
            </a:r>
            <a:endParaRPr lang="ar-SA" sz="7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دَلَذَ</a:t>
            </a:r>
            <a:endParaRPr lang="ar-SA" sz="7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ذَلَرَ</a:t>
            </a:r>
            <a:endParaRPr lang="ar-SA" sz="7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رَلَزَ</a:t>
            </a:r>
            <a:endParaRPr lang="ar-SA" sz="7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زَلَسَ</a:t>
            </a:r>
            <a:endParaRPr lang="ar-SA" sz="76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سَلَشَ</a:t>
            </a:r>
            <a:endParaRPr lang="ar-SA" sz="68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شَلَصَ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صَلَضَ</a:t>
            </a:r>
            <a:endParaRPr lang="ar-SA" sz="63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ضَلَطَ</a:t>
            </a:r>
            <a:endParaRPr lang="ar-SA" sz="7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طَلَظَ</a:t>
            </a:r>
            <a:endParaRPr lang="ar-SA" sz="7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1ED"/>
          </a:solidFill>
          <a:ln w="12700">
            <a:solidFill>
              <a:srgbClr val="5E9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ظَلَعَ</a:t>
            </a:r>
            <a:endParaRPr lang="ar-SA" sz="66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عَلَغَ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7"/>
          </a:solidFill>
          <a:ln w="12700">
            <a:solidFill>
              <a:srgbClr val="47D1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غَلَفَ</a:t>
            </a:r>
            <a:endParaRPr lang="ar-SA" sz="7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فَلَقَ</a:t>
            </a:r>
            <a:endParaRPr lang="ar-SA" sz="7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قَلَكَ</a:t>
            </a:r>
            <a:endParaRPr lang="ar-SA" sz="7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كَلَأَ</a:t>
            </a:r>
            <a:endParaRPr lang="ar-SA" sz="65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7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C"/>
          </a:solidFill>
          <a:ln w="12700">
            <a:solidFill>
              <a:srgbClr val="52E0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8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47D1"/>
          </a:solidFill>
          <a:ln w="12700">
            <a:solidFill>
              <a:srgbClr val="9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86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85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86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8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86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endParaRPr lang="ar-SA" sz="8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endParaRPr lang="ar-SA" sz="8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endParaRPr lang="ar-SA" sz="86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endParaRPr lang="ar-SA" sz="86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endParaRPr lang="ar-SA" sz="8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endParaRPr lang="ar-SA" sz="86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552"/>
          </a:solidFill>
          <a:ln w="12700">
            <a:solidFill>
              <a:srgbClr val="E05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8"/>
          </a:solidFill>
          <a:ln w="12700">
            <a:solidFill>
              <a:srgbClr val="70DB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endParaRPr lang="ar-SA" sz="8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endParaRPr lang="ar-SA" sz="86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endParaRPr lang="ar-SA" sz="8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endParaRPr lang="ar-SA" sz="8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endParaRPr lang="ar-SA" sz="8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5EED"/>
          </a:solidFill>
          <a:ln w="12700">
            <a:solidFill>
              <a:srgbClr val="B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endParaRPr lang="ar-SA" sz="86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E052"/>
          </a:solidFill>
          <a:ln w="12700">
            <a:solidFill>
              <a:srgbClr val="7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endParaRPr lang="ar-SA" sz="8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1D1"/>
          </a:solidFill>
          <a:ln w="12700">
            <a:solidFill>
              <a:srgbClr val="476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endParaRPr lang="ar-SA" sz="86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endParaRPr lang="ar-SA" sz="86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6437" y="896112"/>
            <a:ext cx="19393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3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6437" y="896112"/>
            <a:ext cx="19393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538246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3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38246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83214" y="2834640"/>
            <a:ext cx="33775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83214" y="2834640"/>
            <a:ext cx="33775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وَأَكَلَ</a:t>
            </a:r>
            <a:endParaRPr lang="ar-SA" sz="4400" dirty="0"/>
          </a:p>
        </p:txBody>
      </p:sp>
      <p:pic>
        <p:nvPicPr>
          <p:cNvPr id="1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0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178308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8487" y="896112"/>
            <a:ext cx="19985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8487" y="896112"/>
            <a:ext cx="19985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8699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699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0494" y="2834640"/>
            <a:ext cx="37830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0494" y="2834640"/>
            <a:ext cx="37830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وَنَزَلَ</a:t>
            </a:r>
            <a:endParaRPr lang="ar-SA" sz="5400" dirty="0"/>
          </a:p>
        </p:txBody>
      </p:sp>
      <p:pic>
        <p:nvPicPr>
          <p:cNvPr id="17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D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20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D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1783080"/>
            <a:ext cx="1066373" cy="155448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032243" y="896112"/>
            <a:ext cx="17342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032243" y="896112"/>
            <a:ext cx="17342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505688" y="896112"/>
            <a:ext cx="22065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505688" y="896112"/>
            <a:ext cx="22065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1377497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B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377497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47153" y="2834640"/>
            <a:ext cx="48496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47153" y="2834640"/>
            <a:ext cx="48496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وَجَلَسَ وَأَكَلَ</a:t>
            </a:r>
            <a:endParaRPr lang="ar-SA" sz="44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197635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2169" y="1851660"/>
            <a:ext cx="1210391" cy="141732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13-lam</dc:title>
  <dc:subject>PptxGenJS Presentation</dc:subject>
  <dc:creator>PptxGenJS</dc:creator>
  <cp:lastModifiedBy>PptxGenJS</cp:lastModifiedBy>
  <cp:revision>1</cp:revision>
  <dcterms:created xsi:type="dcterms:W3CDTF">2026-10-20T22:49:33Z</dcterms:created>
  <dcterms:modified xsi:type="dcterms:W3CDTF">2026-10-20T22:49:33Z</dcterms:modified>
</cp:coreProperties>
</file>