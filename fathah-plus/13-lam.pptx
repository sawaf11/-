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2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2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2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4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2600" dirty="0"/>
          </a:p>
        </p:txBody>
      </p:sp>
      <p:sp>
        <p:nvSpPr>
          <p:cNvPr id="13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12600" dirty="0"/>
          </a:p>
        </p:txBody>
      </p:sp>
      <p:pic>
        <p:nvPicPr>
          <p:cNvPr id="1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1315822" cy="914400"/>
          </a:xfrm>
          <a:prstGeom prst="rect">
            <a:avLst/>
          </a:prstGeom>
        </p:spPr>
      </p:pic>
      <p:pic>
        <p:nvPicPr>
          <p:cNvPr id="1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0338" y="1920240"/>
            <a:ext cx="1322222" cy="13716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لَأَ</a:t>
            </a:r>
            <a:endParaRPr lang="ar-SA" sz="7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8734" y="3515868"/>
            <a:ext cx="893826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322222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9"/>
          </a:solidFill>
          <a:ln w="12700">
            <a:solidFill>
              <a:srgbClr val="ED5ED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لَتَ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7903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8"/>
          </a:solidFill>
          <a:ln w="12700">
            <a:solidFill>
              <a:srgbClr val="52E0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70DB"/>
          </a:solidFill>
          <a:ln w="12700">
            <a:solidFill>
              <a:srgbClr val="C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لَثَ</a:t>
            </a:r>
            <a:endParaRPr lang="ar-SA" sz="8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12754" cy="10515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729" y="3881628"/>
            <a:ext cx="565831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B64D8"/>
          </a:solidFill>
          <a:ln w="12700">
            <a:solidFill>
              <a:srgbClr val="9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47D1"/>
          </a:solidFill>
          <a:ln w="12700">
            <a:solidFill>
              <a:srgbClr val="7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لَجَ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072" y="3835908"/>
            <a:ext cx="1250488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لَحَ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لَخَ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8262" y="3744468"/>
            <a:ext cx="1014298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لَدَ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85108" cy="105156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E5E"/>
          </a:solidFill>
          <a:ln w="12700">
            <a:solidFill>
              <a:srgbClr val="EDD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لَذَ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8955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452E0"/>
          </a:solidFill>
          <a:ln w="12700">
            <a:solidFill>
              <a:srgbClr val="5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870"/>
          </a:solidFill>
          <a:ln w="12700">
            <a:solidFill>
              <a:srgbClr val="DBA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لَرَ</a:t>
            </a:r>
            <a:endParaRPr lang="ar-SA" sz="8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9630" y="3698748"/>
            <a:ext cx="582930" cy="13716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E64"/>
          </a:solidFill>
          <a:ln w="12700">
            <a:solidFill>
              <a:srgbClr val="D87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047"/>
          </a:solidFill>
          <a:ln w="12700">
            <a:solidFill>
              <a:srgbClr val="D15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لَزَ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6156" y="3698748"/>
            <a:ext cx="946404" cy="13716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لَسَ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350" y="4110228"/>
            <a:ext cx="717210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2B64"/>
          </a:solidFill>
          <a:ln w="12700">
            <a:solidFill>
              <a:srgbClr val="5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E"/>
          </a:solidFill>
          <a:ln w="12700">
            <a:solidFill>
              <a:srgbClr val="7934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لَشَ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724" y="3515868"/>
            <a:ext cx="879836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لَصَ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A"/>
          </a:solidFill>
          <a:ln w="12700">
            <a:solidFill>
              <a:srgbClr val="5EEDB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لَضَ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4063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3"/>
          </a:solidFill>
          <a:ln w="12700">
            <a:solidFill>
              <a:srgbClr val="E0527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D"/>
          </a:solidFill>
          <a:ln w="12700">
            <a:solidFill>
              <a:srgbClr val="70DB8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لَطَ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7D864"/>
          </a:solidFill>
          <a:ln w="12700">
            <a:solidFill>
              <a:srgbClr val="6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1D147"/>
          </a:solidFill>
          <a:ln w="12700">
            <a:solidFill>
              <a:srgbClr val="6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لَظَ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061" y="3744468"/>
            <a:ext cx="978499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  <p:pic>
        <p:nvPicPr>
          <p:cNvPr id="22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991" y="4110228"/>
            <a:ext cx="708569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7934"/>
          </a:solidFill>
          <a:ln w="12700">
            <a:solidFill>
              <a:srgbClr val="6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لَغَ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3252" y="3515868"/>
            <a:ext cx="67930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لَفَ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723644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75EED"/>
          </a:solidFill>
          <a:ln w="12700">
            <a:solidFill>
              <a:srgbClr val="9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لَقَ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6E052"/>
          </a:solidFill>
          <a:ln w="12700">
            <a:solidFill>
              <a:srgbClr val="9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270DB"/>
          </a:solidFill>
          <a:ln w="12700">
            <a:solidFill>
              <a:srgbClr val="7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F"/>
          </a:solidFill>
          <a:ln w="12700">
            <a:solidFill>
              <a:srgbClr val="8547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لَكَ</a:t>
            </a:r>
            <a:endParaRPr lang="ar-SA" sz="8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29579" cy="11887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8970" y="4110228"/>
            <a:ext cx="563590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4D8"/>
          </a:solidFill>
          <a:ln w="12700">
            <a:solidFill>
              <a:srgbClr val="648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4D1"/>
          </a:solidFill>
          <a:ln w="12700">
            <a:solidFill>
              <a:srgbClr val="478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أَلَبَ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174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92" y="3790188"/>
            <a:ext cx="1182868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بَلَتَ</a:t>
            </a:r>
            <a:endParaRPr lang="ar-SA" sz="7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08344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تَلَثَ</a:t>
            </a:r>
            <a:endParaRPr lang="ar-SA" sz="7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9292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3424428"/>
            <a:ext cx="1086307" cy="16459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ثَلَجَ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35E"/>
          </a:solidFill>
          <a:ln w="12700">
            <a:solidFill>
              <a:srgbClr val="ED7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جَلَحَ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AE0"/>
          </a:solidFill>
          <a:ln w="12700">
            <a:solidFill>
              <a:srgbClr val="52B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9"/>
          </a:solidFill>
          <a:ln w="12700">
            <a:solidFill>
              <a:srgbClr val="DB708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حَلَخَ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30768" cy="118872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3483" y="3835908"/>
            <a:ext cx="569077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1"/>
          </a:solidFill>
          <a:ln w="12700">
            <a:solidFill>
              <a:srgbClr val="D864A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6"/>
          </a:solidFill>
          <a:ln w="12700">
            <a:solidFill>
              <a:srgbClr val="D147A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خَلَدَ</a:t>
            </a:r>
            <a:endParaRPr lang="ar-SA" sz="7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8170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0607" y="3561588"/>
            <a:ext cx="1541953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دَلَذَ</a:t>
            </a:r>
            <a:endParaRPr lang="ar-SA" sz="7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3479"/>
          </a:solidFill>
          <a:ln w="12700">
            <a:solidFill>
              <a:srgbClr val="6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ذَلَرَ</a:t>
            </a:r>
            <a:endParaRPr lang="ar-SA" sz="7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2526" y="3332988"/>
            <a:ext cx="820034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رَلَزَ</a:t>
            </a:r>
            <a:endParaRPr lang="ar-SA" sz="7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7598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DED5E"/>
          </a:solidFill>
          <a:ln w="12700">
            <a:solidFill>
              <a:srgbClr val="6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زَلَسَ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D"/>
          </a:solidFill>
          <a:ln w="12700">
            <a:solidFill>
              <a:srgbClr val="E052D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DB70"/>
          </a:solidFill>
          <a:ln w="12700">
            <a:solidFill>
              <a:srgbClr val="A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سَلَشَ</a:t>
            </a:r>
            <a:endParaRPr lang="ar-SA" sz="68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04250" cy="132588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1139" y="3835908"/>
            <a:ext cx="581421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ED864"/>
          </a:solidFill>
          <a:ln w="12700">
            <a:solidFill>
              <a:srgbClr val="B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D147"/>
          </a:solidFill>
          <a:ln w="12700">
            <a:solidFill>
              <a:srgbClr val="C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شَلَصَ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4018788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صَلَضَ</a:t>
            </a:r>
            <a:endParaRPr lang="ar-SA" sz="6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108253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ضَلَطَ</a:t>
            </a:r>
            <a:endParaRPr lang="ar-SA" sz="7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9679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2214" y="3424428"/>
            <a:ext cx="1030346" cy="1645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طَلَظَ</a:t>
            </a:r>
            <a:endParaRPr lang="ar-SA" sz="7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79185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1ED"/>
          </a:solidFill>
          <a:ln w="12700">
            <a:solidFill>
              <a:srgbClr val="5E9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ظَلَعَ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052"/>
          </a:solidFill>
          <a:ln w="12700">
            <a:solidFill>
              <a:srgbClr val="E0C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EDB"/>
          </a:solidFill>
          <a:ln w="12700">
            <a:solidFill>
              <a:srgbClr val="70B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4785"/>
          </a:solidFill>
          <a:ln w="12700">
            <a:solidFill>
              <a:srgbClr val="6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عَلَغَ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23361" cy="100584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077" y="3835908"/>
            <a:ext cx="576483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6"/>
          </a:solidFill>
          <a:ln w="12700">
            <a:solidFill>
              <a:srgbClr val="64D8D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7"/>
          </a:solidFill>
          <a:ln w="12700">
            <a:solidFill>
              <a:srgbClr val="47D1B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غَلَفَ</a:t>
            </a:r>
            <a:endParaRPr lang="ar-SA" sz="7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58063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3927348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فَلَقَ</a:t>
            </a:r>
            <a:endParaRPr lang="ar-SA" sz="7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87679" cy="13716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قَلَكَ</a:t>
            </a:r>
            <a:endParaRPr lang="ar-SA" sz="7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5642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2201" y="3378708"/>
            <a:ext cx="1040359" cy="1691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كَلَأَ</a:t>
            </a:r>
            <a:endParaRPr lang="ar-SA" sz="65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4"/>
          </a:solidFill>
          <a:ln w="12700">
            <a:solidFill>
              <a:srgbClr val="ED5EB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C"/>
          </a:solidFill>
          <a:ln w="12700">
            <a:solidFill>
              <a:srgbClr val="52E09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9"/>
          </a:solidFill>
          <a:ln w="12700">
            <a:solidFill>
              <a:srgbClr val="DB70D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D47"/>
          </a:solidFill>
          <a:ln w="12700">
            <a:solidFill>
              <a:srgbClr val="855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</a:t>
            </a:r>
            <a:endParaRPr lang="ar-SA" sz="8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7585" y="3973068"/>
            <a:ext cx="574975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964D8"/>
          </a:solidFill>
          <a:ln w="12700">
            <a:solidFill>
              <a:srgbClr val="B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547D1"/>
          </a:solidFill>
          <a:ln w="12700">
            <a:solidFill>
              <a:srgbClr val="9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3927348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</a:t>
            </a:r>
            <a:endParaRPr lang="ar-SA" sz="8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110996" cy="13716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B79"/>
          </a:solidFill>
          <a:ln w="12700">
            <a:solidFill>
              <a:srgbClr val="343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2517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2981" y="3515868"/>
            <a:ext cx="929579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ED5E"/>
          </a:solidFill>
          <a:ln w="12700">
            <a:solidFill>
              <a:srgbClr val="D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6316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952E0"/>
          </a:solidFill>
          <a:ln w="12700">
            <a:solidFill>
              <a:srgbClr val="7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370"/>
          </a:solidFill>
          <a:ln w="12700">
            <a:solidFill>
              <a:srgbClr val="DBC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E"/>
          </a:solidFill>
          <a:ln w="12700">
            <a:solidFill>
              <a:srgbClr val="4785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</a:t>
            </a:r>
            <a:endParaRPr lang="ar-SA" sz="8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0786" y="3881628"/>
            <a:ext cx="571774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C64"/>
          </a:solidFill>
          <a:ln w="12700">
            <a:solidFill>
              <a:srgbClr val="D89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347"/>
          </a:solidFill>
          <a:ln w="12700">
            <a:solidFill>
              <a:srgbClr val="D17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645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C"/>
          </a:solidFill>
          <a:ln w="12700">
            <a:solidFill>
              <a:srgbClr val="7934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8432" y="3607308"/>
            <a:ext cx="1024128" cy="14630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0078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F"/>
          </a:solidFill>
          <a:ln w="12700">
            <a:solidFill>
              <a:srgbClr val="5EEDD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2430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552"/>
          </a:solidFill>
          <a:ln w="12700">
            <a:solidFill>
              <a:srgbClr val="E05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8"/>
          </a:solidFill>
          <a:ln w="12700">
            <a:solidFill>
              <a:srgbClr val="70DBA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085"/>
          </a:solidFill>
          <a:ln w="12700">
            <a:solidFill>
              <a:srgbClr val="475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</a:t>
            </a:r>
            <a:endParaRPr lang="ar-SA" sz="8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898032" cy="10515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8009" y="4110228"/>
            <a:ext cx="564551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F"/>
          </a:solidFill>
          <a:ln w="12700">
            <a:solidFill>
              <a:srgbClr val="64D87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1"/>
          </a:solidFill>
          <a:ln w="12700">
            <a:solidFill>
              <a:srgbClr val="47D15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3698748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7110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7934"/>
          </a:solidFill>
          <a:ln w="12700">
            <a:solidFill>
              <a:srgbClr val="5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7548" y="3515868"/>
            <a:ext cx="785012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787743" cy="9601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B5EED"/>
          </a:solidFill>
          <a:ln w="12700">
            <a:solidFill>
              <a:srgbClr val="B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14716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2E052"/>
          </a:solidFill>
          <a:ln w="12700">
            <a:solidFill>
              <a:srgbClr val="7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E70DB"/>
          </a:solidFill>
          <a:ln w="12700">
            <a:solidFill>
              <a:srgbClr val="8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F"/>
          </a:solidFill>
          <a:ln w="12700">
            <a:solidFill>
              <a:srgbClr val="8547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</a:t>
            </a:r>
            <a:endParaRPr lang="ar-SA" sz="8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4202" y="3927348"/>
            <a:ext cx="578358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6D8"/>
          </a:solidFill>
          <a:ln w="12700">
            <a:solidFill>
              <a:srgbClr val="646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1D1"/>
          </a:solidFill>
          <a:ln w="12700">
            <a:solidFill>
              <a:srgbClr val="476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3653028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078992" cy="1143000"/>
          </a:xfrm>
          <a:prstGeom prst="rect">
            <a:avLst/>
          </a:prstGeom>
        </p:spPr>
      </p:pic>
      <p:pic>
        <p:nvPicPr>
          <p:cNvPr id="22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3607308"/>
            <a:ext cx="731520" cy="14630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F79"/>
          </a:solidFill>
          <a:ln w="12700">
            <a:solidFill>
              <a:srgbClr val="346F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66437" y="896112"/>
            <a:ext cx="19393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3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66437" y="896112"/>
            <a:ext cx="19393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538246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3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38246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83214" y="2834640"/>
            <a:ext cx="337757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83214" y="2834640"/>
            <a:ext cx="337757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 وَأَكَلَ</a:t>
            </a:r>
            <a:endParaRPr lang="ar-SA" sz="44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738378" cy="173736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2714" y="3378708"/>
            <a:ext cx="779846" cy="1691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58487" y="896112"/>
            <a:ext cx="19985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0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58487" y="896112"/>
            <a:ext cx="19985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386991" y="896112"/>
            <a:ext cx="20514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0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86991" y="896112"/>
            <a:ext cx="20514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وَنَزَلَ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80494" y="2834640"/>
            <a:ext cx="378301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80494" y="2834640"/>
            <a:ext cx="378301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 وَنَزَلَ</a:t>
            </a:r>
            <a:endParaRPr lang="ar-SA" sz="54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1400312" cy="118872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2057400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85E"/>
          </a:solidFill>
          <a:ln w="12700">
            <a:solidFill>
              <a:srgbClr val="ED9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06622" y="896112"/>
            <a:ext cx="16695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D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06622" y="896112"/>
            <a:ext cx="16695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</a:t>
            </a:r>
            <a:endParaRPr lang="ar-SA" sz="4100" dirty="0"/>
          </a:p>
        </p:txBody>
      </p:sp>
      <p:sp>
        <p:nvSpPr>
          <p:cNvPr id="20" name="C2 W2 pill"/>
          <p:cNvSpPr/>
          <p:nvPr/>
        </p:nvSpPr>
        <p:spPr>
          <a:xfrm>
            <a:off x="2567820" y="896112"/>
            <a:ext cx="20187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D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67820" y="896112"/>
            <a:ext cx="20187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1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92267" y="2834640"/>
            <a:ext cx="335946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92267" y="2834640"/>
            <a:ext cx="335946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 وَشَكَرَ</a:t>
            </a:r>
            <a:endParaRPr lang="ar-SA" sz="4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831190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1943100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5E0"/>
          </a:solidFill>
          <a:ln w="12700">
            <a:solidFill>
              <a:srgbClr val="529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370"/>
          </a:solidFill>
          <a:ln w="12700">
            <a:solidFill>
              <a:srgbClr val="DB7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8547"/>
          </a:solidFill>
          <a:ln w="12700">
            <a:solidFill>
              <a:srgbClr val="6F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6032243" y="896112"/>
            <a:ext cx="17342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B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6032243" y="896112"/>
            <a:ext cx="17342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دَخَلَ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3505688" y="896112"/>
            <a:ext cx="22065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B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3505688" y="896112"/>
            <a:ext cx="22065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4400" dirty="0"/>
          </a:p>
        </p:txBody>
      </p:sp>
      <p:sp>
        <p:nvSpPr>
          <p:cNvPr id="19" name="C3 W3 pill"/>
          <p:cNvSpPr/>
          <p:nvPr/>
        </p:nvSpPr>
        <p:spPr>
          <a:xfrm>
            <a:off x="1377497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BE236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1377497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21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S panel"/>
          <p:cNvSpPr/>
          <p:nvPr/>
        </p:nvSpPr>
        <p:spPr>
          <a:xfrm>
            <a:off x="2147153" y="2834640"/>
            <a:ext cx="484969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4 S sentence"/>
          <p:cNvSpPr txBox="1"/>
          <p:nvPr/>
        </p:nvSpPr>
        <p:spPr>
          <a:xfrm>
            <a:off x="2147153" y="2834640"/>
            <a:ext cx="484969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دَخَلَ وَجَلَسَ وَأَكَلَ</a:t>
            </a:r>
            <a:endParaRPr lang="ar-SA" sz="4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74520"/>
            <a:ext cx="1047537" cy="146304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3736" y="1783080"/>
            <a:ext cx="1018824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13-lam</dc:title>
  <dc:subject>PptxGenJS Presentation</dc:subject>
  <dc:creator>PptxGenJS</dc:creator>
  <cp:lastModifiedBy>PptxGenJS</cp:lastModifiedBy>
  <cp:revision>1</cp:revision>
  <dcterms:created xsi:type="dcterms:W3CDTF">2026-10-21T00:09:41Z</dcterms:created>
  <dcterms:modified xsi:type="dcterms:W3CDTF">2026-10-21T00:09:41Z</dcterms:modified>
</cp:coreProperties>
</file>