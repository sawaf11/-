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2600" dirty="0"/>
          </a:p>
        </p:txBody>
      </p:sp>
      <p:sp>
        <p:nvSpPr>
          <p:cNvPr id="13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12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لَأَ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9"/>
          </a:solidFill>
          <a:ln w="12700">
            <a:solidFill>
              <a:srgbClr val="ED5ED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لَتَ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8"/>
          </a:solidFill>
          <a:ln w="12700">
            <a:solidFill>
              <a:srgbClr val="52E0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70DB"/>
          </a:solidFill>
          <a:ln w="12700">
            <a:solidFill>
              <a:srgbClr val="C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لَثَ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B64D8"/>
          </a:solidFill>
          <a:ln w="12700">
            <a:solidFill>
              <a:srgbClr val="9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47D1"/>
          </a:solidFill>
          <a:ln w="12700">
            <a:solidFill>
              <a:srgbClr val="7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لَدَ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E5E"/>
          </a:solidFill>
          <a:ln w="12700">
            <a:solidFill>
              <a:srgbClr val="EDD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لَذَ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452E0"/>
          </a:solidFill>
          <a:ln w="12700">
            <a:solidFill>
              <a:srgbClr val="5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870"/>
          </a:solidFill>
          <a:ln w="12700">
            <a:solidFill>
              <a:srgbClr val="DBA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لَرَ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E64"/>
          </a:solidFill>
          <a:ln w="12700">
            <a:solidFill>
              <a:srgbClr val="D87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047"/>
          </a:solidFill>
          <a:ln w="12700">
            <a:solidFill>
              <a:srgbClr val="D15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لَزَ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لَسَ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2B64"/>
          </a:solidFill>
          <a:ln w="12700">
            <a:solidFill>
              <a:srgbClr val="5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E"/>
          </a:solidFill>
          <a:ln w="12700">
            <a:solidFill>
              <a:srgbClr val="7934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لَشَ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لَصَ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A"/>
          </a:solidFill>
          <a:ln w="12700">
            <a:solidFill>
              <a:srgbClr val="5EEDB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لَضَ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3"/>
          </a:solidFill>
          <a:ln w="12700">
            <a:solidFill>
              <a:srgbClr val="E0527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D"/>
          </a:solidFill>
          <a:ln w="12700">
            <a:solidFill>
              <a:srgbClr val="70DB8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لَطَ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7D864"/>
          </a:solidFill>
          <a:ln w="12700">
            <a:solidFill>
              <a:srgbClr val="6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1D147"/>
          </a:solidFill>
          <a:ln w="12700">
            <a:solidFill>
              <a:srgbClr val="6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لَظَ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لَفَ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75EED"/>
          </a:solidFill>
          <a:ln w="12700">
            <a:solidFill>
              <a:srgbClr val="9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6E052"/>
          </a:solidFill>
          <a:ln w="12700">
            <a:solidFill>
              <a:srgbClr val="9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270DB"/>
          </a:solidFill>
          <a:ln w="12700">
            <a:solidFill>
              <a:srgbClr val="7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F"/>
          </a:solidFill>
          <a:ln w="12700">
            <a:solidFill>
              <a:srgbClr val="8547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لَكَ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4D8"/>
          </a:solidFill>
          <a:ln w="12700">
            <a:solidFill>
              <a:srgbClr val="648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4D1"/>
          </a:solidFill>
          <a:ln w="12700">
            <a:solidFill>
              <a:srgbClr val="478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أَلَبَ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بَلَتَ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تَلَثَ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ثَلَجَ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35E"/>
          </a:solidFill>
          <a:ln w="12700">
            <a:solidFill>
              <a:srgbClr val="ED7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جَلَحَ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AE0"/>
          </a:solidFill>
          <a:ln w="12700">
            <a:solidFill>
              <a:srgbClr val="52B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9"/>
          </a:solidFill>
          <a:ln w="12700">
            <a:solidFill>
              <a:srgbClr val="DB708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حَلَخَ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1"/>
          </a:solidFill>
          <a:ln w="12700">
            <a:solidFill>
              <a:srgbClr val="D864A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6"/>
          </a:solidFill>
          <a:ln w="12700">
            <a:solidFill>
              <a:srgbClr val="D147A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خَلَدَ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دَلَذَ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3479"/>
          </a:solidFill>
          <a:ln w="12700">
            <a:solidFill>
              <a:srgbClr val="6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ذَلَرَ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رَلَزَ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ED5E"/>
          </a:solidFill>
          <a:ln w="12700">
            <a:solidFill>
              <a:srgbClr val="6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زَلَسَ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D"/>
          </a:solidFill>
          <a:ln w="12700">
            <a:solidFill>
              <a:srgbClr val="E052D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DB70"/>
          </a:solidFill>
          <a:ln w="12700">
            <a:solidFill>
              <a:srgbClr val="A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سَلَشَ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ED864"/>
          </a:solidFill>
          <a:ln w="12700">
            <a:solidFill>
              <a:srgbClr val="B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D147"/>
          </a:solidFill>
          <a:ln w="12700">
            <a:solidFill>
              <a:srgbClr val="C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شَلَصَ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صَلَضَ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ضَلَطَ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طَلَظَ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1ED"/>
          </a:solidFill>
          <a:ln w="12700">
            <a:solidFill>
              <a:srgbClr val="5E9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ظَلَعَ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052"/>
          </a:solidFill>
          <a:ln w="12700">
            <a:solidFill>
              <a:srgbClr val="E0C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EDB"/>
          </a:solidFill>
          <a:ln w="12700">
            <a:solidFill>
              <a:srgbClr val="70B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4785"/>
          </a:solidFill>
          <a:ln w="12700">
            <a:solidFill>
              <a:srgbClr val="6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عَلَغَ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6"/>
          </a:solidFill>
          <a:ln w="12700">
            <a:solidFill>
              <a:srgbClr val="64D8D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7"/>
          </a:solidFill>
          <a:ln w="12700">
            <a:solidFill>
              <a:srgbClr val="47D1B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غَلَفَ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3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فَلَقَ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E"/>
          </a:solidFill>
          <a:ln w="12700">
            <a:solidFill>
              <a:srgbClr val="3479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قَلَكَ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كَلَأَ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4"/>
          </a:solidFill>
          <a:ln w="12700">
            <a:solidFill>
              <a:srgbClr val="ED5EB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C"/>
          </a:solidFill>
          <a:ln w="12700">
            <a:solidFill>
              <a:srgbClr val="52E09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9"/>
          </a:solidFill>
          <a:ln w="12700">
            <a:solidFill>
              <a:srgbClr val="DB70D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D47"/>
          </a:solidFill>
          <a:ln w="12700">
            <a:solidFill>
              <a:srgbClr val="855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64D8"/>
          </a:solidFill>
          <a:ln w="12700">
            <a:solidFill>
              <a:srgbClr val="B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547D1"/>
          </a:solidFill>
          <a:ln w="12700">
            <a:solidFill>
              <a:srgbClr val="9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B79"/>
          </a:solidFill>
          <a:ln w="12700">
            <a:solidFill>
              <a:srgbClr val="343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ED5E"/>
          </a:solidFill>
          <a:ln w="12700">
            <a:solidFill>
              <a:srgbClr val="D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952E0"/>
          </a:solidFill>
          <a:ln w="12700">
            <a:solidFill>
              <a:srgbClr val="7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370"/>
          </a:solidFill>
          <a:ln w="12700">
            <a:solidFill>
              <a:srgbClr val="DBC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E"/>
          </a:solidFill>
          <a:ln w="12700">
            <a:solidFill>
              <a:srgbClr val="4785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C64"/>
          </a:solidFill>
          <a:ln w="12700">
            <a:solidFill>
              <a:srgbClr val="D89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347"/>
          </a:solidFill>
          <a:ln w="12700">
            <a:solidFill>
              <a:srgbClr val="D17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C"/>
          </a:solidFill>
          <a:ln w="12700">
            <a:solidFill>
              <a:srgbClr val="7934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F"/>
          </a:solidFill>
          <a:ln w="12700">
            <a:solidFill>
              <a:srgbClr val="5EEDD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552"/>
          </a:solidFill>
          <a:ln w="12700">
            <a:solidFill>
              <a:srgbClr val="E05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8"/>
          </a:solidFill>
          <a:ln w="12700">
            <a:solidFill>
              <a:srgbClr val="70DBA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085"/>
          </a:solidFill>
          <a:ln w="12700">
            <a:solidFill>
              <a:srgbClr val="475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F"/>
          </a:solidFill>
          <a:ln w="12700">
            <a:solidFill>
              <a:srgbClr val="64D87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1"/>
          </a:solidFill>
          <a:ln w="12700">
            <a:solidFill>
              <a:srgbClr val="47D15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7934"/>
          </a:solidFill>
          <a:ln w="12700">
            <a:solidFill>
              <a:srgbClr val="5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B5EED"/>
          </a:solidFill>
          <a:ln w="12700">
            <a:solidFill>
              <a:srgbClr val="B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2E052"/>
          </a:solidFill>
          <a:ln w="12700">
            <a:solidFill>
              <a:srgbClr val="7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E70DB"/>
          </a:solidFill>
          <a:ln w="12700">
            <a:solidFill>
              <a:srgbClr val="8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F"/>
          </a:solidFill>
          <a:ln w="12700">
            <a:solidFill>
              <a:srgbClr val="8547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6D8"/>
          </a:solidFill>
          <a:ln w="12700">
            <a:solidFill>
              <a:srgbClr val="646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1D1"/>
          </a:solidFill>
          <a:ln w="12700">
            <a:solidFill>
              <a:srgbClr val="476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F79"/>
          </a:solidFill>
          <a:ln w="12700">
            <a:solidFill>
              <a:srgbClr val="346F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66437" y="896112"/>
            <a:ext cx="193931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3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66437" y="896112"/>
            <a:ext cx="193931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538246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3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38246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83214" y="2834640"/>
            <a:ext cx="337757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83214" y="2834640"/>
            <a:ext cx="337757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 وَأَكَلَ</a:t>
            </a:r>
            <a:endParaRPr lang="ar-SA" sz="4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58487" y="896112"/>
            <a:ext cx="19985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0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58487" y="896112"/>
            <a:ext cx="19985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386991" y="896112"/>
            <a:ext cx="20514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0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86991" y="896112"/>
            <a:ext cx="20514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وَنَزَلَ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80494" y="2834640"/>
            <a:ext cx="378301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80494" y="2834640"/>
            <a:ext cx="378301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 وَنَزَلَ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85E"/>
          </a:solidFill>
          <a:ln w="12700">
            <a:solidFill>
              <a:srgbClr val="ED9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06622" y="896112"/>
            <a:ext cx="166955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D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06622" y="896112"/>
            <a:ext cx="166955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</a:t>
            </a:r>
            <a:endParaRPr lang="ar-SA" sz="4100" dirty="0"/>
          </a:p>
        </p:txBody>
      </p:sp>
      <p:sp>
        <p:nvSpPr>
          <p:cNvPr id="20" name="C2 W2 pill"/>
          <p:cNvSpPr/>
          <p:nvPr/>
        </p:nvSpPr>
        <p:spPr>
          <a:xfrm>
            <a:off x="2567820" y="896112"/>
            <a:ext cx="20187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D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67820" y="896112"/>
            <a:ext cx="20187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1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92267" y="2834640"/>
            <a:ext cx="335946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92267" y="2834640"/>
            <a:ext cx="335946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 وَشَكَرَ</a:t>
            </a:r>
            <a:endParaRPr lang="ar-SA" sz="4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5E0"/>
          </a:solidFill>
          <a:ln w="12700">
            <a:solidFill>
              <a:srgbClr val="529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370"/>
          </a:solidFill>
          <a:ln w="12700">
            <a:solidFill>
              <a:srgbClr val="DB7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8547"/>
          </a:solidFill>
          <a:ln w="12700">
            <a:solidFill>
              <a:srgbClr val="6F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032243" y="896112"/>
            <a:ext cx="17342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B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032243" y="896112"/>
            <a:ext cx="17342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3505688" y="896112"/>
            <a:ext cx="22065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B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505688" y="896112"/>
            <a:ext cx="22065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4400" dirty="0"/>
          </a:p>
        </p:txBody>
      </p:sp>
      <p:sp>
        <p:nvSpPr>
          <p:cNvPr id="19" name="C3 W3 pill"/>
          <p:cNvSpPr/>
          <p:nvPr/>
        </p:nvSpPr>
        <p:spPr>
          <a:xfrm>
            <a:off x="1377497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BE2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377497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147153" y="2834640"/>
            <a:ext cx="484969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147153" y="2834640"/>
            <a:ext cx="484969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 وَجَلَسَ وَأَكَلَ</a:t>
            </a:r>
            <a:endParaRPr lang="ar-SA" sz="4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13-lam</dc:title>
  <dc:subject>PptxGenJS Presentation</dc:subject>
  <dc:creator>PptxGenJS</dc:creator>
  <cp:lastModifiedBy>PptxGenJS</cp:lastModifiedBy>
  <cp:revision>1</cp:revision>
  <dcterms:created xsi:type="dcterms:W3CDTF">2026-10-20T22:26:59Z</dcterms:created>
  <dcterms:modified xsi:type="dcterms:W3CDTF">2026-10-20T22:26:59Z</dcterms:modified>
</cp:coreProperties>
</file>