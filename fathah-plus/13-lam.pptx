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2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4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2600" dirty="0"/>
          </a:p>
        </p:txBody>
      </p:sp>
      <p:sp>
        <p:nvSpPr>
          <p:cNvPr id="13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12600" dirty="0"/>
          </a:p>
        </p:txBody>
      </p:sp>
      <p:pic>
        <p:nvPicPr>
          <p:cNvPr id="1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645920" cy="1645920"/>
          </a:xfrm>
          <a:prstGeom prst="rect">
            <a:avLst/>
          </a:prstGeom>
        </p:spPr>
      </p:pic>
      <p:pic>
        <p:nvPicPr>
          <p:cNvPr id="1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99" y="1783080"/>
            <a:ext cx="1790761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لَأَ</a:t>
            </a:r>
            <a:endParaRPr lang="ar-SA" sz="7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6971" y="3515868"/>
            <a:ext cx="915589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337747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9"/>
          </a:solidFill>
          <a:ln w="12700">
            <a:solidFill>
              <a:srgbClr val="ED5ED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لَتَ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4749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8"/>
          </a:solidFill>
          <a:ln w="12700">
            <a:solidFill>
              <a:srgbClr val="52E0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70DB"/>
          </a:solidFill>
          <a:ln w="12700">
            <a:solidFill>
              <a:srgbClr val="C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لَثَ</a:t>
            </a:r>
            <a:endParaRPr lang="ar-SA" sz="8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7710" y="3881628"/>
            <a:ext cx="584850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B64D8"/>
          </a:solidFill>
          <a:ln w="12700">
            <a:solidFill>
              <a:srgbClr val="9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47D1"/>
          </a:solidFill>
          <a:ln w="12700">
            <a:solidFill>
              <a:srgbClr val="7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لَجَ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141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964" y="3515868"/>
            <a:ext cx="1386596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لَخَ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1573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899" y="3515868"/>
            <a:ext cx="1131661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لَدَ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8865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402" y="3515868"/>
            <a:ext cx="1859158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E5E"/>
          </a:solidFill>
          <a:ln w="12700">
            <a:solidFill>
              <a:srgbClr val="EDD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لَذَ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18008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452E0"/>
          </a:solidFill>
          <a:ln w="12700">
            <a:solidFill>
              <a:srgbClr val="5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870"/>
          </a:solidFill>
          <a:ln w="12700">
            <a:solidFill>
              <a:srgbClr val="DBA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لَرَ</a:t>
            </a:r>
            <a:endParaRPr lang="ar-SA" sz="8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4169" y="3790188"/>
            <a:ext cx="568391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E64"/>
          </a:solidFill>
          <a:ln w="12700">
            <a:solidFill>
              <a:srgbClr val="D87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047"/>
          </a:solidFill>
          <a:ln w="12700">
            <a:solidFill>
              <a:srgbClr val="D15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لَزَ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1814" y="3515868"/>
            <a:ext cx="1490746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لَسَ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38896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2B64"/>
          </a:solidFill>
          <a:ln w="12700">
            <a:solidFill>
              <a:srgbClr val="5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E"/>
          </a:solidFill>
          <a:ln w="12700">
            <a:solidFill>
              <a:srgbClr val="7934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لَشَ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047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9359" y="3515868"/>
            <a:ext cx="833201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لَصَ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A"/>
          </a:solidFill>
          <a:ln w="12700">
            <a:solidFill>
              <a:srgbClr val="5EEDB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لَضَ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5023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3"/>
          </a:solidFill>
          <a:ln w="12700">
            <a:solidFill>
              <a:srgbClr val="E052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D"/>
          </a:solidFill>
          <a:ln w="12700">
            <a:solidFill>
              <a:srgbClr val="70DB8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لَطَ</a:t>
            </a:r>
            <a:endParaRPr lang="ar-SA" sz="8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896752" cy="9601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002" y="4155948"/>
            <a:ext cx="581558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7D864"/>
          </a:solidFill>
          <a:ln w="12700">
            <a:solidFill>
              <a:srgbClr val="6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1D147"/>
          </a:solidFill>
          <a:ln w="12700">
            <a:solidFill>
              <a:srgbClr val="6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لَظَ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322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515868"/>
            <a:ext cx="1523390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لَغَ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1698" y="3515868"/>
            <a:ext cx="68086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لَفَ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165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75EED"/>
          </a:solidFill>
          <a:ln w="12700">
            <a:solidFill>
              <a:srgbClr val="9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12064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6E052"/>
          </a:solidFill>
          <a:ln w="12700">
            <a:solidFill>
              <a:srgbClr val="9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270DB"/>
          </a:solidFill>
          <a:ln w="12700">
            <a:solidFill>
              <a:srgbClr val="7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F"/>
          </a:solidFill>
          <a:ln w="12700">
            <a:solidFill>
              <a:srgbClr val="8547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لَكَ</a:t>
            </a:r>
            <a:endParaRPr lang="ar-SA" sz="8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08274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4260" y="4064508"/>
            <a:ext cx="568300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4D8"/>
          </a:solidFill>
          <a:ln w="12700">
            <a:solidFill>
              <a:srgbClr val="648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4D1"/>
          </a:solidFill>
          <a:ln w="12700">
            <a:solidFill>
              <a:srgbClr val="478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أَلَبَ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476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بَلَتَ</a:t>
            </a:r>
            <a:endParaRPr lang="ar-SA" sz="7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93622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تَلَثَ</a:t>
            </a:r>
            <a:endParaRPr lang="ar-SA" sz="7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9296" y="3332988"/>
            <a:ext cx="1063264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ثَلَجَ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68023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4677" y="3332988"/>
            <a:ext cx="2077883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35E"/>
          </a:solidFill>
          <a:ln w="12700">
            <a:solidFill>
              <a:srgbClr val="ED7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جَلَحَ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AE0"/>
          </a:solidFill>
          <a:ln w="12700">
            <a:solidFill>
              <a:srgbClr val="52B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9"/>
          </a:solidFill>
          <a:ln w="12700">
            <a:solidFill>
              <a:srgbClr val="DB70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حَلَخَ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9030" cy="91440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367" y="3790188"/>
            <a:ext cx="581193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1"/>
          </a:solidFill>
          <a:ln w="12700">
            <a:solidFill>
              <a:srgbClr val="D864A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6"/>
          </a:solidFill>
          <a:ln w="12700">
            <a:solidFill>
              <a:srgbClr val="D147A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خَلَدَ</a:t>
            </a:r>
            <a:endParaRPr lang="ar-SA" sz="7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6187" y="3332988"/>
            <a:ext cx="1426373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دَلَذَ</a:t>
            </a:r>
            <a:endParaRPr lang="ar-SA" sz="7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95726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ذَلَرَ</a:t>
            </a:r>
            <a:endParaRPr lang="ar-SA" sz="7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1960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213" y="3332988"/>
            <a:ext cx="811347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رَلَزَ</a:t>
            </a:r>
            <a:endParaRPr lang="ar-SA" sz="7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5142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0870" y="3332988"/>
            <a:ext cx="901690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ED5E"/>
          </a:solidFill>
          <a:ln w="12700">
            <a:solidFill>
              <a:srgbClr val="6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زَلَسَ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D"/>
          </a:solidFill>
          <a:ln w="12700">
            <a:solidFill>
              <a:srgbClr val="E052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DB70"/>
          </a:solidFill>
          <a:ln w="12700">
            <a:solidFill>
              <a:srgbClr val="A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سَلَشَ</a:t>
            </a:r>
            <a:endParaRPr lang="ar-SA" sz="6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7710" y="3881628"/>
            <a:ext cx="584850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ED864"/>
          </a:solidFill>
          <a:ln w="12700">
            <a:solidFill>
              <a:srgbClr val="B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D147"/>
          </a:solidFill>
          <a:ln w="12700">
            <a:solidFill>
              <a:srgbClr val="C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شَلَصَ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4205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433" y="3332988"/>
            <a:ext cx="1838127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صَلَضَ</a:t>
            </a:r>
            <a:endParaRPr lang="ar-SA" sz="6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107978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ضَلَطَ</a:t>
            </a:r>
            <a:endParaRPr lang="ar-SA" sz="7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4508" y="3332988"/>
            <a:ext cx="1058052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طَلَظَ</a:t>
            </a:r>
            <a:endParaRPr lang="ar-SA" sz="7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04656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3894" y="3332988"/>
            <a:ext cx="2588666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1ED"/>
          </a:solidFill>
          <a:ln w="12700">
            <a:solidFill>
              <a:srgbClr val="5E9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ظَلَعَ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052"/>
          </a:solidFill>
          <a:ln w="12700">
            <a:solidFill>
              <a:srgbClr val="E0C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EDB"/>
          </a:solidFill>
          <a:ln w="12700">
            <a:solidFill>
              <a:srgbClr val="70B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عَلَغَ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9904" y="3835908"/>
            <a:ext cx="582656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6"/>
          </a:solidFill>
          <a:ln w="12700">
            <a:solidFill>
              <a:srgbClr val="64D8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7"/>
          </a:solidFill>
          <a:ln w="12700">
            <a:solidFill>
              <a:srgbClr val="47D1B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غَلَفَ</a:t>
            </a:r>
            <a:endParaRPr lang="ar-SA" sz="7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15817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238" y="3332988"/>
            <a:ext cx="1433322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فَلَقَ</a:t>
            </a:r>
            <a:endParaRPr lang="ar-SA" sz="7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03589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قَلَكَ</a:t>
            </a:r>
            <a:endParaRPr lang="ar-SA" sz="7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52449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0144" y="3332988"/>
            <a:ext cx="1042416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كَلَأَ</a:t>
            </a:r>
            <a:endParaRPr lang="ar-SA" sz="65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8226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4677" y="3332988"/>
            <a:ext cx="2077883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4"/>
          </a:solidFill>
          <a:ln w="12700">
            <a:solidFill>
              <a:srgbClr val="ED5EB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C"/>
          </a:solidFill>
          <a:ln w="12700">
            <a:solidFill>
              <a:srgbClr val="52E09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9"/>
          </a:solidFill>
          <a:ln w="12700">
            <a:solidFill>
              <a:srgbClr val="DB70D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endParaRPr lang="ar-SA" sz="8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24367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047" y="4018788"/>
            <a:ext cx="581513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64D8"/>
          </a:solidFill>
          <a:ln w="12700">
            <a:solidFill>
              <a:srgbClr val="B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547D1"/>
          </a:solidFill>
          <a:ln w="12700">
            <a:solidFill>
              <a:srgbClr val="9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779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230" y="3515868"/>
            <a:ext cx="1450330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endParaRPr lang="ar-SA" sz="8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92754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B79"/>
          </a:solidFill>
          <a:ln w="12700">
            <a:solidFill>
              <a:srgbClr val="343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77163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337" y="3515868"/>
            <a:ext cx="962223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8897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ED5E"/>
          </a:solidFill>
          <a:ln w="12700">
            <a:solidFill>
              <a:srgbClr val="D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7368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952E0"/>
          </a:solidFill>
          <a:ln w="12700">
            <a:solidFill>
              <a:srgbClr val="7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370"/>
          </a:solidFill>
          <a:ln w="12700">
            <a:solidFill>
              <a:srgbClr val="DBC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</a:t>
            </a:r>
            <a:endParaRPr lang="ar-SA" sz="8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9904" y="3835908"/>
            <a:ext cx="582656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C64"/>
          </a:solidFill>
          <a:ln w="12700">
            <a:solidFill>
              <a:srgbClr val="D89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347"/>
          </a:solidFill>
          <a:ln w="12700">
            <a:solidFill>
              <a:srgbClr val="D17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212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6540" y="3515868"/>
            <a:ext cx="1256020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085850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C"/>
          </a:solidFill>
          <a:ln w="12700">
            <a:solidFill>
              <a:srgbClr val="7934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811" y="3515868"/>
            <a:ext cx="1005749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0047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F"/>
          </a:solidFill>
          <a:ln w="12700">
            <a:solidFill>
              <a:srgbClr val="5EEDD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7916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552"/>
          </a:solidFill>
          <a:ln w="12700">
            <a:solidFill>
              <a:srgbClr val="E05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8"/>
          </a:solidFill>
          <a:ln w="12700">
            <a:solidFill>
              <a:srgbClr val="70DBA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</a:t>
            </a:r>
            <a:endParaRPr lang="ar-SA" sz="8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90295" y="4064508"/>
            <a:ext cx="562265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F"/>
          </a:solidFill>
          <a:ln w="12700">
            <a:solidFill>
              <a:srgbClr val="64D8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1"/>
          </a:solidFill>
          <a:ln w="12700">
            <a:solidFill>
              <a:srgbClr val="47D15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566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01" y="3515868"/>
            <a:ext cx="1182959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</a:t>
            </a:r>
            <a:endParaRPr lang="ar-SA" sz="86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4756" y="4155948"/>
            <a:ext cx="717804" cy="9144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0192" y="3515868"/>
            <a:ext cx="75236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1669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402" y="3515868"/>
            <a:ext cx="1859158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B5EED"/>
          </a:solidFill>
          <a:ln w="12700">
            <a:solidFill>
              <a:srgbClr val="B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21208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2E052"/>
          </a:solidFill>
          <a:ln w="12700">
            <a:solidFill>
              <a:srgbClr val="7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70DB"/>
          </a:solidFill>
          <a:ln w="12700">
            <a:solidFill>
              <a:srgbClr val="8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</a:t>
            </a:r>
            <a:endParaRPr lang="ar-SA" sz="8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22218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7461" y="3973068"/>
            <a:ext cx="565099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6D8"/>
          </a:solidFill>
          <a:ln w="12700">
            <a:solidFill>
              <a:srgbClr val="646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1D1"/>
          </a:solidFill>
          <a:ln w="12700">
            <a:solidFill>
              <a:srgbClr val="476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999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76" y="3515868"/>
            <a:ext cx="1243584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65276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F79"/>
          </a:solidFill>
          <a:ln w="12700">
            <a:solidFill>
              <a:srgbClr val="346F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66437" y="896112"/>
            <a:ext cx="19393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3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66437" y="896112"/>
            <a:ext cx="19393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538246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3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38246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83214" y="2834640"/>
            <a:ext cx="337757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83214" y="2834640"/>
            <a:ext cx="337757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وَأَكَلَ</a:t>
            </a:r>
            <a:endParaRPr lang="ar-SA" sz="44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11987" cy="182880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0339" y="3241548"/>
            <a:ext cx="852221" cy="1828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58487" y="896112"/>
            <a:ext cx="19985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0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58487" y="896112"/>
            <a:ext cx="19985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386991" y="896112"/>
            <a:ext cx="20514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0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86991" y="896112"/>
            <a:ext cx="20514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وَنَزَلَ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80494" y="2834640"/>
            <a:ext cx="378301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80494" y="2834640"/>
            <a:ext cx="378301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 وَنَزَلَ</a:t>
            </a:r>
            <a:endParaRPr lang="ar-SA" sz="54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2351837" cy="182880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413" y="3241548"/>
            <a:ext cx="949147" cy="18288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85E"/>
          </a:solidFill>
          <a:ln w="12700">
            <a:solidFill>
              <a:srgbClr val="ED9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06622" y="896112"/>
            <a:ext cx="16695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D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06622" y="896112"/>
            <a:ext cx="16695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</a:t>
            </a:r>
            <a:endParaRPr lang="ar-SA" sz="4100" dirty="0"/>
          </a:p>
        </p:txBody>
      </p:sp>
      <p:sp>
        <p:nvSpPr>
          <p:cNvPr id="20" name="C2 W2 pill"/>
          <p:cNvSpPr/>
          <p:nvPr/>
        </p:nvSpPr>
        <p:spPr>
          <a:xfrm>
            <a:off x="2567820" y="896112"/>
            <a:ext cx="20187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D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67820" y="896112"/>
            <a:ext cx="20187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1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92267" y="2834640"/>
            <a:ext cx="335946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92267" y="2834640"/>
            <a:ext cx="335946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 وَشَكَرَ</a:t>
            </a:r>
            <a:endParaRPr lang="ar-SA" sz="4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875629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8092" y="1783080"/>
            <a:ext cx="1364468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5E0"/>
          </a:solidFill>
          <a:ln w="12700">
            <a:solidFill>
              <a:srgbClr val="529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370"/>
          </a:solidFill>
          <a:ln w="12700">
            <a:solidFill>
              <a:srgbClr val="DB7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032243" y="896112"/>
            <a:ext cx="17342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B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032243" y="896112"/>
            <a:ext cx="17342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3505688" y="896112"/>
            <a:ext cx="22065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B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505688" y="896112"/>
            <a:ext cx="22065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4400" dirty="0"/>
          </a:p>
        </p:txBody>
      </p:sp>
      <p:sp>
        <p:nvSpPr>
          <p:cNvPr id="19" name="C3 W3 pill"/>
          <p:cNvSpPr/>
          <p:nvPr/>
        </p:nvSpPr>
        <p:spPr>
          <a:xfrm>
            <a:off x="1377497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BE236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377497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147153" y="2834640"/>
            <a:ext cx="484969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147153" y="2834640"/>
            <a:ext cx="484969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 وَجَلَسَ وَأَكَلَ</a:t>
            </a:r>
            <a:endParaRPr lang="ar-SA" sz="4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1165311" cy="109728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2864" y="1783080"/>
            <a:ext cx="949696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13-lam</dc:title>
  <dc:subject>PptxGenJS Presentation</dc:subject>
  <dc:creator>PptxGenJS</dc:creator>
  <cp:lastModifiedBy>PptxGenJS</cp:lastModifiedBy>
  <cp:revision>1</cp:revision>
  <dcterms:created xsi:type="dcterms:W3CDTF">2026-10-20T23:35:41Z</dcterms:created>
  <dcterms:modified xsi:type="dcterms:W3CDTF">2026-10-20T23:35:41Z</dcterms:modified>
</cp:coreProperties>
</file>