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5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54985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541" y="3881628"/>
            <a:ext cx="567019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973068"/>
            <a:ext cx="71213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55948"/>
            <a:ext cx="715061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33" y="3607308"/>
            <a:ext cx="715427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08" y="3881628"/>
            <a:ext cx="574152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231" y="4155948"/>
            <a:ext cx="57332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60658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2080260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618351" cy="12344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1851660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1897380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