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2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2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5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15E"/>
          </a:solidFill>
          <a:ln w="12700">
            <a:solidFill>
              <a:srgbClr val="EDE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3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654985" cy="13258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1943100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52E0"/>
          </a:solidFill>
          <a:ln w="12700">
            <a:solidFill>
              <a:srgbClr val="5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A70"/>
          </a:solidFill>
          <a:ln w="12700">
            <a:solidFill>
              <a:srgbClr val="DBA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8547"/>
          </a:solidFill>
          <a:ln w="12700">
            <a:solidFill>
              <a:srgbClr val="4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</a:t>
            </a:r>
            <a:endParaRPr lang="ar-SA" sz="7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541" y="3881628"/>
            <a:ext cx="567019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164"/>
          </a:solidFill>
          <a:ln w="12700">
            <a:solidFill>
              <a:srgbClr val="D88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347"/>
          </a:solidFill>
          <a:ln w="12700">
            <a:solidFill>
              <a:srgbClr val="D15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425" y="3973068"/>
            <a:ext cx="712135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وَثَ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456" y="3607308"/>
            <a:ext cx="926104" cy="14630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E"/>
          </a:solidFill>
          <a:ln w="12700">
            <a:solidFill>
              <a:srgbClr val="5EEDB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F"/>
          </a:solidFill>
          <a:ln w="12700">
            <a:solidFill>
              <a:srgbClr val="E052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0"/>
          </a:solidFill>
          <a:ln w="12700">
            <a:solidFill>
              <a:srgbClr val="70DB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1184" y="4064508"/>
            <a:ext cx="581376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4"/>
          </a:solidFill>
          <a:ln w="12700">
            <a:solidFill>
              <a:srgbClr val="6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D147"/>
          </a:solidFill>
          <a:ln w="12700">
            <a:solidFill>
              <a:srgbClr val="5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2" y="3515868"/>
            <a:ext cx="76946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2920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E052"/>
          </a:solidFill>
          <a:ln w="12700">
            <a:solidFill>
              <a:srgbClr val="9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29579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087" y="3790188"/>
            <a:ext cx="582473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1D8"/>
          </a:solidFill>
          <a:ln w="12700">
            <a:solidFill>
              <a:srgbClr val="648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1D1"/>
          </a:solidFill>
          <a:ln w="12700">
            <a:solidFill>
              <a:srgbClr val="478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08344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وَطَ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722" y="3515868"/>
            <a:ext cx="103683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وَظَ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65E"/>
          </a:solidFill>
          <a:ln w="12700">
            <a:solidFill>
              <a:srgbClr val="ED7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8008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6E0"/>
          </a:solidFill>
          <a:ln w="12700">
            <a:solidFill>
              <a:srgbClr val="52B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وَغَ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30768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898" y="3881628"/>
            <a:ext cx="583662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E"/>
          </a:solidFill>
          <a:ln w="12700">
            <a:solidFill>
              <a:srgbClr val="D864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3"/>
          </a:solidFill>
          <a:ln w="12700">
            <a:solidFill>
              <a:srgbClr val="D147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55948"/>
            <a:ext cx="715061" cy="9144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1170" y="3515868"/>
            <a:ext cx="881390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ED5E"/>
          </a:solidFill>
          <a:ln w="12700">
            <a:solidFill>
              <a:srgbClr val="6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0007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A"/>
          </a:solidFill>
          <a:ln w="12700">
            <a:solidFill>
              <a:srgbClr val="E052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DB70"/>
          </a:solidFill>
          <a:ln w="12700">
            <a:solidFill>
              <a:srgbClr val="A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04250" cy="13258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087" y="3790188"/>
            <a:ext cx="582473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D864"/>
          </a:solidFill>
          <a:ln w="12700">
            <a:solidFill>
              <a:srgbClr val="B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D147"/>
          </a:solidFill>
          <a:ln w="12700">
            <a:solidFill>
              <a:srgbClr val="C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أَوَبَ</a:t>
            </a:r>
            <a:endParaRPr lang="ar-SA" sz="6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8253" cy="9144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بَوَتَ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527" y="3332988"/>
            <a:ext cx="992033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تَوَثَ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918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ثَوَجَ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352"/>
          </a:solidFill>
          <a:ln w="12700">
            <a:solidFill>
              <a:srgbClr val="E0C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CDB"/>
          </a:solidFill>
          <a:ln w="12700">
            <a:solidFill>
              <a:srgbClr val="70B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جَوَحَ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3361" cy="100584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9048" y="3790188"/>
            <a:ext cx="573512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حَوَخَ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خَوَدَ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7679" cy="13716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133" y="3607308"/>
            <a:ext cx="715427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دَوَذَ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893" y="3698748"/>
            <a:ext cx="991667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ذَوَرَ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1"/>
          </a:solidFill>
          <a:ln w="12700">
            <a:solidFill>
              <a:srgbClr val="ED5E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رَوَزَ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زَوَسَ</a:t>
            </a:r>
            <a:endParaRPr lang="ar-SA" sz="7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6077" y="3835908"/>
            <a:ext cx="576483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847D1"/>
          </a:solidFill>
          <a:ln w="12700">
            <a:solidFill>
              <a:srgbClr val="9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سَوَشَ</a:t>
            </a:r>
            <a:endParaRPr lang="ar-SA" sz="6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967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شَوَصَ</a:t>
            </a:r>
            <a:endParaRPr lang="ar-SA" sz="6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110996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صَوَضَ</a:t>
            </a:r>
            <a:endParaRPr lang="ar-SA" sz="6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908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902" y="3332988"/>
            <a:ext cx="1146658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ضَوَطَ</a:t>
            </a:r>
            <a:endParaRPr lang="ar-SA" sz="7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19739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5ED5E"/>
          </a:solidFill>
          <a:ln w="12700">
            <a:solidFill>
              <a:srgbClr val="D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طَوَظَ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52E0"/>
          </a:solidFill>
          <a:ln w="12700">
            <a:solidFill>
              <a:srgbClr val="7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670"/>
          </a:solidFill>
          <a:ln w="12700">
            <a:solidFill>
              <a:srgbClr val="DBC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ظَوَعَ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8408" y="3881628"/>
            <a:ext cx="574152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F64"/>
          </a:solidFill>
          <a:ln w="12700">
            <a:solidFill>
              <a:srgbClr val="D89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647"/>
          </a:solidFill>
          <a:ln w="12700">
            <a:solidFill>
              <a:srgbClr val="D17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عَوَغَ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564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غَوَفَ</a:t>
            </a:r>
            <a:endParaRPr lang="ar-SA" sz="7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فَوَقَ</a:t>
            </a:r>
            <a:endParaRPr lang="ar-SA" sz="7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68202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714" y="3378708"/>
            <a:ext cx="779846" cy="1691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قَوَكَ</a:t>
            </a:r>
            <a:endParaRPr lang="ar-SA" sz="7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1051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2"/>
          </a:solidFill>
          <a:ln w="12700">
            <a:solidFill>
              <a:srgbClr val="5EEDE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كَوَلَ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852"/>
          </a:solidFill>
          <a:ln w="12700">
            <a:solidFill>
              <a:srgbClr val="E05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B"/>
          </a:solidFill>
          <a:ln w="12700">
            <a:solidFill>
              <a:srgbClr val="70DB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لَوَمَ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898032" cy="10515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916" y="4155948"/>
            <a:ext cx="580644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2"/>
          </a:solidFill>
          <a:ln w="12700">
            <a:solidFill>
              <a:srgbClr val="64D8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4"/>
          </a:solidFill>
          <a:ln w="12700">
            <a:solidFill>
              <a:srgbClr val="47D1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مَوَنَ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9493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نَوَهَ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7934"/>
          </a:solidFill>
          <a:ln w="12700">
            <a:solidFill>
              <a:srgbClr val="5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هَوَأَ</a:t>
            </a:r>
            <a:endParaRPr lang="ar-SA" sz="6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080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3334" y="3424428"/>
            <a:ext cx="1119226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5EED"/>
          </a:solidFill>
          <a:ln w="12700">
            <a:solidFill>
              <a:srgbClr val="B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05206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E052"/>
          </a:solidFill>
          <a:ln w="12700">
            <a:solidFill>
              <a:srgbClr val="6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70DB"/>
          </a:solidFill>
          <a:ln w="12700">
            <a:solidFill>
              <a:srgbClr val="9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endParaRPr lang="ar-SA" sz="9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9231" y="4155948"/>
            <a:ext cx="573329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64D8"/>
          </a:solidFill>
          <a:ln w="12700">
            <a:solidFill>
              <a:srgbClr val="6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DD1"/>
          </a:solidFill>
          <a:ln w="12700">
            <a:solidFill>
              <a:srgbClr val="475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endParaRPr lang="ar-SA" sz="8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78992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836" y="3515868"/>
            <a:ext cx="71972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B5E"/>
          </a:solidFill>
          <a:ln w="12700">
            <a:solidFill>
              <a:srgbClr val="ED9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2E0"/>
          </a:solidFill>
          <a:ln w="12700">
            <a:solidFill>
              <a:srgbClr val="529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670"/>
          </a:solidFill>
          <a:ln w="12700">
            <a:solidFill>
              <a:srgbClr val="DB7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8547"/>
          </a:solidFill>
          <a:ln w="12700">
            <a:solidFill>
              <a:srgbClr val="6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16595" cy="12801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461" y="3973068"/>
            <a:ext cx="565099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0"/>
          </a:solidFill>
          <a:ln w="12700">
            <a:solidFill>
              <a:srgbClr val="D864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0"/>
          </a:solidFill>
          <a:ln w="12700">
            <a:solidFill>
              <a:srgbClr val="D147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3479"/>
          </a:solidFill>
          <a:ln w="12700">
            <a:solidFill>
              <a:srgbClr val="7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7"/>
          </a:solidFill>
          <a:ln w="12700">
            <a:solidFill>
              <a:srgbClr val="5EED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5"/>
          </a:solidFill>
          <a:ln w="12700">
            <a:solidFill>
              <a:srgbClr val="E052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DB70"/>
          </a:solidFill>
          <a:ln w="12700">
            <a:solidFill>
              <a:srgbClr val="8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14400" cy="11430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139" y="3835908"/>
            <a:ext cx="581421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D864"/>
          </a:solidFill>
          <a:ln w="12700">
            <a:solidFill>
              <a:srgbClr val="9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2D147"/>
          </a:solidFill>
          <a:ln w="12700">
            <a:solidFill>
              <a:srgbClr val="A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334"/>
          </a:solidFill>
          <a:ln w="12700">
            <a:solidFill>
              <a:srgbClr val="796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2356" y="3515868"/>
            <a:ext cx="99020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9ED"/>
          </a:solidFill>
          <a:ln w="12700">
            <a:solidFill>
              <a:srgbClr val="5E6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E052"/>
          </a:solidFill>
          <a:ln w="12700">
            <a:solidFill>
              <a:srgbClr val="D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0DB"/>
          </a:solidFill>
          <a:ln w="12700">
            <a:solidFill>
              <a:srgbClr val="70A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endParaRPr lang="ar-SA" sz="8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3072" y="3973068"/>
            <a:ext cx="569488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AD8"/>
          </a:solidFill>
          <a:ln w="12700">
            <a:solidFill>
              <a:srgbClr val="64B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4D1"/>
          </a:solidFill>
          <a:ln w="12700">
            <a:solidFill>
              <a:srgbClr val="47C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2"/>
          </a:solidFill>
          <a:ln w="12700">
            <a:solidFill>
              <a:srgbClr val="3479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C"/>
          </a:solidFill>
          <a:ln w="12700">
            <a:solidFill>
              <a:srgbClr val="ED5E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4"/>
          </a:solidFill>
          <a:ln w="12700">
            <a:solidFill>
              <a:srgbClr val="52E0C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B"/>
          </a:solidFill>
          <a:ln w="12700">
            <a:solidFill>
              <a:srgbClr val="DB70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11203" y="896112"/>
            <a:ext cx="17652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D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11203" y="896112"/>
            <a:ext cx="17652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4100" dirty="0"/>
          </a:p>
        </p:txBody>
      </p:sp>
      <p:sp>
        <p:nvSpPr>
          <p:cNvPr id="17" name="C2 W2 pill"/>
          <p:cNvSpPr/>
          <p:nvPr/>
        </p:nvSpPr>
        <p:spPr>
          <a:xfrm>
            <a:off x="2567561" y="896112"/>
            <a:ext cx="1923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D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7561" y="896112"/>
            <a:ext cx="1923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وَسَأَلَ</a:t>
            </a:r>
            <a:endParaRPr lang="ar-SA" sz="41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5821" y="2834640"/>
            <a:ext cx="33323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5821" y="2834640"/>
            <a:ext cx="33323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وَسَأَلَ</a:t>
            </a:r>
            <a:endParaRPr lang="ar-SA" sz="42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65960"/>
            <a:ext cx="1099657" cy="128016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915" y="1783080"/>
            <a:ext cx="768645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7"/>
          </a:solidFill>
          <a:ln w="12700">
            <a:solidFill>
              <a:srgbClr val="D864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47D1"/>
          </a:solidFill>
          <a:ln w="12700">
            <a:solidFill>
              <a:srgbClr val="B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20594" y="896112"/>
            <a:ext cx="18251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594" y="896112"/>
            <a:ext cx="18251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98275" y="896112"/>
            <a:ext cx="26022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98275" y="896112"/>
            <a:ext cx="26022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10541" y="2834640"/>
            <a:ext cx="412291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10541" y="2834640"/>
            <a:ext cx="412291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 وَصَدَقَ</a:t>
            </a:r>
            <a:endParaRPr lang="ar-SA" sz="5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1060658" cy="169164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2080260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51131" y="896112"/>
            <a:ext cx="18336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3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51131" y="896112"/>
            <a:ext cx="18336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59193" y="896112"/>
            <a:ext cx="22718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3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59193" y="896112"/>
            <a:ext cx="22718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95297" y="2834640"/>
            <a:ext cx="37534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95297" y="2834640"/>
            <a:ext cx="37534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وَضَعَ وَجَلَسَ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88820"/>
            <a:ext cx="1618351" cy="123444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5656" y="1851660"/>
            <a:ext cx="1016904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1730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1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1730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339310" y="896112"/>
            <a:ext cx="23579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1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39310" y="896112"/>
            <a:ext cx="23579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وَوَقَفَ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36492" y="2834640"/>
            <a:ext cx="387101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36492" y="2834640"/>
            <a:ext cx="387101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وَوَقَفَ</a:t>
            </a:r>
            <a:endParaRPr lang="ar-SA" sz="54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79846" cy="169164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1897380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16-waw</dc:title>
  <dc:subject>PptxGenJS Presentation</dc:subject>
  <dc:creator>PptxGenJS</dc:creator>
  <cp:lastModifiedBy>PptxGenJS</cp:lastModifiedBy>
  <cp:revision>1</cp:revision>
  <dcterms:created xsi:type="dcterms:W3CDTF">2026-10-21T00:09:41Z</dcterms:created>
  <dcterms:modified xsi:type="dcterms:W3CDTF">2026-10-21T00:09:41Z</dcterms:modified>
</cp:coreProperties>
</file>