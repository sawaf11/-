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23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300" dirty="0"/>
          </a:p>
        </p:txBody>
      </p:sp>
      <p:pic>
        <p:nvPicPr>
          <p:cNvPr id="21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22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70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0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0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0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74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</a:t>
            </a:r>
            <a:endParaRPr lang="ar-SA" sz="90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</a:t>
            </a:r>
            <a:endParaRPr lang="ar-SA" sz="90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90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</a:t>
            </a:r>
            <a:endParaRPr lang="ar-SA" sz="9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</a:t>
            </a:r>
            <a:endParaRPr lang="ar-SA" sz="9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</a:t>
            </a:r>
            <a:endParaRPr lang="ar-SA" sz="90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90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</a:t>
            </a:r>
            <a:endParaRPr lang="ar-SA" sz="90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وَظَ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</a:t>
            </a:r>
            <a:endParaRPr lang="ar-SA" sz="74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</a:t>
            </a:r>
            <a:endParaRPr lang="ar-SA" sz="87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</a:t>
            </a:r>
            <a:endParaRPr lang="ar-SA" sz="90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86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</a:t>
            </a:r>
            <a:endParaRPr lang="ar-SA" sz="90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D864"/>
          </a:solidFill>
          <a:ln w="12700">
            <a:solidFill>
              <a:srgbClr val="B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</a:t>
            </a:r>
            <a:endParaRPr lang="ar-SA" sz="90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أَوَبَ</a:t>
            </a:r>
            <a:endParaRPr lang="ar-SA" sz="62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80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7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تَوَثَ</a:t>
            </a:r>
            <a:endParaRPr lang="ar-SA" sz="80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ثَوَجَ</a:t>
            </a:r>
            <a:endParaRPr lang="ar-SA" sz="66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352"/>
          </a:solidFill>
          <a:ln w="12700">
            <a:solidFill>
              <a:srgbClr val="E0C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CDB"/>
          </a:solidFill>
          <a:ln w="12700">
            <a:solidFill>
              <a:srgbClr val="70B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6600" dirty="0"/>
          </a:p>
        </p:txBody>
      </p:sp>
      <p:pic>
        <p:nvPicPr>
          <p:cNvPr id="29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حَوَخَ</a:t>
            </a:r>
            <a:endParaRPr lang="ar-SA" sz="6600" dirty="0"/>
          </a:p>
        </p:txBody>
      </p:sp>
      <p:pic>
        <p:nvPicPr>
          <p:cNvPr id="24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5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خَوَدَ</a:t>
            </a:r>
            <a:endParaRPr lang="ar-SA" sz="80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دَوَذَ</a:t>
            </a:r>
            <a:endParaRPr lang="ar-SA" sz="8000" dirty="0"/>
          </a:p>
        </p:txBody>
      </p:sp>
      <p:pic>
        <p:nvPicPr>
          <p:cNvPr id="26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7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ذَوَرَ</a:t>
            </a:r>
            <a:endParaRPr lang="ar-SA" sz="80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رَوَزَ</a:t>
            </a:r>
            <a:endParaRPr lang="ar-SA" sz="80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زَوَسَ</a:t>
            </a:r>
            <a:endParaRPr lang="ar-SA" sz="7200" dirty="0"/>
          </a:p>
        </p:txBody>
      </p:sp>
      <p:pic>
        <p:nvPicPr>
          <p:cNvPr id="29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47D1"/>
          </a:solidFill>
          <a:ln w="12700">
            <a:solidFill>
              <a:srgbClr val="9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سَوَشَ</a:t>
            </a:r>
            <a:endParaRPr lang="ar-SA" sz="6400" dirty="0"/>
          </a:p>
        </p:txBody>
      </p:sp>
      <p:pic>
        <p:nvPicPr>
          <p:cNvPr id="24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63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صَوَضَ</a:t>
            </a:r>
            <a:endParaRPr lang="ar-SA" sz="6000" dirty="0"/>
          </a:p>
        </p:txBody>
      </p:sp>
      <p:pic>
        <p:nvPicPr>
          <p:cNvPr id="26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ضَوَطَ</a:t>
            </a:r>
            <a:endParaRPr lang="ar-SA" sz="73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ED5E"/>
          </a:solidFill>
          <a:ln w="12700">
            <a:solidFill>
              <a:srgbClr val="D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طَوَظَ</a:t>
            </a:r>
            <a:endParaRPr lang="ar-SA" sz="75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52E0"/>
          </a:solidFill>
          <a:ln w="12700">
            <a:solidFill>
              <a:srgbClr val="7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ظَوَعَ</a:t>
            </a:r>
            <a:endParaRPr lang="ar-SA" sz="6600" dirty="0"/>
          </a:p>
        </p:txBody>
      </p:sp>
      <p:pic>
        <p:nvPicPr>
          <p:cNvPr id="29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647"/>
          </a:solidFill>
          <a:ln w="12700">
            <a:solidFill>
              <a:srgbClr val="D17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عَوَغَ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غَوَفَ</a:t>
            </a:r>
            <a:endParaRPr lang="ar-SA" sz="77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فَوَقَ</a:t>
            </a:r>
            <a:endParaRPr lang="ar-SA" sz="77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77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2"/>
          </a:solidFill>
          <a:ln w="12700">
            <a:solidFill>
              <a:srgbClr val="5EED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كَوَلَ</a:t>
            </a:r>
            <a:endParaRPr lang="ar-SA" sz="7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لَوَمَ</a:t>
            </a:r>
            <a:endParaRPr lang="ar-SA" sz="6600" dirty="0"/>
          </a:p>
        </p:txBody>
      </p:sp>
      <p:pic>
        <p:nvPicPr>
          <p:cNvPr id="2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4"/>
          </a:solidFill>
          <a:ln w="12700">
            <a:solidFill>
              <a:srgbClr val="47D1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مَوَنَ</a:t>
            </a:r>
            <a:endParaRPr lang="ar-SA" sz="8000" dirty="0"/>
          </a:p>
        </p:txBody>
      </p:sp>
      <p:pic>
        <p:nvPicPr>
          <p:cNvPr id="24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5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نَوَهَ</a:t>
            </a:r>
            <a:endParaRPr lang="ar-SA" sz="80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هَوَأَ</a:t>
            </a:r>
            <a:endParaRPr lang="ar-SA" sz="62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7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70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0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0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85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0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0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B5E"/>
          </a:solidFill>
          <a:ln w="12700">
            <a:solidFill>
              <a:srgbClr val="ED9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endParaRPr lang="ar-SA" sz="9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2E0"/>
          </a:solidFill>
          <a:ln w="12700">
            <a:solidFill>
              <a:srgbClr val="529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endParaRPr lang="ar-SA" sz="90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0"/>
          </a:solidFill>
          <a:ln w="12700">
            <a:solidFill>
              <a:srgbClr val="D864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0"/>
          </a:solidFill>
          <a:ln w="12700">
            <a:solidFill>
              <a:srgbClr val="D147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90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90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endParaRPr lang="ar-SA" sz="90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endParaRPr lang="ar-SA" sz="90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7"/>
          </a:solidFill>
          <a:ln w="12700">
            <a:solidFill>
              <a:srgbClr val="5EED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endParaRPr lang="ar-SA" sz="90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D864"/>
          </a:solidFill>
          <a:ln w="12700">
            <a:solidFill>
              <a:srgbClr val="9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D147"/>
          </a:solidFill>
          <a:ln w="12700">
            <a:solidFill>
              <a:srgbClr val="A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endParaRPr lang="ar-SA" sz="90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endParaRPr lang="ar-SA" sz="90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endParaRPr lang="ar-SA" sz="90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9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9ED"/>
          </a:solidFill>
          <a:ln w="12700">
            <a:solidFill>
              <a:srgbClr val="5E6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endParaRPr lang="ar-SA" sz="87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E052"/>
          </a:solidFill>
          <a:ln w="12700">
            <a:solidFill>
              <a:srgbClr val="D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endParaRPr lang="ar-SA" sz="87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AD8"/>
          </a:solidFill>
          <a:ln w="12700">
            <a:solidFill>
              <a:srgbClr val="64B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endParaRPr lang="ar-SA" sz="86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endParaRPr lang="ar-SA" sz="90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4"/>
          </a:solidFill>
          <a:ln w="12700">
            <a:solidFill>
              <a:srgbClr val="52E0C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B"/>
          </a:solidFill>
          <a:ln w="12700">
            <a:solidFill>
              <a:srgbClr val="DB70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D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68" y="1828800"/>
            <a:ext cx="1468892" cy="146304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7"/>
          </a:solidFill>
          <a:ln w="12700">
            <a:solidFill>
              <a:srgbClr val="D864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20594" y="896112"/>
            <a:ext cx="1825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594" y="896112"/>
            <a:ext cx="1825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8275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8275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0541" y="2834640"/>
            <a:ext cx="41229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0541" y="2834640"/>
            <a:ext cx="41229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 وَصَدَقَ</a:t>
            </a:r>
            <a:endParaRPr lang="ar-SA" sz="5700" dirty="0"/>
          </a:p>
        </p:txBody>
      </p:sp>
      <p:pic>
        <p:nvPicPr>
          <p:cNvPr id="17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142634" cy="1463040"/>
          </a:xfrm>
          <a:prstGeom prst="rect">
            <a:avLst/>
          </a:prstGeom>
        </p:spPr>
      </p:pic>
      <p:pic>
        <p:nvPicPr>
          <p:cNvPr id="18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51131" y="896112"/>
            <a:ext cx="18336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51131" y="896112"/>
            <a:ext cx="18336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5919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5919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95297" y="2834640"/>
            <a:ext cx="37534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95297" y="2834640"/>
            <a:ext cx="37534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 وَجَلَسَ</a:t>
            </a:r>
            <a:endParaRPr lang="ar-SA" sz="4700" dirty="0"/>
          </a:p>
        </p:txBody>
      </p:sp>
      <p:pic>
        <p:nvPicPr>
          <p:cNvPr id="18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8379" cy="1463040"/>
          </a:xfrm>
          <a:prstGeom prst="rect">
            <a:avLst/>
          </a:prstGeom>
        </p:spPr>
      </p:pic>
      <p:pic>
        <p:nvPicPr>
          <p:cNvPr id="19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0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1730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1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1730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339310" y="896112"/>
            <a:ext cx="2357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39310" y="896112"/>
            <a:ext cx="2357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وَوَقَفَ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92" y="2834640"/>
            <a:ext cx="38710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92" y="2834640"/>
            <a:ext cx="38710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وَوَقَفَ</a:t>
            </a:r>
            <a:endParaRPr lang="ar-SA" sz="5400" dirty="0"/>
          </a:p>
        </p:txBody>
      </p:sp>
      <p:pic>
        <p:nvPicPr>
          <p:cNvPr id="1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8892" cy="1463040"/>
          </a:xfrm>
          <a:prstGeom prst="rect">
            <a:avLst/>
          </a:prstGeom>
        </p:spPr>
      </p:pic>
      <p:pic>
        <p:nvPicPr>
          <p:cNvPr id="20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420" y="1828800"/>
            <a:ext cx="1261140" cy="1463040"/>
          </a:xfrm>
          <a:prstGeom prst="rect">
            <a:avLst/>
          </a:prstGeom>
        </p:spPr>
      </p:pic>
      <p:pic>
        <p:nvPicPr>
          <p:cNvPr id="21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16-waw</dc:title>
  <dc:subject>PptxGenJS Presentation</dc:subject>
  <dc:creator>PptxGenJS</dc:creator>
  <cp:lastModifiedBy>PptxGenJS</cp:lastModifiedBy>
  <cp:revision>1</cp:revision>
  <dcterms:created xsi:type="dcterms:W3CDTF">2026-10-20T23:11:14Z</dcterms:created>
  <dcterms:modified xsi:type="dcterms:W3CDTF">2026-10-20T23:11:14Z</dcterms:modified>
</cp:coreProperties>
</file>