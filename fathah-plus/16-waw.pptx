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5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3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15E"/>
          </a:solidFill>
          <a:ln w="12700">
            <a:solidFill>
              <a:srgbClr val="EDE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33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885505" cy="16459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842" y="1783080"/>
            <a:ext cx="1767718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A70"/>
          </a:solidFill>
          <a:ln w="12700">
            <a:solidFill>
              <a:srgbClr val="DBA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</a:t>
            </a:r>
            <a:endParaRPr lang="ar-SA" sz="7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904845" cy="12344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10" y="3881628"/>
            <a:ext cx="584850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799" y="3515868"/>
            <a:ext cx="1148761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83290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031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436" y="3515868"/>
            <a:ext cx="945124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2377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0295" y="4064508"/>
            <a:ext cx="562265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1573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637" y="3515868"/>
            <a:ext cx="1395923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12459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163" y="3515868"/>
            <a:ext cx="710397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798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20019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E052"/>
          </a:solidFill>
          <a:ln w="12700">
            <a:solidFill>
              <a:srgbClr val="9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311" y="3835908"/>
            <a:ext cx="575249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1D8"/>
          </a:solidFill>
          <a:ln w="12700">
            <a:solidFill>
              <a:srgbClr val="648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1D1"/>
          </a:solidFill>
          <a:ln w="12700">
            <a:solidFill>
              <a:srgbClr val="478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047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12139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وَطَ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551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11" y="3515868"/>
            <a:ext cx="988649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وَظَ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999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65E"/>
          </a:solidFill>
          <a:ln w="12700">
            <a:solidFill>
              <a:srgbClr val="ED7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21208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710" y="3881628"/>
            <a:ext cx="584850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E"/>
          </a:solidFill>
          <a:ln w="12700">
            <a:solidFill>
              <a:srgbClr val="D864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3"/>
          </a:solidFill>
          <a:ln w="12700">
            <a:solidFill>
              <a:srgbClr val="D147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</a:t>
            </a:r>
            <a:endParaRPr lang="ar-SA" sz="87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283" y="3515868"/>
            <a:ext cx="2490277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99566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240" y="3515868"/>
            <a:ext cx="822320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86377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ED5E"/>
          </a:solidFill>
          <a:ln w="12700">
            <a:solidFill>
              <a:srgbClr val="6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2110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186" y="3835908"/>
            <a:ext cx="565374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D864"/>
          </a:solidFill>
          <a:ln w="12700">
            <a:solidFill>
              <a:srgbClr val="B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64" y="3515868"/>
            <a:ext cx="1386596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أَوَبَ</a:t>
            </a:r>
            <a:endParaRPr lang="ar-SA" sz="6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669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بَوَتَ</a:t>
            </a:r>
            <a:endParaRPr lang="ar-SA" sz="8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063" y="3332988"/>
            <a:ext cx="962497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تَوَثَ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4002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ثَوَجَ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352"/>
          </a:solidFill>
          <a:ln w="12700">
            <a:solidFill>
              <a:srgbClr val="E0C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CDB"/>
          </a:solidFill>
          <a:ln w="12700">
            <a:solidFill>
              <a:srgbClr val="70B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جَوَحَ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حَوَخَ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196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432" y="3332988"/>
            <a:ext cx="1666128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خَوَدَ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70534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دَوَذَ</a:t>
            </a:r>
            <a:endParaRPr lang="ar-SA" sz="8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2135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61" y="3332988"/>
            <a:ext cx="1250899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ذَوَرَ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8655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رَوَزَ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زَوَسَ</a:t>
            </a:r>
            <a:endParaRPr lang="ar-SA" sz="72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16503" cy="118872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916" y="3927348"/>
            <a:ext cx="580644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47D1"/>
          </a:solidFill>
          <a:ln w="12700">
            <a:solidFill>
              <a:srgbClr val="9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سَوَشَ</a:t>
            </a:r>
            <a:endParaRPr lang="ar-SA" sz="64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47" y="3332988"/>
            <a:ext cx="1702613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شَوَصَ</a:t>
            </a:r>
            <a:endParaRPr lang="ar-SA" sz="6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75334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صَوَضَ</a:t>
            </a:r>
            <a:endParaRPr lang="ar-SA" sz="6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0590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033" y="3332988"/>
            <a:ext cx="1061527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ضَوَطَ</a:t>
            </a:r>
            <a:endParaRPr lang="ar-SA" sz="7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201721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5ED5E"/>
          </a:solidFill>
          <a:ln w="12700">
            <a:solidFill>
              <a:srgbClr val="D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طَوَظَ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52E0"/>
          </a:solidFill>
          <a:ln w="12700">
            <a:solidFill>
              <a:srgbClr val="7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670"/>
          </a:solidFill>
          <a:ln w="12700">
            <a:solidFill>
              <a:srgbClr val="DBC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ظَوَعَ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12114" cy="96012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74" y="3881628"/>
            <a:ext cx="570586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F64"/>
          </a:solidFill>
          <a:ln w="12700">
            <a:solidFill>
              <a:srgbClr val="D89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647"/>
          </a:solidFill>
          <a:ln w="12700">
            <a:solidFill>
              <a:srgbClr val="D17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عَوَغَ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5244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غَوَفَ</a:t>
            </a:r>
            <a:endParaRPr lang="ar-SA" sz="77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84296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A"/>
          </a:solidFill>
          <a:ln w="12700">
            <a:solidFill>
              <a:srgbClr val="642B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فَوَقَ</a:t>
            </a:r>
            <a:endParaRPr lang="ar-SA" sz="7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21431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647" y="3332988"/>
            <a:ext cx="767913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قَوَكَ</a:t>
            </a:r>
            <a:endParaRPr lang="ar-SA" sz="77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02303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2"/>
          </a:solidFill>
          <a:ln w="12700">
            <a:solidFill>
              <a:srgbClr val="5EEDE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6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كَوَلَ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852"/>
          </a:solidFill>
          <a:ln w="12700">
            <a:solidFill>
              <a:srgbClr val="E05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B"/>
          </a:solidFill>
          <a:ln w="12700">
            <a:solidFill>
              <a:srgbClr val="70DB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لَوَمَ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767" y="4110228"/>
            <a:ext cx="582793" cy="9601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2"/>
          </a:solidFill>
          <a:ln w="12700">
            <a:solidFill>
              <a:srgbClr val="64D8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4"/>
          </a:solidFill>
          <a:ln w="12700">
            <a:solidFill>
              <a:srgbClr val="47D1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مَوَنَ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4665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87" y="3332988"/>
            <a:ext cx="1426373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نَوَهَ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4321" cy="11887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08" y="4064508"/>
            <a:ext cx="715152" cy="10058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7934"/>
          </a:solidFill>
          <a:ln w="12700">
            <a:solidFill>
              <a:srgbClr val="5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هَوَأَ</a:t>
            </a:r>
            <a:endParaRPr lang="ar-SA" sz="6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99" y="3332988"/>
            <a:ext cx="1104961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4299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5EED"/>
          </a:solidFill>
          <a:ln w="12700">
            <a:solidFill>
              <a:srgbClr val="B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09778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EE052"/>
          </a:solidFill>
          <a:ln w="12700">
            <a:solidFill>
              <a:srgbClr val="6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70DB"/>
          </a:solidFill>
          <a:ln w="12700">
            <a:solidFill>
              <a:srgbClr val="9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4155948"/>
            <a:ext cx="585216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64D8"/>
          </a:solidFill>
          <a:ln w="12700">
            <a:solidFill>
              <a:srgbClr val="6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DD1"/>
          </a:solidFill>
          <a:ln w="12700">
            <a:solidFill>
              <a:srgbClr val="475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endParaRPr lang="ar-SA" sz="8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920" y="3515868"/>
            <a:ext cx="1644640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D79"/>
          </a:solidFill>
          <a:ln w="12700">
            <a:solidFill>
              <a:srgbClr val="346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628" y="3515868"/>
            <a:ext cx="739932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0519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B5E"/>
          </a:solidFill>
          <a:ln w="12700">
            <a:solidFill>
              <a:srgbClr val="ED9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4990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2E0"/>
          </a:solidFill>
          <a:ln w="12700">
            <a:solidFill>
              <a:srgbClr val="529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670"/>
          </a:solidFill>
          <a:ln w="12700">
            <a:solidFill>
              <a:srgbClr val="DB7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8547"/>
          </a:solidFill>
          <a:ln w="12700">
            <a:solidFill>
              <a:srgbClr val="6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92454" cy="9144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918" y="3881628"/>
            <a:ext cx="564642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0"/>
          </a:solidFill>
          <a:ln w="12700">
            <a:solidFill>
              <a:srgbClr val="D864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0"/>
          </a:solidFill>
          <a:ln w="12700">
            <a:solidFill>
              <a:srgbClr val="D147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114" y="3515868"/>
            <a:ext cx="1282446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36061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8346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7"/>
          </a:solidFill>
          <a:ln w="12700">
            <a:solidFill>
              <a:srgbClr val="5EED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0967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5"/>
          </a:solidFill>
          <a:ln w="12700">
            <a:solidFill>
              <a:srgbClr val="E052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C85"/>
          </a:solidFill>
          <a:ln w="12700">
            <a:solidFill>
              <a:srgbClr val="477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27476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D864"/>
          </a:solidFill>
          <a:ln w="12700">
            <a:solidFill>
              <a:srgbClr val="9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2D147"/>
          </a:solidFill>
          <a:ln w="12700">
            <a:solidFill>
              <a:srgbClr val="A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929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0" y="3515868"/>
            <a:ext cx="1450330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0488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334"/>
          </a:solidFill>
          <a:ln w="12700">
            <a:solidFill>
              <a:srgbClr val="796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401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9ED"/>
          </a:solidFill>
          <a:ln w="12700">
            <a:solidFill>
              <a:srgbClr val="5E6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endParaRPr lang="ar-SA" sz="87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11150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9E052"/>
          </a:solidFill>
          <a:ln w="12700">
            <a:solidFill>
              <a:srgbClr val="D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0DB"/>
          </a:solidFill>
          <a:ln w="12700">
            <a:solidFill>
              <a:srgbClr val="70A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endParaRPr lang="ar-SA" sz="8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305" y="4018788"/>
            <a:ext cx="576255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AD8"/>
          </a:solidFill>
          <a:ln w="12700">
            <a:solidFill>
              <a:srgbClr val="64B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4D1"/>
          </a:solidFill>
          <a:ln w="12700">
            <a:solidFill>
              <a:srgbClr val="47C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645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40" y="3515868"/>
            <a:ext cx="1256020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endParaRPr lang="ar-SA" sz="8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13282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2"/>
          </a:solidFill>
          <a:ln w="12700">
            <a:solidFill>
              <a:srgbClr val="3479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4141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C"/>
          </a:solidFill>
          <a:ln w="12700">
            <a:solidFill>
              <a:srgbClr val="ED5E8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4"/>
          </a:solidFill>
          <a:ln w="12700">
            <a:solidFill>
              <a:srgbClr val="52E0C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B"/>
          </a:solidFill>
          <a:ln w="12700">
            <a:solidFill>
              <a:srgbClr val="DB70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11203" y="896112"/>
            <a:ext cx="17652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D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11203" y="896112"/>
            <a:ext cx="17652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100" dirty="0"/>
          </a:p>
        </p:txBody>
      </p:sp>
      <p:sp>
        <p:nvSpPr>
          <p:cNvPr id="17" name="C2 W2 pill"/>
          <p:cNvSpPr/>
          <p:nvPr/>
        </p:nvSpPr>
        <p:spPr>
          <a:xfrm>
            <a:off x="2567561" y="896112"/>
            <a:ext cx="19236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D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7561" y="896112"/>
            <a:ext cx="19236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وَسَأَلَ</a:t>
            </a:r>
            <a:endParaRPr lang="ar-SA" sz="41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5821" y="2834640"/>
            <a:ext cx="333235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5821" y="2834640"/>
            <a:ext cx="333235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وَسَأَلَ</a:t>
            </a:r>
            <a:endParaRPr lang="ar-SA" sz="42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484620" cy="16459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604" y="1783080"/>
            <a:ext cx="743956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7"/>
          </a:solidFill>
          <a:ln w="12700">
            <a:solidFill>
              <a:srgbClr val="D864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47D1"/>
          </a:solidFill>
          <a:ln w="12700">
            <a:solidFill>
              <a:srgbClr val="B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120594" y="896112"/>
            <a:ext cx="18251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594" y="896112"/>
            <a:ext cx="18251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98275" y="896112"/>
            <a:ext cx="26022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98275" y="896112"/>
            <a:ext cx="26022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10541" y="2834640"/>
            <a:ext cx="412291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10541" y="2834640"/>
            <a:ext cx="412291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 وَصَدَقَ</a:t>
            </a:r>
            <a:endParaRPr lang="ar-SA" sz="5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170432" cy="182880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843" y="3241548"/>
            <a:ext cx="1391717" cy="18288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51131" y="896112"/>
            <a:ext cx="183367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3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51131" y="896112"/>
            <a:ext cx="18336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59193" y="896112"/>
            <a:ext cx="22718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3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59193" y="896112"/>
            <a:ext cx="22718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95297" y="2834640"/>
            <a:ext cx="37534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95297" y="2834640"/>
            <a:ext cx="37534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وَضَعَ وَجَلَسَ</a:t>
            </a:r>
            <a:endParaRPr lang="ar-SA" sz="4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825325" cy="164592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803" y="1783080"/>
            <a:ext cx="1711757" cy="1645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D64"/>
          </a:solidFill>
          <a:ln w="12700">
            <a:solidFill>
              <a:srgbClr val="2B3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17307" y="896112"/>
            <a:ext cx="17873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1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17307" y="896112"/>
            <a:ext cx="17873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339310" y="896112"/>
            <a:ext cx="23579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1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39310" y="896112"/>
            <a:ext cx="23579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وَوَقَفَ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36492" y="2834640"/>
            <a:ext cx="387101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36492" y="2834640"/>
            <a:ext cx="387101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 وَوَقَفَ</a:t>
            </a:r>
            <a:endParaRPr lang="ar-SA" sz="54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30275" cy="182880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050" y="3241548"/>
            <a:ext cx="1340510" cy="18288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16-waw</dc:title>
  <dc:subject>PptxGenJS Presentation</dc:subject>
  <dc:creator>PptxGenJS</dc:creator>
  <cp:lastModifiedBy>PptxGenJS</cp:lastModifiedBy>
  <cp:revision>1</cp:revision>
  <dcterms:created xsi:type="dcterms:W3CDTF">2026-10-20T23:35:41Z</dcterms:created>
  <dcterms:modified xsi:type="dcterms:W3CDTF">2026-10-20T23:35:41Z</dcterms:modified>
</cp:coreProperties>
</file>