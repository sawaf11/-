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8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3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2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7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8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6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80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80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8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80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80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8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64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6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6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3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ED5E"/>
          </a:solidFill>
          <a:ln w="12700">
            <a:solidFill>
              <a:srgbClr val="D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5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7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7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7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80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8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6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7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8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B5E"/>
          </a:solidFill>
          <a:ln w="12700">
            <a:solidFill>
              <a:srgbClr val="ED9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2E0"/>
          </a:solidFill>
          <a:ln w="12700">
            <a:solidFill>
              <a:srgbClr val="529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0"/>
          </a:solidFill>
          <a:ln w="12700">
            <a:solidFill>
              <a:srgbClr val="D864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0"/>
          </a:solidFill>
          <a:ln w="12700">
            <a:solidFill>
              <a:srgbClr val="D147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7"/>
          </a:solidFill>
          <a:ln w="12700">
            <a:solidFill>
              <a:srgbClr val="5EED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D864"/>
          </a:solidFill>
          <a:ln w="12700">
            <a:solidFill>
              <a:srgbClr val="9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D147"/>
          </a:solidFill>
          <a:ln w="12700">
            <a:solidFill>
              <a:srgbClr val="A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9ED"/>
          </a:solidFill>
          <a:ln w="12700">
            <a:solidFill>
              <a:srgbClr val="5E6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87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E052"/>
          </a:solidFill>
          <a:ln w="12700">
            <a:solidFill>
              <a:srgbClr val="D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8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AD8"/>
          </a:solidFill>
          <a:ln w="12700">
            <a:solidFill>
              <a:srgbClr val="64B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8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4"/>
          </a:solidFill>
          <a:ln w="12700">
            <a:solidFill>
              <a:srgbClr val="52E0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B"/>
          </a:solidFill>
          <a:ln w="12700">
            <a:solidFill>
              <a:srgbClr val="DB70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7"/>
          </a:solidFill>
          <a:ln w="12700">
            <a:solidFill>
              <a:srgbClr val="D864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20594" y="896112"/>
            <a:ext cx="1825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594" y="896112"/>
            <a:ext cx="1825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8275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8275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0541" y="2834640"/>
            <a:ext cx="41229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0541" y="2834640"/>
            <a:ext cx="41229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 وَصَدَقَ</a:t>
            </a:r>
            <a:endParaRPr lang="ar-SA" sz="5700" dirty="0"/>
          </a:p>
        </p:txBody>
      </p:sp>
      <p:pic>
        <p:nvPicPr>
          <p:cNvPr id="1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8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1131" y="896112"/>
            <a:ext cx="18336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1131" y="896112"/>
            <a:ext cx="18336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5919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919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95297" y="2834640"/>
            <a:ext cx="37534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95297" y="2834640"/>
            <a:ext cx="37534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 وَجَلَسَ</a:t>
            </a:r>
            <a:endParaRPr lang="ar-SA" sz="4700" dirty="0"/>
          </a:p>
        </p:txBody>
      </p:sp>
      <p:pic>
        <p:nvPicPr>
          <p:cNvPr id="18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9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20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1730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1730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339310" y="896112"/>
            <a:ext cx="2357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9310" y="896112"/>
            <a:ext cx="2357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وَوَقَفَ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92" y="2834640"/>
            <a:ext cx="38710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92" y="2834640"/>
            <a:ext cx="38710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وَوَقَفَ</a:t>
            </a:r>
            <a:endParaRPr lang="ar-SA" sz="5400" dirty="0"/>
          </a:p>
        </p:txBody>
      </p:sp>
      <p:pic>
        <p:nvPicPr>
          <p:cNvPr id="1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0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1783080"/>
            <a:ext cx="1882475" cy="1554480"/>
          </a:xfrm>
          <a:prstGeom prst="rect">
            <a:avLst/>
          </a:prstGeom>
        </p:spPr>
      </p:pic>
      <p:pic>
        <p:nvPicPr>
          <p:cNvPr id="2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16-waw</dc:title>
  <dc:subject>PptxGenJS Presentation</dc:subject>
  <dc:creator>PptxGenJS</dc:creator>
  <cp:lastModifiedBy>PptxGenJS</cp:lastModifiedBy>
  <cp:revision>1</cp:revision>
  <dcterms:created xsi:type="dcterms:W3CDTF">2026-10-20T22:49:34Z</dcterms:created>
  <dcterms:modified xsi:type="dcterms:W3CDTF">2026-10-20T22:49:34Z</dcterms:modified>
</cp:coreProperties>
</file>