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9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image" Target="../media/image-10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10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1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1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1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9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1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1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1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7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1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3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135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633347" cy="11430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2057400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6ED"/>
          </a:solidFill>
          <a:ln w="12700">
            <a:solidFill>
              <a:srgbClr val="5E8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نَأَ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2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B52"/>
          </a:solidFill>
          <a:ln w="12700">
            <a:solidFill>
              <a:srgbClr val="E0C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6DB"/>
          </a:solidFill>
          <a:ln w="12700">
            <a:solidFill>
              <a:srgbClr val="70B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14785"/>
          </a:solidFill>
          <a:ln w="12700">
            <a:solidFill>
              <a:srgbClr val="7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1D8"/>
          </a:solidFill>
          <a:ln w="12700">
            <a:solidFill>
              <a:srgbClr val="64D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2"/>
          </a:solidFill>
          <a:ln w="12700">
            <a:solidFill>
              <a:srgbClr val="47D1C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نَتَ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020" y="3515868"/>
            <a:ext cx="985540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B642B"/>
          </a:solidFill>
          <a:ln w="12700">
            <a:solidFill>
              <a:srgbClr val="3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1921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9"/>
          </a:solidFill>
          <a:ln w="12700">
            <a:solidFill>
              <a:srgbClr val="ED5E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نَخَ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7"/>
          </a:solidFill>
          <a:ln w="12700">
            <a:solidFill>
              <a:srgbClr val="52E0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0"/>
          </a:solidFill>
          <a:ln w="12700">
            <a:solidFill>
              <a:srgbClr val="DB70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247"/>
          </a:solidFill>
          <a:ln w="12700">
            <a:solidFill>
              <a:srgbClr val="856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نَدَ</a:t>
            </a:r>
            <a:endParaRPr lang="ar-SA" sz="10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64D8"/>
          </a:solidFill>
          <a:ln w="12700">
            <a:solidFill>
              <a:srgbClr val="C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047D1"/>
          </a:solidFill>
          <a:ln w="12700">
            <a:solidFill>
              <a:srgbClr val="A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8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964"/>
          </a:solidFill>
          <a:ln w="12700">
            <a:solidFill>
              <a:srgbClr val="2B49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679"/>
          </a:solidFill>
          <a:ln w="12700">
            <a:solidFill>
              <a:srgbClr val="343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ED5E"/>
          </a:solidFill>
          <a:ln w="12700">
            <a:solidFill>
              <a:srgbClr val="C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نَشَ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452E0"/>
          </a:solidFill>
          <a:ln w="12700">
            <a:solidFill>
              <a:srgbClr val="8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B70"/>
          </a:solidFill>
          <a:ln w="12700">
            <a:solidFill>
              <a:srgbClr val="DBC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نَصَ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564"/>
          </a:solidFill>
          <a:ln w="12700">
            <a:solidFill>
              <a:srgbClr val="D8A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E47"/>
          </a:solidFill>
          <a:ln w="12700">
            <a:solidFill>
              <a:srgbClr val="D17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5338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9204" y="3744468"/>
            <a:ext cx="1063356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نَطَ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7"/>
          </a:solidFill>
          <a:ln w="12700">
            <a:solidFill>
              <a:srgbClr val="642B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7"/>
          </a:solidFill>
          <a:ln w="12700">
            <a:solidFill>
              <a:srgbClr val="79344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377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422669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A"/>
          </a:solidFill>
          <a:ln w="12700">
            <a:solidFill>
              <a:srgbClr val="5EED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052"/>
          </a:solidFill>
          <a:ln w="12700">
            <a:solidFill>
              <a:srgbClr val="E06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1"/>
          </a:solidFill>
          <a:ln w="12700">
            <a:solidFill>
              <a:srgbClr val="70DB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نَفَ</a:t>
            </a:r>
            <a:endParaRPr lang="ar-SA" sz="9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8"/>
          </a:solidFill>
          <a:ln w="12700">
            <a:solidFill>
              <a:srgbClr val="64D88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B"/>
          </a:solidFill>
          <a:ln w="12700">
            <a:solidFill>
              <a:srgbClr val="47D15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نَقَ</a:t>
            </a:r>
            <a:endParaRPr lang="ar-SA" sz="86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1780" y="3515868"/>
            <a:ext cx="112078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نَكَ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نَلَ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نَمَ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65EED"/>
          </a:solidFill>
          <a:ln w="12700">
            <a:solidFill>
              <a:srgbClr val="C6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E052"/>
          </a:solidFill>
          <a:ln w="12700">
            <a:solidFill>
              <a:srgbClr val="6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670DB"/>
          </a:solidFill>
          <a:ln w="12700">
            <a:solidFill>
              <a:srgbClr val="96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بَنَتَ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16229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64D8"/>
          </a:solidFill>
          <a:ln w="12700">
            <a:solidFill>
              <a:srgbClr val="6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6D1"/>
          </a:solidFill>
          <a:ln w="12700">
            <a:solidFill>
              <a:srgbClr val="475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تَنَثَ</a:t>
            </a:r>
            <a:endParaRPr lang="ar-SA" sz="8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6164" y="3332988"/>
            <a:ext cx="976396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4155948"/>
            <a:ext cx="73152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315822" cy="9144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35E"/>
          </a:solidFill>
          <a:ln w="12700">
            <a:solidFill>
              <a:srgbClr val="EDA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3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AE0"/>
          </a:solidFill>
          <a:ln w="12700">
            <a:solidFill>
              <a:srgbClr val="528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B70"/>
          </a:solidFill>
          <a:ln w="12700">
            <a:solidFill>
              <a:srgbClr val="DB7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دَنَذَ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25556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A"/>
          </a:solidFill>
          <a:ln w="12700">
            <a:solidFill>
              <a:srgbClr val="D8647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8"/>
          </a:solidFill>
          <a:ln w="12700">
            <a:solidFill>
              <a:srgbClr val="D1477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6456" y="3607308"/>
            <a:ext cx="926104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8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8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11179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3479"/>
          </a:solidFill>
          <a:ln w="12700">
            <a:solidFill>
              <a:srgbClr val="7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زَنَسَ</a:t>
            </a:r>
            <a:endParaRPr lang="ar-SA" sz="7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4110228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سَنَشَ</a:t>
            </a:r>
            <a:endParaRPr lang="ar-SA" sz="6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F"/>
          </a:solidFill>
          <a:ln w="12700">
            <a:solidFill>
              <a:srgbClr val="5EED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شَنَصَ</a:t>
            </a:r>
            <a:endParaRPr lang="ar-SA" sz="6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E"/>
          </a:solidFill>
          <a:ln w="12700">
            <a:solidFill>
              <a:srgbClr val="E052A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DB70"/>
          </a:solidFill>
          <a:ln w="12700">
            <a:solidFill>
              <a:srgbClr val="8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985"/>
          </a:solidFill>
          <a:ln w="12700">
            <a:solidFill>
              <a:srgbClr val="477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صَنَضَ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D864"/>
          </a:solidFill>
          <a:ln w="12700">
            <a:solidFill>
              <a:srgbClr val="9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AD147"/>
          </a:solidFill>
          <a:ln w="12700">
            <a:solidFill>
              <a:srgbClr val="9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ضَنَطَ</a:t>
            </a:r>
            <a:endParaRPr lang="ar-SA" sz="78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طَنَظَ</a:t>
            </a:r>
            <a:endParaRPr lang="ar-SA" sz="8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82B"/>
          </a:solidFill>
          <a:ln w="12700">
            <a:solidFill>
              <a:srgbClr val="643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734"/>
          </a:solidFill>
          <a:ln w="12700">
            <a:solidFill>
              <a:srgbClr val="796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ظَنَعَ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6253" y="3835908"/>
            <a:ext cx="1086307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عَنَغَ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1ED"/>
          </a:solidFill>
          <a:ln w="12700">
            <a:solidFill>
              <a:srgbClr val="5E6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غَنَفَ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E052"/>
          </a:solidFill>
          <a:ln w="12700">
            <a:solidFill>
              <a:srgbClr val="D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ADB"/>
          </a:solidFill>
          <a:ln w="12700">
            <a:solidFill>
              <a:srgbClr val="709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14785"/>
          </a:solidFill>
          <a:ln w="12700">
            <a:solidFill>
              <a:srgbClr val="81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3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فَنَقَ</a:t>
            </a:r>
            <a:endParaRPr lang="ar-SA" sz="7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6790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4D8"/>
          </a:solidFill>
          <a:ln w="12700">
            <a:solidFill>
              <a:srgbClr val="64B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DD1"/>
          </a:solidFill>
          <a:ln w="12700">
            <a:solidFill>
              <a:srgbClr val="47BD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8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8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قَنَكَ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209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4731" y="3424428"/>
            <a:ext cx="1097829" cy="16459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كَنَلَ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2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لَنَمَ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7701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9170" y="3790188"/>
            <a:ext cx="1523390" cy="12801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مَنَأَ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5"/>
          </a:solidFill>
          <a:ln w="12700">
            <a:solidFill>
              <a:srgbClr val="ED5E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C"/>
          </a:solidFill>
          <a:ln w="12700">
            <a:solidFill>
              <a:srgbClr val="52E0C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E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5"/>
          </a:solidFill>
          <a:ln w="12700">
            <a:solidFill>
              <a:srgbClr val="DB70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247"/>
          </a:solidFill>
          <a:ln w="12700">
            <a:solidFill>
              <a:srgbClr val="8572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1"/>
          </a:solidFill>
          <a:ln w="12700">
            <a:solidFill>
              <a:srgbClr val="D864D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347D1"/>
          </a:solidFill>
          <a:ln w="12700">
            <a:solidFill>
              <a:srgbClr val="C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1170" y="3515868"/>
            <a:ext cx="88139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A64"/>
          </a:solidFill>
          <a:ln w="12700">
            <a:solidFill>
              <a:srgbClr val="2B3A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3479"/>
          </a:solidFill>
          <a:ln w="12700">
            <a:solidFill>
              <a:srgbClr val="44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3112" y="3515868"/>
            <a:ext cx="143944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ED5E"/>
          </a:solidFill>
          <a:ln w="12700">
            <a:solidFill>
              <a:srgbClr val="A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5264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852E0"/>
          </a:solidFill>
          <a:ln w="12700">
            <a:solidFill>
              <a:srgbClr val="A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DB70"/>
          </a:solidFill>
          <a:ln w="12700">
            <a:solidFill>
              <a:srgbClr val="D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</a:t>
            </a:r>
            <a:endParaRPr lang="ar-SA" sz="9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364"/>
          </a:solidFill>
          <a:ln w="12700">
            <a:solidFill>
              <a:srgbClr val="D8C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147"/>
          </a:solidFill>
          <a:ln w="12700">
            <a:solidFill>
              <a:srgbClr val="D1A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7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4952" y="3515868"/>
            <a:ext cx="88760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7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8"/>
          </a:solidFill>
          <a:ln w="12700">
            <a:solidFill>
              <a:srgbClr val="642B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5"/>
          </a:solidFill>
          <a:ln w="12700">
            <a:solidFill>
              <a:srgbClr val="7934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7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CED"/>
          </a:solidFill>
          <a:ln w="12700">
            <a:solidFill>
              <a:srgbClr val="5EC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2430" cy="10972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552"/>
          </a:solidFill>
          <a:ln w="12700">
            <a:solidFill>
              <a:srgbClr val="E08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C"/>
          </a:solidFill>
          <a:ln w="12700">
            <a:solidFill>
              <a:srgbClr val="70DBC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7326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6"/>
          </a:solidFill>
          <a:ln w="12700">
            <a:solidFill>
              <a:srgbClr val="64D8A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E"/>
          </a:solidFill>
          <a:ln w="12700">
            <a:solidFill>
              <a:srgbClr val="47D17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893" y="3698748"/>
            <a:ext cx="991667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67934"/>
          </a:solidFill>
          <a:ln w="12700">
            <a:solidFill>
              <a:srgbClr val="4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0995" y="3515868"/>
            <a:ext cx="127156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5EED"/>
          </a:solidFill>
          <a:ln w="12700">
            <a:solidFill>
              <a:srgbClr val="E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1"/>
          </a:solidFill>
          <a:ln w="12700">
            <a:solidFill>
              <a:srgbClr val="52E0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170DB"/>
          </a:solidFill>
          <a:ln w="12700">
            <a:solidFill>
              <a:srgbClr val="B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B"/>
          </a:solidFill>
          <a:ln w="12700">
            <a:solidFill>
              <a:srgbClr val="85474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61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1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1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</a:t>
            </a:r>
            <a:endParaRPr lang="ar-SA" sz="8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64D8"/>
          </a:solidFill>
          <a:ln w="12700">
            <a:solidFill>
              <a:srgbClr val="8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C47D1"/>
          </a:solidFill>
          <a:ln w="12700">
            <a:solidFill>
              <a:srgbClr val="5C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7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7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</a:t>
            </a:r>
            <a:endParaRPr lang="ar-SA" sz="8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6603" y="3515868"/>
            <a:ext cx="1025957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71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1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1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91245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3"/>
          </a:solidFill>
          <a:ln w="12700">
            <a:solidFill>
              <a:srgbClr val="2B64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</a:t>
            </a:r>
            <a:endParaRPr lang="ar-SA" sz="8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5318" y="3653028"/>
            <a:ext cx="1067242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60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60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6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75E"/>
          </a:solidFill>
          <a:ln w="12700">
            <a:solidFill>
              <a:srgbClr val="EDC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107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10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966155" cy="16459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6E0"/>
          </a:solidFill>
          <a:ln w="12700">
            <a:solidFill>
              <a:srgbClr val="526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770"/>
          </a:solidFill>
          <a:ln w="12700">
            <a:solidFill>
              <a:srgbClr val="DB9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A8547"/>
          </a:solidFill>
          <a:ln w="12700">
            <a:solidFill>
              <a:srgbClr val="5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يَأَ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C64"/>
          </a:solidFill>
          <a:ln w="12700">
            <a:solidFill>
              <a:srgbClr val="D86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5"/>
          </a:solidFill>
          <a:ln w="12700">
            <a:solidFill>
              <a:srgbClr val="D1475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45" y="3515868"/>
            <a:ext cx="716615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يَتَ</a:t>
            </a:r>
            <a:endParaRPr lang="ar-SA" sz="9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2B64"/>
          </a:solidFill>
          <a:ln w="12700">
            <a:solidFill>
              <a:srgbClr val="55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9"/>
          </a:solidFill>
          <a:ln w="12700">
            <a:solidFill>
              <a:srgbClr val="7934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يَثَ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4"/>
          </a:solidFill>
          <a:ln w="12700">
            <a:solidFill>
              <a:srgbClr val="5EED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يَحَ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9"/>
          </a:solidFill>
          <a:ln w="12700">
            <a:solidFill>
              <a:srgbClr val="E052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C"/>
          </a:solidFill>
          <a:ln w="12700">
            <a:solidFill>
              <a:srgbClr val="70DB7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985"/>
          </a:solidFill>
          <a:ln w="12700">
            <a:solidFill>
              <a:srgbClr val="476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يَخَ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24138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D864"/>
          </a:solidFill>
          <a:ln w="12700">
            <a:solidFill>
              <a:srgbClr val="7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7D147"/>
          </a:solidFill>
          <a:ln w="12700">
            <a:solidFill>
              <a:srgbClr val="7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يَدَ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514" y="3515868"/>
            <a:ext cx="1057046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يَذَ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100389" cy="10058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72B"/>
          </a:solidFill>
          <a:ln w="12700">
            <a:solidFill>
              <a:srgbClr val="644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5575" y="3973068"/>
            <a:ext cx="1296985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5EED"/>
          </a:solidFill>
          <a:ln w="12700">
            <a:solidFill>
              <a:srgbClr val="8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E052"/>
          </a:solidFill>
          <a:ln w="12700">
            <a:solidFill>
              <a:srgbClr val="A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FDB"/>
          </a:solidFill>
          <a:ln w="12700">
            <a:solidFill>
              <a:srgbClr val="707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يَشَ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6D8"/>
          </a:solidFill>
          <a:ln w="12700">
            <a:solidFill>
              <a:srgbClr val="649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AD1"/>
          </a:solidFill>
          <a:ln w="12700">
            <a:solidFill>
              <a:srgbClr val="479A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2836" y="3515868"/>
            <a:ext cx="7197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3257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7"/>
          </a:solidFill>
          <a:ln w="12700">
            <a:solidFill>
              <a:srgbClr val="3479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يَطَ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0"/>
          </a:solidFill>
          <a:ln w="12700">
            <a:solidFill>
              <a:srgbClr val="ED5E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0E0"/>
          </a:solidFill>
          <a:ln w="12700">
            <a:solidFill>
              <a:srgbClr val="52D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A"/>
          </a:solidFill>
          <a:ln w="12700">
            <a:solidFill>
              <a:srgbClr val="DB70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يَغَ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3"/>
          </a:solidFill>
          <a:ln w="12700">
            <a:solidFill>
              <a:srgbClr val="D864B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C"/>
          </a:solidFill>
          <a:ln w="12700">
            <a:solidFill>
              <a:srgbClr val="D147B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يَفَ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يَقَ</a:t>
            </a:r>
            <a:endParaRPr lang="ar-SA" sz="8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69574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3479"/>
          </a:solidFill>
          <a:ln w="12700">
            <a:solidFill>
              <a:srgbClr val="56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يَكَ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3894" y="3607308"/>
            <a:ext cx="1398666" cy="14630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يَلَ</a:t>
            </a:r>
            <a:endParaRPr lang="ar-SA" sz="8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3795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ED5E"/>
          </a:solidFill>
          <a:ln w="12700">
            <a:solidFill>
              <a:srgbClr val="8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يَمَ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52E0"/>
          </a:solidFill>
          <a:ln w="12700">
            <a:solidFill>
              <a:srgbClr val="C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DB70"/>
          </a:solidFill>
          <a:ln w="12700">
            <a:solidFill>
              <a:srgbClr val="B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2"/>
          </a:solidFill>
          <a:ln w="12700">
            <a:solidFill>
              <a:srgbClr val="47857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يَنَ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0D864"/>
          </a:solidFill>
          <a:ln w="12700">
            <a:solidFill>
              <a:srgbClr val="D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447"/>
          </a:solidFill>
          <a:ln w="12700">
            <a:solidFill>
              <a:srgbClr val="D1C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يَهَ</a:t>
            </a:r>
            <a:endParaRPr lang="ar-SA" sz="98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2356" y="3515868"/>
            <a:ext cx="9902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يَوَ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534"/>
          </a:solidFill>
          <a:ln w="12700">
            <a:solidFill>
              <a:srgbClr val="794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715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7112" y="3790188"/>
            <a:ext cx="1345448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بَيَتَ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7ED"/>
          </a:solidFill>
          <a:ln w="12700">
            <a:solidFill>
              <a:srgbClr val="5EA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تَيَثَ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952"/>
          </a:solidFill>
          <a:ln w="12700">
            <a:solidFill>
              <a:srgbClr val="E0A9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FDB"/>
          </a:solidFill>
          <a:ln w="12700">
            <a:solidFill>
              <a:srgbClr val="70C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34785"/>
          </a:solidFill>
          <a:ln w="12700">
            <a:solidFill>
              <a:srgbClr val="6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ثَيَجَ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899632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4"/>
          </a:solidFill>
          <a:ln w="12700">
            <a:solidFill>
              <a:srgbClr val="64D8C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2"/>
          </a:solidFill>
          <a:ln w="12700">
            <a:solidFill>
              <a:srgbClr val="47D1A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جَيَحَ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0527" y="3332988"/>
            <a:ext cx="992033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حَيَخَ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97280" cy="13716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642B"/>
          </a:solidFill>
          <a:ln w="12700">
            <a:solidFill>
              <a:srgbClr val="4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خَيَدَ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7975" y="3698748"/>
            <a:ext cx="1024585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دَيَذَ</a:t>
            </a:r>
            <a:endParaRPr lang="ar-SA" sz="8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B"/>
          </a:solidFill>
          <a:ln w="12700">
            <a:solidFill>
              <a:srgbClr val="ED5EC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ذَيَرَ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6"/>
          </a:solidFill>
          <a:ln w="12700">
            <a:solidFill>
              <a:srgbClr val="52E0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70DB"/>
          </a:solidFill>
          <a:ln w="12700">
            <a:solidFill>
              <a:srgbClr val="C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447"/>
          </a:solidFill>
          <a:ln w="12700">
            <a:solidFill>
              <a:srgbClr val="855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رَيَزَ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764D8"/>
          </a:solidFill>
          <a:ln w="12700">
            <a:solidFill>
              <a:srgbClr val="A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F47D1"/>
          </a:solidFill>
          <a:ln w="12700">
            <a:solidFill>
              <a:srgbClr val="7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زَيَسَ</a:t>
            </a:r>
            <a:endParaRPr lang="ar-SA" sz="7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4216" y="3653028"/>
            <a:ext cx="110834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سَيَشَ</a:t>
            </a:r>
            <a:endParaRPr lang="ar-SA" sz="6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6424" cy="9144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664"/>
          </a:solidFill>
          <a:ln w="12700">
            <a:solidFill>
              <a:srgbClr val="2B5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679"/>
          </a:solidFill>
          <a:ln w="12700">
            <a:solidFill>
              <a:srgbClr val="344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شَيَصَ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3561588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صَيَضَ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005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C5E"/>
          </a:solidFill>
          <a:ln w="12700">
            <a:solidFill>
              <a:srgbClr val="EDEC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ضَيَطَ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52E0"/>
          </a:solidFill>
          <a:ln w="12700">
            <a:solidFill>
              <a:srgbClr val="6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270"/>
          </a:solidFill>
          <a:ln w="12700">
            <a:solidFill>
              <a:srgbClr val="DBB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طَيَظَ</a:t>
            </a:r>
            <a:endParaRPr lang="ar-SA" sz="82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32688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A64"/>
          </a:solidFill>
          <a:ln w="12700">
            <a:solidFill>
              <a:srgbClr val="D88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D47"/>
          </a:solidFill>
          <a:ln w="12700">
            <a:solidFill>
              <a:srgbClr val="D15D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ظَيَعَ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2770" y="3332988"/>
            <a:ext cx="1059790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عَيَغَ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099657" cy="12801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7"/>
          </a:solidFill>
          <a:ln w="12700">
            <a:solidFill>
              <a:srgbClr val="79345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غَيَفَ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3744468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فَيَقَ</a:t>
            </a:r>
            <a:endParaRPr lang="ar-SA" sz="7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618351" cy="123444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8"/>
          </a:solidFill>
          <a:ln w="12700">
            <a:solidFill>
              <a:srgbClr val="5EEDC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قَيَكَ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5"/>
          </a:solidFill>
          <a:ln w="12700">
            <a:solidFill>
              <a:srgbClr val="E052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7"/>
          </a:solidFill>
          <a:ln w="12700">
            <a:solidFill>
              <a:srgbClr val="70DB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كَيَلَ</a:t>
            </a:r>
            <a:endParaRPr lang="ar-SA" sz="7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D"/>
          </a:solidFill>
          <a:ln w="12700">
            <a:solidFill>
              <a:srgbClr val="64D86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4D147"/>
          </a:solidFill>
          <a:ln w="12700">
            <a:solidFill>
              <a:srgbClr val="5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لَيَمَ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6547" y="3378708"/>
            <a:ext cx="746013" cy="16916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مَيَنَ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نَيَهَ</a:t>
            </a:r>
            <a:endParaRPr lang="ar-SA" sz="8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2385" y="3927348"/>
            <a:ext cx="140017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هَيَوَ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55EED"/>
          </a:solidFill>
          <a:ln w="12700">
            <a:solidFill>
              <a:srgbClr val="A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وَيَأَ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8E052"/>
          </a:solidFill>
          <a:ln w="12700">
            <a:solidFill>
              <a:srgbClr val="8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D70DB"/>
          </a:solidFill>
          <a:ln w="12700">
            <a:solidFill>
              <a:srgbClr val="7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9"/>
          </a:solidFill>
          <a:ln w="12700">
            <a:solidFill>
              <a:srgbClr val="85476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8D8"/>
          </a:solidFill>
          <a:ln w="12700">
            <a:solidFill>
              <a:srgbClr val="647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6D1"/>
          </a:solidFill>
          <a:ln w="12700">
            <a:solidFill>
              <a:srgbClr val="477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5417" y="3515868"/>
            <a:ext cx="91714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7"/>
          </a:solidFill>
          <a:ln w="12700">
            <a:solidFill>
              <a:srgbClr val="2B64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2173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15E"/>
          </a:solidFill>
          <a:ln w="12700">
            <a:solidFill>
              <a:srgbClr val="ED8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CE0"/>
          </a:solidFill>
          <a:ln w="12700">
            <a:solidFill>
              <a:srgbClr val="52A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E"/>
          </a:solidFill>
          <a:ln w="12700">
            <a:solidFill>
              <a:srgbClr val="DB707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88547"/>
          </a:solidFill>
          <a:ln w="12700">
            <a:solidFill>
              <a:srgbClr val="7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898672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5"/>
          </a:solidFill>
          <a:ln w="12700">
            <a:solidFill>
              <a:srgbClr val="D8649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9"/>
          </a:solidFill>
          <a:ln w="12700">
            <a:solidFill>
              <a:srgbClr val="D1479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2B64"/>
          </a:solidFill>
          <a:ln w="12700">
            <a:solidFill>
              <a:srgbClr val="3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83479"/>
          </a:solidFill>
          <a:ln w="12700">
            <a:solidFill>
              <a:srgbClr val="6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501" y="3744468"/>
            <a:ext cx="1294059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739646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FED5E"/>
          </a:solidFill>
          <a:ln w="12700">
            <a:solidFill>
              <a:srgbClr val="5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08955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F"/>
          </a:solidFill>
          <a:ln w="12700">
            <a:solidFill>
              <a:srgbClr val="E052C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DB70"/>
          </a:solidFill>
          <a:ln w="12700">
            <a:solidFill>
              <a:srgbClr val="9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2"/>
          </a:solidFill>
          <a:ln w="12700">
            <a:solidFill>
              <a:srgbClr val="47858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2D864"/>
          </a:solidFill>
          <a:ln w="12700">
            <a:solidFill>
              <a:srgbClr val="B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BD147"/>
          </a:solidFill>
          <a:ln w="12700">
            <a:solidFill>
              <a:srgbClr val="BB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1852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1582" y="3698748"/>
            <a:ext cx="1420978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3ED"/>
          </a:solidFill>
          <a:ln w="12700">
            <a:solidFill>
              <a:srgbClr val="5E8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4063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E52"/>
          </a:solidFill>
          <a:ln w="12700">
            <a:solidFill>
              <a:srgbClr val="E0C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4DB"/>
          </a:solidFill>
          <a:ln w="12700">
            <a:solidFill>
              <a:srgbClr val="70B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28116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FD8"/>
          </a:solidFill>
          <a:ln w="12700">
            <a:solidFill>
              <a:srgbClr val="64C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5"/>
          </a:solidFill>
          <a:ln w="12700">
            <a:solidFill>
              <a:srgbClr val="47D1C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2055" cy="9601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394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9642B"/>
          </a:solidFill>
          <a:ln w="12700">
            <a:solidFill>
              <a:srgbClr val="3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5"/>
          </a:solidFill>
          <a:ln w="12700">
            <a:solidFill>
              <a:srgbClr val="34794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</a:t>
            </a:r>
            <a:endParaRPr lang="ar-SA" sz="72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44468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</a:t>
            </a:r>
            <a:endParaRPr lang="ar-SA" sz="72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6C3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6"/>
          </a:solidFill>
          <a:ln w="12700">
            <a:solidFill>
              <a:srgbClr val="ED5EA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</a:t>
            </a:r>
            <a:endParaRPr lang="ar-SA" sz="72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580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A"/>
          </a:solidFill>
          <a:ln w="12700">
            <a:solidFill>
              <a:srgbClr val="52E0A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E"/>
          </a:solidFill>
          <a:ln w="12700">
            <a:solidFill>
              <a:srgbClr val="DB70CE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</a:t>
            </a:r>
            <a:endParaRPr lang="ar-SA" sz="7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22812" cy="10972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D8C3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464D8"/>
          </a:solidFill>
          <a:ln w="12700">
            <a:solidFill>
              <a:srgbClr val="C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47D1"/>
          </a:solidFill>
          <a:ln w="12700">
            <a:solidFill>
              <a:srgbClr val="A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</a:t>
            </a:r>
            <a:endParaRPr lang="ar-SA" sz="72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1523" y="3515868"/>
            <a:ext cx="1071037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</a:t>
            </a:r>
            <a:endParaRPr lang="ar-SA" sz="72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479"/>
          </a:solidFill>
          <a:ln w="12700">
            <a:solidFill>
              <a:srgbClr val="34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11865" y="896112"/>
            <a:ext cx="172151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0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11865" y="896112"/>
            <a:ext cx="172151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710625" y="896112"/>
            <a:ext cx="168120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0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710625" y="896112"/>
            <a:ext cx="168120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وَيَنَعَ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58967" y="2834640"/>
            <a:ext cx="302606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58967" y="2834640"/>
            <a:ext cx="302606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نَبَتَ وَيَنَعَ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28904" cy="169164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720" y="2125980"/>
            <a:ext cx="1279840" cy="9601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88697" y="896112"/>
            <a:ext cx="17873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88697" y="896112"/>
            <a:ext cx="17873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</a:t>
            </a:r>
            <a:endParaRPr lang="ar-SA" sz="5300" dirty="0"/>
          </a:p>
        </p:txBody>
      </p:sp>
      <p:sp>
        <p:nvSpPr>
          <p:cNvPr id="12" name="C2 W2 pill"/>
          <p:cNvSpPr/>
          <p:nvPr/>
        </p:nvSpPr>
        <p:spPr>
          <a:xfrm>
            <a:off x="2267920" y="896112"/>
            <a:ext cx="250073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E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67920" y="896112"/>
            <a:ext cx="250073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وَجَلَسَ</a:t>
            </a:r>
            <a:endParaRPr lang="ar-SA" sz="53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8302" y="2834640"/>
            <a:ext cx="402739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8302" y="2834640"/>
            <a:ext cx="402739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نَزَلَ وَجَلَسَ</a:t>
            </a:r>
            <a:endParaRPr lang="ar-SA" sz="5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1645188" cy="11887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1988820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AED5E"/>
          </a:solidFill>
          <a:ln w="12700">
            <a:solidFill>
              <a:srgbClr val="C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6136" y="896112"/>
            <a:ext cx="195613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61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6136" y="896112"/>
            <a:ext cx="195613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81732" y="896112"/>
            <a:ext cx="19043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1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81732" y="896112"/>
            <a:ext cx="19043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وَنَجَحَ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03491" y="2834640"/>
            <a:ext cx="353701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03491" y="2834640"/>
            <a:ext cx="353701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دَرَسَ وَنَجَحَ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37372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1897380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752E0"/>
          </a:solidFill>
          <a:ln w="12700">
            <a:solidFill>
              <a:srgbClr val="8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D70"/>
          </a:solidFill>
          <a:ln w="12700">
            <a:solidFill>
              <a:srgbClr val="DBCD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4"/>
          </a:solidFill>
          <a:ln w="12700">
            <a:solidFill>
              <a:srgbClr val="478554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0881" y="896112"/>
            <a:ext cx="17752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3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0881" y="896112"/>
            <a:ext cx="17752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7862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93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7862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9201" y="2834640"/>
            <a:ext cx="350559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9201" y="2834640"/>
            <a:ext cx="350559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صَنَعَ وَرَسَمَ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948050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5942" y="1851660"/>
            <a:ext cx="1656618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03-noon-ya</dc:title>
  <dc:subject>PptxGenJS Presentation</dc:subject>
  <dc:creator>PptxGenJS</dc:creator>
  <cp:lastModifiedBy>PptxGenJS</cp:lastModifiedBy>
  <cp:revision>1</cp:revision>
  <dcterms:created xsi:type="dcterms:W3CDTF">2026-10-21T00:09:39Z</dcterms:created>
  <dcterms:modified xsi:type="dcterms:W3CDTF">2026-10-21T00:09:39Z</dcterms:modified>
</cp:coreProperties>
</file>