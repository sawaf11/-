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500" dirty="0"/>
          </a:p>
        </p:txBody>
      </p:sp>
      <p:pic>
        <p:nvPicPr>
          <p:cNvPr id="13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4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1783080"/>
            <a:ext cx="1210940" cy="1554480"/>
          </a:xfrm>
          <a:prstGeom prst="rect">
            <a:avLst/>
          </a:prstGeom>
        </p:spPr>
      </p:pic>
      <p:pic>
        <p:nvPicPr>
          <p:cNvPr id="15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66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B52"/>
          </a:solidFill>
          <a:ln w="12700">
            <a:solidFill>
              <a:srgbClr val="E0C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5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1D8"/>
          </a:solidFill>
          <a:ln w="12700">
            <a:solidFill>
              <a:srgbClr val="64D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10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10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74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9"/>
          </a:solidFill>
          <a:ln w="12700">
            <a:solidFill>
              <a:srgbClr val="ED5E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نَدَ</a:t>
            </a:r>
            <a:endParaRPr lang="ar-SA" sz="10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47D1"/>
          </a:solidFill>
          <a:ln w="12700">
            <a:solidFill>
              <a:srgbClr val="A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نَذَ</a:t>
            </a:r>
            <a:endParaRPr lang="ar-SA" sz="93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نَرَ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نَشَ</a:t>
            </a:r>
            <a:endParaRPr lang="ar-SA" sz="90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نَصَ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E47"/>
          </a:solidFill>
          <a:ln w="12700">
            <a:solidFill>
              <a:srgbClr val="D17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نَطَ</a:t>
            </a:r>
            <a:endParaRPr lang="ar-SA" sz="93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</a:t>
            </a:r>
            <a:endParaRPr lang="ar-SA" sz="93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نَعَ</a:t>
            </a:r>
            <a:endParaRPr lang="ar-SA" sz="74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نَغَ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نَفَ</a:t>
            </a:r>
            <a:endParaRPr lang="ar-SA" sz="99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</a:t>
            </a:r>
            <a:endParaRPr lang="ar-SA" sz="86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نَكَ</a:t>
            </a:r>
            <a:endParaRPr lang="ar-SA" sz="10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86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نَمَ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أَنَبَ</a:t>
            </a:r>
            <a:endParaRPr lang="ar-SA" sz="62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87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تَنَثَ</a:t>
            </a:r>
            <a:endParaRPr lang="ar-SA" sz="88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ثَنَجَ</a:t>
            </a:r>
            <a:endParaRPr lang="ar-SA" sz="6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جَنَحَ</a:t>
            </a:r>
            <a:endParaRPr lang="ar-SA" sz="66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حَنَخَ</a:t>
            </a:r>
            <a:endParaRPr lang="ar-SA" sz="66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خَنَدَ</a:t>
            </a:r>
            <a:endParaRPr lang="ar-SA" sz="90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دَنَذَ</a:t>
            </a:r>
            <a:endParaRPr lang="ar-SA" sz="82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31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ذَنَرَ</a:t>
            </a:r>
            <a:endParaRPr lang="ar-SA" sz="80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رَنَزَ</a:t>
            </a:r>
            <a:endParaRPr lang="ar-SA" sz="8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زَنَسَ</a:t>
            </a:r>
            <a:endParaRPr lang="ar-SA" sz="77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سَنَشَ</a:t>
            </a:r>
            <a:endParaRPr lang="ar-SA" sz="68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784" y="3337560"/>
            <a:ext cx="1542776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شَنَصَ</a:t>
            </a:r>
            <a:endParaRPr lang="ar-SA" sz="65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صَنَضَ</a:t>
            </a:r>
            <a:endParaRPr lang="ar-SA" sz="62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D147"/>
          </a:solidFill>
          <a:ln w="12700">
            <a:solidFill>
              <a:srgbClr val="9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ضَنَطَ</a:t>
            </a:r>
            <a:endParaRPr lang="ar-SA" sz="78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طَنَظَ</a:t>
            </a:r>
            <a:endParaRPr lang="ar-SA" sz="82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ظَنَعَ</a:t>
            </a:r>
            <a:endParaRPr lang="ar-SA" sz="66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عَنَغَ</a:t>
            </a:r>
            <a:endParaRPr lang="ar-SA" sz="66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غَنَفَ</a:t>
            </a:r>
            <a:endParaRPr lang="ar-SA" sz="83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E052"/>
          </a:solidFill>
          <a:ln w="12700">
            <a:solidFill>
              <a:srgbClr val="D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فَنَقَ</a:t>
            </a:r>
            <a:endParaRPr lang="ar-SA" sz="7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قَنَكَ</a:t>
            </a:r>
            <a:endParaRPr lang="ar-SA" sz="77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كَنَلَ</a:t>
            </a:r>
            <a:endParaRPr lang="ar-SA" sz="7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لَنَمَ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مَنَأَ</a:t>
            </a:r>
            <a:endParaRPr lang="ar-SA" sz="59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7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85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ED5E"/>
          </a:solidFill>
          <a:ln w="12700">
            <a:solidFill>
              <a:srgbClr val="A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endParaRPr lang="ar-SA" sz="93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endParaRPr lang="ar-SA" sz="93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endParaRPr lang="ar-SA" sz="90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endParaRPr lang="ar-SA" sz="90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endParaRPr lang="ar-SA" sz="87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endParaRPr lang="ar-SA" sz="87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endParaRPr lang="ar-SA" sz="86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endParaRPr lang="ar-SA" sz="9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07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1783080"/>
            <a:ext cx="1158088" cy="155448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6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5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8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8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74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4"/>
          </a:solidFill>
          <a:ln w="12700">
            <a:solidFill>
              <a:srgbClr val="5EED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74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74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يَدَ</a:t>
            </a:r>
            <a:endParaRPr lang="ar-SA" sz="98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يَذَ</a:t>
            </a:r>
            <a:endParaRPr lang="ar-SA" sz="93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يَرَ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يَسَ</a:t>
            </a:r>
            <a:endParaRPr lang="ar-SA" sz="9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E052"/>
          </a:solidFill>
          <a:ln w="12700">
            <a:solidFill>
              <a:srgbClr val="A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يَشَ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AD1"/>
          </a:solidFill>
          <a:ln w="12700">
            <a:solidFill>
              <a:srgbClr val="479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يَصَ</a:t>
            </a:r>
            <a:endParaRPr lang="ar-SA" sz="90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90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يَطَ</a:t>
            </a:r>
            <a:endParaRPr lang="ar-SA" sz="93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يَظَ</a:t>
            </a:r>
            <a:endParaRPr lang="ar-SA" sz="93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0"/>
          </a:solidFill>
          <a:ln w="12700">
            <a:solidFill>
              <a:srgbClr val="ED5E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يَعَ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يَغَ</a:t>
            </a:r>
            <a:endParaRPr lang="ar-SA" sz="7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يَفَ</a:t>
            </a:r>
            <a:endParaRPr lang="ar-SA" sz="98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</a:t>
            </a:r>
            <a:endParaRPr lang="ar-SA" sz="86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98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يَلَ</a:t>
            </a:r>
            <a:endParaRPr lang="ar-SA" sz="86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ED5E"/>
          </a:solidFill>
          <a:ln w="12700">
            <a:solidFill>
              <a:srgbClr val="8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يَمَ</a:t>
            </a:r>
            <a:endParaRPr lang="ar-SA" sz="74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يَنَ</a:t>
            </a:r>
            <a:endParaRPr lang="ar-SA" sz="90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يَهَ</a:t>
            </a:r>
            <a:endParaRPr lang="ar-SA" sz="98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يَوَ</a:t>
            </a:r>
            <a:endParaRPr lang="ar-SA" sz="9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أَيَبَ</a:t>
            </a:r>
            <a:endParaRPr lang="ar-SA" sz="62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87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تَيَثَ</a:t>
            </a:r>
            <a:endParaRPr lang="ar-SA" sz="87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952"/>
          </a:solidFill>
          <a:ln w="12700">
            <a:solidFill>
              <a:srgbClr val="E0A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ثَيَجَ</a:t>
            </a:r>
            <a:endParaRPr lang="ar-SA" sz="66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3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جَيَحَ</a:t>
            </a:r>
            <a:endParaRPr lang="ar-SA" sz="66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حَيَخَ</a:t>
            </a:r>
            <a:endParaRPr lang="ar-SA" sz="66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خَيَدَ</a:t>
            </a:r>
            <a:endParaRPr lang="ar-SA" sz="87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دَيَذَ</a:t>
            </a:r>
            <a:endParaRPr lang="ar-SA" sz="82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9784" y="3337560"/>
            <a:ext cx="1542776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ذَيَرَ</a:t>
            </a:r>
            <a:endParaRPr lang="ar-SA" sz="80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رَيَزَ</a:t>
            </a:r>
            <a:endParaRPr lang="ar-SA" sz="80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47D1"/>
          </a:solidFill>
          <a:ln w="12700">
            <a:solidFill>
              <a:srgbClr val="7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زَيَسَ</a:t>
            </a:r>
            <a:endParaRPr lang="ar-SA" sz="77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سَيَشَ</a:t>
            </a:r>
            <a:endParaRPr lang="ar-SA" sz="67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شَيَصَ</a:t>
            </a:r>
            <a:endParaRPr lang="ar-SA" sz="64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27" y="3337560"/>
            <a:ext cx="129433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صَيَضَ</a:t>
            </a:r>
            <a:endParaRPr lang="ar-SA" sz="61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378" y="3337560"/>
            <a:ext cx="1315182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ضَيَطَ</a:t>
            </a:r>
            <a:endParaRPr lang="ar-SA" sz="76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52E0"/>
          </a:solidFill>
          <a:ln w="12700">
            <a:solidFill>
              <a:srgbClr val="6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270"/>
          </a:solidFill>
          <a:ln w="12700">
            <a:solidFill>
              <a:srgbClr val="DBB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طَيَظَ</a:t>
            </a:r>
            <a:endParaRPr lang="ar-SA" sz="82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D47"/>
          </a:solidFill>
          <a:ln w="12700">
            <a:solidFill>
              <a:srgbClr val="D15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ظَيَعَ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عَيَغَ</a:t>
            </a:r>
            <a:endParaRPr lang="ar-SA" sz="66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غَيَفَ</a:t>
            </a:r>
            <a:endParaRPr lang="ar-SA" sz="82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0755" y="3337560"/>
            <a:ext cx="1641805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فَيَقَ</a:t>
            </a:r>
            <a:endParaRPr lang="ar-SA" sz="7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157" y="3337560"/>
            <a:ext cx="1353403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قَيَكَ</a:t>
            </a:r>
            <a:endParaRPr lang="ar-SA" sz="77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كَيَلَ</a:t>
            </a:r>
            <a:endParaRPr lang="ar-SA" sz="7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31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لَيَمَ</a:t>
            </a:r>
            <a:endParaRPr lang="ar-SA" sz="6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570" y="3337560"/>
            <a:ext cx="1203990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مَيَنَ</a:t>
            </a:r>
            <a:endParaRPr lang="ar-SA" sz="8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نَيَهَ</a:t>
            </a:r>
            <a:endParaRPr lang="ar-SA" sz="87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8128" y="3337560"/>
            <a:ext cx="1624432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هَيَوَ</a:t>
            </a:r>
            <a:endParaRPr lang="ar-SA" sz="80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7560"/>
            <a:ext cx="156188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وَيَأَ</a:t>
            </a:r>
            <a:endParaRPr lang="ar-SA" sz="59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70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72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72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72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72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3520440"/>
            <a:ext cx="13803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72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72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endParaRPr lang="ar-SA" sz="72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endParaRPr lang="ar-SA" sz="72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242" y="4160520"/>
            <a:ext cx="712318" cy="91440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endParaRPr lang="ar-SA" sz="72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endParaRPr lang="ar-SA" sz="72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20440"/>
            <a:ext cx="1176741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endParaRPr lang="ar-SA" sz="72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endParaRPr lang="ar-SA" sz="72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endParaRPr lang="ar-SA" sz="72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endParaRPr lang="ar-SA" sz="72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821" y="4297680"/>
            <a:ext cx="698739" cy="77724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endParaRPr lang="ar-SA" sz="72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520440"/>
            <a:ext cx="146898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endParaRPr lang="ar-SA" sz="72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1620" y="3520440"/>
            <a:ext cx="121094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endParaRPr lang="ar-SA" sz="72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endParaRPr lang="ar-SA" sz="72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8799" y="4343400"/>
            <a:ext cx="553761" cy="73152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endParaRPr lang="ar-SA" sz="72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3520440"/>
            <a:ext cx="107725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endParaRPr lang="ar-SA" sz="72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772" y="4251960"/>
            <a:ext cx="730788" cy="82296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39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endParaRPr lang="ar-SA" sz="72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3520440"/>
            <a:ext cx="1453439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endParaRPr lang="ar-SA" sz="72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20440"/>
            <a:ext cx="13974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6C3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endParaRPr lang="ar-SA" sz="72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endParaRPr lang="ar-SA" sz="72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706" y="4343400"/>
            <a:ext cx="569854" cy="73152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endParaRPr lang="ar-SA" sz="72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472" y="3520440"/>
            <a:ext cx="115808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endParaRPr lang="ar-SA" sz="72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749" y="4114800"/>
            <a:ext cx="726811" cy="96012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11865" y="896112"/>
            <a:ext cx="17215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0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11865" y="896112"/>
            <a:ext cx="17215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710625" y="896112"/>
            <a:ext cx="16812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0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10625" y="896112"/>
            <a:ext cx="16812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وَيَنَعَ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58967" y="2834640"/>
            <a:ext cx="30260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58967" y="2834640"/>
            <a:ext cx="30260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 وَيَنَعَ</a:t>
            </a:r>
            <a:endParaRPr lang="ar-SA" sz="4700" dirty="0"/>
          </a:p>
        </p:txBody>
      </p:sp>
      <p:pic>
        <p:nvPicPr>
          <p:cNvPr id="1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20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305" y="1783080"/>
            <a:ext cx="107725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  <p:pic>
        <p:nvPicPr>
          <p:cNvPr id="17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8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2182" y="1783080"/>
            <a:ext cx="1380378" cy="1554480"/>
          </a:xfrm>
          <a:prstGeom prst="rect">
            <a:avLst/>
          </a:prstGeom>
        </p:spPr>
      </p:pic>
      <p:pic>
        <p:nvPicPr>
          <p:cNvPr id="19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6136" y="896112"/>
            <a:ext cx="19561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6136" y="896112"/>
            <a:ext cx="19561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81732" y="896112"/>
            <a:ext cx="19043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1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81732" y="896112"/>
            <a:ext cx="19043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وَنَجَحَ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03491" y="2834640"/>
            <a:ext cx="35370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03491" y="2834640"/>
            <a:ext cx="35370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وَنَجَحَ</a:t>
            </a:r>
            <a:endParaRPr lang="ar-SA" sz="47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6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121" y="1783080"/>
            <a:ext cx="1453439" cy="155448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3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23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1783080"/>
            <a:ext cx="1397478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03-noon-ya</dc:title>
  <dc:subject>PptxGenJS Presentation</dc:subject>
  <dc:creator>PptxGenJS</dc:creator>
  <cp:lastModifiedBy>PptxGenJS</cp:lastModifiedBy>
  <cp:revision>1</cp:revision>
  <dcterms:created xsi:type="dcterms:W3CDTF">2026-10-20T22:49:30Z</dcterms:created>
  <dcterms:modified xsi:type="dcterms:W3CDTF">2026-10-20T22:49:30Z</dcterms:modified>
</cp:coreProperties>
</file>