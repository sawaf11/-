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</p:sldIdLst>
  <p:notesMasterIdLst>
    <p:notesMasterId r:id="rId1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notesMaster" Target="notesMasters/notesMaster1.xml"/><Relationship Id="rId162" Type="http://schemas.openxmlformats.org/officeDocument/2006/relationships/presProps" Target="presProps.xml"/><Relationship Id="rId163" Type="http://schemas.openxmlformats.org/officeDocument/2006/relationships/viewProps" Target="viewProps.xml"/><Relationship Id="rId164" Type="http://schemas.openxmlformats.org/officeDocument/2006/relationships/theme" Target="theme/theme1.xml"/><Relationship Id="rId1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3-1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7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5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11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2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image" Target="../media/image-1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3-1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7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5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11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2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image" Target="../media/image-1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3-1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image" Target="../media/image-17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7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5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11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2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image" Target="../media/image-1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3-1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7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5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11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2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image" Target="../media/image-1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3-1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7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5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11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2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image" Target="../media/image-1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2.png"/><Relationship Id="rId2" Type="http://schemas.openxmlformats.org/officeDocument/2006/relationships/image" Target="../media/image-5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2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5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13500" dirty="0"/>
          </a:p>
        </p:txBody>
      </p:sp>
      <p:pic>
        <p:nvPicPr>
          <p:cNvPr id="13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79133" cy="1463040"/>
          </a:xfrm>
          <a:prstGeom prst="rect">
            <a:avLst/>
          </a:prstGeom>
        </p:spPr>
      </p:pic>
      <p:pic>
        <p:nvPicPr>
          <p:cNvPr id="14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2703" y="1828800"/>
            <a:ext cx="1509857" cy="1463040"/>
          </a:xfrm>
          <a:prstGeom prst="rect">
            <a:avLst/>
          </a:prstGeom>
        </p:spPr>
      </p:pic>
      <p:pic>
        <p:nvPicPr>
          <p:cNvPr id="15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6ED"/>
          </a:solidFill>
          <a:ln w="12700">
            <a:solidFill>
              <a:srgbClr val="5E8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نَأَ</a:t>
            </a:r>
            <a:endParaRPr lang="ar-SA" sz="66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B52"/>
          </a:solidFill>
          <a:ln w="12700">
            <a:solidFill>
              <a:srgbClr val="E0C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6DB"/>
          </a:solidFill>
          <a:ln w="12700">
            <a:solidFill>
              <a:srgbClr val="70B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4785"/>
          </a:solidFill>
          <a:ln w="12700">
            <a:solidFill>
              <a:srgbClr val="7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</a:t>
            </a:r>
            <a:endParaRPr lang="ar-SA" sz="9500" dirty="0"/>
          </a:p>
        </p:txBody>
      </p:sp>
      <p:pic>
        <p:nvPicPr>
          <p:cNvPr id="25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00593" cy="960120"/>
          </a:xfrm>
          <a:prstGeom prst="rect">
            <a:avLst/>
          </a:prstGeom>
        </p:spPr>
      </p:pic>
      <p:pic>
        <p:nvPicPr>
          <p:cNvPr id="26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585" y="4338828"/>
            <a:ext cx="574975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1D8"/>
          </a:solidFill>
          <a:ln w="12700">
            <a:solidFill>
              <a:srgbClr val="64D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2"/>
          </a:solidFill>
          <a:ln w="12700">
            <a:solidFill>
              <a:srgbClr val="47D1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نَتَ</a:t>
            </a:r>
            <a:endParaRPr lang="ar-SA" sz="10000" dirty="0"/>
          </a:p>
        </p:txBody>
      </p:sp>
      <p:pic>
        <p:nvPicPr>
          <p:cNvPr id="20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1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نَثَ</a:t>
            </a:r>
            <a:endParaRPr lang="ar-SA" sz="10000" dirty="0"/>
          </a:p>
        </p:txBody>
      </p:sp>
      <p:pic>
        <p:nvPicPr>
          <p:cNvPr id="21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نَجَ</a:t>
            </a:r>
            <a:endParaRPr lang="ar-SA" sz="74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نَحَ</a:t>
            </a:r>
            <a:endParaRPr lang="ar-SA" sz="74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9"/>
          </a:solidFill>
          <a:ln w="12700">
            <a:solidFill>
              <a:srgbClr val="ED5EA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نَخَ</a:t>
            </a:r>
            <a:endParaRPr lang="ar-SA" sz="74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7"/>
          </a:solidFill>
          <a:ln w="12700">
            <a:solidFill>
              <a:srgbClr val="52E0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0"/>
          </a:solidFill>
          <a:ln w="12700">
            <a:solidFill>
              <a:srgbClr val="DB70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نَدَ</a:t>
            </a:r>
            <a:endParaRPr lang="ar-SA" sz="10000" dirty="0"/>
          </a:p>
        </p:txBody>
      </p:sp>
      <p:pic>
        <p:nvPicPr>
          <p:cNvPr id="25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4458" cy="9144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64D8"/>
          </a:solidFill>
          <a:ln w="12700">
            <a:solidFill>
              <a:srgbClr val="C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47D1"/>
          </a:solidFill>
          <a:ln w="12700">
            <a:solidFill>
              <a:srgbClr val="A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نَذَ</a:t>
            </a:r>
            <a:endParaRPr lang="ar-SA" sz="9300" dirty="0"/>
          </a:p>
        </p:txBody>
      </p:sp>
      <p:pic>
        <p:nvPicPr>
          <p:cNvPr id="20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نَرَ</a:t>
            </a:r>
            <a:endParaRPr lang="ar-SA" sz="90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964"/>
          </a:solidFill>
          <a:ln w="12700">
            <a:solidFill>
              <a:srgbClr val="2B4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679"/>
          </a:solidFill>
          <a:ln w="12700">
            <a:solidFill>
              <a:srgbClr val="343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</a:t>
            </a:r>
            <a:endParaRPr lang="ar-SA" sz="9000" dirty="0"/>
          </a:p>
        </p:txBody>
      </p:sp>
      <p:pic>
        <p:nvPicPr>
          <p:cNvPr id="22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45351" cy="1417320"/>
          </a:xfrm>
          <a:prstGeom prst="rect">
            <a:avLst/>
          </a:prstGeom>
        </p:spPr>
      </p:pic>
      <p:pic>
        <p:nvPicPr>
          <p:cNvPr id="23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458" y="3515868"/>
            <a:ext cx="145810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نَسَ</a:t>
            </a:r>
            <a:endParaRPr lang="ar-SA" sz="90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نَشَ</a:t>
            </a:r>
            <a:endParaRPr lang="ar-SA" sz="90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452E0"/>
          </a:solidFill>
          <a:ln w="12700">
            <a:solidFill>
              <a:srgbClr val="8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نَصَ</a:t>
            </a:r>
            <a:endParaRPr lang="ar-SA" sz="9000" dirty="0"/>
          </a:p>
        </p:txBody>
      </p:sp>
      <p:pic>
        <p:nvPicPr>
          <p:cNvPr id="25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564"/>
          </a:solidFill>
          <a:ln w="12700">
            <a:solidFill>
              <a:srgbClr val="D8A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E47"/>
          </a:solidFill>
          <a:ln w="12700">
            <a:solidFill>
              <a:srgbClr val="D17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نَضَ</a:t>
            </a:r>
            <a:endParaRPr lang="ar-SA" sz="9000" dirty="0"/>
          </a:p>
        </p:txBody>
      </p:sp>
      <p:pic>
        <p:nvPicPr>
          <p:cNvPr id="20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نَطَ</a:t>
            </a:r>
            <a:endParaRPr lang="ar-SA" sz="9300" dirty="0"/>
          </a:p>
        </p:txBody>
      </p:sp>
      <p:pic>
        <p:nvPicPr>
          <p:cNvPr id="21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92617" cy="960120"/>
          </a:xfrm>
          <a:prstGeom prst="rect">
            <a:avLst/>
          </a:prstGeom>
        </p:spPr>
      </p:pic>
      <p:pic>
        <p:nvPicPr>
          <p:cNvPr id="22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7"/>
          </a:solidFill>
          <a:ln w="12700">
            <a:solidFill>
              <a:srgbClr val="642B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7"/>
          </a:solidFill>
          <a:ln w="12700">
            <a:solidFill>
              <a:srgbClr val="7934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نَظَ</a:t>
            </a:r>
            <a:endParaRPr lang="ar-SA" sz="9300" dirty="0"/>
          </a:p>
        </p:txBody>
      </p:sp>
      <p:pic>
        <p:nvPicPr>
          <p:cNvPr id="22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3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نَعَ</a:t>
            </a:r>
            <a:endParaRPr lang="ar-SA" sz="74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A"/>
          </a:solidFill>
          <a:ln w="12700">
            <a:solidFill>
              <a:srgbClr val="5EEDE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نَغَ</a:t>
            </a:r>
            <a:endParaRPr lang="ar-SA" sz="74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052"/>
          </a:solidFill>
          <a:ln w="12700">
            <a:solidFill>
              <a:srgbClr val="E06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1"/>
          </a:solidFill>
          <a:ln w="12700">
            <a:solidFill>
              <a:srgbClr val="70DB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نَفَ</a:t>
            </a:r>
            <a:endParaRPr lang="ar-SA" sz="9900" dirty="0"/>
          </a:p>
        </p:txBody>
      </p:sp>
      <p:pic>
        <p:nvPicPr>
          <p:cNvPr id="2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1225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8"/>
          </a:solidFill>
          <a:ln w="12700">
            <a:solidFill>
              <a:srgbClr val="64D8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B"/>
          </a:solidFill>
          <a:ln w="12700">
            <a:solidFill>
              <a:srgbClr val="47D1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نَقَ</a:t>
            </a:r>
            <a:endParaRPr lang="ar-SA" sz="86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1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نَكَ</a:t>
            </a:r>
            <a:endParaRPr lang="ar-SA" sz="10000" dirty="0"/>
          </a:p>
        </p:txBody>
      </p:sp>
      <p:pic>
        <p:nvPicPr>
          <p:cNvPr id="21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8414" y="4155948"/>
            <a:ext cx="714146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نَلَ</a:t>
            </a:r>
            <a:endParaRPr lang="ar-SA" sz="86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16375" cy="1417320"/>
          </a:xfrm>
          <a:prstGeom prst="rect">
            <a:avLst/>
          </a:prstGeom>
        </p:spPr>
      </p:pic>
      <p:pic>
        <p:nvPicPr>
          <p:cNvPr id="23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نَمَ</a:t>
            </a:r>
            <a:endParaRPr lang="ar-SA" sz="74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5EED"/>
          </a:solidFill>
          <a:ln w="12700">
            <a:solidFill>
              <a:srgbClr val="C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أَنَبَ</a:t>
            </a:r>
            <a:endParaRPr lang="ar-SA" sz="62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E052"/>
          </a:solidFill>
          <a:ln w="12700">
            <a:solidFill>
              <a:srgbClr val="6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70DB"/>
          </a:solidFill>
          <a:ln w="12700">
            <a:solidFill>
              <a:srgbClr val="9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بَنَتَ</a:t>
            </a:r>
            <a:endParaRPr lang="ar-SA" sz="8700" dirty="0"/>
          </a:p>
        </p:txBody>
      </p:sp>
      <p:pic>
        <p:nvPicPr>
          <p:cNvPr id="29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64D8"/>
          </a:solidFill>
          <a:ln w="12700">
            <a:solidFill>
              <a:srgbClr val="6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6D1"/>
          </a:solidFill>
          <a:ln w="12700">
            <a:solidFill>
              <a:srgbClr val="475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تَنَثَ</a:t>
            </a:r>
            <a:endParaRPr lang="ar-SA" sz="88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89811" cy="1508760"/>
          </a:xfrm>
          <a:prstGeom prst="rect">
            <a:avLst/>
          </a:prstGeom>
        </p:spPr>
      </p:pic>
      <p:pic>
        <p:nvPicPr>
          <p:cNvPr id="25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228" y="3332988"/>
            <a:ext cx="2703332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ثَنَجَ</a:t>
            </a:r>
            <a:endParaRPr lang="ar-SA" sz="6600" dirty="0"/>
          </a:p>
        </p:txBody>
      </p:sp>
      <p:pic>
        <p:nvPicPr>
          <p:cNvPr id="25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669" y="4384548"/>
            <a:ext cx="724891" cy="685800"/>
          </a:xfrm>
          <a:prstGeom prst="rect">
            <a:avLst/>
          </a:prstGeom>
        </p:spPr>
      </p:pic>
      <p:pic>
        <p:nvPicPr>
          <p:cNvPr id="2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جَنَحَ</a:t>
            </a:r>
            <a:endParaRPr lang="ar-SA" sz="6600" dirty="0"/>
          </a:p>
        </p:txBody>
      </p:sp>
      <p:pic>
        <p:nvPicPr>
          <p:cNvPr id="26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7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089" y="3332988"/>
            <a:ext cx="1756471" cy="1737360"/>
          </a:xfrm>
          <a:prstGeom prst="rect">
            <a:avLst/>
          </a:prstGeom>
        </p:spPr>
      </p:pic>
      <p:pic>
        <p:nvPicPr>
          <p:cNvPr id="28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حَنَخَ</a:t>
            </a:r>
            <a:endParaRPr lang="ar-SA" sz="6600" dirty="0"/>
          </a:p>
        </p:txBody>
      </p:sp>
      <p:pic>
        <p:nvPicPr>
          <p:cNvPr id="24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25356" cy="1508760"/>
          </a:xfrm>
          <a:prstGeom prst="rect">
            <a:avLst/>
          </a:prstGeom>
        </p:spPr>
      </p:pic>
      <p:pic>
        <p:nvPicPr>
          <p:cNvPr id="25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9604" y="3332988"/>
            <a:ext cx="1792956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35E"/>
          </a:solidFill>
          <a:ln w="12700">
            <a:solidFill>
              <a:srgbClr val="EDA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خَنَدَ</a:t>
            </a:r>
            <a:endParaRPr lang="ar-SA" sz="90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AE0"/>
          </a:solidFill>
          <a:ln w="12700">
            <a:solidFill>
              <a:srgbClr val="528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B70"/>
          </a:solidFill>
          <a:ln w="12700">
            <a:solidFill>
              <a:srgbClr val="DB7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دَنَذَ</a:t>
            </a:r>
            <a:endParaRPr lang="ar-SA" sz="8200" dirty="0"/>
          </a:p>
        </p:txBody>
      </p:sp>
      <p:pic>
        <p:nvPicPr>
          <p:cNvPr id="29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00593" cy="960120"/>
          </a:xfrm>
          <a:prstGeom prst="rect">
            <a:avLst/>
          </a:prstGeom>
        </p:spPr>
      </p:pic>
      <p:pic>
        <p:nvPicPr>
          <p:cNvPr id="30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585" y="4338828"/>
            <a:ext cx="574975" cy="731520"/>
          </a:xfrm>
          <a:prstGeom prst="rect">
            <a:avLst/>
          </a:prstGeom>
        </p:spPr>
      </p:pic>
      <p:pic>
        <p:nvPicPr>
          <p:cNvPr id="31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A"/>
          </a:solidFill>
          <a:ln w="12700">
            <a:solidFill>
              <a:srgbClr val="D8647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8"/>
          </a:solidFill>
          <a:ln w="12700">
            <a:solidFill>
              <a:srgbClr val="D1477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ذَنَرَ</a:t>
            </a:r>
            <a:endParaRPr lang="ar-SA" sz="8000" dirty="0"/>
          </a:p>
        </p:txBody>
      </p:sp>
      <p:pic>
        <p:nvPicPr>
          <p:cNvPr id="24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07673" cy="1508760"/>
          </a:xfrm>
          <a:prstGeom prst="rect">
            <a:avLst/>
          </a:prstGeom>
        </p:spPr>
      </p:pic>
      <p:pic>
        <p:nvPicPr>
          <p:cNvPr id="25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رَنَزَ</a:t>
            </a:r>
            <a:endParaRPr lang="ar-SA" sz="8000" dirty="0"/>
          </a:p>
        </p:txBody>
      </p:sp>
      <p:pic>
        <p:nvPicPr>
          <p:cNvPr id="25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2B64"/>
          </a:solidFill>
          <a:ln w="12700">
            <a:solidFill>
              <a:srgbClr val="4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83479"/>
          </a:solidFill>
          <a:ln w="12700">
            <a:solidFill>
              <a:srgbClr val="7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زَنَسَ</a:t>
            </a:r>
            <a:endParaRPr lang="ar-SA" sz="7700" dirty="0"/>
          </a:p>
        </p:txBody>
      </p:sp>
      <p:pic>
        <p:nvPicPr>
          <p:cNvPr id="26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7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190110" y="3332988"/>
            <a:ext cx="1862450" cy="1737360"/>
          </a:xfrm>
          <a:prstGeom prst="rect">
            <a:avLst/>
          </a:prstGeom>
        </p:spPr>
      </p:pic>
      <p:pic>
        <p:nvPicPr>
          <p:cNvPr id="28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سَنَشَ</a:t>
            </a:r>
            <a:endParaRPr lang="ar-SA" sz="68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F"/>
          </a:solidFill>
          <a:ln w="12700">
            <a:solidFill>
              <a:srgbClr val="5EED7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شَنَصَ</a:t>
            </a:r>
            <a:endParaRPr lang="ar-SA" sz="65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E"/>
          </a:solidFill>
          <a:ln w="12700">
            <a:solidFill>
              <a:srgbClr val="E052A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0DB70"/>
          </a:solidFill>
          <a:ln w="12700">
            <a:solidFill>
              <a:srgbClr val="8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985"/>
          </a:solidFill>
          <a:ln w="12700">
            <a:solidFill>
              <a:srgbClr val="477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صَنَضَ</a:t>
            </a:r>
            <a:endParaRPr lang="ar-SA" sz="6200" dirty="0"/>
          </a:p>
        </p:txBody>
      </p:sp>
      <p:pic>
        <p:nvPicPr>
          <p:cNvPr id="29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4458" cy="91440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D864"/>
          </a:solidFill>
          <a:ln w="12700">
            <a:solidFill>
              <a:srgbClr val="9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AD147"/>
          </a:solidFill>
          <a:ln w="12700">
            <a:solidFill>
              <a:srgbClr val="9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ضَنَطَ</a:t>
            </a:r>
            <a:endParaRPr lang="ar-SA" sz="7800" dirty="0"/>
          </a:p>
        </p:txBody>
      </p:sp>
      <p:pic>
        <p:nvPicPr>
          <p:cNvPr id="24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طَنَظَ</a:t>
            </a:r>
            <a:endParaRPr lang="ar-SA" sz="82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82B"/>
          </a:solidFill>
          <a:ln w="12700">
            <a:solidFill>
              <a:srgbClr val="643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734"/>
          </a:solidFill>
          <a:ln w="12700">
            <a:solidFill>
              <a:srgbClr val="796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ظَنَعَ</a:t>
            </a:r>
            <a:endParaRPr lang="ar-SA" sz="6600" dirty="0"/>
          </a:p>
        </p:txBody>
      </p:sp>
      <p:pic>
        <p:nvPicPr>
          <p:cNvPr id="26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64406" cy="1508760"/>
          </a:xfrm>
          <a:prstGeom prst="rect">
            <a:avLst/>
          </a:prstGeom>
        </p:spPr>
      </p:pic>
      <p:pic>
        <p:nvPicPr>
          <p:cNvPr id="27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2916" y="3332988"/>
            <a:ext cx="1629644" cy="1737360"/>
          </a:xfrm>
          <a:prstGeom prst="rect">
            <a:avLst/>
          </a:prstGeom>
        </p:spPr>
      </p:pic>
      <p:pic>
        <p:nvPicPr>
          <p:cNvPr id="28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عَنَغَ</a:t>
            </a:r>
            <a:endParaRPr lang="ar-SA" sz="6600" dirty="0"/>
          </a:p>
        </p:txBody>
      </p:sp>
      <p:pic>
        <p:nvPicPr>
          <p:cNvPr id="24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1ED"/>
          </a:solidFill>
          <a:ln w="12700">
            <a:solidFill>
              <a:srgbClr val="5E6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غَنَفَ</a:t>
            </a:r>
            <a:endParaRPr lang="ar-SA" sz="83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1E052"/>
          </a:solidFill>
          <a:ln w="12700">
            <a:solidFill>
              <a:srgbClr val="D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ADB"/>
          </a:solidFill>
          <a:ln w="12700">
            <a:solidFill>
              <a:srgbClr val="709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4785"/>
          </a:solidFill>
          <a:ln w="12700">
            <a:solidFill>
              <a:srgbClr val="8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فَنَقَ</a:t>
            </a:r>
            <a:endParaRPr lang="ar-SA" sz="7600" dirty="0"/>
          </a:p>
        </p:txBody>
      </p:sp>
      <p:pic>
        <p:nvPicPr>
          <p:cNvPr id="29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4D8"/>
          </a:solidFill>
          <a:ln w="12700">
            <a:solidFill>
              <a:srgbClr val="64B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DD1"/>
          </a:solidFill>
          <a:ln w="12700">
            <a:solidFill>
              <a:srgbClr val="47B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قَنَكَ</a:t>
            </a:r>
            <a:endParaRPr lang="ar-SA" sz="7700" dirty="0"/>
          </a:p>
        </p:txBody>
      </p:sp>
      <p:pic>
        <p:nvPicPr>
          <p:cNvPr id="24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5882" cy="1508760"/>
          </a:xfrm>
          <a:prstGeom prst="rect">
            <a:avLst/>
          </a:prstGeom>
        </p:spPr>
      </p:pic>
      <p:pic>
        <p:nvPicPr>
          <p:cNvPr id="25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كَنَلَ</a:t>
            </a:r>
            <a:endParaRPr lang="ar-SA" sz="7600" dirty="0"/>
          </a:p>
        </p:txBody>
      </p:sp>
      <p:pic>
        <p:nvPicPr>
          <p:cNvPr id="25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92617" cy="960120"/>
          </a:xfrm>
          <a:prstGeom prst="rect">
            <a:avLst/>
          </a:prstGeom>
        </p:spPr>
      </p:pic>
      <p:pic>
        <p:nvPicPr>
          <p:cNvPr id="26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642B"/>
          </a:solidFill>
          <a:ln w="12700">
            <a:solidFill>
              <a:srgbClr val="2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5"/>
          </a:solidFill>
          <a:ln w="12700">
            <a:solidFill>
              <a:srgbClr val="3479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لَنَمَ</a:t>
            </a:r>
            <a:endParaRPr lang="ar-SA" sz="6600" dirty="0"/>
          </a:p>
        </p:txBody>
      </p:sp>
      <p:pic>
        <p:nvPicPr>
          <p:cNvPr id="26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5918" cy="1508760"/>
          </a:xfrm>
          <a:prstGeom prst="rect">
            <a:avLst/>
          </a:prstGeom>
        </p:spPr>
      </p:pic>
      <p:pic>
        <p:nvPicPr>
          <p:cNvPr id="27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مَنَأَ</a:t>
            </a:r>
            <a:endParaRPr lang="ar-SA" sz="5900" dirty="0"/>
          </a:p>
        </p:txBody>
      </p:sp>
      <p:pic>
        <p:nvPicPr>
          <p:cNvPr id="24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91563" cy="1508760"/>
          </a:xfrm>
          <a:prstGeom prst="rect">
            <a:avLst/>
          </a:prstGeom>
        </p:spPr>
      </p:pic>
      <p:pic>
        <p:nvPicPr>
          <p:cNvPr id="25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280" y="3332988"/>
            <a:ext cx="164528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5"/>
          </a:solidFill>
          <a:ln w="12700">
            <a:solidFill>
              <a:srgbClr val="ED5E8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</a:t>
            </a:r>
            <a:endParaRPr lang="ar-SA" sz="70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C"/>
          </a:solidFill>
          <a:ln w="12700">
            <a:solidFill>
              <a:srgbClr val="52E0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5"/>
          </a:solidFill>
          <a:ln w="12700">
            <a:solidFill>
              <a:srgbClr val="DB70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</a:t>
            </a:r>
            <a:endParaRPr lang="ar-SA" sz="9000" dirty="0"/>
          </a:p>
        </p:txBody>
      </p:sp>
      <p:pic>
        <p:nvPicPr>
          <p:cNvPr id="2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1225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1"/>
          </a:solidFill>
          <a:ln w="12700">
            <a:solidFill>
              <a:srgbClr val="D864D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47D1"/>
          </a:solidFill>
          <a:ln w="12700">
            <a:solidFill>
              <a:srgbClr val="C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</a:t>
            </a:r>
            <a:endParaRPr lang="ar-SA" sz="90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1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</a:t>
            </a:r>
            <a:endParaRPr lang="ar-SA" sz="8500" dirty="0"/>
          </a:p>
        </p:txBody>
      </p:sp>
      <p:pic>
        <p:nvPicPr>
          <p:cNvPr id="21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8414" y="4155948"/>
            <a:ext cx="714146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A64"/>
          </a:solidFill>
          <a:ln w="12700">
            <a:solidFill>
              <a:srgbClr val="2B3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3479"/>
          </a:solidFill>
          <a:ln w="12700">
            <a:solidFill>
              <a:srgbClr val="4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</a:t>
            </a:r>
            <a:endParaRPr lang="ar-SA" sz="90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16375" cy="1417320"/>
          </a:xfrm>
          <a:prstGeom prst="rect">
            <a:avLst/>
          </a:prstGeom>
        </p:spPr>
      </p:pic>
      <p:pic>
        <p:nvPicPr>
          <p:cNvPr id="23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</a:t>
            </a:r>
            <a:endParaRPr lang="ar-SA" sz="90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8ED5E"/>
          </a:solidFill>
          <a:ln w="12700">
            <a:solidFill>
              <a:srgbClr val="A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endParaRPr lang="ar-SA" sz="90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852E0"/>
          </a:solidFill>
          <a:ln w="12700">
            <a:solidFill>
              <a:srgbClr val="A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DB70"/>
          </a:solidFill>
          <a:ln w="12700">
            <a:solidFill>
              <a:srgbClr val="D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2"/>
          </a:solidFill>
          <a:ln w="12700">
            <a:solidFill>
              <a:srgbClr val="4785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</a:t>
            </a:r>
            <a:endParaRPr lang="ar-SA" sz="9300" dirty="0"/>
          </a:p>
        </p:txBody>
      </p:sp>
      <p:pic>
        <p:nvPicPr>
          <p:cNvPr id="25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364"/>
          </a:solidFill>
          <a:ln w="12700">
            <a:solidFill>
              <a:srgbClr val="D8C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147"/>
          </a:solidFill>
          <a:ln w="12700">
            <a:solidFill>
              <a:srgbClr val="D1A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</a:t>
            </a:r>
            <a:endParaRPr lang="ar-SA" sz="93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</a:t>
            </a:r>
            <a:endParaRPr lang="ar-SA" sz="9000" dirty="0"/>
          </a:p>
        </p:txBody>
      </p:sp>
      <p:pic>
        <p:nvPicPr>
          <p:cNvPr id="21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669" y="4384548"/>
            <a:ext cx="724891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5"/>
          </a:solidFill>
          <a:ln w="12700">
            <a:solidFill>
              <a:srgbClr val="7934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</a:t>
            </a:r>
            <a:endParaRPr lang="ar-SA" sz="9000" dirty="0"/>
          </a:p>
        </p:txBody>
      </p:sp>
      <p:pic>
        <p:nvPicPr>
          <p:cNvPr id="22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3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</a:t>
            </a:r>
            <a:endParaRPr lang="ar-SA" sz="90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CED"/>
          </a:solidFill>
          <a:ln w="12700">
            <a:solidFill>
              <a:srgbClr val="5EC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</a:t>
            </a:r>
            <a:endParaRPr lang="ar-SA" sz="90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552"/>
          </a:solidFill>
          <a:ln w="12700">
            <a:solidFill>
              <a:srgbClr val="E08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C"/>
          </a:solidFill>
          <a:ln w="12700">
            <a:solidFill>
              <a:srgbClr val="70DBC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4785"/>
          </a:solidFill>
          <a:ln w="12700">
            <a:solidFill>
              <a:srgbClr val="5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</a:t>
            </a:r>
            <a:endParaRPr lang="ar-SA" sz="9000" dirty="0"/>
          </a:p>
        </p:txBody>
      </p:sp>
      <p:pic>
        <p:nvPicPr>
          <p:cNvPr id="25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00593" cy="960120"/>
          </a:xfrm>
          <a:prstGeom prst="rect">
            <a:avLst/>
          </a:prstGeom>
        </p:spPr>
      </p:pic>
      <p:pic>
        <p:nvPicPr>
          <p:cNvPr id="26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585" y="4338828"/>
            <a:ext cx="574975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6"/>
          </a:solidFill>
          <a:ln w="12700">
            <a:solidFill>
              <a:srgbClr val="64D8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E"/>
          </a:solidFill>
          <a:ln w="12700">
            <a:solidFill>
              <a:srgbClr val="47D17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</a:t>
            </a:r>
            <a:endParaRPr lang="ar-SA" sz="9000" dirty="0"/>
          </a:p>
        </p:txBody>
      </p:sp>
      <p:pic>
        <p:nvPicPr>
          <p:cNvPr id="20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1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</a:t>
            </a:r>
            <a:endParaRPr lang="ar-SA" sz="9000" dirty="0"/>
          </a:p>
        </p:txBody>
      </p:sp>
      <p:pic>
        <p:nvPicPr>
          <p:cNvPr id="21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</a:t>
            </a:r>
            <a:endParaRPr lang="ar-SA" sz="90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</a:t>
            </a:r>
            <a:endParaRPr lang="ar-SA" sz="90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5EED"/>
          </a:solidFill>
          <a:ln w="12700">
            <a:solidFill>
              <a:srgbClr val="E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</a:t>
            </a:r>
            <a:endParaRPr lang="ar-SA" sz="90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1"/>
          </a:solidFill>
          <a:ln w="12700">
            <a:solidFill>
              <a:srgbClr val="52E0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170DB"/>
          </a:solidFill>
          <a:ln w="12700">
            <a:solidFill>
              <a:srgbClr val="B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B"/>
          </a:solidFill>
          <a:ln w="12700">
            <a:solidFill>
              <a:srgbClr val="8547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</a:t>
            </a:r>
            <a:endParaRPr lang="ar-SA" sz="8700" dirty="0"/>
          </a:p>
        </p:txBody>
      </p:sp>
      <p:pic>
        <p:nvPicPr>
          <p:cNvPr id="25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4458" cy="9144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64D8"/>
          </a:solidFill>
          <a:ln w="12700">
            <a:solidFill>
              <a:srgbClr val="8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C47D1"/>
          </a:solidFill>
          <a:ln w="12700">
            <a:solidFill>
              <a:srgbClr val="5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</a:t>
            </a:r>
            <a:endParaRPr lang="ar-SA" sz="8700" dirty="0"/>
          </a:p>
        </p:txBody>
      </p:sp>
      <p:pic>
        <p:nvPicPr>
          <p:cNvPr id="20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</a:t>
            </a:r>
            <a:endParaRPr lang="ar-SA" sz="90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3"/>
          </a:solidFill>
          <a:ln w="12700">
            <a:solidFill>
              <a:srgbClr val="2B64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879"/>
          </a:solidFill>
          <a:ln w="12700">
            <a:solidFill>
              <a:srgbClr val="345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</a:t>
            </a:r>
            <a:endParaRPr lang="ar-SA" sz="8600" dirty="0"/>
          </a:p>
        </p:txBody>
      </p:sp>
      <p:pic>
        <p:nvPicPr>
          <p:cNvPr id="22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45351" cy="1417320"/>
          </a:xfrm>
          <a:prstGeom prst="rect">
            <a:avLst/>
          </a:prstGeom>
        </p:spPr>
      </p:pic>
      <p:pic>
        <p:nvPicPr>
          <p:cNvPr id="23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458" y="3515868"/>
            <a:ext cx="145810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</a:t>
            </a:r>
            <a:endParaRPr lang="ar-SA" sz="90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75E"/>
          </a:solidFill>
          <a:ln w="12700">
            <a:solidFill>
              <a:srgbClr val="EDC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07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107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2358420" cy="1463040"/>
          </a:xfrm>
          <a:prstGeom prst="rect">
            <a:avLst/>
          </a:prstGeom>
        </p:spPr>
      </p:pic>
      <p:pic>
        <p:nvPicPr>
          <p:cNvPr id="22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7620" y="1828800"/>
            <a:ext cx="1664940" cy="146304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6E0"/>
          </a:solidFill>
          <a:ln w="12700">
            <a:solidFill>
              <a:srgbClr val="526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770"/>
          </a:solidFill>
          <a:ln w="12700">
            <a:solidFill>
              <a:srgbClr val="DB9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8547"/>
          </a:solidFill>
          <a:ln w="12700">
            <a:solidFill>
              <a:srgbClr val="5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يَأَ</a:t>
            </a:r>
            <a:endParaRPr lang="ar-SA" sz="6600" dirty="0"/>
          </a:p>
        </p:txBody>
      </p:sp>
      <p:pic>
        <p:nvPicPr>
          <p:cNvPr id="25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C64"/>
          </a:solidFill>
          <a:ln w="12700">
            <a:solidFill>
              <a:srgbClr val="D86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5"/>
          </a:solidFill>
          <a:ln w="12700">
            <a:solidFill>
              <a:srgbClr val="D147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يَبَ</a:t>
            </a:r>
            <a:endParaRPr lang="ar-SA" sz="9500" dirty="0"/>
          </a:p>
        </p:txBody>
      </p:sp>
      <p:pic>
        <p:nvPicPr>
          <p:cNvPr id="20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يَتَ</a:t>
            </a:r>
            <a:endParaRPr lang="ar-SA" sz="9800" dirty="0"/>
          </a:p>
        </p:txBody>
      </p:sp>
      <p:pic>
        <p:nvPicPr>
          <p:cNvPr id="21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92617" cy="960120"/>
          </a:xfrm>
          <a:prstGeom prst="rect">
            <a:avLst/>
          </a:prstGeom>
        </p:spPr>
      </p:pic>
      <p:pic>
        <p:nvPicPr>
          <p:cNvPr id="22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2B64"/>
          </a:solidFill>
          <a:ln w="12700">
            <a:solidFill>
              <a:srgbClr val="5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9"/>
          </a:solidFill>
          <a:ln w="12700">
            <a:solidFill>
              <a:srgbClr val="79346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يَثَ</a:t>
            </a:r>
            <a:endParaRPr lang="ar-SA" sz="9800" dirty="0"/>
          </a:p>
        </p:txBody>
      </p:sp>
      <p:pic>
        <p:nvPicPr>
          <p:cNvPr id="22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3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يَجَ</a:t>
            </a:r>
            <a:endParaRPr lang="ar-SA" sz="74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4"/>
          </a:solidFill>
          <a:ln w="12700">
            <a:solidFill>
              <a:srgbClr val="5EEDA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يَحَ</a:t>
            </a:r>
            <a:endParaRPr lang="ar-SA" sz="74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9"/>
          </a:solidFill>
          <a:ln w="12700">
            <a:solidFill>
              <a:srgbClr val="E052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C"/>
          </a:solidFill>
          <a:ln w="12700">
            <a:solidFill>
              <a:srgbClr val="70DB7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985"/>
          </a:solidFill>
          <a:ln w="12700">
            <a:solidFill>
              <a:srgbClr val="476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يَخَ</a:t>
            </a:r>
            <a:endParaRPr lang="ar-SA" sz="7400" dirty="0"/>
          </a:p>
        </p:txBody>
      </p:sp>
      <p:pic>
        <p:nvPicPr>
          <p:cNvPr id="2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1225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D864"/>
          </a:solidFill>
          <a:ln w="12700">
            <a:solidFill>
              <a:srgbClr val="7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D147"/>
          </a:solidFill>
          <a:ln w="12700">
            <a:solidFill>
              <a:srgbClr val="7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يَدَ</a:t>
            </a:r>
            <a:endParaRPr lang="ar-SA" sz="98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1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يَذَ</a:t>
            </a:r>
            <a:endParaRPr lang="ar-SA" sz="9300" dirty="0"/>
          </a:p>
        </p:txBody>
      </p:sp>
      <p:pic>
        <p:nvPicPr>
          <p:cNvPr id="21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8414" y="4155948"/>
            <a:ext cx="714146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834"/>
          </a:solidFill>
          <a:ln w="12700">
            <a:solidFill>
              <a:srgbClr val="797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يَرَ</a:t>
            </a:r>
            <a:endParaRPr lang="ar-SA" sz="90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16375" cy="1417320"/>
          </a:xfrm>
          <a:prstGeom prst="rect">
            <a:avLst/>
          </a:prstGeom>
        </p:spPr>
      </p:pic>
      <p:pic>
        <p:nvPicPr>
          <p:cNvPr id="23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يَزَ</a:t>
            </a:r>
            <a:endParaRPr lang="ar-SA" sz="90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5EED"/>
          </a:solidFill>
          <a:ln w="12700">
            <a:solidFill>
              <a:srgbClr val="8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يَسَ</a:t>
            </a:r>
            <a:endParaRPr lang="ar-SA" sz="90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DE052"/>
          </a:solidFill>
          <a:ln w="12700">
            <a:solidFill>
              <a:srgbClr val="A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FDB"/>
          </a:solidFill>
          <a:ln w="12700">
            <a:solidFill>
              <a:srgbClr val="707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9"/>
          </a:solidFill>
          <a:ln w="12700">
            <a:solidFill>
              <a:srgbClr val="8547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يَشَ</a:t>
            </a:r>
            <a:endParaRPr lang="ar-SA" sz="9000" dirty="0"/>
          </a:p>
        </p:txBody>
      </p:sp>
      <p:pic>
        <p:nvPicPr>
          <p:cNvPr id="25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6D8"/>
          </a:solidFill>
          <a:ln w="12700">
            <a:solidFill>
              <a:srgbClr val="649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AD1"/>
          </a:solidFill>
          <a:ln w="12700">
            <a:solidFill>
              <a:srgbClr val="479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يَصَ</a:t>
            </a:r>
            <a:endParaRPr lang="ar-SA" sz="90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يَضَ</a:t>
            </a:r>
            <a:endParaRPr lang="ar-SA" sz="9000" dirty="0"/>
          </a:p>
        </p:txBody>
      </p:sp>
      <p:pic>
        <p:nvPicPr>
          <p:cNvPr id="21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669" y="4384548"/>
            <a:ext cx="724891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7"/>
          </a:solidFill>
          <a:ln w="12700">
            <a:solidFill>
              <a:srgbClr val="34796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يَطَ</a:t>
            </a:r>
            <a:endParaRPr lang="ar-SA" sz="9300" dirty="0"/>
          </a:p>
        </p:txBody>
      </p:sp>
      <p:pic>
        <p:nvPicPr>
          <p:cNvPr id="22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3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يَظَ</a:t>
            </a:r>
            <a:endParaRPr lang="ar-SA" sz="93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0"/>
          </a:solidFill>
          <a:ln w="12700">
            <a:solidFill>
              <a:srgbClr val="ED5E6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يَعَ</a:t>
            </a:r>
            <a:endParaRPr lang="ar-SA" sz="74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0E0"/>
          </a:solidFill>
          <a:ln w="12700">
            <a:solidFill>
              <a:srgbClr val="52D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A"/>
          </a:solidFill>
          <a:ln w="12700">
            <a:solidFill>
              <a:srgbClr val="DB70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يَغَ</a:t>
            </a:r>
            <a:endParaRPr lang="ar-SA" sz="7400" dirty="0"/>
          </a:p>
        </p:txBody>
      </p:sp>
      <p:pic>
        <p:nvPicPr>
          <p:cNvPr id="25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00593" cy="960120"/>
          </a:xfrm>
          <a:prstGeom prst="rect">
            <a:avLst/>
          </a:prstGeom>
        </p:spPr>
      </p:pic>
      <p:pic>
        <p:nvPicPr>
          <p:cNvPr id="26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585" y="4338828"/>
            <a:ext cx="574975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3"/>
          </a:solidFill>
          <a:ln w="12700">
            <a:solidFill>
              <a:srgbClr val="D864B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C"/>
          </a:solidFill>
          <a:ln w="12700">
            <a:solidFill>
              <a:srgbClr val="D147B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يَفَ</a:t>
            </a:r>
            <a:endParaRPr lang="ar-SA" sz="9800" dirty="0"/>
          </a:p>
        </p:txBody>
      </p:sp>
      <p:pic>
        <p:nvPicPr>
          <p:cNvPr id="20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1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يَقَ</a:t>
            </a:r>
            <a:endParaRPr lang="ar-SA" sz="8600" dirty="0"/>
          </a:p>
        </p:txBody>
      </p:sp>
      <p:pic>
        <p:nvPicPr>
          <p:cNvPr id="21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3479"/>
          </a:solidFill>
          <a:ln w="12700">
            <a:solidFill>
              <a:srgbClr val="5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يَكَ</a:t>
            </a:r>
            <a:endParaRPr lang="ar-SA" sz="98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يَلَ</a:t>
            </a:r>
            <a:endParaRPr lang="ar-SA" sz="86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4ED5E"/>
          </a:solidFill>
          <a:ln w="12700">
            <a:solidFill>
              <a:srgbClr val="8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يَمَ</a:t>
            </a:r>
            <a:endParaRPr lang="ar-SA" sz="74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D52E0"/>
          </a:solidFill>
          <a:ln w="12700">
            <a:solidFill>
              <a:srgbClr val="C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DB70"/>
          </a:solidFill>
          <a:ln w="12700">
            <a:solidFill>
              <a:srgbClr val="B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2"/>
          </a:solidFill>
          <a:ln w="12700">
            <a:solidFill>
              <a:srgbClr val="4785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يَنَ</a:t>
            </a:r>
            <a:endParaRPr lang="ar-SA" sz="9000" dirty="0"/>
          </a:p>
        </p:txBody>
      </p:sp>
      <p:pic>
        <p:nvPicPr>
          <p:cNvPr id="25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4458" cy="9144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0D864"/>
          </a:solidFill>
          <a:ln w="12700">
            <a:solidFill>
              <a:srgbClr val="D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447"/>
          </a:solidFill>
          <a:ln w="12700">
            <a:solidFill>
              <a:srgbClr val="D1C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يَهَ</a:t>
            </a:r>
            <a:endParaRPr lang="ar-SA" sz="9800" dirty="0"/>
          </a:p>
        </p:txBody>
      </p:sp>
      <p:pic>
        <p:nvPicPr>
          <p:cNvPr id="20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يَوَ</a:t>
            </a:r>
            <a:endParaRPr lang="ar-SA" sz="90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أَيَبَ</a:t>
            </a:r>
            <a:endParaRPr lang="ar-SA" sz="6200" dirty="0"/>
          </a:p>
        </p:txBody>
      </p:sp>
      <p:pic>
        <p:nvPicPr>
          <p:cNvPr id="26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64406" cy="1508760"/>
          </a:xfrm>
          <a:prstGeom prst="rect">
            <a:avLst/>
          </a:prstGeom>
        </p:spPr>
      </p:pic>
      <p:pic>
        <p:nvPicPr>
          <p:cNvPr id="27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2916" y="3332988"/>
            <a:ext cx="1629644" cy="1737360"/>
          </a:xfrm>
          <a:prstGeom prst="rect">
            <a:avLst/>
          </a:prstGeom>
        </p:spPr>
      </p:pic>
      <p:pic>
        <p:nvPicPr>
          <p:cNvPr id="28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بَيَتَ</a:t>
            </a:r>
            <a:endParaRPr lang="ar-SA" sz="8700" dirty="0"/>
          </a:p>
        </p:txBody>
      </p:sp>
      <p:pic>
        <p:nvPicPr>
          <p:cNvPr id="24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7ED"/>
          </a:solidFill>
          <a:ln w="12700">
            <a:solidFill>
              <a:srgbClr val="5EA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تَيَثَ</a:t>
            </a:r>
            <a:endParaRPr lang="ar-SA" sz="87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952"/>
          </a:solidFill>
          <a:ln w="12700">
            <a:solidFill>
              <a:srgbClr val="E0A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FDB"/>
          </a:solidFill>
          <a:ln w="12700">
            <a:solidFill>
              <a:srgbClr val="70C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4785"/>
          </a:solidFill>
          <a:ln w="12700">
            <a:solidFill>
              <a:srgbClr val="6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ثَيَجَ</a:t>
            </a:r>
            <a:endParaRPr lang="ar-SA" sz="6600" dirty="0"/>
          </a:p>
        </p:txBody>
      </p:sp>
      <p:pic>
        <p:nvPicPr>
          <p:cNvPr id="29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4"/>
          </a:solidFill>
          <a:ln w="12700">
            <a:solidFill>
              <a:srgbClr val="64D8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2"/>
          </a:solidFill>
          <a:ln w="12700">
            <a:solidFill>
              <a:srgbClr val="47D1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جَيَحَ</a:t>
            </a:r>
            <a:endParaRPr lang="ar-SA" sz="6600" dirty="0"/>
          </a:p>
        </p:txBody>
      </p:sp>
      <p:pic>
        <p:nvPicPr>
          <p:cNvPr id="24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5882" cy="1508760"/>
          </a:xfrm>
          <a:prstGeom prst="rect">
            <a:avLst/>
          </a:prstGeom>
        </p:spPr>
      </p:pic>
      <p:pic>
        <p:nvPicPr>
          <p:cNvPr id="25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حَيَخَ</a:t>
            </a:r>
            <a:endParaRPr lang="ar-SA" sz="6600" dirty="0"/>
          </a:p>
        </p:txBody>
      </p:sp>
      <p:pic>
        <p:nvPicPr>
          <p:cNvPr id="25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92617" cy="960120"/>
          </a:xfrm>
          <a:prstGeom prst="rect">
            <a:avLst/>
          </a:prstGeom>
        </p:spPr>
      </p:pic>
      <p:pic>
        <p:nvPicPr>
          <p:cNvPr id="26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642B"/>
          </a:solidFill>
          <a:ln w="12700">
            <a:solidFill>
              <a:srgbClr val="4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خَيَدَ</a:t>
            </a:r>
            <a:endParaRPr lang="ar-SA" sz="8700" dirty="0"/>
          </a:p>
        </p:txBody>
      </p:sp>
      <p:pic>
        <p:nvPicPr>
          <p:cNvPr id="26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5918" cy="1508760"/>
          </a:xfrm>
          <a:prstGeom prst="rect">
            <a:avLst/>
          </a:prstGeom>
        </p:spPr>
      </p:pic>
      <p:pic>
        <p:nvPicPr>
          <p:cNvPr id="27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دَيَذَ</a:t>
            </a:r>
            <a:endParaRPr lang="ar-SA" sz="8200" dirty="0"/>
          </a:p>
        </p:txBody>
      </p:sp>
      <p:pic>
        <p:nvPicPr>
          <p:cNvPr id="24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91563" cy="1508760"/>
          </a:xfrm>
          <a:prstGeom prst="rect">
            <a:avLst/>
          </a:prstGeom>
        </p:spPr>
      </p:pic>
      <p:pic>
        <p:nvPicPr>
          <p:cNvPr id="25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280" y="3332988"/>
            <a:ext cx="164528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B"/>
          </a:solidFill>
          <a:ln w="12700">
            <a:solidFill>
              <a:srgbClr val="ED5EC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ذَيَرَ</a:t>
            </a:r>
            <a:endParaRPr lang="ar-SA" sz="80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6"/>
          </a:solidFill>
          <a:ln w="12700">
            <a:solidFill>
              <a:srgbClr val="52E0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70DB"/>
          </a:solidFill>
          <a:ln w="12700">
            <a:solidFill>
              <a:srgbClr val="C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رَيَزَ</a:t>
            </a:r>
            <a:endParaRPr lang="ar-SA" sz="8000" dirty="0"/>
          </a:p>
        </p:txBody>
      </p:sp>
      <p:pic>
        <p:nvPicPr>
          <p:cNvPr id="29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1225" cy="86868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764D8"/>
          </a:solidFill>
          <a:ln w="12700">
            <a:solidFill>
              <a:srgbClr val="A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F47D1"/>
          </a:solidFill>
          <a:ln w="12700">
            <a:solidFill>
              <a:srgbClr val="7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زَيَسَ</a:t>
            </a:r>
            <a:endParaRPr lang="ar-SA" sz="77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14795" cy="1508760"/>
          </a:xfrm>
          <a:prstGeom prst="rect">
            <a:avLst/>
          </a:prstGeom>
        </p:spPr>
      </p:pic>
      <p:pic>
        <p:nvPicPr>
          <p:cNvPr id="25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956" y="3332988"/>
            <a:ext cx="149760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سَيَشَ</a:t>
            </a:r>
            <a:endParaRPr lang="ar-SA" sz="6700" dirty="0"/>
          </a:p>
        </p:txBody>
      </p:sp>
      <p:pic>
        <p:nvPicPr>
          <p:cNvPr id="25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6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8414" y="4155948"/>
            <a:ext cx="714146" cy="91440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679"/>
          </a:solidFill>
          <a:ln w="12700">
            <a:solidFill>
              <a:srgbClr val="344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شَيَصَ</a:t>
            </a:r>
            <a:endParaRPr lang="ar-SA" sz="64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27108" cy="1508760"/>
          </a:xfrm>
          <a:prstGeom prst="rect">
            <a:avLst/>
          </a:prstGeom>
        </p:spPr>
      </p:pic>
      <p:pic>
        <p:nvPicPr>
          <p:cNvPr id="27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صَيَضَ</a:t>
            </a:r>
            <a:endParaRPr lang="ar-SA" sz="6100" dirty="0"/>
          </a:p>
        </p:txBody>
      </p:sp>
      <p:pic>
        <p:nvPicPr>
          <p:cNvPr id="24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36161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C5E"/>
          </a:solidFill>
          <a:ln w="12700">
            <a:solidFill>
              <a:srgbClr val="EDE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ضَيَطَ</a:t>
            </a:r>
            <a:endParaRPr lang="ar-SA" sz="76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252E0"/>
          </a:solidFill>
          <a:ln w="12700">
            <a:solidFill>
              <a:srgbClr val="6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270"/>
          </a:solidFill>
          <a:ln w="12700">
            <a:solidFill>
              <a:srgbClr val="DBB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8547"/>
          </a:solidFill>
          <a:ln w="12700">
            <a:solidFill>
              <a:srgbClr val="4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طَيَظَ</a:t>
            </a:r>
            <a:endParaRPr lang="ar-SA" sz="8200" dirty="0"/>
          </a:p>
        </p:txBody>
      </p:sp>
      <p:pic>
        <p:nvPicPr>
          <p:cNvPr id="29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A64"/>
          </a:solidFill>
          <a:ln w="12700">
            <a:solidFill>
              <a:srgbClr val="D88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D47"/>
          </a:solidFill>
          <a:ln w="12700">
            <a:solidFill>
              <a:srgbClr val="D15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ظَيَعَ</a:t>
            </a:r>
            <a:endParaRPr lang="ar-SA" sz="66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89811" cy="1508760"/>
          </a:xfrm>
          <a:prstGeom prst="rect">
            <a:avLst/>
          </a:prstGeom>
        </p:spPr>
      </p:pic>
      <p:pic>
        <p:nvPicPr>
          <p:cNvPr id="25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228" y="3332988"/>
            <a:ext cx="2703332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عَيَغَ</a:t>
            </a:r>
            <a:endParaRPr lang="ar-SA" sz="6600" dirty="0"/>
          </a:p>
        </p:txBody>
      </p:sp>
      <p:pic>
        <p:nvPicPr>
          <p:cNvPr id="25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669" y="4384548"/>
            <a:ext cx="724891" cy="685800"/>
          </a:xfrm>
          <a:prstGeom prst="rect">
            <a:avLst/>
          </a:prstGeom>
        </p:spPr>
      </p:pic>
      <p:pic>
        <p:nvPicPr>
          <p:cNvPr id="2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7"/>
          </a:solidFill>
          <a:ln w="12700">
            <a:solidFill>
              <a:srgbClr val="7934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غَيَفَ</a:t>
            </a:r>
            <a:endParaRPr lang="ar-SA" sz="8200" dirty="0"/>
          </a:p>
        </p:txBody>
      </p:sp>
      <p:pic>
        <p:nvPicPr>
          <p:cNvPr id="26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7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089" y="3332988"/>
            <a:ext cx="1756471" cy="1737360"/>
          </a:xfrm>
          <a:prstGeom prst="rect">
            <a:avLst/>
          </a:prstGeom>
        </p:spPr>
      </p:pic>
      <p:pic>
        <p:nvPicPr>
          <p:cNvPr id="28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فَيَقَ</a:t>
            </a:r>
            <a:endParaRPr lang="ar-SA" sz="7600" dirty="0"/>
          </a:p>
        </p:txBody>
      </p:sp>
      <p:pic>
        <p:nvPicPr>
          <p:cNvPr id="24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25356" cy="1508760"/>
          </a:xfrm>
          <a:prstGeom prst="rect">
            <a:avLst/>
          </a:prstGeom>
        </p:spPr>
      </p:pic>
      <p:pic>
        <p:nvPicPr>
          <p:cNvPr id="25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9604" y="3332988"/>
            <a:ext cx="1792956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8"/>
          </a:solidFill>
          <a:ln w="12700">
            <a:solidFill>
              <a:srgbClr val="5EEDC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قَيَكَ</a:t>
            </a:r>
            <a:endParaRPr lang="ar-SA" sz="77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5"/>
          </a:solidFill>
          <a:ln w="12700">
            <a:solidFill>
              <a:srgbClr val="E052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7"/>
          </a:solidFill>
          <a:ln w="12700">
            <a:solidFill>
              <a:srgbClr val="70DB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كَيَلَ</a:t>
            </a:r>
            <a:endParaRPr lang="ar-SA" sz="7600" dirty="0"/>
          </a:p>
        </p:txBody>
      </p:sp>
      <p:pic>
        <p:nvPicPr>
          <p:cNvPr id="29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00593" cy="960120"/>
          </a:xfrm>
          <a:prstGeom prst="rect">
            <a:avLst/>
          </a:prstGeom>
        </p:spPr>
      </p:pic>
      <p:pic>
        <p:nvPicPr>
          <p:cNvPr id="30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585" y="4338828"/>
            <a:ext cx="574975" cy="731520"/>
          </a:xfrm>
          <a:prstGeom prst="rect">
            <a:avLst/>
          </a:prstGeom>
        </p:spPr>
      </p:pic>
      <p:pic>
        <p:nvPicPr>
          <p:cNvPr id="31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D"/>
          </a:solidFill>
          <a:ln w="12700">
            <a:solidFill>
              <a:srgbClr val="64D8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D147"/>
          </a:solidFill>
          <a:ln w="12700">
            <a:solidFill>
              <a:srgbClr val="5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لَيَمَ</a:t>
            </a:r>
            <a:endParaRPr lang="ar-SA" sz="6600" dirty="0"/>
          </a:p>
        </p:txBody>
      </p:sp>
      <p:pic>
        <p:nvPicPr>
          <p:cNvPr id="24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07673" cy="1508760"/>
          </a:xfrm>
          <a:prstGeom prst="rect">
            <a:avLst/>
          </a:prstGeom>
        </p:spPr>
      </p:pic>
      <p:pic>
        <p:nvPicPr>
          <p:cNvPr id="25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مَيَنَ</a:t>
            </a:r>
            <a:endParaRPr lang="ar-SA" sz="8000" dirty="0"/>
          </a:p>
        </p:txBody>
      </p:sp>
      <p:pic>
        <p:nvPicPr>
          <p:cNvPr id="25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نَيَهَ</a:t>
            </a:r>
            <a:endParaRPr lang="ar-SA" sz="8700" dirty="0"/>
          </a:p>
        </p:txBody>
      </p:sp>
      <p:pic>
        <p:nvPicPr>
          <p:cNvPr id="26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7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190110" y="3332988"/>
            <a:ext cx="1862450" cy="1737360"/>
          </a:xfrm>
          <a:prstGeom prst="rect">
            <a:avLst/>
          </a:prstGeom>
        </p:spPr>
      </p:pic>
      <p:pic>
        <p:nvPicPr>
          <p:cNvPr id="28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هَيَوَ</a:t>
            </a:r>
            <a:endParaRPr lang="ar-SA" sz="80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5EED"/>
          </a:solidFill>
          <a:ln w="12700">
            <a:solidFill>
              <a:srgbClr val="A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وَيَأَ</a:t>
            </a:r>
            <a:endParaRPr lang="ar-SA" sz="59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E052"/>
          </a:solidFill>
          <a:ln w="12700">
            <a:solidFill>
              <a:srgbClr val="8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70DB"/>
          </a:solidFill>
          <a:ln w="12700">
            <a:solidFill>
              <a:srgbClr val="7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</a:t>
            </a:r>
            <a:endParaRPr lang="ar-SA" sz="7000" dirty="0"/>
          </a:p>
        </p:txBody>
      </p:sp>
      <p:pic>
        <p:nvPicPr>
          <p:cNvPr id="25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4458" cy="9144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8D8"/>
          </a:solidFill>
          <a:ln w="12700">
            <a:solidFill>
              <a:srgbClr val="647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6D1"/>
          </a:solidFill>
          <a:ln w="12700">
            <a:solidFill>
              <a:srgbClr val="477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</a:t>
            </a:r>
            <a:endParaRPr lang="ar-SA" sz="7200" dirty="0"/>
          </a:p>
        </p:txBody>
      </p:sp>
      <p:pic>
        <p:nvPicPr>
          <p:cNvPr id="20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</a:t>
            </a:r>
            <a:endParaRPr lang="ar-SA" sz="72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</a:t>
            </a:r>
            <a:endParaRPr lang="ar-SA" sz="7200" dirty="0"/>
          </a:p>
        </p:txBody>
      </p:sp>
      <p:pic>
        <p:nvPicPr>
          <p:cNvPr id="22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45351" cy="1417320"/>
          </a:xfrm>
          <a:prstGeom prst="rect">
            <a:avLst/>
          </a:prstGeom>
        </p:spPr>
      </p:pic>
      <p:pic>
        <p:nvPicPr>
          <p:cNvPr id="23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458" y="3515868"/>
            <a:ext cx="145810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</a:t>
            </a:r>
            <a:endParaRPr lang="ar-SA" sz="72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15E"/>
          </a:solidFill>
          <a:ln w="12700">
            <a:solidFill>
              <a:srgbClr val="ED8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</a:t>
            </a:r>
            <a:endParaRPr lang="ar-SA" sz="72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CE0"/>
          </a:solidFill>
          <a:ln w="12700">
            <a:solidFill>
              <a:srgbClr val="52A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E"/>
          </a:solidFill>
          <a:ln w="12700">
            <a:solidFill>
              <a:srgbClr val="DB70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</a:t>
            </a:r>
            <a:endParaRPr lang="ar-SA" sz="7200" dirty="0"/>
          </a:p>
        </p:txBody>
      </p:sp>
      <p:pic>
        <p:nvPicPr>
          <p:cNvPr id="25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5"/>
          </a:solidFill>
          <a:ln w="12700">
            <a:solidFill>
              <a:srgbClr val="D864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9"/>
          </a:solidFill>
          <a:ln w="12700">
            <a:solidFill>
              <a:srgbClr val="D147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</a:t>
            </a:r>
            <a:endParaRPr lang="ar-SA" sz="7200" dirty="0"/>
          </a:p>
        </p:txBody>
      </p:sp>
      <p:pic>
        <p:nvPicPr>
          <p:cNvPr id="20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</a:t>
            </a:r>
            <a:endParaRPr lang="ar-SA" sz="7200" dirty="0"/>
          </a:p>
        </p:txBody>
      </p:sp>
      <p:pic>
        <p:nvPicPr>
          <p:cNvPr id="21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92617" cy="960120"/>
          </a:xfrm>
          <a:prstGeom prst="rect">
            <a:avLst/>
          </a:prstGeom>
        </p:spPr>
      </p:pic>
      <p:pic>
        <p:nvPicPr>
          <p:cNvPr id="22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</a:t>
            </a:r>
            <a:endParaRPr lang="ar-SA" sz="7200" dirty="0"/>
          </a:p>
        </p:txBody>
      </p:sp>
      <p:pic>
        <p:nvPicPr>
          <p:cNvPr id="22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3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</a:t>
            </a:r>
            <a:endParaRPr lang="ar-SA" sz="72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ED5E"/>
          </a:solidFill>
          <a:ln w="12700">
            <a:solidFill>
              <a:srgbClr val="5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</a:t>
            </a:r>
            <a:endParaRPr lang="ar-SA" sz="72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F"/>
          </a:solidFill>
          <a:ln w="12700">
            <a:solidFill>
              <a:srgbClr val="E052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DB70"/>
          </a:solidFill>
          <a:ln w="12700">
            <a:solidFill>
              <a:srgbClr val="9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</a:t>
            </a:r>
            <a:endParaRPr lang="ar-SA" sz="7200" dirty="0"/>
          </a:p>
        </p:txBody>
      </p:sp>
      <p:pic>
        <p:nvPicPr>
          <p:cNvPr id="2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1225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D864"/>
          </a:solidFill>
          <a:ln w="12700">
            <a:solidFill>
              <a:srgbClr val="B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D147"/>
          </a:solidFill>
          <a:ln w="12700">
            <a:solidFill>
              <a:srgbClr val="B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</a:t>
            </a:r>
            <a:endParaRPr lang="ar-SA" sz="72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1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</a:t>
            </a:r>
            <a:endParaRPr lang="ar-SA" sz="7200" dirty="0"/>
          </a:p>
        </p:txBody>
      </p:sp>
      <p:pic>
        <p:nvPicPr>
          <p:cNvPr id="21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8414" y="4155948"/>
            <a:ext cx="714146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</a:t>
            </a:r>
            <a:endParaRPr lang="ar-SA" sz="72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16375" cy="1417320"/>
          </a:xfrm>
          <a:prstGeom prst="rect">
            <a:avLst/>
          </a:prstGeom>
        </p:spPr>
      </p:pic>
      <p:pic>
        <p:nvPicPr>
          <p:cNvPr id="23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</a:t>
            </a:r>
            <a:endParaRPr lang="ar-SA" sz="72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3ED"/>
          </a:solidFill>
          <a:ln w="12700">
            <a:solidFill>
              <a:srgbClr val="5E8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</a:t>
            </a:r>
            <a:endParaRPr lang="ar-SA" sz="72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E52"/>
          </a:solidFill>
          <a:ln w="12700">
            <a:solidFill>
              <a:srgbClr val="E0C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4DB"/>
          </a:solidFill>
          <a:ln w="12700">
            <a:solidFill>
              <a:srgbClr val="70B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</a:t>
            </a:r>
            <a:endParaRPr lang="ar-SA" sz="7200" dirty="0"/>
          </a:p>
        </p:txBody>
      </p:sp>
      <p:pic>
        <p:nvPicPr>
          <p:cNvPr id="25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5"/>
          </a:solidFill>
          <a:ln w="12700">
            <a:solidFill>
              <a:srgbClr val="47D1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</a:t>
            </a:r>
            <a:endParaRPr lang="ar-SA" sz="72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</a:t>
            </a:r>
            <a:endParaRPr lang="ar-SA" sz="7200" dirty="0"/>
          </a:p>
        </p:txBody>
      </p:sp>
      <p:pic>
        <p:nvPicPr>
          <p:cNvPr id="21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669" y="4384548"/>
            <a:ext cx="724891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39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642B"/>
          </a:solidFill>
          <a:ln w="12700">
            <a:solidFill>
              <a:srgbClr val="3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5"/>
          </a:solidFill>
          <a:ln w="12700">
            <a:solidFill>
              <a:srgbClr val="3479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</a:t>
            </a:r>
            <a:endParaRPr lang="ar-SA" sz="7200" dirty="0"/>
          </a:p>
        </p:txBody>
      </p:sp>
      <p:pic>
        <p:nvPicPr>
          <p:cNvPr id="22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3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</a:t>
            </a:r>
            <a:endParaRPr lang="ar-SA" sz="72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6C3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6"/>
          </a:solidFill>
          <a:ln w="12700">
            <a:solidFill>
              <a:srgbClr val="ED5EA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</a:t>
            </a:r>
            <a:endParaRPr lang="ar-SA" sz="72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A"/>
          </a:solidFill>
          <a:ln w="12700">
            <a:solidFill>
              <a:srgbClr val="52E0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E"/>
          </a:solidFill>
          <a:ln w="12700">
            <a:solidFill>
              <a:srgbClr val="DB70C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</a:t>
            </a:r>
            <a:endParaRPr lang="ar-SA" sz="7200" dirty="0"/>
          </a:p>
        </p:txBody>
      </p:sp>
      <p:pic>
        <p:nvPicPr>
          <p:cNvPr id="25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00593" cy="960120"/>
          </a:xfrm>
          <a:prstGeom prst="rect">
            <a:avLst/>
          </a:prstGeom>
        </p:spPr>
      </p:pic>
      <p:pic>
        <p:nvPicPr>
          <p:cNvPr id="26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585" y="4338828"/>
            <a:ext cx="574975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D8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64D8"/>
          </a:solidFill>
          <a:ln w="12700">
            <a:solidFill>
              <a:srgbClr val="C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</a:t>
            </a:r>
            <a:endParaRPr lang="ar-SA" sz="7200" dirty="0"/>
          </a:p>
        </p:txBody>
      </p:sp>
      <p:pic>
        <p:nvPicPr>
          <p:cNvPr id="20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1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</a:t>
            </a:r>
            <a:endParaRPr lang="ar-SA" sz="7200" dirty="0"/>
          </a:p>
        </p:txBody>
      </p:sp>
      <p:pic>
        <p:nvPicPr>
          <p:cNvPr id="21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11865" y="896112"/>
            <a:ext cx="172151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0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11865" y="896112"/>
            <a:ext cx="17215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710625" y="896112"/>
            <a:ext cx="168120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0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710625" y="896112"/>
            <a:ext cx="168120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وَيَنَعَ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58967" y="2834640"/>
            <a:ext cx="30260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58967" y="2834640"/>
            <a:ext cx="30260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 وَيَنَعَ</a:t>
            </a:r>
            <a:endParaRPr lang="ar-SA" sz="4700" dirty="0"/>
          </a:p>
        </p:txBody>
      </p:sp>
      <p:pic>
        <p:nvPicPr>
          <p:cNvPr id="1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17172" cy="1463040"/>
          </a:xfrm>
          <a:prstGeom prst="rect">
            <a:avLst/>
          </a:prstGeom>
        </p:spPr>
      </p:pic>
      <p:pic>
        <p:nvPicPr>
          <p:cNvPr id="20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84181" y="1828800"/>
            <a:ext cx="1568379" cy="1463040"/>
          </a:xfrm>
          <a:prstGeom prst="rect">
            <a:avLst/>
          </a:prstGeom>
        </p:spPr>
      </p:pic>
      <p:pic>
        <p:nvPicPr>
          <p:cNvPr id="21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88697" y="896112"/>
            <a:ext cx="17873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E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88697" y="896112"/>
            <a:ext cx="17873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267920" y="896112"/>
            <a:ext cx="2500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E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67920" y="896112"/>
            <a:ext cx="2500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58302" y="2834640"/>
            <a:ext cx="402739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58302" y="2834640"/>
            <a:ext cx="402739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 وَجَلَسَ</a:t>
            </a:r>
            <a:endParaRPr lang="ar-SA" sz="5400" dirty="0"/>
          </a:p>
        </p:txBody>
      </p:sp>
      <p:pic>
        <p:nvPicPr>
          <p:cNvPr id="17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75694" cy="1463040"/>
          </a:xfrm>
          <a:prstGeom prst="rect">
            <a:avLst/>
          </a:prstGeom>
        </p:spPr>
      </p:pic>
      <p:pic>
        <p:nvPicPr>
          <p:cNvPr id="18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8942" y="1920240"/>
            <a:ext cx="2063618" cy="1280160"/>
          </a:xfrm>
          <a:prstGeom prst="rect">
            <a:avLst/>
          </a:prstGeom>
        </p:spPr>
      </p:pic>
      <p:pic>
        <p:nvPicPr>
          <p:cNvPr id="19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ED5E"/>
          </a:solidFill>
          <a:ln w="12700">
            <a:solidFill>
              <a:srgbClr val="C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06136" y="896112"/>
            <a:ext cx="195613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1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06136" y="896112"/>
            <a:ext cx="195613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81732" y="896112"/>
            <a:ext cx="19043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1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81732" y="896112"/>
            <a:ext cx="19043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وَنَجَحَ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03491" y="2834640"/>
            <a:ext cx="353701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03491" y="2834640"/>
            <a:ext cx="353701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 وَنَجَحَ</a:t>
            </a:r>
            <a:endParaRPr lang="ar-SA" sz="4700" dirty="0"/>
          </a:p>
        </p:txBody>
      </p:sp>
      <p:pic>
        <p:nvPicPr>
          <p:cNvPr id="25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26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2189" y="1828800"/>
            <a:ext cx="1410371" cy="146304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D70"/>
          </a:solidFill>
          <a:ln w="12700">
            <a:solidFill>
              <a:srgbClr val="DBC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10881" y="896112"/>
            <a:ext cx="17752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3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10881" y="896112"/>
            <a:ext cx="17752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57862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3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57862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9201" y="2834640"/>
            <a:ext cx="350559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9201" y="2834640"/>
            <a:ext cx="350559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 وَرَسَمَ</a:t>
            </a:r>
            <a:endParaRPr lang="ar-SA" sz="4700" dirty="0"/>
          </a:p>
        </p:txBody>
      </p:sp>
      <p:pic>
        <p:nvPicPr>
          <p:cNvPr id="22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79133" cy="1463040"/>
          </a:xfrm>
          <a:prstGeom prst="rect">
            <a:avLst/>
          </a:prstGeom>
        </p:spPr>
      </p:pic>
      <p:pic>
        <p:nvPicPr>
          <p:cNvPr id="23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7682" y="1828800"/>
            <a:ext cx="1904878" cy="146304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159</Slides>
  <Notes>159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03-noon-ya</dc:title>
  <dc:subject>PptxGenJS Presentation</dc:subject>
  <dc:creator>PptxGenJS</dc:creator>
  <cp:lastModifiedBy>PptxGenJS</cp:lastModifiedBy>
  <cp:revision>1</cp:revision>
  <dcterms:created xsi:type="dcterms:W3CDTF">2026-10-20T23:11:09Z</dcterms:created>
  <dcterms:modified xsi:type="dcterms:W3CDTF">2026-10-20T23:11:09Z</dcterms:modified>
</cp:coreProperties>
</file>