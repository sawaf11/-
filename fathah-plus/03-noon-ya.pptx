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10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E47"/>
          </a:solidFill>
          <a:ln w="12700">
            <a:solidFill>
              <a:srgbClr val="D17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</a:t>
            </a:r>
            <a:endParaRPr lang="ar-SA" sz="10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تَنَثَ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ثَنَجَ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جَنَحَ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حَنَخَ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ذَنَرَ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رَنَزَ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زَنَسَ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سَنَشَ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شَنَصَ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صَنَضَ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D147"/>
          </a:solidFill>
          <a:ln w="12700">
            <a:solidFill>
              <a:srgbClr val="9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طَنَظَ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ظَنَعَ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عَنَغَ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غَنَفَ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E052"/>
          </a:solidFill>
          <a:ln w="12700">
            <a:solidFill>
              <a:srgbClr val="D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فَنَقَ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قَنَكَ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كَنَلَ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ED5E"/>
          </a:solidFill>
          <a:ln w="12700">
            <a:solidFill>
              <a:srgbClr val="A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0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يَشَ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يَظَ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يَفَ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9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يَهَ</a:t>
            </a:r>
            <a:endParaRPr lang="ar-SA" sz="9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دَيَذَ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ذَيَرَ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رَيَزَ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سَيَشَ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شَيَصَ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صَيَضَ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ضَيَطَ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طَيَظَ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ظَيَعَ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عَيَغَ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فَيَقَ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قَيَكَ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كَيَلَ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لَيَمَ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مَيَنَ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نَيَهَ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هَيَوَ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39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6C3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11865" y="896112"/>
            <a:ext cx="17215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0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11865" y="896112"/>
            <a:ext cx="17215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710625" y="896112"/>
            <a:ext cx="16812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0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10625" y="896112"/>
            <a:ext cx="16812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وَيَنَعَ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58967" y="2834640"/>
            <a:ext cx="30260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58967" y="2834640"/>
            <a:ext cx="30260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وَيَنَعَ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6136" y="896112"/>
            <a:ext cx="19561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6136" y="896112"/>
            <a:ext cx="19561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81732" y="896112"/>
            <a:ext cx="19043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81732" y="896112"/>
            <a:ext cx="19043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وَنَجَحَ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03491" y="2834640"/>
            <a:ext cx="35370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03491" y="2834640"/>
            <a:ext cx="35370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وَنَجَحَ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3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03-noon-ya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