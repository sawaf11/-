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1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7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1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633347" cy="11430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2057400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020" y="3515868"/>
            <a:ext cx="98554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10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E47"/>
          </a:solidFill>
          <a:ln w="12700">
            <a:solidFill>
              <a:srgbClr val="D17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780" y="3515868"/>
            <a:ext cx="11207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8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164" y="3332988"/>
            <a:ext cx="97639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55948"/>
            <a:ext cx="73152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8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D147"/>
          </a:solidFill>
          <a:ln w="12700">
            <a:solidFill>
              <a:srgbClr val="9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E052"/>
          </a:solidFill>
          <a:ln w="12700">
            <a:solidFill>
              <a:srgbClr val="D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731" y="3424428"/>
            <a:ext cx="1097829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0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6155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1965960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514" y="3515868"/>
            <a:ext cx="105704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6" y="3515868"/>
            <a:ext cx="7197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8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6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8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547" y="3378708"/>
            <a:ext cx="746013" cy="1691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39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6C3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865" y="896112"/>
            <a:ext cx="17215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0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865" y="896112"/>
            <a:ext cx="17215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710625" y="896112"/>
            <a:ext cx="16812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0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10625" y="896112"/>
            <a:ext cx="16812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58967" y="2834640"/>
            <a:ext cx="30260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58967" y="2834640"/>
            <a:ext cx="30260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وَيَنَعَ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2125980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645188" cy="11887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6136" y="896112"/>
            <a:ext cx="19561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6136" y="896112"/>
            <a:ext cx="19561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732" y="896112"/>
            <a:ext cx="19043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732" y="896112"/>
            <a:ext cx="19043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3491" y="2834640"/>
            <a:ext cx="35370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3491" y="2834640"/>
            <a:ext cx="35370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وَنَجَحَ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737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1897380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3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948050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1851660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03-noon-ya</dc:title>
  <dc:subject>PptxGenJS Presentation</dc:subject>
  <dc:creator>PptxGenJS</dc:creator>
  <cp:lastModifiedBy>PptxGenJS</cp:lastModifiedBy>
  <cp:revision>1</cp:revision>
  <dcterms:created xsi:type="dcterms:W3CDTF">2026-10-21T00:09:39Z</dcterms:created>
  <dcterms:modified xsi:type="dcterms:W3CDTF">2026-10-21T00:09:39Z</dcterms:modified>
</cp:coreProperties>
</file>