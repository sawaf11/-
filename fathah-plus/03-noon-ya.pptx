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</p:sldIdLst>
  <p:notesMasterIdLst>
    <p:notesMasterId r:id="rId16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notesMaster" Target="notesMasters/notesMaster1.xml"/><Relationship Id="rId162" Type="http://schemas.openxmlformats.org/officeDocument/2006/relationships/presProps" Target="presProps.xml"/><Relationship Id="rId163" Type="http://schemas.openxmlformats.org/officeDocument/2006/relationships/viewProps" Target="viewProps.xml"/><Relationship Id="rId164" Type="http://schemas.openxmlformats.org/officeDocument/2006/relationships/theme" Target="theme/theme1.xml"/><Relationship Id="rId1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9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image" Target="../media/image-9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image" Target="../media/image-10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0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10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image" Target="../media/image-10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1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1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1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1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1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1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1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7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1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35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13500" dirty="0"/>
          </a:p>
        </p:txBody>
      </p:sp>
      <p:pic>
        <p:nvPicPr>
          <p:cNvPr id="13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1708099" cy="1828800"/>
          </a:xfrm>
          <a:prstGeom prst="rect">
            <a:avLst/>
          </a:prstGeom>
        </p:spPr>
      </p:pic>
      <p:pic>
        <p:nvPicPr>
          <p:cNvPr id="14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237" y="3241548"/>
            <a:ext cx="2357323" cy="18288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6ED"/>
          </a:solidFill>
          <a:ln w="12700">
            <a:solidFill>
              <a:srgbClr val="5E8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نَأَ</a:t>
            </a:r>
            <a:endParaRPr lang="ar-SA" sz="66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48840"/>
            <a:ext cx="511150" cy="9144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B52"/>
          </a:solidFill>
          <a:ln w="12700">
            <a:solidFill>
              <a:srgbClr val="E0C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6DB"/>
          </a:solidFill>
          <a:ln w="12700">
            <a:solidFill>
              <a:srgbClr val="70B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14785"/>
          </a:solidFill>
          <a:ln w="12700">
            <a:solidFill>
              <a:srgbClr val="7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1D8"/>
          </a:solidFill>
          <a:ln w="12700">
            <a:solidFill>
              <a:srgbClr val="64D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2"/>
          </a:solidFill>
          <a:ln w="12700">
            <a:solidFill>
              <a:srgbClr val="47D1C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نَتَ</a:t>
            </a:r>
            <a:endParaRPr lang="ar-SA" sz="10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06455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228" y="3515868"/>
            <a:ext cx="965332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نَثَ</a:t>
            </a:r>
            <a:endParaRPr lang="ar-SA" sz="10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112459" cy="12801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642B"/>
          </a:solidFill>
          <a:ln w="12700">
            <a:solidFill>
              <a:srgbClr val="3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4"/>
          </a:solidFill>
          <a:ln w="12700">
            <a:solidFill>
              <a:srgbClr val="3479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نَجَ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92282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608" y="3515868"/>
            <a:ext cx="1353952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نَحَ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7984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096" y="3515868"/>
            <a:ext cx="3023464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9"/>
          </a:solidFill>
          <a:ln w="12700">
            <a:solidFill>
              <a:srgbClr val="ED5EA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7"/>
          </a:solidFill>
          <a:ln w="12700">
            <a:solidFill>
              <a:srgbClr val="52E0A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0"/>
          </a:solidFill>
          <a:ln w="12700">
            <a:solidFill>
              <a:srgbClr val="DB70D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247"/>
          </a:solidFill>
          <a:ln w="12700">
            <a:solidFill>
              <a:srgbClr val="856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نَدَ</a:t>
            </a:r>
            <a:endParaRPr lang="ar-SA" sz="10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264D8"/>
          </a:solidFill>
          <a:ln w="12700">
            <a:solidFill>
              <a:srgbClr val="C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047D1"/>
          </a:solidFill>
          <a:ln w="12700">
            <a:solidFill>
              <a:srgbClr val="A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نَذَ</a:t>
            </a:r>
            <a:endParaRPr lang="ar-SA" sz="93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07085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2981" y="3515868"/>
            <a:ext cx="929579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نَرَ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112139" cy="114300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814" y="4155948"/>
            <a:ext cx="707746" cy="9144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964"/>
          </a:solidFill>
          <a:ln w="12700">
            <a:solidFill>
              <a:srgbClr val="2B4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679"/>
          </a:solidFill>
          <a:ln w="12700">
            <a:solidFill>
              <a:srgbClr val="343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3463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518" y="3515868"/>
            <a:ext cx="1385042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نَسَ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999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3515868"/>
            <a:ext cx="2176272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DED5E"/>
          </a:solidFill>
          <a:ln w="12700">
            <a:solidFill>
              <a:srgbClr val="C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نَشَ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452E0"/>
          </a:solidFill>
          <a:ln w="12700">
            <a:solidFill>
              <a:srgbClr val="8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B70"/>
          </a:solidFill>
          <a:ln w="12700">
            <a:solidFill>
              <a:srgbClr val="DBC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3"/>
          </a:solidFill>
          <a:ln w="12700">
            <a:solidFill>
              <a:srgbClr val="4785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نَصَ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564"/>
          </a:solidFill>
          <a:ln w="12700">
            <a:solidFill>
              <a:srgbClr val="D8A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E47"/>
          </a:solidFill>
          <a:ln w="12700">
            <a:solidFill>
              <a:srgbClr val="D17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نَضَ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3463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857" y="3515868"/>
            <a:ext cx="1232703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نَطَ</a:t>
            </a:r>
            <a:endParaRPr lang="ar-SA" sz="93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099566" cy="1143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7"/>
          </a:solidFill>
          <a:ln w="12700">
            <a:solidFill>
              <a:srgbClr val="642B5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7"/>
          </a:solidFill>
          <a:ln w="12700">
            <a:solidFill>
              <a:srgbClr val="79344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نَظَ</a:t>
            </a:r>
            <a:endParaRPr lang="ar-SA" sz="93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05196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456" y="3515868"/>
            <a:ext cx="973104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نَعَ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863776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835" y="3515868"/>
            <a:ext cx="2003725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A"/>
          </a:solidFill>
          <a:ln w="12700">
            <a:solidFill>
              <a:srgbClr val="5EEDE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نَغَ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02554" cy="10972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052"/>
          </a:solidFill>
          <a:ln w="12700">
            <a:solidFill>
              <a:srgbClr val="E06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1"/>
          </a:solidFill>
          <a:ln w="12700">
            <a:solidFill>
              <a:srgbClr val="70DBB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B85"/>
          </a:solidFill>
          <a:ln w="12700">
            <a:solidFill>
              <a:srgbClr val="474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نَفَ</a:t>
            </a:r>
            <a:endParaRPr lang="ar-SA" sz="9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8"/>
          </a:solidFill>
          <a:ln w="12700">
            <a:solidFill>
              <a:srgbClr val="64D88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B"/>
          </a:solidFill>
          <a:ln w="12700">
            <a:solidFill>
              <a:srgbClr val="47D15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نَقَ</a:t>
            </a:r>
            <a:endParaRPr lang="ar-SA" sz="8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76691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722" y="3515868"/>
            <a:ext cx="1036838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نَكَ</a:t>
            </a:r>
            <a:endParaRPr lang="ar-SA" sz="10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106698" cy="11887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32B"/>
          </a:solidFill>
          <a:ln w="12700">
            <a:solidFill>
              <a:srgbClr val="646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87934"/>
          </a:solidFill>
          <a:ln w="12700">
            <a:solidFill>
              <a:srgbClr val="5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نَلَ</a:t>
            </a:r>
            <a:endParaRPr lang="ar-SA" sz="8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76691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86" y="3515868"/>
            <a:ext cx="1691274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نَمَ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4062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096" y="3515868"/>
            <a:ext cx="3023464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65EED"/>
          </a:solidFill>
          <a:ln w="12700">
            <a:solidFill>
              <a:srgbClr val="C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أَنَبَ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7E052"/>
          </a:solidFill>
          <a:ln w="12700">
            <a:solidFill>
              <a:srgbClr val="6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670DB"/>
          </a:solidFill>
          <a:ln w="12700">
            <a:solidFill>
              <a:srgbClr val="9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B"/>
          </a:solidFill>
          <a:ln w="12700">
            <a:solidFill>
              <a:srgbClr val="85475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بَنَتَ</a:t>
            </a:r>
            <a:endParaRPr lang="ar-SA" sz="87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899221" cy="10058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B64D8"/>
          </a:solidFill>
          <a:ln w="12700">
            <a:solidFill>
              <a:srgbClr val="6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6D1"/>
          </a:solidFill>
          <a:ln w="12700">
            <a:solidFill>
              <a:srgbClr val="475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تَنَثَ</a:t>
            </a:r>
            <a:endParaRPr lang="ar-SA" sz="88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43397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679" y="3332988"/>
            <a:ext cx="1012881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ثَنَجَ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70534" cy="9601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4"/>
          </a:solidFill>
          <a:ln w="12700">
            <a:solidFill>
              <a:srgbClr val="2B64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A79"/>
          </a:solidFill>
          <a:ln w="12700">
            <a:solidFill>
              <a:srgbClr val="346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جَنَحَ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11713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576" y="3332988"/>
            <a:ext cx="2063984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حَنَخَ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386550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3332988"/>
            <a:ext cx="2432304" cy="17373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35E"/>
          </a:solidFill>
          <a:ln w="12700">
            <a:solidFill>
              <a:srgbClr val="EDA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خَنَدَ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AE0"/>
          </a:solidFill>
          <a:ln w="12700">
            <a:solidFill>
              <a:srgbClr val="528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B70"/>
          </a:solidFill>
          <a:ln w="12700">
            <a:solidFill>
              <a:srgbClr val="DB7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8547"/>
          </a:solidFill>
          <a:ln w="12700">
            <a:solidFill>
              <a:srgbClr val="6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دَنَذَ</a:t>
            </a:r>
            <a:endParaRPr lang="ar-SA" sz="82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916503" cy="11887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A"/>
          </a:solidFill>
          <a:ln w="12700">
            <a:solidFill>
              <a:srgbClr val="D8647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8"/>
          </a:solidFill>
          <a:ln w="12700">
            <a:solidFill>
              <a:srgbClr val="D1477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ذَنَرَ</a:t>
            </a:r>
            <a:endParaRPr lang="ar-SA" sz="80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24205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245" y="3332988"/>
            <a:ext cx="1056315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رَنَزَ</a:t>
            </a:r>
            <a:endParaRPr lang="ar-SA" sz="8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075334" cy="10972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62B64"/>
          </a:solidFill>
          <a:ln w="12700">
            <a:solidFill>
              <a:srgbClr val="4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83479"/>
          </a:solidFill>
          <a:ln w="12700">
            <a:solidFill>
              <a:srgbClr val="7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زَنَسَ</a:t>
            </a:r>
            <a:endParaRPr lang="ar-SA" sz="77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59571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682" y="3332988"/>
            <a:ext cx="1356878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سَنَشَ</a:t>
            </a:r>
            <a:endParaRPr lang="ar-SA" sz="68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2017212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103" y="3332988"/>
            <a:ext cx="2239457" cy="17373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F"/>
          </a:solidFill>
          <a:ln w="12700">
            <a:solidFill>
              <a:srgbClr val="5EED7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شَنَصَ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E"/>
          </a:solidFill>
          <a:ln w="12700">
            <a:solidFill>
              <a:srgbClr val="E052A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0DB70"/>
          </a:solidFill>
          <a:ln w="12700">
            <a:solidFill>
              <a:srgbClr val="8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985"/>
          </a:solidFill>
          <a:ln w="12700">
            <a:solidFill>
              <a:srgbClr val="477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صَنَضَ</a:t>
            </a:r>
            <a:endParaRPr lang="ar-SA" sz="62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912114" cy="9601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7D864"/>
          </a:solidFill>
          <a:ln w="12700">
            <a:solidFill>
              <a:srgbClr val="9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AD147"/>
          </a:solidFill>
          <a:ln w="12700">
            <a:solidFill>
              <a:srgbClr val="9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ضَنَطَ</a:t>
            </a:r>
            <a:endParaRPr lang="ar-SA" sz="78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77011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586" y="3332988"/>
            <a:ext cx="793974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طَنَظَ</a:t>
            </a:r>
            <a:endParaRPr lang="ar-SA" sz="82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084296" cy="12801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82B"/>
          </a:solidFill>
          <a:ln w="12700">
            <a:solidFill>
              <a:srgbClr val="643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734"/>
          </a:solidFill>
          <a:ln w="12700">
            <a:solidFill>
              <a:srgbClr val="796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ظَنَعَ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80029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996" y="3332988"/>
            <a:ext cx="1537564" cy="17373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عَنَغَ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02303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395" y="3332988"/>
            <a:ext cx="3379165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1ED"/>
          </a:solidFill>
          <a:ln w="12700">
            <a:solidFill>
              <a:srgbClr val="5E6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غَنَفَ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1E052"/>
          </a:solidFill>
          <a:ln w="12700">
            <a:solidFill>
              <a:srgbClr val="D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ADB"/>
          </a:solidFill>
          <a:ln w="12700">
            <a:solidFill>
              <a:srgbClr val="709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14785"/>
          </a:solidFill>
          <a:ln w="12700">
            <a:solidFill>
              <a:srgbClr val="8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3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فَنَقَ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4D8"/>
          </a:solidFill>
          <a:ln w="12700">
            <a:solidFill>
              <a:srgbClr val="64B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DD1"/>
          </a:solidFill>
          <a:ln w="12700">
            <a:solidFill>
              <a:srgbClr val="47B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قَنَكَ</a:t>
            </a:r>
            <a:endParaRPr lang="ar-SA" sz="77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93608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599" y="3332988"/>
            <a:ext cx="1104961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كَنَلَ</a:t>
            </a:r>
            <a:endParaRPr lang="ar-SA" sz="7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104321" cy="1188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C642B"/>
          </a:solidFill>
          <a:ln w="12700">
            <a:solidFill>
              <a:srgbClr val="2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5"/>
          </a:solidFill>
          <a:ln w="12700">
            <a:solidFill>
              <a:srgbClr val="34795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لَنَمَ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6661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411" y="3332988"/>
            <a:ext cx="1560149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مَنَأَ</a:t>
            </a:r>
            <a:endParaRPr lang="ar-SA" sz="59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323183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3332988"/>
            <a:ext cx="2432304" cy="17373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5"/>
          </a:solidFill>
          <a:ln w="12700">
            <a:solidFill>
              <a:srgbClr val="ED5E8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أَنَ</a:t>
            </a:r>
            <a:endParaRPr lang="ar-SA" sz="7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7368" cy="10515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C"/>
          </a:solidFill>
          <a:ln w="12700">
            <a:solidFill>
              <a:srgbClr val="52E0C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5"/>
          </a:solidFill>
          <a:ln w="12700">
            <a:solidFill>
              <a:srgbClr val="DB70B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247"/>
          </a:solidFill>
          <a:ln w="12700">
            <a:solidFill>
              <a:srgbClr val="857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1"/>
          </a:solidFill>
          <a:ln w="12700">
            <a:solidFill>
              <a:srgbClr val="D864D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347D1"/>
          </a:solidFill>
          <a:ln w="12700">
            <a:solidFill>
              <a:srgbClr val="C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34959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0240" y="3515868"/>
            <a:ext cx="822320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A64"/>
          </a:solidFill>
          <a:ln w="12700">
            <a:solidFill>
              <a:srgbClr val="2B3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43479"/>
          </a:solidFill>
          <a:ln w="12700">
            <a:solidFill>
              <a:srgbClr val="4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0235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216" y="3515868"/>
            <a:ext cx="1750344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0519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835" y="3515868"/>
            <a:ext cx="2003725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8ED5E"/>
          </a:solidFill>
          <a:ln w="12700">
            <a:solidFill>
              <a:srgbClr val="A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12430" cy="10972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852E0"/>
          </a:solidFill>
          <a:ln w="12700">
            <a:solidFill>
              <a:srgbClr val="A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0DB70"/>
          </a:solidFill>
          <a:ln w="12700">
            <a:solidFill>
              <a:srgbClr val="D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2"/>
          </a:solidFill>
          <a:ln w="12700">
            <a:solidFill>
              <a:srgbClr val="47856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</a:t>
            </a:r>
            <a:endParaRPr lang="ar-SA" sz="93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892454" cy="9144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364"/>
          </a:solidFill>
          <a:ln w="12700">
            <a:solidFill>
              <a:srgbClr val="D8C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147"/>
          </a:solidFill>
          <a:ln w="12700">
            <a:solidFill>
              <a:srgbClr val="D1A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ذَنَ</a:t>
            </a:r>
            <a:endParaRPr lang="ar-SA" sz="93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4881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378" y="3515868"/>
            <a:ext cx="861182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رَنَ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036061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8"/>
          </a:solidFill>
          <a:ln w="12700">
            <a:solidFill>
              <a:srgbClr val="642B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5"/>
          </a:solidFill>
          <a:ln w="12700">
            <a:solidFill>
              <a:srgbClr val="79343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7321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857" y="3515868"/>
            <a:ext cx="1232703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283464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096" y="3515868"/>
            <a:ext cx="3023464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CED"/>
          </a:solidFill>
          <a:ln w="12700">
            <a:solidFill>
              <a:srgbClr val="5EC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شَنَ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34540"/>
            <a:ext cx="516636" cy="11430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552"/>
          </a:solidFill>
          <a:ln w="12700">
            <a:solidFill>
              <a:srgbClr val="E08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C"/>
          </a:solidFill>
          <a:ln w="12700">
            <a:solidFill>
              <a:srgbClr val="70DBC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4785"/>
          </a:solidFill>
          <a:ln w="12700">
            <a:solidFill>
              <a:srgbClr val="5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</a:t>
            </a:r>
            <a:endParaRPr lang="ar-SA" sz="9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927476" cy="9601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6"/>
          </a:solidFill>
          <a:ln w="12700">
            <a:solidFill>
              <a:srgbClr val="64D8A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E"/>
          </a:solidFill>
          <a:ln w="12700">
            <a:solidFill>
              <a:srgbClr val="47D17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8975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334" y="3515868"/>
            <a:ext cx="1119226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طَنَ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070488" cy="10515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7642B"/>
          </a:solidFill>
          <a:ln w="12700">
            <a:solidFill>
              <a:srgbClr val="5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67934"/>
          </a:solidFill>
          <a:ln w="12700">
            <a:solidFill>
              <a:srgbClr val="4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031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533" y="3515868"/>
            <a:ext cx="1727027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94013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3515868"/>
            <a:ext cx="2176272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B5EED"/>
          </a:solidFill>
          <a:ln w="12700">
            <a:solidFill>
              <a:srgbClr val="E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غَنَ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7368" cy="10515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1"/>
          </a:solidFill>
          <a:ln w="12700">
            <a:solidFill>
              <a:srgbClr val="52E06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170DB"/>
          </a:solidFill>
          <a:ln w="12700">
            <a:solidFill>
              <a:srgbClr val="B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B"/>
          </a:solidFill>
          <a:ln w="12700">
            <a:solidFill>
              <a:srgbClr val="85474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فَنَ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964D8"/>
          </a:solidFill>
          <a:ln w="12700">
            <a:solidFill>
              <a:srgbClr val="8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C47D1"/>
          </a:solidFill>
          <a:ln w="12700">
            <a:solidFill>
              <a:srgbClr val="5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قَنَ</a:t>
            </a:r>
            <a:endParaRPr lang="ar-SA" sz="87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2676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773" y="3515868"/>
            <a:ext cx="949787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كَنَ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113282" cy="11430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3"/>
          </a:solidFill>
          <a:ln w="12700">
            <a:solidFill>
              <a:srgbClr val="2B646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879"/>
          </a:solidFill>
          <a:ln w="12700">
            <a:solidFill>
              <a:srgbClr val="345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</a:t>
            </a:r>
            <a:endParaRPr lang="ar-SA" sz="8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60313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896" y="3515868"/>
            <a:ext cx="1288664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141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835" y="3515868"/>
            <a:ext cx="2003725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75E"/>
          </a:solidFill>
          <a:ln w="12700">
            <a:solidFill>
              <a:srgbClr val="EDC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10700" dirty="0"/>
          </a:p>
        </p:txBody>
      </p:sp>
      <p:sp>
        <p:nvSpPr>
          <p:cNvPr id="20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107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929945" cy="164592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247" y="1783080"/>
            <a:ext cx="1588313" cy="16459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6E0"/>
          </a:solidFill>
          <a:ln w="12700">
            <a:solidFill>
              <a:srgbClr val="526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770"/>
          </a:solidFill>
          <a:ln w="12700">
            <a:solidFill>
              <a:srgbClr val="DB9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A8547"/>
          </a:solidFill>
          <a:ln w="12700">
            <a:solidFill>
              <a:srgbClr val="5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يَأَ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907268" cy="10058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C64"/>
          </a:solidFill>
          <a:ln w="12700">
            <a:solidFill>
              <a:srgbClr val="D86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5"/>
          </a:solidFill>
          <a:ln w="12700">
            <a:solidFill>
              <a:srgbClr val="D1475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يَبَ</a:t>
            </a:r>
            <a:endParaRPr lang="ar-SA" sz="9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59526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480" y="3515868"/>
            <a:ext cx="687080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يَتَ</a:t>
            </a:r>
            <a:endParaRPr lang="ar-SA" sz="98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115477" cy="10058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52B64"/>
          </a:solidFill>
          <a:ln w="12700">
            <a:solidFill>
              <a:srgbClr val="5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9"/>
          </a:solidFill>
          <a:ln w="12700">
            <a:solidFill>
              <a:srgbClr val="79346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يَثَ</a:t>
            </a:r>
            <a:endParaRPr lang="ar-SA" sz="98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1779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082" y="3515868"/>
            <a:ext cx="1397478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يَجَ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1275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096" y="3515868"/>
            <a:ext cx="3023464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4"/>
          </a:solidFill>
          <a:ln w="12700">
            <a:solidFill>
              <a:srgbClr val="5EEDA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يَحَ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9"/>
          </a:solidFill>
          <a:ln w="12700">
            <a:solidFill>
              <a:srgbClr val="E0528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C"/>
          </a:solidFill>
          <a:ln w="12700">
            <a:solidFill>
              <a:srgbClr val="70DB7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985"/>
          </a:solidFill>
          <a:ln w="12700">
            <a:solidFill>
              <a:srgbClr val="476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يَخَ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907268" cy="10058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9D864"/>
          </a:solidFill>
          <a:ln w="12700">
            <a:solidFill>
              <a:srgbClr val="7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7D147"/>
          </a:solidFill>
          <a:ln w="12700">
            <a:solidFill>
              <a:srgbClr val="7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يَدَ</a:t>
            </a:r>
            <a:endParaRPr lang="ar-SA" sz="98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7321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911" y="3515868"/>
            <a:ext cx="988649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يَذَ</a:t>
            </a:r>
            <a:endParaRPr lang="ar-SA" sz="93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58108" cy="141732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756" y="4155948"/>
            <a:ext cx="717804" cy="9144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72B"/>
          </a:solidFill>
          <a:ln w="12700">
            <a:solidFill>
              <a:srgbClr val="644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834"/>
          </a:solidFill>
          <a:ln w="12700">
            <a:solidFill>
              <a:srgbClr val="797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يَرَ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32125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518" y="3515868"/>
            <a:ext cx="2027042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يَزَ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819839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3515868"/>
            <a:ext cx="2176272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05EED"/>
          </a:solidFill>
          <a:ln w="12700">
            <a:solidFill>
              <a:srgbClr val="8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يَسَ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34540"/>
            <a:ext cx="520065" cy="11430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DE052"/>
          </a:solidFill>
          <a:ln w="12700">
            <a:solidFill>
              <a:srgbClr val="A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FDB"/>
          </a:solidFill>
          <a:ln w="12700">
            <a:solidFill>
              <a:srgbClr val="707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9"/>
          </a:solidFill>
          <a:ln w="12700">
            <a:solidFill>
              <a:srgbClr val="8547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يَشَ</a:t>
            </a:r>
            <a:endParaRPr lang="ar-SA" sz="9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11840" cy="10972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6D8"/>
          </a:solidFill>
          <a:ln w="12700">
            <a:solidFill>
              <a:srgbClr val="649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AD1"/>
          </a:solidFill>
          <a:ln w="12700">
            <a:solidFill>
              <a:srgbClr val="479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يَصَ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8975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628" y="3515868"/>
            <a:ext cx="739932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يَضَ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079952" cy="10515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8"/>
          </a:solidFill>
          <a:ln w="12700">
            <a:solidFill>
              <a:srgbClr val="2B64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7"/>
          </a:solidFill>
          <a:ln w="12700">
            <a:solidFill>
              <a:srgbClr val="34796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يَطَ</a:t>
            </a:r>
            <a:endParaRPr lang="ar-SA" sz="93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25668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048" y="3515868"/>
            <a:ext cx="1669512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يَظَ</a:t>
            </a:r>
            <a:endParaRPr lang="ar-SA" sz="93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141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835" y="3515868"/>
            <a:ext cx="2003725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0"/>
          </a:solidFill>
          <a:ln w="12700">
            <a:solidFill>
              <a:srgbClr val="ED5E6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يَعَ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17916" cy="10972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0E0"/>
          </a:solidFill>
          <a:ln w="12700">
            <a:solidFill>
              <a:srgbClr val="52D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A"/>
          </a:solidFill>
          <a:ln w="12700">
            <a:solidFill>
              <a:srgbClr val="DB709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147"/>
          </a:solidFill>
          <a:ln w="12700">
            <a:solidFill>
              <a:srgbClr val="858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يَغَ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3"/>
          </a:solidFill>
          <a:ln w="12700">
            <a:solidFill>
              <a:srgbClr val="D864B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C"/>
          </a:solidFill>
          <a:ln w="12700">
            <a:solidFill>
              <a:srgbClr val="D147B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يَفَ</a:t>
            </a:r>
            <a:endParaRPr lang="ar-SA" sz="98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3227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843" y="3515868"/>
            <a:ext cx="890717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يَقَ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C64"/>
          </a:solidFill>
          <a:ln w="12700">
            <a:solidFill>
              <a:srgbClr val="2B2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63479"/>
          </a:solidFill>
          <a:ln w="12700">
            <a:solidFill>
              <a:srgbClr val="5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يَكَ</a:t>
            </a:r>
            <a:endParaRPr lang="ar-SA" sz="98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9999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039" y="3515868"/>
            <a:ext cx="1655521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يَلَ</a:t>
            </a:r>
            <a:endParaRPr lang="ar-SA" sz="8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63842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096" y="3515868"/>
            <a:ext cx="3023464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4ED5E"/>
          </a:solidFill>
          <a:ln w="12700">
            <a:solidFill>
              <a:srgbClr val="8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يَمَ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34540"/>
            <a:ext cx="507492" cy="11430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D52E0"/>
          </a:solidFill>
          <a:ln w="12700">
            <a:solidFill>
              <a:srgbClr val="C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4DB70"/>
          </a:solidFill>
          <a:ln w="12700">
            <a:solidFill>
              <a:srgbClr val="B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2"/>
          </a:solidFill>
          <a:ln w="12700">
            <a:solidFill>
              <a:srgbClr val="47857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يَنَ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0D864"/>
          </a:solidFill>
          <a:ln w="12700">
            <a:solidFill>
              <a:srgbClr val="D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447"/>
          </a:solidFill>
          <a:ln w="12700">
            <a:solidFill>
              <a:srgbClr val="D1C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يَهَ</a:t>
            </a:r>
            <a:endParaRPr lang="ar-SA" sz="98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54014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327" y="3515868"/>
            <a:ext cx="948233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يَوَ</a:t>
            </a:r>
            <a:endParaRPr lang="ar-SA" sz="9000" dirty="0"/>
          </a:p>
        </p:txBody>
      </p:sp>
      <p:pic>
        <p:nvPicPr>
          <p:cNvPr id="21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7408" y="4064508"/>
            <a:ext cx="715152" cy="10058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A"/>
          </a:solidFill>
          <a:ln w="12700">
            <a:solidFill>
              <a:srgbClr val="642B3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534"/>
          </a:solidFill>
          <a:ln w="12700">
            <a:solidFill>
              <a:srgbClr val="794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أَيَبَ</a:t>
            </a:r>
            <a:endParaRPr lang="ar-SA" sz="62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43397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136" y="3332988"/>
            <a:ext cx="1247424" cy="17373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بَيَتَ</a:t>
            </a:r>
            <a:endParaRPr lang="ar-SA" sz="87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911599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3332988"/>
            <a:ext cx="2432304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7ED"/>
          </a:solidFill>
          <a:ln w="12700">
            <a:solidFill>
              <a:srgbClr val="5EA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تَيَثَ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952"/>
          </a:solidFill>
          <a:ln w="12700">
            <a:solidFill>
              <a:srgbClr val="E0A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FDB"/>
          </a:solidFill>
          <a:ln w="12700">
            <a:solidFill>
              <a:srgbClr val="70C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34785"/>
          </a:solidFill>
          <a:ln w="12700">
            <a:solidFill>
              <a:srgbClr val="6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ثَيَجَ</a:t>
            </a:r>
            <a:endParaRPr lang="ar-SA" sz="66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920435" cy="12801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4"/>
          </a:solidFill>
          <a:ln w="12700">
            <a:solidFill>
              <a:srgbClr val="64D8C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2"/>
          </a:solidFill>
          <a:ln w="12700">
            <a:solidFill>
              <a:srgbClr val="47D1A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جَيَحَ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43397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053" y="3332988"/>
            <a:ext cx="995507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حَيَخَ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041044" cy="15087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642B"/>
          </a:solidFill>
          <a:ln w="12700">
            <a:solidFill>
              <a:srgbClr val="4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7934"/>
          </a:solidFill>
          <a:ln w="12700">
            <a:solidFill>
              <a:srgbClr val="3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خَيَدَ</a:t>
            </a:r>
            <a:endParaRPr lang="ar-SA" sz="87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2625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836" y="3332988"/>
            <a:ext cx="1721724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دَيَذَ</a:t>
            </a:r>
            <a:endParaRPr lang="ar-SA" sz="82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463497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103" y="3332988"/>
            <a:ext cx="2239457" cy="17373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B"/>
          </a:solidFill>
          <a:ln w="12700">
            <a:solidFill>
              <a:srgbClr val="ED5EC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ذَيَرَ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6"/>
          </a:solidFill>
          <a:ln w="12700">
            <a:solidFill>
              <a:srgbClr val="52E08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D70DB"/>
          </a:solidFill>
          <a:ln w="12700">
            <a:solidFill>
              <a:srgbClr val="C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447"/>
          </a:solidFill>
          <a:ln w="12700">
            <a:solidFill>
              <a:srgbClr val="855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رَيَزَ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764D8"/>
          </a:solidFill>
          <a:ln w="12700">
            <a:solidFill>
              <a:srgbClr val="A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F47D1"/>
          </a:solidFill>
          <a:ln w="12700">
            <a:solidFill>
              <a:srgbClr val="7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زَيَسَ</a:t>
            </a:r>
            <a:endParaRPr lang="ar-SA" sz="77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4977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075" y="3332988"/>
            <a:ext cx="1273485" cy="17373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سَيَشَ</a:t>
            </a:r>
            <a:endParaRPr lang="ar-SA" sz="67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096000" cy="11887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814" y="4155948"/>
            <a:ext cx="707746" cy="9144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664"/>
          </a:solidFill>
          <a:ln w="12700">
            <a:solidFill>
              <a:srgbClr val="2B5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679"/>
          </a:solidFill>
          <a:ln w="12700">
            <a:solidFill>
              <a:srgbClr val="344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شَيَصَ</a:t>
            </a:r>
            <a:endParaRPr lang="ar-SA" sz="64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2625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319" y="3332988"/>
            <a:ext cx="1513241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صَيَضَ</a:t>
            </a:r>
            <a:endParaRPr lang="ar-SA" sz="61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707916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395" y="3332988"/>
            <a:ext cx="3379165" cy="17373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C5E"/>
          </a:solidFill>
          <a:ln w="12700">
            <a:solidFill>
              <a:srgbClr val="EDE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ضَيَطَ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252E0"/>
          </a:solidFill>
          <a:ln w="12700">
            <a:solidFill>
              <a:srgbClr val="6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270"/>
          </a:solidFill>
          <a:ln w="12700">
            <a:solidFill>
              <a:srgbClr val="DBB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B8547"/>
          </a:solidFill>
          <a:ln w="12700">
            <a:solidFill>
              <a:srgbClr val="4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طَيَظَ</a:t>
            </a:r>
            <a:endParaRPr lang="ar-SA" sz="82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00730" cy="15087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A64"/>
          </a:solidFill>
          <a:ln w="12700">
            <a:solidFill>
              <a:srgbClr val="D88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D47"/>
          </a:solidFill>
          <a:ln w="12700">
            <a:solidFill>
              <a:srgbClr val="D15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ظَيَعَ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44241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629" y="3332988"/>
            <a:ext cx="1005931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عَيَغَ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110447" cy="10515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2B64"/>
          </a:solidFill>
          <a:ln w="12700">
            <a:solidFill>
              <a:srgbClr val="6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7"/>
          </a:solidFill>
          <a:ln w="12700">
            <a:solidFill>
              <a:srgbClr val="79345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غَيَفَ</a:t>
            </a:r>
            <a:endParaRPr lang="ar-SA" sz="82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91012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572" y="3332988"/>
            <a:ext cx="1547988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فَيَقَ</a:t>
            </a:r>
            <a:endParaRPr lang="ar-SA" sz="7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05321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3332988"/>
            <a:ext cx="2432304" cy="17373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8"/>
          </a:solidFill>
          <a:ln w="12700">
            <a:solidFill>
              <a:srgbClr val="5EEDC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قَيَكَ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5"/>
          </a:solidFill>
          <a:ln w="12700">
            <a:solidFill>
              <a:srgbClr val="E0526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7"/>
          </a:solidFill>
          <a:ln w="12700">
            <a:solidFill>
              <a:srgbClr val="70DB9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A85"/>
          </a:solidFill>
          <a:ln w="12700">
            <a:solidFill>
              <a:srgbClr val="475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كَيَلَ</a:t>
            </a:r>
            <a:endParaRPr lang="ar-SA" sz="76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928436" cy="9601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D"/>
          </a:solidFill>
          <a:ln w="12700">
            <a:solidFill>
              <a:srgbClr val="64D86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4D147"/>
          </a:solidFill>
          <a:ln w="12700">
            <a:solidFill>
              <a:srgbClr val="5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لَيَمَ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26800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283" y="3332988"/>
            <a:ext cx="752277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مَيَنَ</a:t>
            </a:r>
            <a:endParaRPr lang="ar-SA" sz="8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080272" cy="15087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52B"/>
          </a:solidFill>
          <a:ln w="12700">
            <a:solidFill>
              <a:srgbClr val="645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7934"/>
          </a:solidFill>
          <a:ln w="12700">
            <a:solidFill>
              <a:srgbClr val="6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نَيَهَ</a:t>
            </a:r>
            <a:endParaRPr lang="ar-SA" sz="87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34344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973" y="3332988"/>
            <a:ext cx="1087587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هَيَوَ</a:t>
            </a:r>
            <a:endParaRPr lang="ar-SA" sz="80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851249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103" y="3332988"/>
            <a:ext cx="2239457" cy="17373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55EED"/>
          </a:solidFill>
          <a:ln w="12700">
            <a:solidFill>
              <a:srgbClr val="A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وَيَأَ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8E052"/>
          </a:solidFill>
          <a:ln w="12700">
            <a:solidFill>
              <a:srgbClr val="8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D70DB"/>
          </a:solidFill>
          <a:ln w="12700">
            <a:solidFill>
              <a:srgbClr val="7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9"/>
          </a:solidFill>
          <a:ln w="12700">
            <a:solidFill>
              <a:srgbClr val="85476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أَيَ</a:t>
            </a:r>
            <a:endParaRPr lang="ar-SA" sz="7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914994" cy="9601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8D8"/>
          </a:solidFill>
          <a:ln w="12700">
            <a:solidFill>
              <a:srgbClr val="647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6D1"/>
          </a:solidFill>
          <a:ln w="12700">
            <a:solidFill>
              <a:srgbClr val="477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بَيَ</a:t>
            </a:r>
            <a:endParaRPr lang="ar-SA" sz="7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62518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526" y="3515868"/>
            <a:ext cx="914034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</a:t>
            </a:r>
            <a:endParaRPr lang="ar-SA" sz="72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091794" cy="9144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7"/>
          </a:solidFill>
          <a:ln w="12700">
            <a:solidFill>
              <a:srgbClr val="2B64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ثَيَ</a:t>
            </a:r>
            <a:endParaRPr lang="ar-SA" sz="72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29920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86" y="3515868"/>
            <a:ext cx="1691274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جَيَ</a:t>
            </a:r>
            <a:endParaRPr lang="ar-SA" sz="7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0598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096" y="3515868"/>
            <a:ext cx="3023464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15E"/>
          </a:solidFill>
          <a:ln w="12700">
            <a:solidFill>
              <a:srgbClr val="ED8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</a:t>
            </a:r>
            <a:endParaRPr lang="ar-SA" sz="72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4749" cy="10515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CE0"/>
          </a:solidFill>
          <a:ln w="12700">
            <a:solidFill>
              <a:srgbClr val="52A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E"/>
          </a:solidFill>
          <a:ln w="12700">
            <a:solidFill>
              <a:srgbClr val="DB707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8547"/>
          </a:solidFill>
          <a:ln w="12700">
            <a:solidFill>
              <a:srgbClr val="7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5"/>
          </a:solidFill>
          <a:ln w="12700">
            <a:solidFill>
              <a:srgbClr val="D8649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9"/>
          </a:solidFill>
          <a:ln w="12700">
            <a:solidFill>
              <a:srgbClr val="D1479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دَيَ</a:t>
            </a:r>
            <a:endParaRPr lang="ar-SA" sz="7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01416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049" y="3515868"/>
            <a:ext cx="1027511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ذَيَ</a:t>
            </a:r>
            <a:endParaRPr lang="ar-SA" sz="72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074603" cy="1188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2B64"/>
          </a:solidFill>
          <a:ln w="12700">
            <a:solidFill>
              <a:srgbClr val="3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3479"/>
          </a:solidFill>
          <a:ln w="12700">
            <a:solidFill>
              <a:srgbClr val="6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رَيَ</a:t>
            </a:r>
            <a:endParaRPr lang="ar-SA" sz="72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1573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838" y="3515868"/>
            <a:ext cx="1846722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</a:t>
            </a:r>
            <a:endParaRPr lang="ar-SA" sz="7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11809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3515868"/>
            <a:ext cx="2176272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FED5E"/>
          </a:solidFill>
          <a:ln w="12700">
            <a:solidFill>
              <a:srgbClr val="5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سَيَ</a:t>
            </a:r>
            <a:endParaRPr lang="ar-SA" sz="72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18008" cy="10058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F"/>
          </a:solidFill>
          <a:ln w="12700">
            <a:solidFill>
              <a:srgbClr val="E052C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9DB70"/>
          </a:solidFill>
          <a:ln w="12700">
            <a:solidFill>
              <a:srgbClr val="9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2"/>
          </a:solidFill>
          <a:ln w="12700">
            <a:solidFill>
              <a:srgbClr val="4785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2D864"/>
          </a:solidFill>
          <a:ln w="12700">
            <a:solidFill>
              <a:srgbClr val="B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BD147"/>
          </a:solidFill>
          <a:ln w="12700">
            <a:solidFill>
              <a:srgbClr val="B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صَيَ</a:t>
            </a:r>
            <a:endParaRPr lang="ar-SA" sz="7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978" y="3515868"/>
            <a:ext cx="1086582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ضَيَ</a:t>
            </a:r>
            <a:endParaRPr lang="ar-SA" sz="72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B"/>
          </a:solidFill>
          <a:ln w="12700">
            <a:solidFill>
              <a:srgbClr val="642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634"/>
          </a:solidFill>
          <a:ln w="12700">
            <a:solidFill>
              <a:srgbClr val="795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طَيَ</a:t>
            </a:r>
            <a:endParaRPr lang="ar-SA" sz="72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0471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511" y="3515868"/>
            <a:ext cx="1214049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ظَيَ</a:t>
            </a:r>
            <a:endParaRPr lang="ar-SA" sz="7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337747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835" y="3515868"/>
            <a:ext cx="2003725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3ED"/>
          </a:solidFill>
          <a:ln w="12700">
            <a:solidFill>
              <a:srgbClr val="5E8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عَيَ</a:t>
            </a:r>
            <a:endParaRPr lang="ar-SA" sz="72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25980"/>
            <a:ext cx="505023" cy="9601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E52"/>
          </a:solidFill>
          <a:ln w="12700">
            <a:solidFill>
              <a:srgbClr val="E0C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4DB"/>
          </a:solidFill>
          <a:ln w="12700">
            <a:solidFill>
              <a:srgbClr val="70B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4785"/>
          </a:solidFill>
          <a:ln w="12700">
            <a:solidFill>
              <a:srgbClr val="7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FD8"/>
          </a:solidFill>
          <a:ln w="12700">
            <a:solidFill>
              <a:srgbClr val="64C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5"/>
          </a:solidFill>
          <a:ln w="12700">
            <a:solidFill>
              <a:srgbClr val="47D1C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فَيَ</a:t>
            </a:r>
            <a:endParaRPr lang="ar-SA" sz="7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3227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288" y="3515868"/>
            <a:ext cx="892272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394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642B"/>
          </a:solidFill>
          <a:ln w="12700">
            <a:solidFill>
              <a:srgbClr val="3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5"/>
          </a:solidFill>
          <a:ln w="12700">
            <a:solidFill>
              <a:srgbClr val="34794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كَيَ</a:t>
            </a:r>
            <a:endParaRPr lang="ar-SA" sz="72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7321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845" y="3515868"/>
            <a:ext cx="1375715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لَيَ</a:t>
            </a:r>
            <a:endParaRPr lang="ar-SA" sz="7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78865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096" y="3515868"/>
            <a:ext cx="3023464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6C3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6"/>
          </a:solidFill>
          <a:ln w="12700">
            <a:solidFill>
              <a:srgbClr val="ED5EA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مَيَ</a:t>
            </a:r>
            <a:endParaRPr lang="ar-SA" sz="72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34540"/>
            <a:ext cx="512064" cy="11430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A"/>
          </a:solidFill>
          <a:ln w="12700">
            <a:solidFill>
              <a:srgbClr val="52E0A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E"/>
          </a:solidFill>
          <a:ln w="12700">
            <a:solidFill>
              <a:srgbClr val="DB70C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347"/>
          </a:solidFill>
          <a:ln w="12700">
            <a:solidFill>
              <a:srgbClr val="856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D8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464D8"/>
          </a:solidFill>
          <a:ln w="12700">
            <a:solidFill>
              <a:srgbClr val="C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347D1"/>
          </a:solidFill>
          <a:ln w="12700">
            <a:solidFill>
              <a:srgbClr val="A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هَيَ</a:t>
            </a:r>
            <a:endParaRPr lang="ar-SA" sz="7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0235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920" y="3515868"/>
            <a:ext cx="1002640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</a:t>
            </a:r>
            <a:endParaRPr lang="ar-SA" sz="72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038896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864"/>
          </a:solidFill>
          <a:ln w="12700">
            <a:solidFill>
              <a:srgbClr val="2B4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479"/>
          </a:solidFill>
          <a:ln w="12700">
            <a:solidFill>
              <a:srgbClr val="34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11865" y="896112"/>
            <a:ext cx="172151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0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11865" y="896112"/>
            <a:ext cx="172151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نَبَتَ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710625" y="896112"/>
            <a:ext cx="168120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0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710625" y="896112"/>
            <a:ext cx="16812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وَيَنَعَ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58967" y="2834640"/>
            <a:ext cx="302606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58967" y="2834640"/>
            <a:ext cx="302606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نَبَتَ وَيَنَعَ</a:t>
            </a:r>
            <a:endParaRPr lang="ar-SA" sz="4700" dirty="0"/>
          </a:p>
        </p:txBody>
      </p:sp>
      <p:pic>
        <p:nvPicPr>
          <p:cNvPr id="1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854050" cy="1828800"/>
          </a:xfrm>
          <a:prstGeom prst="rect">
            <a:avLst/>
          </a:prstGeom>
        </p:spPr>
      </p:pic>
      <p:pic>
        <p:nvPicPr>
          <p:cNvPr id="2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298" y="3241548"/>
            <a:ext cx="1642262" cy="18288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88697" y="896112"/>
            <a:ext cx="17873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3E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88697" y="896112"/>
            <a:ext cx="17873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2267920" y="896112"/>
            <a:ext cx="25007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E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67920" y="896112"/>
            <a:ext cx="25007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53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58302" y="2834640"/>
            <a:ext cx="402739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58302" y="2834640"/>
            <a:ext cx="402739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 وَجَلَسَ</a:t>
            </a:r>
            <a:endParaRPr lang="ar-SA" sz="5400" dirty="0"/>
          </a:p>
        </p:txBody>
      </p:sp>
      <p:pic>
        <p:nvPicPr>
          <p:cNvPr id="17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1969618" cy="1828800"/>
          </a:xfrm>
          <a:prstGeom prst="rect">
            <a:avLst/>
          </a:prstGeom>
        </p:spPr>
      </p:pic>
      <p:pic>
        <p:nvPicPr>
          <p:cNvPr id="18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3378708"/>
            <a:ext cx="2368296" cy="16916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AED5E"/>
          </a:solidFill>
          <a:ln w="12700">
            <a:solidFill>
              <a:srgbClr val="C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06136" y="896112"/>
            <a:ext cx="195613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1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06136" y="896112"/>
            <a:ext cx="195613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دَرَسَ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481732" y="896112"/>
            <a:ext cx="19043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1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81732" y="896112"/>
            <a:ext cx="19043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وَنَجَحَ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03491" y="2834640"/>
            <a:ext cx="353701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03491" y="2834640"/>
            <a:ext cx="353701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دَرَسَ وَنَجَحَ</a:t>
            </a:r>
            <a:endParaRPr lang="ar-SA" sz="47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48894" cy="16459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917" y="1783080"/>
            <a:ext cx="1535643" cy="16459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752E0"/>
          </a:solidFill>
          <a:ln w="12700">
            <a:solidFill>
              <a:srgbClr val="8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D70"/>
          </a:solidFill>
          <a:ln w="12700">
            <a:solidFill>
              <a:srgbClr val="DBC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4"/>
          </a:solidFill>
          <a:ln w="12700">
            <a:solidFill>
              <a:srgbClr val="478554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10881" y="896112"/>
            <a:ext cx="17752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3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10881" y="896112"/>
            <a:ext cx="17752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صَنَعَ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457862" y="896112"/>
            <a:ext cx="21329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3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57862" y="896112"/>
            <a:ext cx="21329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وَرَسَمَ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19201" y="2834640"/>
            <a:ext cx="350559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19201" y="2834640"/>
            <a:ext cx="350559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صَنَعَ وَرَسَمَ</a:t>
            </a:r>
            <a:endParaRPr lang="ar-SA" sz="47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537289" cy="16459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799" y="1783080"/>
            <a:ext cx="1790761" cy="16459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159</Slides>
  <Notes>159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159</vt:i4>
      </vt:variant>
    </vt:vector>
  </HeadingPairs>
  <TitlesOfParts>
    <vt:vector size="1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03-noon-ya</dc:title>
  <dc:subject>PptxGenJS Presentation</dc:subject>
  <dc:creator>PptxGenJS</dc:creator>
  <cp:lastModifiedBy>PptxGenJS</cp:lastModifiedBy>
  <cp:revision>1</cp:revision>
  <dcterms:created xsi:type="dcterms:W3CDTF">2026-10-20T23:35:39Z</dcterms:created>
  <dcterms:modified xsi:type="dcterms:W3CDTF">2026-10-20T23:35:39Z</dcterms:modified>
</cp:coreProperties>
</file>