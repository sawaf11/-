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6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6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6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20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2500" dirty="0"/>
          </a:p>
        </p:txBody>
      </p:sp>
      <p:pic>
        <p:nvPicPr>
          <p:cNvPr id="1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6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189" y="1828800"/>
            <a:ext cx="1410371" cy="1463040"/>
          </a:xfrm>
          <a:prstGeom prst="rect">
            <a:avLst/>
          </a:prstGeom>
        </p:spPr>
      </p:pic>
      <p:pic>
        <p:nvPicPr>
          <p:cNvPr id="1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أَبَتَ</a:t>
            </a:r>
            <a:endParaRPr lang="ar-SA" sz="62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8700" dirty="0"/>
          </a:p>
        </p:txBody>
      </p:sp>
      <p:pic>
        <p:nvPicPr>
          <p:cNvPr id="29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66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66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6600" dirty="0"/>
          </a:p>
        </p:txBody>
      </p:sp>
      <p:pic>
        <p:nvPicPr>
          <p:cNvPr id="26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7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87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دَبَأَ</a:t>
            </a:r>
            <a:endParaRPr lang="ar-SA" sz="59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4500" dirty="0"/>
          </a:p>
        </p:txBody>
      </p:sp>
      <p:pic>
        <p:nvPicPr>
          <p:cNvPr id="13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14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15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أَتَبَ</a:t>
            </a:r>
            <a:endParaRPr lang="ar-SA" sz="6200" dirty="0"/>
          </a:p>
        </p:txBody>
      </p:sp>
      <p:pic>
        <p:nvPicPr>
          <p:cNvPr id="26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87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ثَتَجَ</a:t>
            </a:r>
            <a:endParaRPr lang="ar-SA" sz="66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جَتَحَ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حَتَخَ</a:t>
            </a:r>
            <a:endParaRPr lang="ar-SA" sz="6600" dirty="0"/>
          </a:p>
        </p:txBody>
      </p:sp>
      <p:pic>
        <p:nvPicPr>
          <p:cNvPr id="24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5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خَتَدَ</a:t>
            </a:r>
            <a:endParaRPr lang="ar-SA" sz="90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دَتَأَ</a:t>
            </a:r>
            <a:endParaRPr lang="ar-SA" sz="59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7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29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8892" cy="1463040"/>
          </a:xfrm>
          <a:prstGeom prst="rect">
            <a:avLst/>
          </a:prstGeom>
        </p:spPr>
      </p:pic>
      <p:pic>
        <p:nvPicPr>
          <p:cNvPr id="22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20" y="1828800"/>
            <a:ext cx="1261140" cy="14630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أَثَبَ</a:t>
            </a:r>
            <a:endParaRPr lang="ar-SA" sz="6200" dirty="0"/>
          </a:p>
        </p:txBody>
      </p:sp>
      <p:pic>
        <p:nvPicPr>
          <p:cNvPr id="2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87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تَثَجَ</a:t>
            </a:r>
            <a:endParaRPr lang="ar-SA" sz="6600" dirty="0"/>
          </a:p>
        </p:txBody>
      </p:sp>
      <p:pic>
        <p:nvPicPr>
          <p:cNvPr id="26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7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6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حَثَخَ</a:t>
            </a:r>
            <a:endParaRPr lang="ar-SA" sz="66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خَثَدَ</a:t>
            </a:r>
            <a:endParaRPr lang="ar-SA" sz="9000" dirty="0"/>
          </a:p>
        </p:txBody>
      </p:sp>
      <p:pic>
        <p:nvPicPr>
          <p:cNvPr id="29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دَثَأَ</a:t>
            </a:r>
            <a:endParaRPr lang="ar-SA" sz="59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  <p:pic>
        <p:nvPicPr>
          <p:cNvPr id="1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74520"/>
            <a:ext cx="2211019" cy="1371600"/>
          </a:xfrm>
          <a:prstGeom prst="rect">
            <a:avLst/>
          </a:prstGeom>
        </p:spPr>
      </p:pic>
      <p:pic>
        <p:nvPicPr>
          <p:cNvPr id="20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620" y="1828800"/>
            <a:ext cx="1664940" cy="1463040"/>
          </a:xfrm>
          <a:prstGeom prst="rect">
            <a:avLst/>
          </a:prstGeom>
        </p:spPr>
      </p:pic>
      <p:pic>
        <p:nvPicPr>
          <p:cNvPr id="21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17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80520" cy="146304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F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6916" cy="1463040"/>
          </a:xfrm>
          <a:prstGeom prst="rect">
            <a:avLst/>
          </a:prstGeom>
        </p:spPr>
      </p:pic>
      <p:pic>
        <p:nvPicPr>
          <p:cNvPr id="26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4300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D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4300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040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040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619" y="2834640"/>
            <a:ext cx="35147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619" y="2834640"/>
            <a:ext cx="35147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</a:t>
            </a:r>
            <a:endParaRPr lang="ar-SA" sz="4700" dirty="0"/>
          </a:p>
        </p:txBody>
      </p:sp>
      <p:pic>
        <p:nvPicPr>
          <p:cNvPr id="22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664940" cy="1463040"/>
          </a:xfrm>
          <a:prstGeom prst="rect">
            <a:avLst/>
          </a:prstGeom>
        </p:spPr>
      </p:pic>
      <p:pic>
        <p:nvPicPr>
          <p:cNvPr id="23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0016" y="896112"/>
            <a:ext cx="21478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0016" y="896112"/>
            <a:ext cx="21478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46120" y="896112"/>
            <a:ext cx="2183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46120" y="896112"/>
            <a:ext cx="2183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6648" y="2834640"/>
            <a:ext cx="40307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6648" y="2834640"/>
            <a:ext cx="40307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 وَوَجَدَ</a:t>
            </a:r>
            <a:endParaRPr lang="ar-SA" sz="5700" dirty="0"/>
          </a:p>
        </p:txBody>
      </p:sp>
      <p:pic>
        <p:nvPicPr>
          <p:cNvPr id="17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89375" cy="1463040"/>
          </a:xfrm>
          <a:prstGeom prst="rect">
            <a:avLst/>
          </a:prstGeom>
        </p:spPr>
      </p:pic>
      <p:pic>
        <p:nvPicPr>
          <p:cNvPr id="18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02-ba-ta-tha</dc:title>
  <dc:subject>PptxGenJS Presentation</dc:subject>
  <dc:creator>PptxGenJS</dc:creator>
  <cp:lastModifiedBy>PptxGenJS</cp:lastModifiedBy>
  <cp:revision>1</cp:revision>
  <dcterms:created xsi:type="dcterms:W3CDTF">2026-10-20T23:11:09Z</dcterms:created>
  <dcterms:modified xsi:type="dcterms:W3CDTF">2026-10-20T23:11:09Z</dcterms:modified>
</cp:coreProperties>
</file>