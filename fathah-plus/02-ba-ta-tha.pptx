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2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2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4300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4300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040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040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619" y="2834640"/>
            <a:ext cx="35147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619" y="2834640"/>
            <a:ext cx="35147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0016" y="896112"/>
            <a:ext cx="21478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0016" y="896112"/>
            <a:ext cx="21478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46120" y="896112"/>
            <a:ext cx="2183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46120" y="896112"/>
            <a:ext cx="2183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6648" y="2834640"/>
            <a:ext cx="40307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6648" y="2834640"/>
            <a:ext cx="40307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 وَوَجَدَ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02-ba-ta-tha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