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</p:sldIdLst>
  <p:notesMasterIdLst>
    <p:notesMasterId r:id="rId7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notesMaster" Target="notesMasters/notesMaster1.xml"/><Relationship Id="rId74" Type="http://schemas.openxmlformats.org/officeDocument/2006/relationships/presProps" Target="presProps.xml"/><Relationship Id="rId75" Type="http://schemas.openxmlformats.org/officeDocument/2006/relationships/viewProps" Target="viewProps.xml"/><Relationship Id="rId76" Type="http://schemas.openxmlformats.org/officeDocument/2006/relationships/theme" Target="theme/theme1.xml"/><Relationship Id="rId7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image" Target="../media/image-2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png"/><Relationship Id="rId2" Type="http://schemas.openxmlformats.org/officeDocument/2006/relationships/image" Target="../media/image-2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image" Target="../media/image-1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image" Target="../media/image-3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png"/><Relationship Id="rId2" Type="http://schemas.openxmlformats.org/officeDocument/2006/relationships/image" Target="../media/image-3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image" Target="../media/image-3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png"/><Relationship Id="rId2" Type="http://schemas.openxmlformats.org/officeDocument/2006/relationships/image" Target="../media/image-4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image" Target="../media/image-4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2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png"/><Relationship Id="rId2" Type="http://schemas.openxmlformats.org/officeDocument/2006/relationships/image" Target="../media/image-4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png"/><Relationship Id="rId2" Type="http://schemas.openxmlformats.org/officeDocument/2006/relationships/image" Target="../media/image-4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png"/><Relationship Id="rId2" Type="http://schemas.openxmlformats.org/officeDocument/2006/relationships/image" Target="../media/image-5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png"/><Relationship Id="rId2" Type="http://schemas.openxmlformats.org/officeDocument/2006/relationships/image" Target="../media/image-5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image" Target="../media/image-5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png"/><Relationship Id="rId2" Type="http://schemas.openxmlformats.org/officeDocument/2006/relationships/image" Target="../media/image-6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png"/><Relationship Id="rId2" Type="http://schemas.openxmlformats.org/officeDocument/2006/relationships/image" Target="../media/image-6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image" Target="../media/image-4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2.png"/><Relationship Id="rId2" Type="http://schemas.openxmlformats.org/officeDocument/2006/relationships/image" Target="../media/image-6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8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image" Target="../media/image-6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0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png"/><Relationship Id="rId2" Type="http://schemas.openxmlformats.org/officeDocument/2006/relationships/image" Target="../media/image-7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E642B"/>
          </a:solidFill>
          <a:ln w="12700">
            <a:solidFill>
              <a:srgbClr val="4E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C7934"/>
          </a:solidFill>
          <a:ln w="12700">
            <a:solidFill>
              <a:srgbClr val="3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12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12500" dirty="0"/>
          </a:p>
        </p:txBody>
      </p:sp>
      <p:pic>
        <p:nvPicPr>
          <p:cNvPr id="1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99770" cy="1828800"/>
          </a:xfrm>
          <a:prstGeom prst="rect">
            <a:avLst/>
          </a:prstGeom>
        </p:spPr>
      </p:pic>
      <p:pic>
        <p:nvPicPr>
          <p:cNvPr id="16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43800" y="3241548"/>
            <a:ext cx="1508760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بَأَ</a:t>
            </a:r>
            <a:endParaRPr lang="ar-SA" sz="66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65117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A"/>
          </a:solidFill>
          <a:ln w="12700">
            <a:solidFill>
              <a:srgbClr val="ED5EDA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8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03103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7"/>
          </a:solidFill>
          <a:ln w="12700">
            <a:solidFill>
              <a:srgbClr val="52E077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A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170DB"/>
          </a:solidFill>
          <a:ln w="12700">
            <a:solidFill>
              <a:srgbClr val="C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D47"/>
          </a:solidFill>
          <a:ln w="12700">
            <a:solidFill>
              <a:srgbClr val="854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8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A64D8"/>
          </a:solidFill>
          <a:ln w="12700">
            <a:solidFill>
              <a:srgbClr val="9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147D1"/>
          </a:solidFill>
          <a:ln w="12700">
            <a:solidFill>
              <a:srgbClr val="71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بَجَ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60313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6637" y="3515868"/>
            <a:ext cx="1395923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</a:t>
            </a:r>
            <a:endParaRPr lang="ar-SA" sz="74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1068202" cy="100584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8355" y="3561588"/>
            <a:ext cx="724205" cy="15087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بَخَ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00786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02230" y="3515868"/>
            <a:ext cx="1450330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بَدَ</a:t>
            </a:r>
            <a:endParaRPr lang="ar-SA" sz="98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38330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D5E"/>
          </a:solidFill>
          <a:ln w="12700">
            <a:solidFill>
              <a:srgbClr val="EDD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D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أَبَتَ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352E0"/>
          </a:solidFill>
          <a:ln w="12700">
            <a:solidFill>
              <a:srgbClr val="53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0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770"/>
          </a:solidFill>
          <a:ln w="12700">
            <a:solidFill>
              <a:srgbClr val="DBA7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18547"/>
          </a:solidFill>
          <a:ln w="12700">
            <a:solidFill>
              <a:srgbClr val="51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تَبَثَ</a:t>
            </a:r>
            <a:endParaRPr lang="ar-SA" sz="87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35908"/>
            <a:ext cx="902376" cy="123444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D64"/>
          </a:solidFill>
          <a:ln w="12700">
            <a:solidFill>
              <a:srgbClr val="D87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E47"/>
          </a:solidFill>
          <a:ln w="12700">
            <a:solidFill>
              <a:srgbClr val="D14E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ثَبَجَ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70555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293" y="3332988"/>
            <a:ext cx="1956267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جَبَحَ</a:t>
            </a:r>
            <a:endParaRPr lang="ar-SA" sz="66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31007" y="3881628"/>
            <a:ext cx="721553" cy="118872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D2B64"/>
          </a:solidFill>
          <a:ln w="12700">
            <a:solidFill>
              <a:srgbClr val="5D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F"/>
          </a:solidFill>
          <a:ln w="12700">
            <a:solidFill>
              <a:srgbClr val="79345F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حَبَخَ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146658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8773" y="3332988"/>
            <a:ext cx="1403787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خَبَدَ</a:t>
            </a:r>
            <a:endParaRPr lang="ar-SA" sz="8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45746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596" y="3332988"/>
            <a:ext cx="1997964" cy="17373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9"/>
          </a:solidFill>
          <a:ln w="12700">
            <a:solidFill>
              <a:srgbClr val="5EEDB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دَبَأَ</a:t>
            </a:r>
            <a:endParaRPr lang="ar-SA" sz="59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4"/>
          </a:solidFill>
          <a:ln w="12700">
            <a:solidFill>
              <a:srgbClr val="E0527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7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C"/>
          </a:solidFill>
          <a:ln w="12700">
            <a:solidFill>
              <a:srgbClr val="70DB8C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أَبَ</a:t>
            </a:r>
            <a:endParaRPr lang="ar-SA" sz="7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930859" cy="91440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8D864"/>
          </a:solidFill>
          <a:ln w="12700">
            <a:solidFill>
              <a:srgbClr val="68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3D147"/>
          </a:solidFill>
          <a:ln w="12700">
            <a:solidFill>
              <a:srgbClr val="63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32125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19857" y="3515868"/>
            <a:ext cx="1232703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8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881628"/>
            <a:ext cx="1085301" cy="11887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3927348"/>
            <a:ext cx="731520" cy="11430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F2B"/>
          </a:solidFill>
          <a:ln w="12700">
            <a:solidFill>
              <a:srgbClr val="644F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07934"/>
          </a:solidFill>
          <a:ln w="12700">
            <a:solidFill>
              <a:srgbClr val="70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جَبَ</a:t>
            </a:r>
            <a:endParaRPr lang="ar-SA" sz="9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4881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9601" y="3515868"/>
            <a:ext cx="1182959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حَبَ</a:t>
            </a:r>
            <a:endParaRPr lang="ar-SA" sz="95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78894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55EED"/>
          </a:solidFill>
          <a:ln w="12700">
            <a:solidFill>
              <a:srgbClr val="9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خَبَ</a:t>
            </a:r>
            <a:endParaRPr lang="ar-SA" sz="95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17916" cy="1097280"/>
          </a:xfrm>
          <a:prstGeom prst="rect">
            <a:avLst/>
          </a:prstGeom>
        </p:spPr>
      </p:pic>
      <p:pic>
        <p:nvPicPr>
          <p:cNvPr id="29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52017" y="2080260"/>
            <a:ext cx="500543" cy="10515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43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7E052"/>
          </a:solidFill>
          <a:ln w="12700">
            <a:solidFill>
              <a:srgbClr val="97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170DB"/>
          </a:solidFill>
          <a:ln w="12700">
            <a:solidFill>
              <a:srgbClr val="71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0"/>
          </a:solidFill>
          <a:ln w="12700">
            <a:solidFill>
              <a:srgbClr val="85477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5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دَبَ</a:t>
            </a:r>
            <a:endParaRPr lang="ar-SA" sz="95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55948"/>
            <a:ext cx="890626" cy="91440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C5E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5D8"/>
          </a:solidFill>
          <a:ln w="12700">
            <a:solidFill>
              <a:srgbClr val="648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5D1"/>
          </a:solidFill>
          <a:ln w="12700">
            <a:solidFill>
              <a:srgbClr val="4785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14500" dirty="0"/>
          </a:p>
        </p:txBody>
      </p:sp>
      <p:sp>
        <p:nvSpPr>
          <p:cNvPr id="12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14500" dirty="0"/>
          </a:p>
        </p:txBody>
      </p:sp>
      <p:pic>
        <p:nvPicPr>
          <p:cNvPr id="13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936346" cy="1828800"/>
          </a:xfrm>
          <a:prstGeom prst="rect">
            <a:avLst/>
          </a:prstGeom>
        </p:spPr>
      </p:pic>
      <p:pic>
        <p:nvPicPr>
          <p:cNvPr id="14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0763" y="3241548"/>
            <a:ext cx="2031797" cy="182880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تَأَ</a:t>
            </a:r>
            <a:endParaRPr lang="ar-SA" sz="66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69437" cy="105156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5899" y="3561588"/>
            <a:ext cx="716661" cy="150876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1"/>
          </a:solidFill>
          <a:ln w="12700">
            <a:solidFill>
              <a:srgbClr val="2B644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تَبَ</a:t>
            </a:r>
            <a:endParaRPr lang="ar-SA" sz="95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6897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8976" y="3515868"/>
            <a:ext cx="1243584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10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27842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7DC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25E"/>
          </a:solidFill>
          <a:ln w="12700">
            <a:solidFill>
              <a:srgbClr val="ED72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تَجَ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57400"/>
            <a:ext cx="521208" cy="10972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BE0"/>
          </a:solidFill>
          <a:ln w="12700">
            <a:solidFill>
              <a:srgbClr val="52B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5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A"/>
          </a:solidFill>
          <a:ln w="12700">
            <a:solidFill>
              <a:srgbClr val="DB708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F8547"/>
          </a:solidFill>
          <a:ln w="12700">
            <a:solidFill>
              <a:srgbClr val="7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تَحَ</a:t>
            </a:r>
            <a:endParaRPr lang="ar-SA" sz="7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2"/>
          </a:solidFill>
          <a:ln w="12700">
            <a:solidFill>
              <a:srgbClr val="D864A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7"/>
          </a:solidFill>
          <a:ln w="12700">
            <a:solidFill>
              <a:srgbClr val="D147A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تَخَ</a:t>
            </a:r>
            <a:endParaRPr lang="ar-SA" sz="74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19999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3896" y="3515868"/>
            <a:ext cx="1288664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تَدَ</a:t>
            </a:r>
            <a:endParaRPr lang="ar-SA" sz="10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12754" cy="14173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5272" y="3515868"/>
            <a:ext cx="707288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03479"/>
          </a:solidFill>
          <a:ln w="12700">
            <a:solidFill>
              <a:srgbClr val="60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أَتَبَ</a:t>
            </a:r>
            <a:endParaRPr lang="ar-SA" sz="62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69889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6008" y="3332988"/>
            <a:ext cx="1676552" cy="173736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7C5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بَتَثَ</a:t>
            </a:r>
            <a:endParaRPr lang="ar-SA" sz="87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360902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596" y="3332988"/>
            <a:ext cx="1997964" cy="173736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EED5E"/>
          </a:solidFill>
          <a:ln w="12700">
            <a:solidFill>
              <a:srgbClr val="6E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ثَتَجَ</a:t>
            </a:r>
            <a:endParaRPr lang="ar-SA" sz="66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F"/>
          </a:solidFill>
          <a:ln w="12700">
            <a:solidFill>
              <a:srgbClr val="E052DF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E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4DB70"/>
          </a:solidFill>
          <a:ln w="12700">
            <a:solidFill>
              <a:srgbClr val="A4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B"/>
          </a:solidFill>
          <a:ln w="12700">
            <a:solidFill>
              <a:srgbClr val="47857B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جَتَحَ</a:t>
            </a:r>
            <a:endParaRPr lang="ar-SA" sz="66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98748"/>
            <a:ext cx="927202" cy="137160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FD864"/>
          </a:solidFill>
          <a:ln w="12700">
            <a:solidFill>
              <a:srgbClr val="B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AD147"/>
          </a:solidFill>
          <a:ln w="12700">
            <a:solidFill>
              <a:srgbClr val="CA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حَتَخَ</a:t>
            </a:r>
            <a:endParaRPr lang="ar-SA" sz="66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43397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0673" y="3332988"/>
            <a:ext cx="1561887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خَتَدَ</a:t>
            </a:r>
            <a:endParaRPr lang="ar-SA" sz="90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5978" y="3744468"/>
            <a:ext cx="726582" cy="132588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4314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F34"/>
          </a:solidFill>
          <a:ln w="12700">
            <a:solidFill>
              <a:srgbClr val="794F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دَتَأَ</a:t>
            </a:r>
            <a:endParaRPr lang="ar-SA" sz="59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58484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3863" y="3332988"/>
            <a:ext cx="1278697" cy="173736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أَتَ</a:t>
            </a:r>
            <a:endParaRPr lang="ar-SA" sz="7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177793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47266" y="3515868"/>
            <a:ext cx="2305294" cy="15544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2ED"/>
          </a:solidFill>
          <a:ln w="12700">
            <a:solidFill>
              <a:srgbClr val="5E92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5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5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بَتَ</a:t>
            </a:r>
            <a:endParaRPr lang="ar-SA" sz="98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48840"/>
            <a:ext cx="511150" cy="91440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BF52"/>
          </a:solidFill>
          <a:ln w="12700">
            <a:solidFill>
              <a:srgbClr val="E0BF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7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FDB"/>
          </a:solidFill>
          <a:ln w="12700">
            <a:solidFill>
              <a:srgbClr val="70BF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C4785"/>
          </a:solidFill>
          <a:ln w="12700">
            <a:solidFill>
              <a:srgbClr val="6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8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5"/>
          </a:solidFill>
          <a:ln w="12700">
            <a:solidFill>
              <a:srgbClr val="64D8D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6"/>
          </a:solidFill>
          <a:ln w="12700">
            <a:solidFill>
              <a:srgbClr val="47D1B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جَتَ</a:t>
            </a:r>
            <a:endParaRPr lang="ar-SA" sz="99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25518" y="3515868"/>
            <a:ext cx="2027042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حَتَ</a:t>
            </a:r>
            <a:endParaRPr lang="ar-SA" sz="11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18788"/>
            <a:ext cx="1069437" cy="105156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9935" y="3515868"/>
            <a:ext cx="702625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3D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خَتَ</a:t>
            </a:r>
            <a:endParaRPr lang="ar-SA" sz="109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907085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47325" y="3515868"/>
            <a:ext cx="1105235" cy="155448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7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7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7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7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دَتَ</a:t>
            </a:r>
            <a:endParaRPr lang="ar-SA" sz="11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984248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7C5D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6"/>
          </a:solidFill>
          <a:ln w="12700">
            <a:solidFill>
              <a:srgbClr val="ED5EB6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12900" dirty="0"/>
          </a:p>
        </p:txBody>
      </p:sp>
      <p:sp>
        <p:nvSpPr>
          <p:cNvPr id="20" name="C2 F1 fath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2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12900" dirty="0"/>
          </a:p>
        </p:txBody>
      </p:sp>
      <p:pic>
        <p:nvPicPr>
          <p:cNvPr id="21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747248" cy="16459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46101" y="1783080"/>
            <a:ext cx="1206459" cy="164592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1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B"/>
          </a:solidFill>
          <a:ln w="12700">
            <a:solidFill>
              <a:srgbClr val="52E09B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A"/>
          </a:solidFill>
          <a:ln w="12700">
            <a:solidFill>
              <a:srgbClr val="DB70D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ثَأَ</a:t>
            </a:r>
            <a:endParaRPr lang="ar-SA" sz="66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864D8"/>
          </a:solidFill>
          <a:ln w="12700">
            <a:solidFill>
              <a:srgbClr val="B8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447D1"/>
          </a:solidFill>
          <a:ln w="12700">
            <a:solidFill>
              <a:srgbClr val="94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ثَبَ</a:t>
            </a:r>
            <a:endParaRPr lang="ar-SA" sz="85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829132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83048" y="3515868"/>
            <a:ext cx="1669512" cy="155448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ثَتَ</a:t>
            </a:r>
            <a:endParaRPr lang="ar-SA" sz="85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109899" cy="9601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2869" y="3698748"/>
            <a:ext cx="729691" cy="13716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E64"/>
          </a:solidFill>
          <a:ln w="12700">
            <a:solidFill>
              <a:srgbClr val="2B4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C79"/>
          </a:solidFill>
          <a:ln w="12700">
            <a:solidFill>
              <a:srgbClr val="343C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ثَجَ</a:t>
            </a:r>
            <a:endParaRPr lang="ar-SA" sz="74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643463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3799" y="3515868"/>
            <a:ext cx="1148761" cy="155448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C5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ثَحَ</a:t>
            </a:r>
            <a:endParaRPr lang="ar-SA" sz="74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1522202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4908" y="3515868"/>
            <a:ext cx="1787652" cy="155448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9ED5E"/>
          </a:solidFill>
          <a:ln w="12700">
            <a:solidFill>
              <a:srgbClr val="D9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ثَخَ</a:t>
            </a:r>
            <a:endParaRPr lang="ar-SA" sz="74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011680"/>
            <a:ext cx="507583" cy="118872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141F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752E0"/>
          </a:solidFill>
          <a:ln w="12700">
            <a:solidFill>
              <a:srgbClr val="77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A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270"/>
          </a:solidFill>
          <a:ln w="12700">
            <a:solidFill>
              <a:srgbClr val="DBC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D"/>
          </a:solidFill>
          <a:ln w="12700">
            <a:solidFill>
              <a:srgbClr val="47854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ثَدَ</a:t>
            </a:r>
            <a:endParaRPr lang="ar-SA" sz="85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B64"/>
          </a:solidFill>
          <a:ln w="12700">
            <a:solidFill>
              <a:srgbClr val="D89B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247"/>
          </a:solidFill>
          <a:ln w="12700">
            <a:solidFill>
              <a:srgbClr val="D172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C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أَثَبَ</a:t>
            </a:r>
            <a:endParaRPr lang="ar-SA" sz="62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691012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02272" y="3332988"/>
            <a:ext cx="1850288" cy="173736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C5F7D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5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5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500" dirty="0"/>
          </a:p>
        </p:txBody>
      </p:sp>
      <p:sp>
        <p:nvSpPr>
          <p:cNvPr id="22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5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بَثَتَ</a:t>
            </a:r>
            <a:endParaRPr lang="ar-SA" sz="8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28355" y="3607308"/>
            <a:ext cx="724205" cy="14630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2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C"/>
          </a:solidFill>
          <a:ln w="12700">
            <a:solidFill>
              <a:srgbClr val="642B5C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D"/>
          </a:solidFill>
          <a:ln w="12700">
            <a:solidFill>
              <a:srgbClr val="79344D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7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0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0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23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تَثَجَ</a:t>
            </a:r>
            <a:endParaRPr lang="ar-SA" sz="6600" dirty="0"/>
          </a:p>
        </p:txBody>
      </p:sp>
      <p:pic>
        <p:nvPicPr>
          <p:cNvPr id="26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26800" cy="1508760"/>
          </a:xfrm>
          <a:prstGeom prst="rect">
            <a:avLst/>
          </a:prstGeom>
        </p:spPr>
      </p:pic>
      <p:pic>
        <p:nvPicPr>
          <p:cNvPr id="27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2411" y="3332988"/>
            <a:ext cx="1560149" cy="173736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7F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جَثَحَ</a:t>
            </a:r>
            <a:endParaRPr lang="ar-SA" sz="6600" dirty="0"/>
          </a:p>
        </p:txBody>
      </p:sp>
      <p:pic>
        <p:nvPicPr>
          <p:cNvPr id="24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1084798" cy="1508760"/>
          </a:xfrm>
          <a:prstGeom prst="rect">
            <a:avLst/>
          </a:prstGeom>
        </p:spPr>
      </p:pic>
      <p:pic>
        <p:nvPicPr>
          <p:cNvPr id="25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6055" y="3332988"/>
            <a:ext cx="2576505" cy="173736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C5E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E"/>
          </a:solidFill>
          <a:ln w="12700">
            <a:solidFill>
              <a:srgbClr val="5EEDD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000" dirty="0"/>
          </a:p>
        </p:txBody>
      </p:sp>
      <p:sp>
        <p:nvSpPr>
          <p:cNvPr id="23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0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6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9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حَثَخَ</a:t>
            </a:r>
            <a:endParaRPr lang="ar-SA" sz="66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4314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452"/>
          </a:solidFill>
          <a:ln w="12700">
            <a:solidFill>
              <a:srgbClr val="E054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1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7"/>
          </a:solidFill>
          <a:ln w="12700">
            <a:solidFill>
              <a:srgbClr val="70DBA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185"/>
          </a:solidFill>
          <a:ln w="12700">
            <a:solidFill>
              <a:srgbClr val="4751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000" dirty="0"/>
          </a:p>
        </p:txBody>
      </p:sp>
      <p:sp>
        <p:nvSpPr>
          <p:cNvPr id="20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3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6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خَثَدَ</a:t>
            </a:r>
            <a:endParaRPr lang="ar-SA" sz="9000" dirty="0"/>
          </a:p>
        </p:txBody>
      </p:sp>
      <p:pic>
        <p:nvPicPr>
          <p:cNvPr id="29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744468"/>
            <a:ext cx="914857" cy="132588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E"/>
          </a:solidFill>
          <a:ln w="12700">
            <a:solidFill>
              <a:srgbClr val="64D87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4F"/>
          </a:solidFill>
          <a:ln w="12700">
            <a:solidFill>
              <a:srgbClr val="47D14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15" name="C2 F1 fath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18" name="C5 F2 fath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000" dirty="0"/>
          </a:p>
        </p:txBody>
      </p:sp>
      <p:sp>
        <p:nvSpPr>
          <p:cNvPr id="21" name="C8 F3 fath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دَثَأَ</a:t>
            </a:r>
            <a:endParaRPr lang="ar-SA" sz="5900" dirty="0"/>
          </a:p>
        </p:txBody>
      </p:sp>
      <p:pic>
        <p:nvPicPr>
          <p:cNvPr id="24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561588"/>
            <a:ext cx="834344" cy="1508760"/>
          </a:xfrm>
          <a:prstGeom prst="rect">
            <a:avLst/>
          </a:prstGeom>
        </p:spPr>
      </p:pic>
      <p:pic>
        <p:nvPicPr>
          <p:cNvPr id="25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5136" y="3332988"/>
            <a:ext cx="1247424" cy="173736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CA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58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أَثَ</a:t>
            </a:r>
            <a:endParaRPr lang="ar-SA" sz="7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927348"/>
            <a:ext cx="1108710" cy="114300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40654" y="4018788"/>
            <a:ext cx="711906" cy="105156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4326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E7934"/>
          </a:solidFill>
          <a:ln w="12700">
            <a:solidFill>
              <a:srgbClr val="5E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6500" dirty="0"/>
          </a:p>
        </p:txBody>
      </p:sp>
      <p:sp>
        <p:nvSpPr>
          <p:cNvPr id="16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65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500" dirty="0"/>
          </a:p>
        </p:txBody>
      </p:sp>
      <p:sp>
        <p:nvSpPr>
          <p:cNvPr id="19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5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بَثَ</a:t>
            </a:r>
            <a:endParaRPr lang="ar-SA" sz="9800" dirty="0"/>
          </a:p>
        </p:txBody>
      </p:sp>
      <p:pic>
        <p:nvPicPr>
          <p:cNvPr id="22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92282" cy="14173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83562" y="3515868"/>
            <a:ext cx="1768998" cy="155448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F7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67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6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5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تَثَ</a:t>
            </a:r>
            <a:endParaRPr lang="ar-SA" sz="10000" dirty="0"/>
          </a:p>
        </p:txBody>
      </p:sp>
      <p:pic>
        <p:nvPicPr>
          <p:cNvPr id="20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2466137" cy="1417320"/>
          </a:xfrm>
          <a:prstGeom prst="rect">
            <a:avLst/>
          </a:prstGeom>
        </p:spPr>
      </p:pic>
      <p:pic>
        <p:nvPicPr>
          <p:cNvPr id="21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72636" y="3515868"/>
            <a:ext cx="2679924" cy="1554480"/>
          </a:xfrm>
          <a:prstGeom prst="rect">
            <a:avLst/>
          </a:prstGeom>
        </p:spPr>
      </p:pic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F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A5EED"/>
          </a:solidFill>
          <a:ln w="12700">
            <a:solidFill>
              <a:srgbClr val="BA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5800" dirty="0"/>
          </a:p>
        </p:txBody>
      </p:sp>
      <p:sp>
        <p:nvSpPr>
          <p:cNvPr id="22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5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جَثَ</a:t>
            </a:r>
            <a:endParaRPr lang="ar-SA" sz="9900" dirty="0"/>
          </a:p>
        </p:txBody>
      </p:sp>
      <p:pic>
        <p:nvPicPr>
          <p:cNvPr id="28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2125980"/>
            <a:ext cx="516545" cy="960120"/>
          </a:xfrm>
          <a:prstGeom prst="rect">
            <a:avLst/>
          </a:prstGeom>
        </p:spPr>
      </p:pic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3E052"/>
          </a:solidFill>
          <a:ln w="12700">
            <a:solidFill>
              <a:srgbClr val="73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D70DB"/>
          </a:solidFill>
          <a:ln w="12700">
            <a:solidFill>
              <a:srgbClr val="8D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0"/>
          </a:solidFill>
          <a:ln w="12700">
            <a:solidFill>
              <a:srgbClr val="85476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5800" dirty="0"/>
          </a:p>
        </p:txBody>
      </p:sp>
      <p:sp>
        <p:nvSpPr>
          <p:cNvPr id="19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22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حَثَ</a:t>
            </a:r>
            <a:endParaRPr lang="ar-SA" sz="10000" dirty="0"/>
          </a:p>
        </p:txBody>
      </p:sp>
      <p:pic>
        <p:nvPicPr>
          <p:cNvPr id="25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064508"/>
            <a:ext cx="927384" cy="1005840"/>
          </a:xfrm>
          <a:prstGeom prst="rect">
            <a:avLst/>
          </a:prstGeom>
        </p:spPr>
      </p:pic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C5D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7D8"/>
          </a:solidFill>
          <a:ln w="12700">
            <a:solidFill>
              <a:srgbClr val="6467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2D1"/>
          </a:solidFill>
          <a:ln w="12700">
            <a:solidFill>
              <a:srgbClr val="4762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5800" dirty="0"/>
          </a:p>
        </p:txBody>
      </p:sp>
      <p:sp>
        <p:nvSpPr>
          <p:cNvPr id="14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7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خَثَ</a:t>
            </a:r>
            <a:endParaRPr lang="ar-SA" sz="10000" dirty="0"/>
          </a:p>
        </p:txBody>
      </p:sp>
      <p:pic>
        <p:nvPicPr>
          <p:cNvPr id="20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653028"/>
            <a:ext cx="729920" cy="1417320"/>
          </a:xfrm>
          <a:prstGeom prst="rect">
            <a:avLst/>
          </a:prstGeom>
        </p:spPr>
      </p:pic>
      <p:pic>
        <p:nvPicPr>
          <p:cNvPr id="21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12070" y="3515868"/>
            <a:ext cx="1540490" cy="1554480"/>
          </a:xfrm>
          <a:prstGeom prst="rect">
            <a:avLst/>
          </a:prstGeom>
        </p:spPr>
      </p:pic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6700" dirty="0"/>
          </a:p>
        </p:txBody>
      </p:sp>
      <p:sp>
        <p:nvSpPr>
          <p:cNvPr id="15" name="C2 F1 fath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6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B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6700" dirty="0"/>
          </a:p>
        </p:txBody>
      </p:sp>
      <p:sp>
        <p:nvSpPr>
          <p:cNvPr id="18" name="C5 F2 fath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6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7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0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دَثَ</a:t>
            </a:r>
            <a:endParaRPr lang="ar-SA" sz="10000" dirty="0"/>
          </a:p>
        </p:txBody>
      </p:sp>
      <p:pic>
        <p:nvPicPr>
          <p:cNvPr id="21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4110228"/>
            <a:ext cx="1086856" cy="960120"/>
          </a:xfrm>
          <a:prstGeom prst="rect">
            <a:avLst/>
          </a:prstGeom>
        </p:spPr>
      </p:pic>
      <p:pic>
        <p:nvPicPr>
          <p:cNvPr id="22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413" y="3835908"/>
            <a:ext cx="722147" cy="1234440"/>
          </a:xfrm>
          <a:prstGeom prst="rect">
            <a:avLst/>
          </a:prstGeom>
        </p:spPr>
      </p:pic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1443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079"/>
          </a:solidFill>
          <a:ln w="12700">
            <a:solidFill>
              <a:srgbClr val="3470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69403" y="896112"/>
            <a:ext cx="18582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C1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69403" y="896112"/>
            <a:ext cx="18582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</a:t>
            </a:r>
            <a:endParaRPr lang="ar-SA" sz="4600" dirty="0"/>
          </a:p>
        </p:txBody>
      </p:sp>
      <p:sp>
        <p:nvSpPr>
          <p:cNvPr id="14" name="C2 W2 pill"/>
          <p:cNvSpPr/>
          <p:nvPr/>
        </p:nvSpPr>
        <p:spPr>
          <a:xfrm>
            <a:off x="2416384" y="896112"/>
            <a:ext cx="213297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C136E2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16384" y="896112"/>
            <a:ext cx="213297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وَرَسَمَ</a:t>
            </a:r>
            <a:endParaRPr lang="ar-SA" sz="46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74521" y="2834640"/>
            <a:ext cx="359495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74521" y="2834640"/>
            <a:ext cx="359495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كَتَبَ وَرَسَمَ</a:t>
            </a:r>
            <a:endParaRPr lang="ar-SA" sz="4700" dirty="0"/>
          </a:p>
        </p:txBody>
      </p:sp>
      <p:pic>
        <p:nvPicPr>
          <p:cNvPr id="19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877824" cy="1828800"/>
          </a:xfrm>
          <a:prstGeom prst="rect">
            <a:avLst/>
          </a:prstGeom>
        </p:spPr>
      </p:pic>
      <p:pic>
        <p:nvPicPr>
          <p:cNvPr id="20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89040" y="3470148"/>
            <a:ext cx="2563520" cy="1600200"/>
          </a:xfrm>
          <a:prstGeom prst="rect">
            <a:avLst/>
          </a:prstGeom>
        </p:spPr>
      </p:pic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950745" y="896112"/>
            <a:ext cx="159882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D1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950745" y="896112"/>
            <a:ext cx="159882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</a:t>
            </a:r>
            <a:endParaRPr lang="ar-SA" sz="4600" dirty="0"/>
          </a:p>
        </p:txBody>
      </p:sp>
      <p:sp>
        <p:nvSpPr>
          <p:cNvPr id="12" name="C2 W2 pill"/>
          <p:cNvSpPr/>
          <p:nvPr/>
        </p:nvSpPr>
        <p:spPr>
          <a:xfrm>
            <a:off x="2594427" y="896112"/>
            <a:ext cx="20362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1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594427" y="896112"/>
            <a:ext cx="20362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وَدَخَلَ</a:t>
            </a:r>
            <a:endParaRPr lang="ar-SA" sz="4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45220" y="2834640"/>
            <a:ext cx="3253560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45220" y="2834640"/>
            <a:ext cx="3253560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فَتَحَ وَدَخَلَ</a:t>
            </a:r>
            <a:endParaRPr lang="ar-SA" sz="4700" dirty="0"/>
          </a:p>
        </p:txBody>
      </p:sp>
      <p:pic>
        <p:nvPicPr>
          <p:cNvPr id="17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1091794" cy="1828800"/>
          </a:xfrm>
          <a:prstGeom prst="rect">
            <a:avLst/>
          </a:prstGeom>
        </p:spPr>
      </p:pic>
      <p:pic>
        <p:nvPicPr>
          <p:cNvPr id="18" name="Image 1" descr="se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3241548"/>
            <a:ext cx="2103120" cy="1828800"/>
          </a:xfrm>
          <a:prstGeom prst="rect">
            <a:avLst/>
          </a:prstGeom>
        </p:spPr>
      </p:pic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F7E9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65E"/>
          </a:solidFill>
          <a:ln w="12700">
            <a:solidFill>
              <a:srgbClr val="ED96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707572" y="896112"/>
            <a:ext cx="198147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9FE236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707572" y="896112"/>
            <a:ext cx="198147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</a:t>
            </a:r>
            <a:endParaRPr lang="ar-SA" sz="4600" dirty="0"/>
          </a:p>
        </p:txBody>
      </p:sp>
      <p:sp>
        <p:nvSpPr>
          <p:cNvPr id="20" name="C2 W2 pill"/>
          <p:cNvSpPr/>
          <p:nvPr/>
        </p:nvSpPr>
        <p:spPr>
          <a:xfrm>
            <a:off x="2454950" y="896112"/>
            <a:ext cx="193258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9F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454950" y="896112"/>
            <a:ext cx="193258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وَرَجَعَ</a:t>
            </a:r>
            <a:endParaRPr lang="ar-SA" sz="46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6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36431" y="2834640"/>
            <a:ext cx="34711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36431" y="2834640"/>
            <a:ext cx="34711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ذَهَبَ وَرَجَعَ</a:t>
            </a:r>
            <a:endParaRPr lang="ar-SA" sz="4700" dirty="0"/>
          </a:p>
        </p:txBody>
      </p:sp>
      <p:pic>
        <p:nvPicPr>
          <p:cNvPr id="25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046805" cy="1645920"/>
          </a:xfrm>
          <a:prstGeom prst="rect">
            <a:avLst/>
          </a:prstGeom>
        </p:spPr>
      </p:pic>
      <p:pic>
        <p:nvPicPr>
          <p:cNvPr id="26" name="Image 1" descr="ki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64607" y="1783080"/>
            <a:ext cx="1087953" cy="1645920"/>
          </a:xfrm>
          <a:prstGeom prst="rect">
            <a:avLst/>
          </a:prstGeom>
        </p:spPr>
      </p:pic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6E0"/>
          </a:solidFill>
          <a:ln w="12700">
            <a:solidFill>
              <a:srgbClr val="5296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270"/>
          </a:solidFill>
          <a:ln w="12700">
            <a:solidFill>
              <a:srgbClr val="DB72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F8547"/>
          </a:solidFill>
          <a:ln w="12700">
            <a:solidFill>
              <a:srgbClr val="6F854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14300" y="896112"/>
            <a:ext cx="192666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6D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14300" y="896112"/>
            <a:ext cx="192666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</a:t>
            </a:r>
            <a:endParaRPr lang="ar-SA" sz="4600" dirty="0"/>
          </a:p>
        </p:txBody>
      </p:sp>
      <p:sp>
        <p:nvSpPr>
          <p:cNvPr id="17" name="C2 W2 pill"/>
          <p:cNvSpPr/>
          <p:nvPr/>
        </p:nvSpPr>
        <p:spPr>
          <a:xfrm>
            <a:off x="2503040" y="896112"/>
            <a:ext cx="189122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6D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03040" y="896112"/>
            <a:ext cx="189122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وَزَرَعَ</a:t>
            </a:r>
            <a:endParaRPr lang="ar-SA" sz="46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8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814619" y="2834640"/>
            <a:ext cx="3514762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814619" y="2834640"/>
            <a:ext cx="3514762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حَرَثَ وَزَرَعَ</a:t>
            </a:r>
            <a:endParaRPr lang="ar-SA" sz="4700" dirty="0"/>
          </a:p>
        </p:txBody>
      </p:sp>
      <p:pic>
        <p:nvPicPr>
          <p:cNvPr id="22" name="Image 0" descr="anima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1783080"/>
            <a:ext cx="1738092" cy="1645920"/>
          </a:xfrm>
          <a:prstGeom prst="rect">
            <a:avLst/>
          </a:prstGeom>
        </p:spPr>
      </p:pic>
      <p:pic>
        <p:nvPicPr>
          <p:cNvPr id="23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9254" y="1783080"/>
            <a:ext cx="1853306" cy="1645920"/>
          </a:xfrm>
          <a:prstGeom prst="rect">
            <a:avLst/>
          </a:prstGeom>
        </p:spPr>
      </p:pic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4"/>
          </a:solidFill>
          <a:ln w="12700">
            <a:solidFill>
              <a:srgbClr val="D8648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4"/>
          </a:solidFill>
          <a:ln w="12700">
            <a:solidFill>
              <a:srgbClr val="D1478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50016" y="896112"/>
            <a:ext cx="214786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3A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50016" y="896112"/>
            <a:ext cx="214786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بَحَثَ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246120" y="896112"/>
            <a:ext cx="218385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AE2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246120" y="896112"/>
            <a:ext cx="218385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وَوَجَدَ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56648" y="2834640"/>
            <a:ext cx="4030705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56648" y="2834640"/>
            <a:ext cx="4030705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بَحَثَ وَوَجَدَ</a:t>
            </a:r>
            <a:endParaRPr lang="ar-SA" sz="5700" dirty="0"/>
          </a:p>
        </p:txBody>
      </p:sp>
      <p:pic>
        <p:nvPicPr>
          <p:cNvPr id="17" name="Image 0" descr="ki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" y="3241548"/>
            <a:ext cx="905256" cy="1828800"/>
          </a:xfrm>
          <a:prstGeom prst="rect">
            <a:avLst/>
          </a:prstGeom>
        </p:spPr>
      </p:pic>
      <p:pic>
        <p:nvPicPr>
          <p:cNvPr id="18" name="Image 1" descr="bi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59675" y="3241548"/>
            <a:ext cx="1592885" cy="1828800"/>
          </a:xfrm>
          <a:prstGeom prst="rect">
            <a:avLst/>
          </a:prstGeom>
        </p:spPr>
      </p:pic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71</Slides>
  <Notes>71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71</vt:i4>
      </vt:variant>
    </vt:vector>
  </HeadingPairs>
  <TitlesOfParts>
    <vt:vector size="7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Fathah reading 02-ba-ta-tha</dc:title>
  <dc:subject>PptxGenJS Presentation</dc:subject>
  <dc:creator>PptxGenJS</dc:creator>
  <cp:lastModifiedBy>PptxGenJS</cp:lastModifiedBy>
  <cp:revision>1</cp:revision>
  <dcterms:created xsi:type="dcterms:W3CDTF">2026-10-20T23:35:39Z</dcterms:created>
  <dcterms:modified xsi:type="dcterms:W3CDTF">2026-10-20T23:35:39Z</dcterms:modified>
</cp:coreProperties>
</file>