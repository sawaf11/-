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2500" dirty="0"/>
          </a:p>
        </p:txBody>
      </p:sp>
      <p:pic>
        <p:nvPicPr>
          <p:cNvPr id="1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62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87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87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59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45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4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15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62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7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59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29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6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8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90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59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2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1783080"/>
            <a:ext cx="1114562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4300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4300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040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040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619" y="2834640"/>
            <a:ext cx="35147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619" y="2834640"/>
            <a:ext cx="35147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</a:t>
            </a:r>
            <a:endParaRPr lang="ar-SA" sz="47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1783080"/>
            <a:ext cx="1605778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0016" y="896112"/>
            <a:ext cx="21478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0016" y="896112"/>
            <a:ext cx="21478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46120" y="896112"/>
            <a:ext cx="2183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46120" y="896112"/>
            <a:ext cx="2183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6648" y="2834640"/>
            <a:ext cx="40307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6648" y="2834640"/>
            <a:ext cx="40307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 وَوَجَدَ</a:t>
            </a:r>
            <a:endParaRPr lang="ar-SA" sz="57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02-ba-ta-tha</dc:title>
  <dc:subject>PptxGenJS Presentation</dc:subject>
  <dc:creator>PptxGenJS</dc:creator>
  <cp:lastModifiedBy>PptxGenJS</cp:lastModifiedBy>
  <cp:revision>1</cp:revision>
  <dcterms:created xsi:type="dcterms:W3CDTF">2026-10-20T22:49:29Z</dcterms:created>
  <dcterms:modified xsi:type="dcterms:W3CDTF">2026-10-20T22:49:29Z</dcterms:modified>
</cp:coreProperties>
</file>