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4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25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50529" cy="178308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1943100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214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أَبَتَ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8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55" y="3927348"/>
            <a:ext cx="72580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927348"/>
            <a:ext cx="71666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4519" y="2057400"/>
            <a:ext cx="508041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45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1943100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934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خَتَدَ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29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58769" cy="16459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1897380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276" y="3881628"/>
            <a:ext cx="581284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813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8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984" y="3698748"/>
            <a:ext cx="725576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تَثَجَ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0425" y="4064508"/>
            <a:ext cx="71213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684566" cy="141732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1897380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997793" cy="14630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2011680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F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93401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731" y="1783080"/>
            <a:ext cx="1097829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4300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D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4300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040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040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619" y="2834640"/>
            <a:ext cx="35147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619" y="2834640"/>
            <a:ext cx="35147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329903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2034540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0016" y="896112"/>
            <a:ext cx="21478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0016" y="896112"/>
            <a:ext cx="21478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46120" y="896112"/>
            <a:ext cx="2183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46120" y="896112"/>
            <a:ext cx="2183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6648" y="2834640"/>
            <a:ext cx="40307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6648" y="2834640"/>
            <a:ext cx="40307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 وَوَجَدَ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749762" cy="14173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1943100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02-ba-ta-tha</dc:title>
  <dc:subject>PptxGenJS Presentation</dc:subject>
  <dc:creator>PptxGenJS</dc:creator>
  <cp:lastModifiedBy>PptxGenJS</cp:lastModifiedBy>
  <cp:revision>1</cp:revision>
  <dcterms:created xsi:type="dcterms:W3CDTF">2026-10-21T00:09:39Z</dcterms:created>
  <dcterms:modified xsi:type="dcterms:W3CDTF">2026-10-21T00:09:39Z</dcterms:modified>
</cp:coreProperties>
</file>