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2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2500" dirty="0"/>
          </a:p>
        </p:txBody>
      </p:sp>
      <p:pic>
        <p:nvPicPr>
          <p:cNvPr id="1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850529" cy="1783080"/>
          </a:xfrm>
          <a:prstGeom prst="rect">
            <a:avLst/>
          </a:prstGeom>
        </p:spPr>
      </p:pic>
      <p:pic>
        <p:nvPicPr>
          <p:cNvPr id="1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61" y="1943100"/>
            <a:ext cx="978499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6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468984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A"/>
          </a:solidFill>
          <a:ln w="12700">
            <a:solidFill>
              <a:srgbClr val="ED5E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8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502143" cy="9601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7"/>
          </a:solidFill>
          <a:ln w="12700">
            <a:solidFill>
              <a:srgbClr val="52E0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47D1"/>
          </a:solidFill>
          <a:ln w="12700">
            <a:solidFill>
              <a:srgbClr val="7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3653028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6424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994" y="3653028"/>
            <a:ext cx="684566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196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92" y="3790188"/>
            <a:ext cx="1182868" cy="12801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8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D5E"/>
          </a:solidFill>
          <a:ln w="12700">
            <a:solidFill>
              <a:srgbClr val="EDD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أَبَتَ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52E0"/>
          </a:solidFill>
          <a:ln w="12700">
            <a:solidFill>
              <a:srgbClr val="5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770"/>
          </a:solidFill>
          <a:ln w="12700">
            <a:solidFill>
              <a:srgbClr val="DBA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تَبَثَ</a:t>
            </a:r>
            <a:endParaRPr lang="ar-SA" sz="87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32688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ثَبَجَ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3392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33" y="4110228"/>
            <a:ext cx="1496827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جَبَحَ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9657" cy="12801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55" y="3927348"/>
            <a:ext cx="72580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حَبَخَ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94938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607" y="3561588"/>
            <a:ext cx="1541953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خَبَدَ</a:t>
            </a:r>
            <a:endParaRPr lang="ar-SA" sz="87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618351" cy="12344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9"/>
          </a:solidFill>
          <a:ln w="12700">
            <a:solidFill>
              <a:srgbClr val="5EED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645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3973068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103589" cy="123444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99" y="3927348"/>
            <a:ext cx="71666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628" y="4018788"/>
            <a:ext cx="1099932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5EED"/>
          </a:solidFill>
          <a:ln w="12700">
            <a:solidFill>
              <a:srgbClr val="9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19" y="2057400"/>
            <a:ext cx="508041" cy="10972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E052"/>
          </a:solidFill>
          <a:ln w="12700">
            <a:solidFill>
              <a:srgbClr val="9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5D1"/>
          </a:solidFill>
          <a:ln w="12700">
            <a:solidFill>
              <a:srgbClr val="478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45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45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826983" cy="173736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1943100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66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640" y="3653028"/>
            <a:ext cx="729920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226" y="3927348"/>
            <a:ext cx="1529334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10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25E"/>
          </a:solidFill>
          <a:ln w="12700">
            <a:solidFill>
              <a:srgbClr val="ED7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14716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BE0"/>
          </a:solidFill>
          <a:ln w="12700">
            <a:solidFill>
              <a:srgbClr val="52B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898672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7"/>
          </a:solidFill>
          <a:ln w="12700">
            <a:solidFill>
              <a:srgbClr val="D147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94" y="3607308"/>
            <a:ext cx="1398666" cy="14630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10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07110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34" y="3561588"/>
            <a:ext cx="710626" cy="15087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أَتَبَ</a:t>
            </a:r>
            <a:endParaRPr lang="ar-SA" sz="6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1223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13" y="3927348"/>
            <a:ext cx="1633347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بَتَثَ</a:t>
            </a:r>
            <a:endParaRPr lang="ar-SA" sz="87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739646" cy="114300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EED5E"/>
          </a:solidFill>
          <a:ln w="12700">
            <a:solidFill>
              <a:srgbClr val="6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ثَتَجَ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F"/>
          </a:solidFill>
          <a:ln w="12700">
            <a:solidFill>
              <a:srgbClr val="E052D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DB70"/>
          </a:solidFill>
          <a:ln w="12700">
            <a:solidFill>
              <a:srgbClr val="A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جَتَحَ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D864"/>
          </a:solidFill>
          <a:ln w="12700">
            <a:solidFill>
              <a:srgbClr val="B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AD147"/>
          </a:solidFill>
          <a:ln w="12700">
            <a:solidFill>
              <a:srgbClr val="C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حَتَخَ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2" y="3790188"/>
            <a:ext cx="1345448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خَتَدَ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01852" cy="11430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428" y="3744468"/>
            <a:ext cx="688132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دَتَأَ</a:t>
            </a:r>
            <a:endParaRPr lang="ar-SA" sz="59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1116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3023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2ED"/>
          </a:solidFill>
          <a:ln w="12700">
            <a:solidFill>
              <a:srgbClr val="5E9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F52"/>
          </a:solidFill>
          <a:ln w="12700">
            <a:solidFill>
              <a:srgbClr val="E0B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8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28116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023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3698748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11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82055" cy="9601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10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88660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15" y="3698748"/>
            <a:ext cx="1272845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11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6"/>
          </a:solidFill>
          <a:ln w="12700">
            <a:solidFill>
              <a:srgbClr val="ED5E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2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29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58769" cy="16459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216" y="1897380"/>
            <a:ext cx="1108344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B"/>
          </a:solidFill>
          <a:ln w="12700">
            <a:solidFill>
              <a:srgbClr val="52E0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22812" cy="109728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276" y="3881628"/>
            <a:ext cx="581284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47D1"/>
          </a:solidFill>
          <a:ln w="12700">
            <a:solidFill>
              <a:srgbClr val="9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8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813" y="3653028"/>
            <a:ext cx="715747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645188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ED5E"/>
          </a:solidFill>
          <a:ln w="12700">
            <a:solidFill>
              <a:srgbClr val="D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06395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752E0"/>
          </a:solidFill>
          <a:ln w="12700">
            <a:solidFill>
              <a:srgbClr val="7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270"/>
          </a:solidFill>
          <a:ln w="12700">
            <a:solidFill>
              <a:srgbClr val="DBC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8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8548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B64"/>
          </a:solidFill>
          <a:ln w="12700">
            <a:solidFill>
              <a:srgbClr val="D89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247"/>
          </a:solidFill>
          <a:ln w="12700">
            <a:solidFill>
              <a:srgbClr val="D17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أَثَبَ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بَثَتَ</a:t>
            </a:r>
            <a:endParaRPr lang="ar-SA" sz="8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984" y="3698748"/>
            <a:ext cx="725576" cy="13716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C"/>
          </a:solidFill>
          <a:ln w="12700">
            <a:solidFill>
              <a:srgbClr val="642B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D"/>
          </a:solidFill>
          <a:ln w="12700">
            <a:solidFill>
              <a:srgbClr val="79344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تَثَجَ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8344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E"/>
          </a:solidFill>
          <a:ln w="12700">
            <a:solidFill>
              <a:srgbClr val="5EED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حَثَخَ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452"/>
          </a:solidFill>
          <a:ln w="12700">
            <a:solidFill>
              <a:srgbClr val="E05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7"/>
          </a:solidFill>
          <a:ln w="12700">
            <a:solidFill>
              <a:srgbClr val="70DB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E"/>
          </a:solidFill>
          <a:ln w="12700">
            <a:solidFill>
              <a:srgbClr val="64D8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F"/>
          </a:solidFill>
          <a:ln w="12700">
            <a:solidFill>
              <a:srgbClr val="47D1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دَثَأَ</a:t>
            </a:r>
            <a:endParaRPr lang="ar-SA" sz="59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7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0425" y="4064508"/>
            <a:ext cx="712135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8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10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5EED"/>
          </a:solidFill>
          <a:ln w="12700">
            <a:solidFill>
              <a:srgbClr val="B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9471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70DB"/>
          </a:solidFill>
          <a:ln w="12700">
            <a:solidFill>
              <a:srgbClr val="8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10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10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10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84113" cy="11887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05" y="3881628"/>
            <a:ext cx="710855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69403" y="896112"/>
            <a:ext cx="1858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69403" y="896112"/>
            <a:ext cx="1858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16384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1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16384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74521" y="2834640"/>
            <a:ext cx="35949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74521" y="2834640"/>
            <a:ext cx="35949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 وَرَسَمَ</a:t>
            </a:r>
            <a:endParaRPr lang="ar-SA" sz="4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684566" cy="141732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1897380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0745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0745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94427" y="896112"/>
            <a:ext cx="20362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94427" y="896112"/>
            <a:ext cx="20362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45220" y="2834640"/>
            <a:ext cx="32535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45220" y="2834640"/>
            <a:ext cx="32535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 وَدَخَلَ</a:t>
            </a:r>
            <a:endParaRPr lang="ar-SA" sz="47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74520"/>
            <a:ext cx="997793" cy="146304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2011680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65E"/>
          </a:solidFill>
          <a:ln w="12700">
            <a:solidFill>
              <a:srgbClr val="ED9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7572" y="896112"/>
            <a:ext cx="1981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F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7572" y="896112"/>
            <a:ext cx="1981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54950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F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54950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36431" y="2834640"/>
            <a:ext cx="34711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36431" y="2834640"/>
            <a:ext cx="34711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وَرَجَعَ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934014" cy="14173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731" y="1783080"/>
            <a:ext cx="1097829" cy="1645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6E0"/>
          </a:solidFill>
          <a:ln w="12700">
            <a:solidFill>
              <a:srgbClr val="529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14300" y="896112"/>
            <a:ext cx="19266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D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14300" y="896112"/>
            <a:ext cx="19266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03040" y="896112"/>
            <a:ext cx="1891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03040" y="896112"/>
            <a:ext cx="1891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وَزَرَعَ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4619" y="2834640"/>
            <a:ext cx="351476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4619" y="2834640"/>
            <a:ext cx="351476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 وَزَرَعَ</a:t>
            </a:r>
            <a:endParaRPr lang="ar-SA" sz="4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1329903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226" y="2034540"/>
            <a:ext cx="1529334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4"/>
          </a:solidFill>
          <a:ln w="12700">
            <a:solidFill>
              <a:srgbClr val="D147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50016" y="896112"/>
            <a:ext cx="21478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50016" y="896112"/>
            <a:ext cx="21478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46120" y="896112"/>
            <a:ext cx="21838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46120" y="896112"/>
            <a:ext cx="21838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وَوَجَدَ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56648" y="2834640"/>
            <a:ext cx="40307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56648" y="2834640"/>
            <a:ext cx="40307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 وَوَجَدَ</a:t>
            </a:r>
            <a:endParaRPr lang="ar-SA" sz="5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749762" cy="141732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1943100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02-ba-ta-tha</dc:title>
  <dc:subject>PptxGenJS Presentation</dc:subject>
  <dc:creator>PptxGenJS</dc:creator>
  <cp:lastModifiedBy>PptxGenJS</cp:lastModifiedBy>
  <cp:revision>1</cp:revision>
  <dcterms:created xsi:type="dcterms:W3CDTF">2026-10-21T00:09:39Z</dcterms:created>
  <dcterms:modified xsi:type="dcterms:W3CDTF">2026-10-21T00:09:39Z</dcterms:modified>
</cp:coreProperties>
</file>