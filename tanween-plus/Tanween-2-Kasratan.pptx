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slideMasters/slideMaster445.xml" ContentType="application/vnd.openxmlformats-officedocument.presentationml.slideMaster+xml"/>
  <Override PartName="/ppt/slides/slide445.xml" ContentType="application/vnd.openxmlformats-officedocument.presentationml.slide+xml"/>
  <Override PartName="/ppt/slideMasters/slideMaster446.xml" ContentType="application/vnd.openxmlformats-officedocument.presentationml.slideMaster+xml"/>
  <Override PartName="/ppt/slides/slide446.xml" ContentType="application/vnd.openxmlformats-officedocument.presentationml.slide+xml"/>
  <Override PartName="/ppt/slideMasters/slideMaster447.xml" ContentType="application/vnd.openxmlformats-officedocument.presentationml.slideMaster+xml"/>
  <Override PartName="/ppt/slides/slide447.xml" ContentType="application/vnd.openxmlformats-officedocument.presentationml.slide+xml"/>
  <Override PartName="/ppt/slideMasters/slideMaster448.xml" ContentType="application/vnd.openxmlformats-officedocument.presentationml.slideMaster+xml"/>
  <Override PartName="/ppt/slides/slide448.xml" ContentType="application/vnd.openxmlformats-officedocument.presentationml.slide+xml"/>
  <Override PartName="/ppt/slideMasters/slideMaster449.xml" ContentType="application/vnd.openxmlformats-officedocument.presentationml.slideMaster+xml"/>
  <Override PartName="/ppt/slides/slide449.xml" ContentType="application/vnd.openxmlformats-officedocument.presentationml.slide+xml"/>
  <Override PartName="/ppt/slideMasters/slideMaster450.xml" ContentType="application/vnd.openxmlformats-officedocument.presentationml.slideMaster+xml"/>
  <Override PartName="/ppt/slides/slide4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ppt/notesSlides/notesSlide445.xml" ContentType="application/vnd.openxmlformats-officedocument.presentationml.notesSlide+xml"/>
  <Override PartName="/ppt/notesSlides/notesSlide446.xml" ContentType="application/vnd.openxmlformats-officedocument.presentationml.notesSlide+xml"/>
  <Override PartName="/ppt/notesSlides/notesSlide447.xml" ContentType="application/vnd.openxmlformats-officedocument.presentationml.notesSlide+xml"/>
  <Override PartName="/ppt/notesSlides/notesSlide448.xml" ContentType="application/vnd.openxmlformats-officedocument.presentationml.notesSlide+xml"/>
  <Override PartName="/ppt/notesSlides/notesSlide449.xml" ContentType="application/vnd.openxmlformats-officedocument.presentationml.notesSlide+xml"/>
  <Override PartName="/ppt/notesSlides/notesSlide4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  <p:sldId id="700" r:id="rId446"/>
    <p:sldId id="701" r:id="rId447"/>
    <p:sldId id="702" r:id="rId448"/>
    <p:sldId id="703" r:id="rId449"/>
    <p:sldId id="704" r:id="rId450"/>
    <p:sldId id="705" r:id="rId451"/>
  </p:sldIdLst>
  <p:notesMasterIdLst>
    <p:notesMasterId r:id="rId4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slide" Target="slides/slide445.xml"/><Relationship Id="rId447" Type="http://schemas.openxmlformats.org/officeDocument/2006/relationships/slide" Target="slides/slide446.xml"/><Relationship Id="rId448" Type="http://schemas.openxmlformats.org/officeDocument/2006/relationships/slide" Target="slides/slide447.xml"/><Relationship Id="rId449" Type="http://schemas.openxmlformats.org/officeDocument/2006/relationships/slide" Target="slides/slide448.xml"/><Relationship Id="rId450" Type="http://schemas.openxmlformats.org/officeDocument/2006/relationships/slide" Target="slides/slide449.xml"/><Relationship Id="rId451" Type="http://schemas.openxmlformats.org/officeDocument/2006/relationships/slide" Target="slides/slide450.xml"/><Relationship Id="rId452" Type="http://schemas.openxmlformats.org/officeDocument/2006/relationships/notesMaster" Target="notesMasters/notesMaster1.xml"/><Relationship Id="rId453" Type="http://schemas.openxmlformats.org/officeDocument/2006/relationships/presProps" Target="presProps.xml"/><Relationship Id="rId454" Type="http://schemas.openxmlformats.org/officeDocument/2006/relationships/viewProps" Target="viewProps.xml"/><Relationship Id="rId455" Type="http://schemas.openxmlformats.org/officeDocument/2006/relationships/theme" Target="theme/theme1.xml"/><Relationship Id="rId4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_rels/notesSlide4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5.xml"/>
		</Relationships>
</file>

<file path=ppt/notesSlides/_rels/notesSlide4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6.xml"/>
		</Relationships>
</file>

<file path=ppt/notesSlides/_rels/notesSlide4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7.xml"/>
		</Relationships>
</file>

<file path=ppt/notesSlides/_rels/notesSlide4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8.xml"/>
		</Relationships>
</file>

<file path=ppt/notesSlides/_rels/notesSlide4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9.xml"/>
		</Relationships>
</file>

<file path=ppt/notesSlides/_rels/notesSlide4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التنوين حرفان في الصوت: حركة على الحرف ثم نون ساكنة. علامة تنوين الكسر «ـٍ» كسرتان: الكسرة الأولى هي حركة الحرف، والثانية تدل على نون ساكنة «نۡ» نسمعها ولا نكتبها.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بكسرته مع نون ساكنة: بِ + نۡ = بِنۡ.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«بٍ» ونقرأ «بِنۡ»: النون الساكنة لا تُكتب، لكننا ننطقها.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بكسرته مع نون ساكنة: تِ + نۡ = تِنۡ.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«تٍ» ونقرأ «تِنۡ»: النون الساكنة لا تُكتب، لكننا ننطقها.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الكلمة أيضاً: نكتب «قَلَمٍ» ونقرأ «قَلَمِنۡ». التنوين في آخر الكلمة = حركة + نون ساكنة.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5.xml"/><Relationship Id="rIdTrSnd" Type="http://schemas.openxmlformats.org/officeDocument/2006/relationships/audio" Target="../media/chime.wav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6.xml"/><Relationship Id="rIdTrSnd" Type="http://schemas.openxmlformats.org/officeDocument/2006/relationships/audio" Target="../media/whoosh.wav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7.xml"/><Relationship Id="rIdTrSnd" Type="http://schemas.openxmlformats.org/officeDocument/2006/relationships/audio" Target="../media/bubbles.wav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8.xml"/><Relationship Id="rIdTrSnd" Type="http://schemas.openxmlformats.org/officeDocument/2006/relationships/audio" Target="../media/sparkle.wav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9.xml"/><Relationship Id="rIdTrSnd" Type="http://schemas.openxmlformats.org/officeDocument/2006/relationships/audio" Target="../media/marimba.wav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0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649224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6" name="C1 T1 sign"/>
          <p:cNvSpPr txBox="1"/>
          <p:nvPr/>
        </p:nvSpPr>
        <p:spPr>
          <a:xfrm>
            <a:off x="6492240" y="589307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ـٍ</a:t>
            </a:r>
            <a:endParaRPr lang="ar-SA" sz="8900" dirty="0"/>
          </a:p>
        </p:txBody>
      </p:sp>
      <p:sp>
        <p:nvSpPr>
          <p:cNvPr id="17" name="C1 L1 label box"/>
          <p:cNvSpPr/>
          <p:nvPr/>
        </p:nvSpPr>
        <p:spPr>
          <a:xfrm>
            <a:off x="649224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1 L1 label"/>
          <p:cNvSpPr txBox="1"/>
          <p:nvPr/>
        </p:nvSpPr>
        <p:spPr>
          <a:xfrm>
            <a:off x="6492240" y="3145917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تنوين الكسر</a:t>
            </a:r>
            <a:endParaRPr lang="ar-SA" sz="3000" dirty="0"/>
          </a:p>
        </p:txBody>
      </p:sp>
      <p:sp>
        <p:nvSpPr>
          <p:cNvPr id="19" name="Panel 2"/>
          <p:cNvSpPr/>
          <p:nvPr/>
        </p:nvSpPr>
        <p:spPr>
          <a:xfrm>
            <a:off x="342900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0" name="C3 T2 sign"/>
          <p:cNvSpPr txBox="1"/>
          <p:nvPr/>
        </p:nvSpPr>
        <p:spPr>
          <a:xfrm>
            <a:off x="3429000" y="650812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ـِ</a:t>
            </a:r>
            <a:endParaRPr lang="ar-SA" sz="8900" dirty="0"/>
          </a:p>
        </p:txBody>
      </p:sp>
      <p:sp>
        <p:nvSpPr>
          <p:cNvPr id="21" name="C3 L2 label box"/>
          <p:cNvSpPr/>
          <p:nvPr/>
        </p:nvSpPr>
        <p:spPr>
          <a:xfrm>
            <a:off x="342900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L2 label"/>
          <p:cNvSpPr txBox="1"/>
          <p:nvPr/>
        </p:nvSpPr>
        <p:spPr>
          <a:xfrm>
            <a:off x="3429000" y="3145917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كسرة</a:t>
            </a:r>
            <a:endParaRPr lang="ar-SA" sz="3000" dirty="0"/>
          </a:p>
        </p:txBody>
      </p:sp>
      <p:sp>
        <p:nvSpPr>
          <p:cNvPr id="23" name="Panel 3"/>
          <p:cNvSpPr/>
          <p:nvPr/>
        </p:nvSpPr>
        <p:spPr>
          <a:xfrm>
            <a:off x="36576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24" name="C4 T3 sign"/>
          <p:cNvSpPr txBox="1"/>
          <p:nvPr/>
        </p:nvSpPr>
        <p:spPr>
          <a:xfrm>
            <a:off x="365760" y="1057154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900" dirty="0"/>
          </a:p>
        </p:txBody>
      </p:sp>
      <p:sp>
        <p:nvSpPr>
          <p:cNvPr id="25" name="C4 L3 label box"/>
          <p:cNvSpPr/>
          <p:nvPr/>
        </p:nvSpPr>
        <p:spPr>
          <a:xfrm>
            <a:off x="36576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3 label"/>
          <p:cNvSpPr txBox="1"/>
          <p:nvPr/>
        </p:nvSpPr>
        <p:spPr>
          <a:xfrm>
            <a:off x="365760" y="3145917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نون ساكنة</a:t>
            </a:r>
            <a:endParaRPr lang="ar-SA" sz="3000" dirty="0"/>
          </a:p>
        </p:txBody>
      </p:sp>
      <p:sp>
        <p:nvSpPr>
          <p:cNvPr id="27" name="C2 E equals"/>
          <p:cNvSpPr/>
          <p:nvPr/>
        </p:nvSpPr>
        <p:spPr>
          <a:xfrm>
            <a:off x="5833872" y="1783080"/>
            <a:ext cx="548640" cy="548640"/>
          </a:xfrm>
          <a:prstGeom prst="mathEqual">
            <a:avLst/>
          </a:prstGeom>
          <a:solidFill>
            <a:srgbClr val="D985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3 P plus"/>
          <p:cNvSpPr/>
          <p:nvPr/>
        </p:nvSpPr>
        <p:spPr>
          <a:xfrm>
            <a:off x="2770632" y="1783080"/>
            <a:ext cx="548640" cy="54864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27" grpId="0" animBg="1"/>
      <p:bldP spid="20" grpId="0" animBg="1"/>
      <p:bldP spid="21" grpId="0" animBg="1"/>
      <p:bldP spid="22" grpId="0" animBg="1"/>
      <p:bldP spid="28" grpId="0" animBg="1"/>
      <p:bldP spid="24" grpId="0" animBg="1"/>
      <p:bldP spid="25" grpId="0" animBg="1"/>
      <p:bldP spid="2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36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900" dirty="0"/>
          </a:p>
        </p:txBody>
      </p:sp>
      <p:sp>
        <p:nvSpPr>
          <p:cNvPr id="14" name="C2 V1 mark"/>
          <p:cNvSpPr txBox="1"/>
          <p:nvPr/>
        </p:nvSpPr>
        <p:spPr>
          <a:xfrm>
            <a:off x="6720840" y="1436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900" dirty="0"/>
          </a:p>
        </p:txBody>
      </p:sp>
      <p:sp>
        <p:nvSpPr>
          <p:cNvPr id="15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7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sound"/>
          <p:cNvSpPr txBox="1"/>
          <p:nvPr/>
        </p:nvSpPr>
        <p:spPr>
          <a:xfrm>
            <a:off x="640080" y="1436014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بِنۡ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630015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بٍ</a:t>
            </a:r>
            <a:endParaRPr lang="ar-SA" sz="8500" dirty="0"/>
          </a:p>
        </p:txBody>
      </p:sp>
      <p:sp>
        <p:nvSpPr>
          <p:cNvPr id="14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16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R read"/>
          <p:cNvSpPr txBox="1"/>
          <p:nvPr/>
        </p:nvSpPr>
        <p:spPr>
          <a:xfrm>
            <a:off x="457200" y="937133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بِنۡ</a:t>
            </a:r>
            <a:endParaRPr lang="ar-SA" sz="8500" dirty="0"/>
          </a:p>
        </p:txBody>
      </p:sp>
      <p:sp>
        <p:nvSpPr>
          <p:cNvPr id="18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386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900" dirty="0"/>
          </a:p>
        </p:txBody>
      </p:sp>
      <p:sp>
        <p:nvSpPr>
          <p:cNvPr id="16" name="C2 V1 mark"/>
          <p:cNvSpPr txBox="1"/>
          <p:nvPr/>
        </p:nvSpPr>
        <p:spPr>
          <a:xfrm>
            <a:off x="6720840" y="15386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5900" dirty="0"/>
          </a:p>
        </p:txBody>
      </p:sp>
      <p:sp>
        <p:nvSpPr>
          <p:cNvPr id="17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9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sound"/>
          <p:cNvSpPr txBox="1"/>
          <p:nvPr/>
        </p:nvSpPr>
        <p:spPr>
          <a:xfrm>
            <a:off x="640080" y="1499006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تِنۡ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751418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تٍ</a:t>
            </a:r>
            <a:endParaRPr lang="ar-SA" sz="9300" dirty="0"/>
          </a:p>
        </p:txBody>
      </p:sp>
      <p:sp>
        <p:nvSpPr>
          <p:cNvPr id="13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15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997820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تِنۡ</a:t>
            </a:r>
            <a:endParaRPr lang="ar-SA" sz="9300" dirty="0"/>
          </a:p>
        </p:txBody>
      </p:sp>
      <p:sp>
        <p:nvSpPr>
          <p:cNvPr id="17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940214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قَلَمٍ</a:t>
            </a:r>
            <a:endParaRPr lang="ar-SA" sz="7100" dirty="0"/>
          </a:p>
        </p:txBody>
      </p:sp>
      <p:sp>
        <p:nvSpPr>
          <p:cNvPr id="21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23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3 R read"/>
          <p:cNvSpPr txBox="1"/>
          <p:nvPr/>
        </p:nvSpPr>
        <p:spPr>
          <a:xfrm>
            <a:off x="457200" y="1067791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قَلَمِنۡ</a:t>
            </a:r>
            <a:endParaRPr lang="ar-SA" sz="7100" dirty="0"/>
          </a:p>
        </p:txBody>
      </p:sp>
      <p:sp>
        <p:nvSpPr>
          <p:cNvPr id="25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6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1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1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0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10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تَإٍ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ثَإٍ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6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أَبٍ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تَبٍ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ثَبٍ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جَبٍ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حَبٍ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خَبٍ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دَبٍ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13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1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أَتٍ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11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أَثٍ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6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6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ED1"/>
          </a:solidFill>
          <a:ln w="12700">
            <a:solidFill>
              <a:srgbClr val="475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6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570"/>
          </a:solidFill>
          <a:ln w="12700">
            <a:solidFill>
              <a:srgbClr val="DB7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2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12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أَدٍ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8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12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5D1"/>
          </a:solidFill>
          <a:ln w="12700">
            <a:solidFill>
              <a:srgbClr val="47C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أَذٍ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02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10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أَرٍ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بَرٍ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تَرٍ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ثَرٍ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جَرٍ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دَرٍ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ذَرٍ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0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10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أَزٍ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بَزٍ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تَزٍ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5EED"/>
          </a:solidFill>
          <a:ln w="12700">
            <a:solidFill>
              <a:srgbClr val="E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ثَزٍ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جَزٍ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دَزٍ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ذَزٍ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E5E"/>
          </a:solidFill>
          <a:ln w="12700">
            <a:solidFill>
              <a:srgbClr val="EDB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رَزٍ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FE0"/>
          </a:solidFill>
          <a:ln w="12700">
            <a:solidFill>
              <a:srgbClr val="526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E"/>
          </a:solidFill>
          <a:ln w="12700">
            <a:solidFill>
              <a:srgbClr val="D147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5"/>
          </a:solidFill>
          <a:ln w="12700">
            <a:solidFill>
              <a:srgbClr val="70DB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D147"/>
          </a:solidFill>
          <a:ln w="12700">
            <a:solidFill>
              <a:srgbClr val="8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5EED"/>
          </a:solidFill>
          <a:ln w="12700">
            <a:solidFill>
              <a:srgbClr val="7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E052"/>
          </a:solidFill>
          <a:ln w="12700">
            <a:solidFill>
              <a:srgbClr val="B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5"/>
          </a:solidFill>
          <a:ln w="12700">
            <a:solidFill>
              <a:srgbClr val="D147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ED5E"/>
          </a:solidFill>
          <a:ln w="12700">
            <a:solidFill>
              <a:srgbClr val="8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B47"/>
          </a:solidFill>
          <a:ln w="12700">
            <a:solidFill>
              <a:srgbClr val="D1B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052"/>
          </a:solidFill>
          <a:ln w="12700">
            <a:solidFill>
              <a:srgbClr val="E0A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C"/>
          </a:solidFill>
          <a:ln w="12700">
            <a:solidFill>
              <a:srgbClr val="64D8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9"/>
          </a:solidFill>
          <a:ln w="12700">
            <a:solidFill>
              <a:srgbClr val="47D1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4"/>
          </a:solidFill>
          <a:ln w="12700">
            <a:solidFill>
              <a:srgbClr val="ED5E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64D8"/>
          </a:solidFill>
          <a:ln w="12700">
            <a:solidFill>
              <a:srgbClr val="9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أَضٍ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52E0"/>
          </a:solidFill>
          <a:ln w="12700">
            <a:solidFill>
              <a:srgbClr val="5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264"/>
          </a:solidFill>
          <a:ln w="12700">
            <a:solidFill>
              <a:srgbClr val="D88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447"/>
          </a:solidFill>
          <a:ln w="12700">
            <a:solidFill>
              <a:srgbClr val="D15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F"/>
          </a:solidFill>
          <a:ln w="12700">
            <a:solidFill>
              <a:srgbClr val="5EED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دَضٍ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E"/>
          </a:solidFill>
          <a:ln w="12700">
            <a:solidFill>
              <a:srgbClr val="E052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ذَضٍ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5"/>
          </a:solidFill>
          <a:ln w="12700">
            <a:solidFill>
              <a:srgbClr val="64D8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D147"/>
          </a:solidFill>
          <a:ln w="12700">
            <a:solidFill>
              <a:srgbClr val="5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رَضٍ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زَضٍ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18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11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3E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85E"/>
          </a:solidFill>
          <a:ln w="12700">
            <a:solidFill>
              <a:srgbClr val="ED7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5E0"/>
          </a:solidFill>
          <a:ln w="12700">
            <a:solidFill>
              <a:srgbClr val="52B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1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11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CED"/>
          </a:solidFill>
          <a:ln w="12700">
            <a:solidFill>
              <a:srgbClr val="5E8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أَظٍ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C"/>
          </a:solidFill>
          <a:ln w="12700">
            <a:solidFill>
              <a:srgbClr val="47D1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3C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1"/>
          </a:solidFill>
          <a:ln w="12700">
            <a:solidFill>
              <a:srgbClr val="52E0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64D8"/>
          </a:solidFill>
          <a:ln w="12700">
            <a:solidFill>
              <a:srgbClr val="B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47D1"/>
          </a:solidFill>
          <a:ln w="12700">
            <a:solidFill>
              <a:srgbClr val="9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ED5E"/>
          </a:solidFill>
          <a:ln w="12700">
            <a:solidFill>
              <a:srgbClr val="D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064"/>
          </a:solidFill>
          <a:ln w="12700">
            <a:solidFill>
              <a:srgbClr val="D8A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C3F6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6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6F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45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A52"/>
          </a:solidFill>
          <a:ln w="12700">
            <a:solidFill>
              <a:srgbClr val="E05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C"/>
          </a:solidFill>
          <a:ln w="12700">
            <a:solidFill>
              <a:srgbClr val="70DB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3"/>
          </a:solidFill>
          <a:ln w="12700">
            <a:solidFill>
              <a:srgbClr val="64D88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05EED"/>
          </a:solidFill>
          <a:ln w="12700">
            <a:solidFill>
              <a:srgbClr val="C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E052"/>
          </a:solidFill>
          <a:ln w="12700">
            <a:solidFill>
              <a:srgbClr val="6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64D8"/>
          </a:solidFill>
          <a:ln w="12700">
            <a:solidFill>
              <a:srgbClr val="6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CD1"/>
          </a:solidFill>
          <a:ln w="12700">
            <a:solidFill>
              <a:srgbClr val="475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141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6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9"/>
          </a:solidFill>
          <a:ln w="12700">
            <a:solidFill>
              <a:srgbClr val="5EED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4"/>
          </a:solidFill>
          <a:ln w="12700">
            <a:solidFill>
              <a:srgbClr val="E052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3D1"/>
          </a:solidFill>
          <a:ln w="12700">
            <a:solidFill>
              <a:srgbClr val="47C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B"/>
          </a:solidFill>
          <a:ln w="12700">
            <a:solidFill>
              <a:srgbClr val="ED5E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1445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47D1"/>
          </a:solidFill>
          <a:ln w="12700">
            <a:solidFill>
              <a:srgbClr val="B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11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52E0"/>
          </a:solidFill>
          <a:ln w="12700">
            <a:solidFill>
              <a:srgbClr val="A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2ED"/>
          </a:solidFill>
          <a:ln w="12700">
            <a:solidFill>
              <a:srgbClr val="5ED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C3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B"/>
          </a:solidFill>
          <a:ln w="12700">
            <a:solidFill>
              <a:srgbClr val="52E0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C3C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64D8"/>
          </a:solidFill>
          <a:ln w="12700">
            <a:solidFill>
              <a:srgbClr val="8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47D1"/>
          </a:solidFill>
          <a:ln w="12700">
            <a:solidFill>
              <a:srgbClr val="5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15E"/>
          </a:solidFill>
          <a:ln w="12700">
            <a:solidFill>
              <a:srgbClr val="EDC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CE0"/>
          </a:solidFill>
          <a:ln w="12700">
            <a:solidFill>
              <a:srgbClr val="526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6C3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764"/>
          </a:solidFill>
          <a:ln w="12700">
            <a:solidFill>
              <a:srgbClr val="D86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B"/>
          </a:solidFill>
          <a:ln w="12700">
            <a:solidFill>
              <a:srgbClr val="D147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بَقٍ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ثَقٍ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جَقٍ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F"/>
          </a:solidFill>
          <a:ln w="12700">
            <a:solidFill>
              <a:srgbClr val="E052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D864"/>
          </a:solidFill>
          <a:ln w="12700">
            <a:solidFill>
              <a:srgbClr val="7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D147"/>
          </a:solidFill>
          <a:ln w="12700">
            <a:solidFill>
              <a:srgbClr val="7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دَقٍ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534"/>
          </a:solidFill>
          <a:ln w="12700">
            <a:solidFill>
              <a:srgbClr val="7975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ذَقٍ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3F6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رَقٍ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5EED"/>
          </a:solidFill>
          <a:ln w="12700">
            <a:solidFill>
              <a:srgbClr val="7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E052"/>
          </a:solidFill>
          <a:ln w="12700">
            <a:solidFill>
              <a:srgbClr val="B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4DB"/>
          </a:solidFill>
          <a:ln w="12700">
            <a:solidFill>
              <a:srgbClr val="708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سَقٍ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C3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BD8"/>
          </a:solidFill>
          <a:ln w="12700">
            <a:solidFill>
              <a:srgbClr val="649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0D1"/>
          </a:solidFill>
          <a:ln w="12700">
            <a:solidFill>
              <a:srgbClr val="47A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صَقٍ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ضَقٍ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6"/>
          </a:solidFill>
          <a:ln w="12700">
            <a:solidFill>
              <a:srgbClr val="ED5E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7E0"/>
          </a:solidFill>
          <a:ln w="12700">
            <a:solidFill>
              <a:srgbClr val="52D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EF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فَقٍ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4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11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6C3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أَكٍ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ED5E"/>
          </a:solidFill>
          <a:ln w="12700">
            <a:solidFill>
              <a:srgbClr val="8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52E0"/>
          </a:solidFill>
          <a:ln w="12700">
            <a:solidFill>
              <a:srgbClr val="C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DE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C"/>
          </a:solidFill>
          <a:ln w="12700">
            <a:solidFill>
              <a:srgbClr val="47D1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E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1"/>
          </a:solidFill>
          <a:ln w="12700">
            <a:solidFill>
              <a:srgbClr val="ED5E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C9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52E0"/>
          </a:solidFill>
          <a:ln w="12700">
            <a:solidFill>
              <a:srgbClr val="5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00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10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F6E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D7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CD1"/>
          </a:solidFill>
          <a:ln w="12700">
            <a:solidFill>
              <a:srgbClr val="477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D0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6DE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6C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7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852"/>
          </a:solidFill>
          <a:ln w="12700">
            <a:solidFill>
              <a:srgbClr val="E0C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3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C3D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47D1"/>
          </a:solidFill>
          <a:ln w="12700">
            <a:solidFill>
              <a:srgbClr val="9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6C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00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10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35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D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6C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45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2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12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F6C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أَهٍ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C3D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18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F6D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E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3F6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C3C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144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00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10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E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6C3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F6DD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3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E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3F6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5EED"/>
          </a:solidFill>
          <a:ln w="12700">
            <a:solidFill>
              <a:srgbClr val="7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45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C3F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C3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0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6C3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F6E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DD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C1F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C3E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C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6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6C3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F6EA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D6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C3F6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23194" y="896112"/>
            <a:ext cx="17160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23194" y="896112"/>
            <a:ext cx="17160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704783" y="896112"/>
            <a:ext cx="1698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04783" y="896112"/>
            <a:ext cx="1698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بِقَلَمٍ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25435" y="2834640"/>
            <a:ext cx="28931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25435" y="2834640"/>
            <a:ext cx="28931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بِقَلَمٍ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44799" y="896112"/>
            <a:ext cx="1878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44799" y="896112"/>
            <a:ext cx="1878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520414" y="896112"/>
            <a:ext cx="19043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20414" y="896112"/>
            <a:ext cx="19043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بِكُرَةٍ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12668" y="2834640"/>
            <a:ext cx="331866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12668" y="2834640"/>
            <a:ext cx="331866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بِكُرَةٍ</a:t>
            </a:r>
            <a:endParaRPr lang="ar-SA" sz="4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5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3242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0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3242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905989" y="896112"/>
            <a:ext cx="1457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905989" y="896112"/>
            <a:ext cx="1457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وَلَدٍ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26328" y="2834640"/>
            <a:ext cx="26913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26328" y="2834640"/>
            <a:ext cx="26913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قَلَمُ وَلَدٍ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6">
    <p:bg>
      <p:bgPr>
        <a:solidFill>
          <a:srgbClr val="C3E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33160" y="896112"/>
            <a:ext cx="16109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F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33160" y="896112"/>
            <a:ext cx="16109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وَرَقُ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699841" y="896112"/>
            <a:ext cx="1813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F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99841" y="896112"/>
            <a:ext cx="1813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شَجَرٍ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28847" y="2834640"/>
            <a:ext cx="30863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28847" y="2834640"/>
            <a:ext cx="30863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وَرَقُ شَجَرٍ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50879" y="896112"/>
            <a:ext cx="1461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1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50879" y="896112"/>
            <a:ext cx="1461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لَبَنُ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931881" y="896112"/>
            <a:ext cx="1498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1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931881" y="896112"/>
            <a:ext cx="1498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بَقَرٍ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292744" y="2834640"/>
            <a:ext cx="25585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292744" y="2834640"/>
            <a:ext cx="25585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لَبَنُ بَقَرٍ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5646" y="896112"/>
            <a:ext cx="1790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3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5646" y="896112"/>
            <a:ext cx="1790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صُوَرُ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87927" y="896112"/>
            <a:ext cx="16576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3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87927" y="896112"/>
            <a:ext cx="16576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أَسَدٍ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7165" y="2834640"/>
            <a:ext cx="29696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7165" y="2834640"/>
            <a:ext cx="29696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صُوَرُ أَسَدٍ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9">
    <p:bg>
      <p:bgPr>
        <a:solidFill>
          <a:srgbClr val="D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7880" y="896112"/>
            <a:ext cx="19148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7880" y="896112"/>
            <a:ext cx="19148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1254" y="896112"/>
            <a:ext cx="14265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6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1254" y="896112"/>
            <a:ext cx="14265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بِيَدٍ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08129" y="2834640"/>
            <a:ext cx="29277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08129" y="2834640"/>
            <a:ext cx="29277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مَسَحَ بِيَدٍ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5613" y="896112"/>
            <a:ext cx="17511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D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5613" y="896112"/>
            <a:ext cx="17511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87202" y="896112"/>
            <a:ext cx="1698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D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87202" y="896112"/>
            <a:ext cx="1698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بِقَلَمٍ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66628" y="2834640"/>
            <a:ext cx="30107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66628" y="2834640"/>
            <a:ext cx="30107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بِقَلَمٍ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450</Slides>
  <Notes>450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450</vt:i4>
      </vt:variant>
    </vt:vector>
  </HeadingPairs>
  <TitlesOfParts>
    <vt:vector size="4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  <vt:lpstr>Slide 445</vt:lpstr>
      <vt:lpstr>Slide 446</vt:lpstr>
      <vt:lpstr>Slide 447</vt:lpstr>
      <vt:lpstr>Slide 448</vt:lpstr>
      <vt:lpstr>Slide 449</vt:lpstr>
      <vt:lpstr>Slide 450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Tanween-2-Kasratan</dc:title>
  <dc:subject>PptxGenJS Presentation</dc:subject>
  <dc:creator>PptxGenJS</dc:creator>
  <cp:lastModifiedBy>PptxGenJS</cp:lastModifiedBy>
  <cp:revision>1</cp:revision>
  <dcterms:created xsi:type="dcterms:W3CDTF">2026-10-21T18:18:00Z</dcterms:created>
  <dcterms:modified xsi:type="dcterms:W3CDTF">2026-10-21T18:18:00Z</dcterms:modified>
</cp:coreProperties>
</file>