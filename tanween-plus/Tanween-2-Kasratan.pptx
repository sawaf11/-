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slideMasters/slideMaster389.xml" ContentType="application/vnd.openxmlformats-officedocument.presentationml.slideMaster+xml"/>
  <Override PartName="/ppt/slides/slide389.xml" ContentType="application/vnd.openxmlformats-officedocument.presentationml.slide+xml"/>
  <Override PartName="/ppt/slideMasters/slideMaster390.xml" ContentType="application/vnd.openxmlformats-officedocument.presentationml.slideMaster+xml"/>
  <Override PartName="/ppt/slides/slide390.xml" ContentType="application/vnd.openxmlformats-officedocument.presentationml.slide+xml"/>
  <Override PartName="/ppt/slideMasters/slideMaster391.xml" ContentType="application/vnd.openxmlformats-officedocument.presentationml.slideMaster+xml"/>
  <Override PartName="/ppt/slides/slide391.xml" ContentType="application/vnd.openxmlformats-officedocument.presentationml.slide+xml"/>
  <Override PartName="/ppt/slideMasters/slideMaster392.xml" ContentType="application/vnd.openxmlformats-officedocument.presentationml.slideMaster+xml"/>
  <Override PartName="/ppt/slides/slide392.xml" ContentType="application/vnd.openxmlformats-officedocument.presentationml.slide+xml"/>
  <Override PartName="/ppt/slideMasters/slideMaster393.xml" ContentType="application/vnd.openxmlformats-officedocument.presentationml.slideMaster+xml"/>
  <Override PartName="/ppt/slides/slide393.xml" ContentType="application/vnd.openxmlformats-officedocument.presentationml.slide+xml"/>
  <Override PartName="/ppt/slideMasters/slideMaster394.xml" ContentType="application/vnd.openxmlformats-officedocument.presentationml.slideMaster+xml"/>
  <Override PartName="/ppt/slides/slide394.xml" ContentType="application/vnd.openxmlformats-officedocument.presentationml.slide+xml"/>
  <Override PartName="/ppt/slideMasters/slideMaster395.xml" ContentType="application/vnd.openxmlformats-officedocument.presentationml.slideMaster+xml"/>
  <Override PartName="/ppt/slides/slide395.xml" ContentType="application/vnd.openxmlformats-officedocument.presentationml.slide+xml"/>
  <Override PartName="/ppt/slideMasters/slideMaster396.xml" ContentType="application/vnd.openxmlformats-officedocument.presentationml.slideMaster+xml"/>
  <Override PartName="/ppt/slides/slide396.xml" ContentType="application/vnd.openxmlformats-officedocument.presentationml.slide+xml"/>
  <Override PartName="/ppt/slideMasters/slideMaster397.xml" ContentType="application/vnd.openxmlformats-officedocument.presentationml.slideMaster+xml"/>
  <Override PartName="/ppt/slides/slide397.xml" ContentType="application/vnd.openxmlformats-officedocument.presentationml.slide+xml"/>
  <Override PartName="/ppt/slideMasters/slideMaster398.xml" ContentType="application/vnd.openxmlformats-officedocument.presentationml.slideMaster+xml"/>
  <Override PartName="/ppt/slides/slide398.xml" ContentType="application/vnd.openxmlformats-officedocument.presentationml.slide+xml"/>
  <Override PartName="/ppt/slideMasters/slideMaster399.xml" ContentType="application/vnd.openxmlformats-officedocument.presentationml.slideMaster+xml"/>
  <Override PartName="/ppt/slides/slide399.xml" ContentType="application/vnd.openxmlformats-officedocument.presentationml.slide+xml"/>
  <Override PartName="/ppt/slideMasters/slideMaster400.xml" ContentType="application/vnd.openxmlformats-officedocument.presentationml.slideMaster+xml"/>
  <Override PartName="/ppt/slides/slide400.xml" ContentType="application/vnd.openxmlformats-officedocument.presentationml.slide+xml"/>
  <Override PartName="/ppt/slideMasters/slideMaster401.xml" ContentType="application/vnd.openxmlformats-officedocument.presentationml.slideMaster+xml"/>
  <Override PartName="/ppt/slides/slide401.xml" ContentType="application/vnd.openxmlformats-officedocument.presentationml.slide+xml"/>
  <Override PartName="/ppt/slideMasters/slideMaster402.xml" ContentType="application/vnd.openxmlformats-officedocument.presentationml.slideMaster+xml"/>
  <Override PartName="/ppt/slides/slide402.xml" ContentType="application/vnd.openxmlformats-officedocument.presentationml.slide+xml"/>
  <Override PartName="/ppt/slideMasters/slideMaster403.xml" ContentType="application/vnd.openxmlformats-officedocument.presentationml.slideMaster+xml"/>
  <Override PartName="/ppt/slides/slide403.xml" ContentType="application/vnd.openxmlformats-officedocument.presentationml.slide+xml"/>
  <Override PartName="/ppt/slideMasters/slideMaster404.xml" ContentType="application/vnd.openxmlformats-officedocument.presentationml.slideMaster+xml"/>
  <Override PartName="/ppt/slides/slide404.xml" ContentType="application/vnd.openxmlformats-officedocument.presentationml.slide+xml"/>
  <Override PartName="/ppt/slideMasters/slideMaster405.xml" ContentType="application/vnd.openxmlformats-officedocument.presentationml.slideMaster+xml"/>
  <Override PartName="/ppt/slides/slide405.xml" ContentType="application/vnd.openxmlformats-officedocument.presentationml.slide+xml"/>
  <Override PartName="/ppt/slideMasters/slideMaster406.xml" ContentType="application/vnd.openxmlformats-officedocument.presentationml.slideMaster+xml"/>
  <Override PartName="/ppt/slides/slide406.xml" ContentType="application/vnd.openxmlformats-officedocument.presentationml.slide+xml"/>
  <Override PartName="/ppt/slideMasters/slideMaster407.xml" ContentType="application/vnd.openxmlformats-officedocument.presentationml.slideMaster+xml"/>
  <Override PartName="/ppt/slides/slide407.xml" ContentType="application/vnd.openxmlformats-officedocument.presentationml.slide+xml"/>
  <Override PartName="/ppt/slideMasters/slideMaster408.xml" ContentType="application/vnd.openxmlformats-officedocument.presentationml.slideMaster+xml"/>
  <Override PartName="/ppt/slides/slide408.xml" ContentType="application/vnd.openxmlformats-officedocument.presentationml.slide+xml"/>
  <Override PartName="/ppt/slideMasters/slideMaster409.xml" ContentType="application/vnd.openxmlformats-officedocument.presentationml.slideMaster+xml"/>
  <Override PartName="/ppt/slides/slide409.xml" ContentType="application/vnd.openxmlformats-officedocument.presentationml.slide+xml"/>
  <Override PartName="/ppt/slideMasters/slideMaster410.xml" ContentType="application/vnd.openxmlformats-officedocument.presentationml.slideMaster+xml"/>
  <Override PartName="/ppt/slides/slide410.xml" ContentType="application/vnd.openxmlformats-officedocument.presentationml.slide+xml"/>
  <Override PartName="/ppt/slideMasters/slideMaster411.xml" ContentType="application/vnd.openxmlformats-officedocument.presentationml.slideMaster+xml"/>
  <Override PartName="/ppt/slides/slide411.xml" ContentType="application/vnd.openxmlformats-officedocument.presentationml.slide+xml"/>
  <Override PartName="/ppt/slideMasters/slideMaster412.xml" ContentType="application/vnd.openxmlformats-officedocument.presentationml.slideMaster+xml"/>
  <Override PartName="/ppt/slides/slide412.xml" ContentType="application/vnd.openxmlformats-officedocument.presentationml.slide+xml"/>
  <Override PartName="/ppt/slideMasters/slideMaster413.xml" ContentType="application/vnd.openxmlformats-officedocument.presentationml.slideMaster+xml"/>
  <Override PartName="/ppt/slides/slide413.xml" ContentType="application/vnd.openxmlformats-officedocument.presentationml.slide+xml"/>
  <Override PartName="/ppt/slideMasters/slideMaster414.xml" ContentType="application/vnd.openxmlformats-officedocument.presentationml.slideMaster+xml"/>
  <Override PartName="/ppt/slides/slide414.xml" ContentType="application/vnd.openxmlformats-officedocument.presentationml.slide+xml"/>
  <Override PartName="/ppt/slideMasters/slideMaster415.xml" ContentType="application/vnd.openxmlformats-officedocument.presentationml.slideMaster+xml"/>
  <Override PartName="/ppt/slides/slide415.xml" ContentType="application/vnd.openxmlformats-officedocument.presentationml.slide+xml"/>
  <Override PartName="/ppt/slideMasters/slideMaster416.xml" ContentType="application/vnd.openxmlformats-officedocument.presentationml.slideMaster+xml"/>
  <Override PartName="/ppt/slides/slide416.xml" ContentType="application/vnd.openxmlformats-officedocument.presentationml.slide+xml"/>
  <Override PartName="/ppt/slideMasters/slideMaster417.xml" ContentType="application/vnd.openxmlformats-officedocument.presentationml.slideMaster+xml"/>
  <Override PartName="/ppt/slides/slide417.xml" ContentType="application/vnd.openxmlformats-officedocument.presentationml.slide+xml"/>
  <Override PartName="/ppt/slideMasters/slideMaster418.xml" ContentType="application/vnd.openxmlformats-officedocument.presentationml.slideMaster+xml"/>
  <Override PartName="/ppt/slides/slide418.xml" ContentType="application/vnd.openxmlformats-officedocument.presentationml.slide+xml"/>
  <Override PartName="/ppt/slideMasters/slideMaster419.xml" ContentType="application/vnd.openxmlformats-officedocument.presentationml.slideMaster+xml"/>
  <Override PartName="/ppt/slides/slide419.xml" ContentType="application/vnd.openxmlformats-officedocument.presentationml.slide+xml"/>
  <Override PartName="/ppt/slideMasters/slideMaster420.xml" ContentType="application/vnd.openxmlformats-officedocument.presentationml.slideMaster+xml"/>
  <Override PartName="/ppt/slides/slide420.xml" ContentType="application/vnd.openxmlformats-officedocument.presentationml.slide+xml"/>
  <Override PartName="/ppt/slideMasters/slideMaster421.xml" ContentType="application/vnd.openxmlformats-officedocument.presentationml.slideMaster+xml"/>
  <Override PartName="/ppt/slides/slide421.xml" ContentType="application/vnd.openxmlformats-officedocument.presentationml.slide+xml"/>
  <Override PartName="/ppt/slideMasters/slideMaster422.xml" ContentType="application/vnd.openxmlformats-officedocument.presentationml.slideMaster+xml"/>
  <Override PartName="/ppt/slides/slide422.xml" ContentType="application/vnd.openxmlformats-officedocument.presentationml.slide+xml"/>
  <Override PartName="/ppt/slideMasters/slideMaster423.xml" ContentType="application/vnd.openxmlformats-officedocument.presentationml.slideMaster+xml"/>
  <Override PartName="/ppt/slides/slide423.xml" ContentType="application/vnd.openxmlformats-officedocument.presentationml.slide+xml"/>
  <Override PartName="/ppt/slideMasters/slideMaster424.xml" ContentType="application/vnd.openxmlformats-officedocument.presentationml.slideMaster+xml"/>
  <Override PartName="/ppt/slides/slide424.xml" ContentType="application/vnd.openxmlformats-officedocument.presentationml.slide+xml"/>
  <Override PartName="/ppt/slideMasters/slideMaster425.xml" ContentType="application/vnd.openxmlformats-officedocument.presentationml.slideMaster+xml"/>
  <Override PartName="/ppt/slides/slide425.xml" ContentType="application/vnd.openxmlformats-officedocument.presentationml.slide+xml"/>
  <Override PartName="/ppt/slideMasters/slideMaster426.xml" ContentType="application/vnd.openxmlformats-officedocument.presentationml.slideMaster+xml"/>
  <Override PartName="/ppt/slides/slide426.xml" ContentType="application/vnd.openxmlformats-officedocument.presentationml.slide+xml"/>
  <Override PartName="/ppt/slideMasters/slideMaster427.xml" ContentType="application/vnd.openxmlformats-officedocument.presentationml.slideMaster+xml"/>
  <Override PartName="/ppt/slides/slide427.xml" ContentType="application/vnd.openxmlformats-officedocument.presentationml.slide+xml"/>
  <Override PartName="/ppt/slideMasters/slideMaster428.xml" ContentType="application/vnd.openxmlformats-officedocument.presentationml.slideMaster+xml"/>
  <Override PartName="/ppt/slides/slide428.xml" ContentType="application/vnd.openxmlformats-officedocument.presentationml.slide+xml"/>
  <Override PartName="/ppt/slideMasters/slideMaster429.xml" ContentType="application/vnd.openxmlformats-officedocument.presentationml.slideMaster+xml"/>
  <Override PartName="/ppt/slides/slide429.xml" ContentType="application/vnd.openxmlformats-officedocument.presentationml.slide+xml"/>
  <Override PartName="/ppt/slideMasters/slideMaster430.xml" ContentType="application/vnd.openxmlformats-officedocument.presentationml.slideMaster+xml"/>
  <Override PartName="/ppt/slides/slide430.xml" ContentType="application/vnd.openxmlformats-officedocument.presentationml.slide+xml"/>
  <Override PartName="/ppt/slideMasters/slideMaster431.xml" ContentType="application/vnd.openxmlformats-officedocument.presentationml.slideMaster+xml"/>
  <Override PartName="/ppt/slides/slide431.xml" ContentType="application/vnd.openxmlformats-officedocument.presentationml.slide+xml"/>
  <Override PartName="/ppt/slideMasters/slideMaster432.xml" ContentType="application/vnd.openxmlformats-officedocument.presentationml.slideMaster+xml"/>
  <Override PartName="/ppt/slides/slide432.xml" ContentType="application/vnd.openxmlformats-officedocument.presentationml.slide+xml"/>
  <Override PartName="/ppt/slideMasters/slideMaster433.xml" ContentType="application/vnd.openxmlformats-officedocument.presentationml.slideMaster+xml"/>
  <Override PartName="/ppt/slides/slide433.xml" ContentType="application/vnd.openxmlformats-officedocument.presentationml.slide+xml"/>
  <Override PartName="/ppt/slideMasters/slideMaster434.xml" ContentType="application/vnd.openxmlformats-officedocument.presentationml.slideMaster+xml"/>
  <Override PartName="/ppt/slides/slide434.xml" ContentType="application/vnd.openxmlformats-officedocument.presentationml.slide+xml"/>
  <Override PartName="/ppt/slideMasters/slideMaster435.xml" ContentType="application/vnd.openxmlformats-officedocument.presentationml.slideMaster+xml"/>
  <Override PartName="/ppt/slides/slide435.xml" ContentType="application/vnd.openxmlformats-officedocument.presentationml.slide+xml"/>
  <Override PartName="/ppt/slideMasters/slideMaster436.xml" ContentType="application/vnd.openxmlformats-officedocument.presentationml.slideMaster+xml"/>
  <Override PartName="/ppt/slides/slide436.xml" ContentType="application/vnd.openxmlformats-officedocument.presentationml.slide+xml"/>
  <Override PartName="/ppt/slideMasters/slideMaster437.xml" ContentType="application/vnd.openxmlformats-officedocument.presentationml.slideMaster+xml"/>
  <Override PartName="/ppt/slides/slide437.xml" ContentType="application/vnd.openxmlformats-officedocument.presentationml.slide+xml"/>
  <Override PartName="/ppt/slideMasters/slideMaster438.xml" ContentType="application/vnd.openxmlformats-officedocument.presentationml.slideMaster+xml"/>
  <Override PartName="/ppt/slides/slide438.xml" ContentType="application/vnd.openxmlformats-officedocument.presentationml.slide+xml"/>
  <Override PartName="/ppt/slideMasters/slideMaster439.xml" ContentType="application/vnd.openxmlformats-officedocument.presentationml.slideMaster+xml"/>
  <Override PartName="/ppt/slides/slide439.xml" ContentType="application/vnd.openxmlformats-officedocument.presentationml.slide+xml"/>
  <Override PartName="/ppt/slideMasters/slideMaster440.xml" ContentType="application/vnd.openxmlformats-officedocument.presentationml.slideMaster+xml"/>
  <Override PartName="/ppt/slides/slide440.xml" ContentType="application/vnd.openxmlformats-officedocument.presentationml.slide+xml"/>
  <Override PartName="/ppt/slideMasters/slideMaster441.xml" ContentType="application/vnd.openxmlformats-officedocument.presentationml.slideMaster+xml"/>
  <Override PartName="/ppt/slides/slide441.xml" ContentType="application/vnd.openxmlformats-officedocument.presentationml.slide+xml"/>
  <Override PartName="/ppt/slideMasters/slideMaster442.xml" ContentType="application/vnd.openxmlformats-officedocument.presentationml.slideMaster+xml"/>
  <Override PartName="/ppt/slides/slide442.xml" ContentType="application/vnd.openxmlformats-officedocument.presentationml.slide+xml"/>
  <Override PartName="/ppt/slideMasters/slideMaster443.xml" ContentType="application/vnd.openxmlformats-officedocument.presentationml.slideMaster+xml"/>
  <Override PartName="/ppt/slides/slide443.xml" ContentType="application/vnd.openxmlformats-officedocument.presentationml.slide+xml"/>
  <Override PartName="/ppt/slideMasters/slideMaster444.xml" ContentType="application/vnd.openxmlformats-officedocument.presentationml.slideMaster+xml"/>
  <Override PartName="/ppt/slides/slide4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ppt/notesSlides/notesSlide389.xml" ContentType="application/vnd.openxmlformats-officedocument.presentationml.notesSlide+xml"/>
  <Override PartName="/ppt/notesSlides/notesSlide390.xml" ContentType="application/vnd.openxmlformats-officedocument.presentationml.notesSlide+xml"/>
  <Override PartName="/ppt/notesSlides/notesSlide391.xml" ContentType="application/vnd.openxmlformats-officedocument.presentationml.notesSlide+xml"/>
  <Override PartName="/ppt/notesSlides/notesSlide392.xml" ContentType="application/vnd.openxmlformats-officedocument.presentationml.notesSlide+xml"/>
  <Override PartName="/ppt/notesSlides/notesSlide393.xml" ContentType="application/vnd.openxmlformats-officedocument.presentationml.notesSlide+xml"/>
  <Override PartName="/ppt/notesSlides/notesSlide394.xml" ContentType="application/vnd.openxmlformats-officedocument.presentationml.notesSlide+xml"/>
  <Override PartName="/ppt/notesSlides/notesSlide395.xml" ContentType="application/vnd.openxmlformats-officedocument.presentationml.notesSlide+xml"/>
  <Override PartName="/ppt/notesSlides/notesSlide396.xml" ContentType="application/vnd.openxmlformats-officedocument.presentationml.notesSlide+xml"/>
  <Override PartName="/ppt/notesSlides/notesSlide397.xml" ContentType="application/vnd.openxmlformats-officedocument.presentationml.notesSlide+xml"/>
  <Override PartName="/ppt/notesSlides/notesSlide398.xml" ContentType="application/vnd.openxmlformats-officedocument.presentationml.notesSlide+xml"/>
  <Override PartName="/ppt/notesSlides/notesSlide399.xml" ContentType="application/vnd.openxmlformats-officedocument.presentationml.notesSlide+xml"/>
  <Override PartName="/ppt/notesSlides/notesSlide400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402.xml" ContentType="application/vnd.openxmlformats-officedocument.presentationml.notesSlide+xml"/>
  <Override PartName="/ppt/notesSlides/notesSlide403.xml" ContentType="application/vnd.openxmlformats-officedocument.presentationml.notesSlide+xml"/>
  <Override PartName="/ppt/notesSlides/notesSlide404.xml" ContentType="application/vnd.openxmlformats-officedocument.presentationml.notesSlide+xml"/>
  <Override PartName="/ppt/notesSlides/notesSlide405.xml" ContentType="application/vnd.openxmlformats-officedocument.presentationml.notesSlide+xml"/>
  <Override PartName="/ppt/notesSlides/notesSlide406.xml" ContentType="application/vnd.openxmlformats-officedocument.presentationml.notesSlide+xml"/>
  <Override PartName="/ppt/notesSlides/notesSlide407.xml" ContentType="application/vnd.openxmlformats-officedocument.presentationml.notesSlide+xml"/>
  <Override PartName="/ppt/notesSlides/notesSlide408.xml" ContentType="application/vnd.openxmlformats-officedocument.presentationml.notesSlide+xml"/>
  <Override PartName="/ppt/notesSlides/notesSlide409.xml" ContentType="application/vnd.openxmlformats-officedocument.presentationml.notesSlide+xml"/>
  <Override PartName="/ppt/notesSlides/notesSlide410.xml" ContentType="application/vnd.openxmlformats-officedocument.presentationml.notesSlide+xml"/>
  <Override PartName="/ppt/notesSlides/notesSlide411.xml" ContentType="application/vnd.openxmlformats-officedocument.presentationml.notesSlide+xml"/>
  <Override PartName="/ppt/notesSlides/notesSlide412.xml" ContentType="application/vnd.openxmlformats-officedocument.presentationml.notesSlide+xml"/>
  <Override PartName="/ppt/notesSlides/notesSlide413.xml" ContentType="application/vnd.openxmlformats-officedocument.presentationml.notesSlide+xml"/>
  <Override PartName="/ppt/notesSlides/notesSlide414.xml" ContentType="application/vnd.openxmlformats-officedocument.presentationml.notesSlide+xml"/>
  <Override PartName="/ppt/notesSlides/notesSlide415.xml" ContentType="application/vnd.openxmlformats-officedocument.presentationml.notesSlide+xml"/>
  <Override PartName="/ppt/notesSlides/notesSlide416.xml" ContentType="application/vnd.openxmlformats-officedocument.presentationml.notesSlide+xml"/>
  <Override PartName="/ppt/notesSlides/notesSlide417.xml" ContentType="application/vnd.openxmlformats-officedocument.presentationml.notesSlide+xml"/>
  <Override PartName="/ppt/notesSlides/notesSlide418.xml" ContentType="application/vnd.openxmlformats-officedocument.presentationml.notesSlide+xml"/>
  <Override PartName="/ppt/notesSlides/notesSlide419.xml" ContentType="application/vnd.openxmlformats-officedocument.presentationml.notesSlide+xml"/>
  <Override PartName="/ppt/notesSlides/notesSlide420.xml" ContentType="application/vnd.openxmlformats-officedocument.presentationml.notesSlide+xml"/>
  <Override PartName="/ppt/notesSlides/notesSlide421.xml" ContentType="application/vnd.openxmlformats-officedocument.presentationml.notesSlide+xml"/>
  <Override PartName="/ppt/notesSlides/notesSlide422.xml" ContentType="application/vnd.openxmlformats-officedocument.presentationml.notesSlide+xml"/>
  <Override PartName="/ppt/notesSlides/notesSlide423.xml" ContentType="application/vnd.openxmlformats-officedocument.presentationml.notesSlide+xml"/>
  <Override PartName="/ppt/notesSlides/notesSlide424.xml" ContentType="application/vnd.openxmlformats-officedocument.presentationml.notesSlide+xml"/>
  <Override PartName="/ppt/notesSlides/notesSlide425.xml" ContentType="application/vnd.openxmlformats-officedocument.presentationml.notesSlide+xml"/>
  <Override PartName="/ppt/notesSlides/notesSlide426.xml" ContentType="application/vnd.openxmlformats-officedocument.presentationml.notesSlide+xml"/>
  <Override PartName="/ppt/notesSlides/notesSlide427.xml" ContentType="application/vnd.openxmlformats-officedocument.presentationml.notesSlide+xml"/>
  <Override PartName="/ppt/notesSlides/notesSlide428.xml" ContentType="application/vnd.openxmlformats-officedocument.presentationml.notesSlide+xml"/>
  <Override PartName="/ppt/notesSlides/notesSlide429.xml" ContentType="application/vnd.openxmlformats-officedocument.presentationml.notesSlide+xml"/>
  <Override PartName="/ppt/notesSlides/notesSlide430.xml" ContentType="application/vnd.openxmlformats-officedocument.presentationml.notesSlide+xml"/>
  <Override PartName="/ppt/notesSlides/notesSlide431.xml" ContentType="application/vnd.openxmlformats-officedocument.presentationml.notesSlide+xml"/>
  <Override PartName="/ppt/notesSlides/notesSlide432.xml" ContentType="application/vnd.openxmlformats-officedocument.presentationml.notesSlide+xml"/>
  <Override PartName="/ppt/notesSlides/notesSlide433.xml" ContentType="application/vnd.openxmlformats-officedocument.presentationml.notesSlide+xml"/>
  <Override PartName="/ppt/notesSlides/notesSlide434.xml" ContentType="application/vnd.openxmlformats-officedocument.presentationml.notesSlide+xml"/>
  <Override PartName="/ppt/notesSlides/notesSlide435.xml" ContentType="application/vnd.openxmlformats-officedocument.presentationml.notesSlide+xml"/>
  <Override PartName="/ppt/notesSlides/notesSlide436.xml" ContentType="application/vnd.openxmlformats-officedocument.presentationml.notesSlide+xml"/>
  <Override PartName="/ppt/notesSlides/notesSlide437.xml" ContentType="application/vnd.openxmlformats-officedocument.presentationml.notesSlide+xml"/>
  <Override PartName="/ppt/notesSlides/notesSlide438.xml" ContentType="application/vnd.openxmlformats-officedocument.presentationml.notesSlide+xml"/>
  <Override PartName="/ppt/notesSlides/notesSlide439.xml" ContentType="application/vnd.openxmlformats-officedocument.presentationml.notesSlide+xml"/>
  <Override PartName="/ppt/notesSlides/notesSlide440.xml" ContentType="application/vnd.openxmlformats-officedocument.presentationml.notesSlide+xml"/>
  <Override PartName="/ppt/notesSlides/notesSlide441.xml" ContentType="application/vnd.openxmlformats-officedocument.presentationml.notesSlide+xml"/>
  <Override PartName="/ppt/notesSlides/notesSlide442.xml" ContentType="application/vnd.openxmlformats-officedocument.presentationml.notesSlide+xml"/>
  <Override PartName="/ppt/notesSlides/notesSlide443.xml" ContentType="application/vnd.openxmlformats-officedocument.presentationml.notesSlide+xml"/>
  <Override PartName="/ppt/notesSlides/notesSlide4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  <p:sldId id="644" r:id="rId390"/>
    <p:sldId id="645" r:id="rId391"/>
    <p:sldId id="646" r:id="rId392"/>
    <p:sldId id="647" r:id="rId393"/>
    <p:sldId id="648" r:id="rId394"/>
    <p:sldId id="649" r:id="rId395"/>
    <p:sldId id="650" r:id="rId396"/>
    <p:sldId id="651" r:id="rId397"/>
    <p:sldId id="652" r:id="rId398"/>
    <p:sldId id="653" r:id="rId399"/>
    <p:sldId id="654" r:id="rId400"/>
    <p:sldId id="655" r:id="rId401"/>
    <p:sldId id="656" r:id="rId402"/>
    <p:sldId id="657" r:id="rId403"/>
    <p:sldId id="658" r:id="rId404"/>
    <p:sldId id="659" r:id="rId405"/>
    <p:sldId id="660" r:id="rId406"/>
    <p:sldId id="661" r:id="rId407"/>
    <p:sldId id="662" r:id="rId408"/>
    <p:sldId id="663" r:id="rId409"/>
    <p:sldId id="664" r:id="rId410"/>
    <p:sldId id="665" r:id="rId411"/>
    <p:sldId id="666" r:id="rId412"/>
    <p:sldId id="667" r:id="rId413"/>
    <p:sldId id="668" r:id="rId414"/>
    <p:sldId id="669" r:id="rId415"/>
    <p:sldId id="670" r:id="rId416"/>
    <p:sldId id="671" r:id="rId417"/>
    <p:sldId id="672" r:id="rId418"/>
    <p:sldId id="673" r:id="rId419"/>
    <p:sldId id="674" r:id="rId420"/>
    <p:sldId id="675" r:id="rId421"/>
    <p:sldId id="676" r:id="rId422"/>
    <p:sldId id="677" r:id="rId423"/>
    <p:sldId id="678" r:id="rId424"/>
    <p:sldId id="679" r:id="rId425"/>
    <p:sldId id="680" r:id="rId426"/>
    <p:sldId id="681" r:id="rId427"/>
    <p:sldId id="682" r:id="rId428"/>
    <p:sldId id="683" r:id="rId429"/>
    <p:sldId id="684" r:id="rId430"/>
    <p:sldId id="685" r:id="rId431"/>
    <p:sldId id="686" r:id="rId432"/>
    <p:sldId id="687" r:id="rId433"/>
    <p:sldId id="688" r:id="rId434"/>
    <p:sldId id="689" r:id="rId435"/>
    <p:sldId id="690" r:id="rId436"/>
    <p:sldId id="691" r:id="rId437"/>
    <p:sldId id="692" r:id="rId438"/>
    <p:sldId id="693" r:id="rId439"/>
    <p:sldId id="694" r:id="rId440"/>
    <p:sldId id="695" r:id="rId441"/>
    <p:sldId id="696" r:id="rId442"/>
    <p:sldId id="697" r:id="rId443"/>
    <p:sldId id="698" r:id="rId444"/>
    <p:sldId id="699" r:id="rId445"/>
  </p:sldIdLst>
  <p:notesMasterIdLst>
    <p:notesMasterId r:id="rId4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slide" Target="slides/slide389.xml"/><Relationship Id="rId391" Type="http://schemas.openxmlformats.org/officeDocument/2006/relationships/slide" Target="slides/slide390.xml"/><Relationship Id="rId392" Type="http://schemas.openxmlformats.org/officeDocument/2006/relationships/slide" Target="slides/slide391.xml"/><Relationship Id="rId393" Type="http://schemas.openxmlformats.org/officeDocument/2006/relationships/slide" Target="slides/slide392.xml"/><Relationship Id="rId394" Type="http://schemas.openxmlformats.org/officeDocument/2006/relationships/slide" Target="slides/slide393.xml"/><Relationship Id="rId395" Type="http://schemas.openxmlformats.org/officeDocument/2006/relationships/slide" Target="slides/slide394.xml"/><Relationship Id="rId396" Type="http://schemas.openxmlformats.org/officeDocument/2006/relationships/slide" Target="slides/slide395.xml"/><Relationship Id="rId397" Type="http://schemas.openxmlformats.org/officeDocument/2006/relationships/slide" Target="slides/slide396.xml"/><Relationship Id="rId398" Type="http://schemas.openxmlformats.org/officeDocument/2006/relationships/slide" Target="slides/slide397.xml"/><Relationship Id="rId399" Type="http://schemas.openxmlformats.org/officeDocument/2006/relationships/slide" Target="slides/slide398.xml"/><Relationship Id="rId400" Type="http://schemas.openxmlformats.org/officeDocument/2006/relationships/slide" Target="slides/slide399.xml"/><Relationship Id="rId401" Type="http://schemas.openxmlformats.org/officeDocument/2006/relationships/slide" Target="slides/slide400.xml"/><Relationship Id="rId402" Type="http://schemas.openxmlformats.org/officeDocument/2006/relationships/slide" Target="slides/slide401.xml"/><Relationship Id="rId403" Type="http://schemas.openxmlformats.org/officeDocument/2006/relationships/slide" Target="slides/slide402.xml"/><Relationship Id="rId404" Type="http://schemas.openxmlformats.org/officeDocument/2006/relationships/slide" Target="slides/slide403.xml"/><Relationship Id="rId405" Type="http://schemas.openxmlformats.org/officeDocument/2006/relationships/slide" Target="slides/slide404.xml"/><Relationship Id="rId406" Type="http://schemas.openxmlformats.org/officeDocument/2006/relationships/slide" Target="slides/slide405.xml"/><Relationship Id="rId407" Type="http://schemas.openxmlformats.org/officeDocument/2006/relationships/slide" Target="slides/slide406.xml"/><Relationship Id="rId408" Type="http://schemas.openxmlformats.org/officeDocument/2006/relationships/slide" Target="slides/slide407.xml"/><Relationship Id="rId409" Type="http://schemas.openxmlformats.org/officeDocument/2006/relationships/slide" Target="slides/slide408.xml"/><Relationship Id="rId410" Type="http://schemas.openxmlformats.org/officeDocument/2006/relationships/slide" Target="slides/slide409.xml"/><Relationship Id="rId411" Type="http://schemas.openxmlformats.org/officeDocument/2006/relationships/slide" Target="slides/slide410.xml"/><Relationship Id="rId412" Type="http://schemas.openxmlformats.org/officeDocument/2006/relationships/slide" Target="slides/slide411.xml"/><Relationship Id="rId413" Type="http://schemas.openxmlformats.org/officeDocument/2006/relationships/slide" Target="slides/slide412.xml"/><Relationship Id="rId414" Type="http://schemas.openxmlformats.org/officeDocument/2006/relationships/slide" Target="slides/slide413.xml"/><Relationship Id="rId415" Type="http://schemas.openxmlformats.org/officeDocument/2006/relationships/slide" Target="slides/slide414.xml"/><Relationship Id="rId416" Type="http://schemas.openxmlformats.org/officeDocument/2006/relationships/slide" Target="slides/slide415.xml"/><Relationship Id="rId417" Type="http://schemas.openxmlformats.org/officeDocument/2006/relationships/slide" Target="slides/slide416.xml"/><Relationship Id="rId418" Type="http://schemas.openxmlformats.org/officeDocument/2006/relationships/slide" Target="slides/slide417.xml"/><Relationship Id="rId419" Type="http://schemas.openxmlformats.org/officeDocument/2006/relationships/slide" Target="slides/slide418.xml"/><Relationship Id="rId420" Type="http://schemas.openxmlformats.org/officeDocument/2006/relationships/slide" Target="slides/slide419.xml"/><Relationship Id="rId421" Type="http://schemas.openxmlformats.org/officeDocument/2006/relationships/slide" Target="slides/slide420.xml"/><Relationship Id="rId422" Type="http://schemas.openxmlformats.org/officeDocument/2006/relationships/slide" Target="slides/slide421.xml"/><Relationship Id="rId423" Type="http://schemas.openxmlformats.org/officeDocument/2006/relationships/slide" Target="slides/slide422.xml"/><Relationship Id="rId424" Type="http://schemas.openxmlformats.org/officeDocument/2006/relationships/slide" Target="slides/slide423.xml"/><Relationship Id="rId425" Type="http://schemas.openxmlformats.org/officeDocument/2006/relationships/slide" Target="slides/slide424.xml"/><Relationship Id="rId426" Type="http://schemas.openxmlformats.org/officeDocument/2006/relationships/slide" Target="slides/slide425.xml"/><Relationship Id="rId427" Type="http://schemas.openxmlformats.org/officeDocument/2006/relationships/slide" Target="slides/slide426.xml"/><Relationship Id="rId428" Type="http://schemas.openxmlformats.org/officeDocument/2006/relationships/slide" Target="slides/slide427.xml"/><Relationship Id="rId429" Type="http://schemas.openxmlformats.org/officeDocument/2006/relationships/slide" Target="slides/slide428.xml"/><Relationship Id="rId430" Type="http://schemas.openxmlformats.org/officeDocument/2006/relationships/slide" Target="slides/slide429.xml"/><Relationship Id="rId431" Type="http://schemas.openxmlformats.org/officeDocument/2006/relationships/slide" Target="slides/slide430.xml"/><Relationship Id="rId432" Type="http://schemas.openxmlformats.org/officeDocument/2006/relationships/slide" Target="slides/slide431.xml"/><Relationship Id="rId433" Type="http://schemas.openxmlformats.org/officeDocument/2006/relationships/slide" Target="slides/slide432.xml"/><Relationship Id="rId434" Type="http://schemas.openxmlformats.org/officeDocument/2006/relationships/slide" Target="slides/slide433.xml"/><Relationship Id="rId435" Type="http://schemas.openxmlformats.org/officeDocument/2006/relationships/slide" Target="slides/slide434.xml"/><Relationship Id="rId436" Type="http://schemas.openxmlformats.org/officeDocument/2006/relationships/slide" Target="slides/slide435.xml"/><Relationship Id="rId437" Type="http://schemas.openxmlformats.org/officeDocument/2006/relationships/slide" Target="slides/slide436.xml"/><Relationship Id="rId438" Type="http://schemas.openxmlformats.org/officeDocument/2006/relationships/slide" Target="slides/slide437.xml"/><Relationship Id="rId439" Type="http://schemas.openxmlformats.org/officeDocument/2006/relationships/slide" Target="slides/slide438.xml"/><Relationship Id="rId440" Type="http://schemas.openxmlformats.org/officeDocument/2006/relationships/slide" Target="slides/slide439.xml"/><Relationship Id="rId441" Type="http://schemas.openxmlformats.org/officeDocument/2006/relationships/slide" Target="slides/slide440.xml"/><Relationship Id="rId442" Type="http://schemas.openxmlformats.org/officeDocument/2006/relationships/slide" Target="slides/slide441.xml"/><Relationship Id="rId443" Type="http://schemas.openxmlformats.org/officeDocument/2006/relationships/slide" Target="slides/slide442.xml"/><Relationship Id="rId444" Type="http://schemas.openxmlformats.org/officeDocument/2006/relationships/slide" Target="slides/slide443.xml"/><Relationship Id="rId445" Type="http://schemas.openxmlformats.org/officeDocument/2006/relationships/slide" Target="slides/slide444.xml"/><Relationship Id="rId446" Type="http://schemas.openxmlformats.org/officeDocument/2006/relationships/notesMaster" Target="notesMasters/notesMaster1.xml"/><Relationship Id="rId447" Type="http://schemas.openxmlformats.org/officeDocument/2006/relationships/presProps" Target="presProps.xml"/><Relationship Id="rId448" Type="http://schemas.openxmlformats.org/officeDocument/2006/relationships/viewProps" Target="viewProps.xml"/><Relationship Id="rId449" Type="http://schemas.openxmlformats.org/officeDocument/2006/relationships/theme" Target="theme/theme1.xml"/><Relationship Id="rId4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_rels/notesSlide3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9.xml"/>
		</Relationships>
</file>

<file path=ppt/notesSlides/_rels/notesSlide3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0.xml"/>
		</Relationships>
</file>

<file path=ppt/notesSlides/_rels/notesSlide3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1.xml"/>
		</Relationships>
</file>

<file path=ppt/notesSlides/_rels/notesSlide3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2.xml"/>
		</Relationships>
</file>

<file path=ppt/notesSlides/_rels/notesSlide3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3.xml"/>
		</Relationships>
</file>

<file path=ppt/notesSlides/_rels/notesSlide3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4.xml"/>
		</Relationships>
</file>

<file path=ppt/notesSlides/_rels/notesSlide3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5.xml"/>
		</Relationships>
</file>

<file path=ppt/notesSlides/_rels/notesSlide3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6.xml"/>
		</Relationships>
</file>

<file path=ppt/notesSlides/_rels/notesSlide3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7.xml"/>
		</Relationships>
</file>

<file path=ppt/notesSlides/_rels/notesSlide3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8.xml"/>
		</Relationships>
</file>

<file path=ppt/notesSlides/_rels/notesSlide3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9.xml"/>
		</Relationships>
</file>

<file path=ppt/notesSlides/_rels/notesSlide4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0.xml"/>
		</Relationships>
</file>

<file path=ppt/notesSlides/_rels/notesSlide4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1.xml"/>
		</Relationships>
</file>

<file path=ppt/notesSlides/_rels/notesSlide4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2.xml"/>
		</Relationships>
</file>

<file path=ppt/notesSlides/_rels/notesSlide4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3.xml"/>
		</Relationships>
</file>

<file path=ppt/notesSlides/_rels/notesSlide4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4.xml"/>
		</Relationships>
</file>

<file path=ppt/notesSlides/_rels/notesSlide4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5.xml"/>
		</Relationships>
</file>

<file path=ppt/notesSlides/_rels/notesSlide4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6.xml"/>
		</Relationships>
</file>

<file path=ppt/notesSlides/_rels/notesSlide4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7.xml"/>
		</Relationships>
</file>

<file path=ppt/notesSlides/_rels/notesSlide4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8.xml"/>
		</Relationships>
</file>

<file path=ppt/notesSlides/_rels/notesSlide4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9.xml"/>
		</Relationships>
</file>

<file path=ppt/notesSlides/_rels/notesSlide4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0.xml"/>
		</Relationships>
</file>

<file path=ppt/notesSlides/_rels/notesSlide4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1.xml"/>
		</Relationships>
</file>

<file path=ppt/notesSlides/_rels/notesSlide4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2.xml"/>
		</Relationships>
</file>

<file path=ppt/notesSlides/_rels/notesSlide4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3.xml"/>
		</Relationships>
</file>

<file path=ppt/notesSlides/_rels/notesSlide4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4.xml"/>
		</Relationships>
</file>

<file path=ppt/notesSlides/_rels/notesSlide4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5.xml"/>
		</Relationships>
</file>

<file path=ppt/notesSlides/_rels/notesSlide4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6.xml"/>
		</Relationships>
</file>

<file path=ppt/notesSlides/_rels/notesSlide4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7.xml"/>
		</Relationships>
</file>

<file path=ppt/notesSlides/_rels/notesSlide4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8.xml"/>
		</Relationships>
</file>

<file path=ppt/notesSlides/_rels/notesSlide4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9.xml"/>
		</Relationships>
</file>

<file path=ppt/notesSlides/_rels/notesSlide4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0.xml"/>
		</Relationships>
</file>

<file path=ppt/notesSlides/_rels/notesSlide4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1.xml"/>
		</Relationships>
</file>

<file path=ppt/notesSlides/_rels/notesSlide4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2.xml"/>
		</Relationships>
</file>

<file path=ppt/notesSlides/_rels/notesSlide4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3.xml"/>
		</Relationships>
</file>

<file path=ppt/notesSlides/_rels/notesSlide4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4.xml"/>
		</Relationships>
</file>

<file path=ppt/notesSlides/_rels/notesSlide4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5.xml"/>
		</Relationships>
</file>

<file path=ppt/notesSlides/_rels/notesSlide4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6.xml"/>
		</Relationships>
</file>

<file path=ppt/notesSlides/_rels/notesSlide4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7.xml"/>
		</Relationships>
</file>

<file path=ppt/notesSlides/_rels/notesSlide4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8.xml"/>
		</Relationships>
</file>

<file path=ppt/notesSlides/_rels/notesSlide4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9.xml"/>
		</Relationships>
</file>

<file path=ppt/notesSlides/_rels/notesSlide4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0.xml"/>
		</Relationships>
</file>

<file path=ppt/notesSlides/_rels/notesSlide4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1.xml"/>
		</Relationships>
</file>

<file path=ppt/notesSlides/_rels/notesSlide4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2.xml"/>
		</Relationships>
</file>

<file path=ppt/notesSlides/_rels/notesSlide4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3.xml"/>
		</Relationships>
</file>

<file path=ppt/notesSlides/_rels/notesSlide4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4.xml"/>
		</Relationships>
</file>

<file path=ppt/notesSlides/_rels/notesSlide4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5.xml"/>
		</Relationships>
</file>

<file path=ppt/notesSlides/_rels/notesSlide4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6.xml"/>
		</Relationships>
</file>

<file path=ppt/notesSlides/_rels/notesSlide4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7.xml"/>
		</Relationships>
</file>

<file path=ppt/notesSlides/_rels/notesSlide4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8.xml"/>
		</Relationships>
</file>

<file path=ppt/notesSlides/_rels/notesSlide4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9.xml"/>
		</Relationships>
</file>

<file path=ppt/notesSlides/_rels/notesSlide4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0.xml"/>
		</Relationships>
</file>

<file path=ppt/notesSlides/_rels/notesSlide4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1.xml"/>
		</Relationships>
</file>

<file path=ppt/notesSlides/_rels/notesSlide4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2.xml"/>
		</Relationships>
</file>

<file path=ppt/notesSlides/_rels/notesSlide4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3.xml"/>
		</Relationships>
</file>

<file path=ppt/notesSlides/_rels/notesSlide4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تنوين الكسر وتنوين الضم لا يحتاجان ألفاً: العلامة على الحرف الأخير، وتُقرأ «ـِنْ» (تنوين الكسر) أو «ـُنْ» (تنوين الضم). تنوين الفتح وحده يضيف ألفاً.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TrSnd" Type="http://schemas.openxmlformats.org/officeDocument/2006/relationships/audio" Target="../media/sparkle.wav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TrSnd" Type="http://schemas.openxmlformats.org/officeDocument/2006/relationships/audio" Target="../media/marimba.wav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Relationship Id="rIdTrSnd" Type="http://schemas.openxmlformats.org/officeDocument/2006/relationships/audio" Target="../media/harp.wav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TrSnd" Type="http://schemas.openxmlformats.org/officeDocument/2006/relationships/audio" Target="../media/chime.wav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TrSnd" Type="http://schemas.openxmlformats.org/officeDocument/2006/relationships/audio" Target="../media/whoosh.wav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Relationship Id="rIdTrSnd" Type="http://schemas.openxmlformats.org/officeDocument/2006/relationships/audio" Target="../media/bubbles.wav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Relationship Id="rIdTrSnd" Type="http://schemas.openxmlformats.org/officeDocument/2006/relationships/audio" Target="../media/sparkle.wav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TrSnd" Type="http://schemas.openxmlformats.org/officeDocument/2006/relationships/audio" Target="../media/marimba.wav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TrSnd" Type="http://schemas.openxmlformats.org/officeDocument/2006/relationships/audio" Target="../media/harp.wav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TrSnd" Type="http://schemas.openxmlformats.org/officeDocument/2006/relationships/audio" Target="../media/chime.wav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TrSnd" Type="http://schemas.openxmlformats.org/officeDocument/2006/relationships/audio" Target="../media/whoosh.wav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TrSnd" Type="http://schemas.openxmlformats.org/officeDocument/2006/relationships/audio" Target="../media/bubbles.wav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Relationship Id="rIdTrSnd" Type="http://schemas.openxmlformats.org/officeDocument/2006/relationships/audio" Target="../media/sparkle.wav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TrSnd" Type="http://schemas.openxmlformats.org/officeDocument/2006/relationships/audio" Target="../media/marimba.wav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TrSnd" Type="http://schemas.openxmlformats.org/officeDocument/2006/relationships/audio" Target="../media/harp.wav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TrSnd" Type="http://schemas.openxmlformats.org/officeDocument/2006/relationships/audio" Target="../media/chime.wav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TrSnd" Type="http://schemas.openxmlformats.org/officeDocument/2006/relationships/audio" Target="../media/whoosh.wav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TrSnd" Type="http://schemas.openxmlformats.org/officeDocument/2006/relationships/audio" Target="../media/bubbles.wav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TrSnd" Type="http://schemas.openxmlformats.org/officeDocument/2006/relationships/audio" Target="../media/sparkle.wav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TrSnd" Type="http://schemas.openxmlformats.org/officeDocument/2006/relationships/audio" Target="../media/marimba.wav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Relationship Id="rIdTrSnd" Type="http://schemas.openxmlformats.org/officeDocument/2006/relationships/audio" Target="../media/harp.wav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TrSnd" Type="http://schemas.openxmlformats.org/officeDocument/2006/relationships/audio" Target="../media/chime.wav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TrSnd" Type="http://schemas.openxmlformats.org/officeDocument/2006/relationships/audio" Target="../media/whoosh.wav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TrSnd" Type="http://schemas.openxmlformats.org/officeDocument/2006/relationships/audio" Target="../media/bubbles.wav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Relationship Id="rIdTrSnd" Type="http://schemas.openxmlformats.org/officeDocument/2006/relationships/audio" Target="../media/sparkle.wav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TrSnd" Type="http://schemas.openxmlformats.org/officeDocument/2006/relationships/audio" Target="../media/marimba.wav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TrSnd" Type="http://schemas.openxmlformats.org/officeDocument/2006/relationships/audio" Target="../media/harp.wav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TrSnd" Type="http://schemas.openxmlformats.org/officeDocument/2006/relationships/audio" Target="../media/chime.wav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Relationship Id="rIdTrSnd" Type="http://schemas.openxmlformats.org/officeDocument/2006/relationships/audio" Target="../media/whoosh.wav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TrSnd" Type="http://schemas.openxmlformats.org/officeDocument/2006/relationships/audio" Target="../media/bubbles.wav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TrSnd" Type="http://schemas.openxmlformats.org/officeDocument/2006/relationships/audio" Target="../media/sparkle.wav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TrSnd" Type="http://schemas.openxmlformats.org/officeDocument/2006/relationships/audio" Target="../media/marimba.wav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TrSnd" Type="http://schemas.openxmlformats.org/officeDocument/2006/relationships/audio" Target="../media/harp.wav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TrSnd" Type="http://schemas.openxmlformats.org/officeDocument/2006/relationships/audio" Target="../media/chime.wav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TrSnd" Type="http://schemas.openxmlformats.org/officeDocument/2006/relationships/audio" Target="../media/whoosh.wav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TrSnd" Type="http://schemas.openxmlformats.org/officeDocument/2006/relationships/audio" Target="../media/bubbles.wav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TrSnd" Type="http://schemas.openxmlformats.org/officeDocument/2006/relationships/audio" Target="../media/sparkle.wav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TrSnd" Type="http://schemas.openxmlformats.org/officeDocument/2006/relationships/audio" Target="../media/marimba.wav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TrSnd" Type="http://schemas.openxmlformats.org/officeDocument/2006/relationships/audio" Target="../media/harp.wav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TrSnd" Type="http://schemas.openxmlformats.org/officeDocument/2006/relationships/audio" Target="../media/chime.wav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TrSnd" Type="http://schemas.openxmlformats.org/officeDocument/2006/relationships/audio" Target="../media/whoosh.wav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TrSnd" Type="http://schemas.openxmlformats.org/officeDocument/2006/relationships/audio" Target="../media/bubbles.wav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TrSnd" Type="http://schemas.openxmlformats.org/officeDocument/2006/relationships/audio" Target="../media/sparkle.wav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TrSnd" Type="http://schemas.openxmlformats.org/officeDocument/2006/relationships/audio" Target="../media/marimba.wav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TrSnd" Type="http://schemas.openxmlformats.org/officeDocument/2006/relationships/audio" Target="../media/harp.wav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TrSnd" Type="http://schemas.openxmlformats.org/officeDocument/2006/relationships/audio" Target="../media/chime.wav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TrSnd" Type="http://schemas.openxmlformats.org/officeDocument/2006/relationships/audio" Target="../media/whoosh.wav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TrSnd" Type="http://schemas.openxmlformats.org/officeDocument/2006/relationships/audio" Target="../media/bubbles.wav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Relationship Id="rIdTrSnd" Type="http://schemas.openxmlformats.org/officeDocument/2006/relationships/audio" Target="../media/sparkle.wav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Relationship Id="rIdTrSnd" Type="http://schemas.openxmlformats.org/officeDocument/2006/relationships/audio" Target="../media/marimba.wav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Relationship Id="rIdTrSnd" Type="http://schemas.openxmlformats.org/officeDocument/2006/relationships/audio" Target="../media/harp.wav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Relationship Id="rIdTrSnd" Type="http://schemas.openxmlformats.org/officeDocument/2006/relationships/audio" Target="../media/chime.wav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Relationship Id="rIdTrSnd" Type="http://schemas.openxmlformats.org/officeDocument/2006/relationships/audio" Target="../media/whoosh.wav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TrSnd" Type="http://schemas.openxmlformats.org/officeDocument/2006/relationships/audio" Target="../media/bubbles.wav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TrSnd" Type="http://schemas.openxmlformats.org/officeDocument/2006/relationships/audio" Target="../media/sparkle.wav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TrSnd" Type="http://schemas.openxmlformats.org/officeDocument/2006/relationships/audio" Target="../media/marimba.wav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TrSnd" Type="http://schemas.openxmlformats.org/officeDocument/2006/relationships/audio" Target="../media/harp.wav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TrSnd" Type="http://schemas.openxmlformats.org/officeDocument/2006/relationships/audio" Target="../media/chime.wav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TrSnd" Type="http://schemas.openxmlformats.org/officeDocument/2006/relationships/audio" Target="../media/whoosh.wav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TrSnd" Type="http://schemas.openxmlformats.org/officeDocument/2006/relationships/audio" Target="../media/bubbles.wav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TrSnd" Type="http://schemas.openxmlformats.org/officeDocument/2006/relationships/audio" Target="../media/sparkle.wav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TrSnd" Type="http://schemas.openxmlformats.org/officeDocument/2006/relationships/audio" Target="../media/marimba.wav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TrSnd" Type="http://schemas.openxmlformats.org/officeDocument/2006/relationships/audio" Target="../media/harp.wav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TrSnd" Type="http://schemas.openxmlformats.org/officeDocument/2006/relationships/audio" Target="../media/chime.wav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TrSnd" Type="http://schemas.openxmlformats.org/officeDocument/2006/relationships/audio" Target="../media/whoosh.wav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TrSnd" Type="http://schemas.openxmlformats.org/officeDocument/2006/relationships/audio" Target="../media/bubbles.wav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TrSnd" Type="http://schemas.openxmlformats.org/officeDocument/2006/relationships/audio" Target="../media/sparkle.wav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TrSnd" Type="http://schemas.openxmlformats.org/officeDocument/2006/relationships/audio" Target="../media/marimba.wav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TrSnd" Type="http://schemas.openxmlformats.org/officeDocument/2006/relationships/audio" Target="../media/harp.wav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TrSnd" Type="http://schemas.openxmlformats.org/officeDocument/2006/relationships/audio" Target="../media/chime.wav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TrSnd" Type="http://schemas.openxmlformats.org/officeDocument/2006/relationships/audio" Target="../media/whoosh.wav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TrSnd" Type="http://schemas.openxmlformats.org/officeDocument/2006/relationships/audio" Target="../media/bubbles.wav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Relationship Id="rIdTrSnd" Type="http://schemas.openxmlformats.org/officeDocument/2006/relationships/audio" Target="../media/sparkle.wav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TrSnd" Type="http://schemas.openxmlformats.org/officeDocument/2006/relationships/audio" Target="../media/marimba.wav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TrSnd" Type="http://schemas.openxmlformats.org/officeDocument/2006/relationships/audio" Target="../media/harp.wav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Relationship Id="rIdTrSnd" Type="http://schemas.openxmlformats.org/officeDocument/2006/relationships/audio" Target="../media/chime.wav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Relationship Id="rIdTrSnd" Type="http://schemas.openxmlformats.org/officeDocument/2006/relationships/audio" Target="../media/whoosh.wav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Relationship Id="rIdTrSnd" Type="http://schemas.openxmlformats.org/officeDocument/2006/relationships/audio" Target="../media/bubbles.wav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TrSnd" Type="http://schemas.openxmlformats.org/officeDocument/2006/relationships/audio" Target="../media/sparkle.wav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Relationship Id="rIdTrSnd" Type="http://schemas.openxmlformats.org/officeDocument/2006/relationships/audio" Target="../media/marimba.wav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TrSnd" Type="http://schemas.openxmlformats.org/officeDocument/2006/relationships/audio" Target="../media/harp.wav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TrSnd" Type="http://schemas.openxmlformats.org/officeDocument/2006/relationships/audio" Target="../media/chime.wav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2.xml"/><Relationship Id="rIdTrSnd" Type="http://schemas.openxmlformats.org/officeDocument/2006/relationships/audio" Target="../media/whoosh.wav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Relationship Id="rIdTrSnd" Type="http://schemas.openxmlformats.org/officeDocument/2006/relationships/audio" Target="../media/bubbles.wav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TrSnd" Type="http://schemas.openxmlformats.org/officeDocument/2006/relationships/audio" Target="../media/sparkle.wav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TrSnd" Type="http://schemas.openxmlformats.org/officeDocument/2006/relationships/audio" Target="../media/marimba.wav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TrSnd" Type="http://schemas.openxmlformats.org/officeDocument/2006/relationships/audio" Target="../media/harp.wav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TrSnd" Type="http://schemas.openxmlformats.org/officeDocument/2006/relationships/audio" Target="../media/chime.wav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TrSnd" Type="http://schemas.openxmlformats.org/officeDocument/2006/relationships/audio" Target="../media/whoosh.wav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TrSnd" Type="http://schemas.openxmlformats.org/officeDocument/2006/relationships/audio" Target="../media/bubbles.wav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0.xml"/><Relationship Id="rIdTrSnd" Type="http://schemas.openxmlformats.org/officeDocument/2006/relationships/audio" Target="../media/sparkle.wav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1.xml"/><Relationship Id="rIdTrSnd" Type="http://schemas.openxmlformats.org/officeDocument/2006/relationships/audio" Target="../media/marimba.wav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2.xml"/><Relationship Id="rIdTrSnd" Type="http://schemas.openxmlformats.org/officeDocument/2006/relationships/audio" Target="../media/harp.wav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3.xml"/><Relationship Id="rIdTrSnd" Type="http://schemas.openxmlformats.org/officeDocument/2006/relationships/audio" Target="../media/chime.wav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4.xml"/><Relationship Id="rIdTrSnd" Type="http://schemas.openxmlformats.org/officeDocument/2006/relationships/audio" Target="../media/whoosh.wav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5.xml"/><Relationship Id="rIdTrSnd" Type="http://schemas.openxmlformats.org/officeDocument/2006/relationships/audio" Target="../media/bubbles.wav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6.xml"/><Relationship Id="rIdTrSnd" Type="http://schemas.openxmlformats.org/officeDocument/2006/relationships/audio" Target="../media/sparkle.wav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7.xml"/><Relationship Id="rIdTrSnd" Type="http://schemas.openxmlformats.org/officeDocument/2006/relationships/audio" Target="../media/marimba.wav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8.xml"/><Relationship Id="rIdTrSnd" Type="http://schemas.openxmlformats.org/officeDocument/2006/relationships/audio" Target="../media/harp.wav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9.xml"/><Relationship Id="rIdTrSnd" Type="http://schemas.openxmlformats.org/officeDocument/2006/relationships/audio" Target="../media/chime.wav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0.xml"/><Relationship Id="rIdTrSnd" Type="http://schemas.openxmlformats.org/officeDocument/2006/relationships/audio" Target="../media/whoosh.wav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1.xml"/><Relationship Id="rIdTrSnd" Type="http://schemas.openxmlformats.org/officeDocument/2006/relationships/audio" Target="../media/bubbles.wav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2.xml"/><Relationship Id="rIdTrSnd" Type="http://schemas.openxmlformats.org/officeDocument/2006/relationships/audio" Target="../media/sparkle.wav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3.xml"/><Relationship Id="rIdTrSnd" Type="http://schemas.openxmlformats.org/officeDocument/2006/relationships/audio" Target="../media/marimba.wav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4.xml"/><Relationship Id="rIdTrSnd" Type="http://schemas.openxmlformats.org/officeDocument/2006/relationships/audio" Target="../media/harp.wav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5.xml"/><Relationship Id="rIdTrSnd" Type="http://schemas.openxmlformats.org/officeDocument/2006/relationships/audio" Target="../media/chime.wav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6.xml"/><Relationship Id="rIdTrSnd" Type="http://schemas.openxmlformats.org/officeDocument/2006/relationships/audio" Target="../media/whoosh.wav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7.xml"/><Relationship Id="rIdTrSnd" Type="http://schemas.openxmlformats.org/officeDocument/2006/relationships/audio" Target="../media/bubbles.wav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8.xml"/><Relationship Id="rIdTrSnd" Type="http://schemas.openxmlformats.org/officeDocument/2006/relationships/audio" Target="../media/sparkle.wav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9.xml"/><Relationship Id="rIdTrSnd" Type="http://schemas.openxmlformats.org/officeDocument/2006/relationships/audio" Target="../media/marimba.wav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0.xml"/><Relationship Id="rIdTrSnd" Type="http://schemas.openxmlformats.org/officeDocument/2006/relationships/audio" Target="../media/harp.wav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1.xml"/><Relationship Id="rIdTrSnd" Type="http://schemas.openxmlformats.org/officeDocument/2006/relationships/audio" Target="../media/chime.wav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2.xml"/><Relationship Id="rIdTrSnd" Type="http://schemas.openxmlformats.org/officeDocument/2006/relationships/audio" Target="../media/whoosh.wav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3.xml"/><Relationship Id="rIdTrSnd" Type="http://schemas.openxmlformats.org/officeDocument/2006/relationships/audio" Target="../media/bubbles.wav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4.xml"/><Relationship Id="rIdTrSnd" Type="http://schemas.openxmlformats.org/officeDocument/2006/relationships/audio" Target="../media/sparkle.wav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5.xml"/><Relationship Id="rIdTrSnd" Type="http://schemas.openxmlformats.org/officeDocument/2006/relationships/audio" Target="../media/marimba.wav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6.xml"/><Relationship Id="rIdTrSnd" Type="http://schemas.openxmlformats.org/officeDocument/2006/relationships/audio" Target="../media/harp.wav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7.xml"/><Relationship Id="rIdTrSnd" Type="http://schemas.openxmlformats.org/officeDocument/2006/relationships/audio" Target="../media/chime.wav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8.xml"/><Relationship Id="rIdTrSnd" Type="http://schemas.openxmlformats.org/officeDocument/2006/relationships/audio" Target="../media/whoosh.wav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9.xml"/><Relationship Id="rIdTrSnd" Type="http://schemas.openxmlformats.org/officeDocument/2006/relationships/audio" Target="../media/bubbles.wav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0.xml"/><Relationship Id="rIdTrSnd" Type="http://schemas.openxmlformats.org/officeDocument/2006/relationships/audio" Target="../media/sparkle.wav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1.xml"/><Relationship Id="rIdTrSnd" Type="http://schemas.openxmlformats.org/officeDocument/2006/relationships/audio" Target="../media/marimba.wav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2.xml"/><Relationship Id="rIdTrSnd" Type="http://schemas.openxmlformats.org/officeDocument/2006/relationships/audio" Target="../media/harp.wav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3.xml"/><Relationship Id="rIdTrSnd" Type="http://schemas.openxmlformats.org/officeDocument/2006/relationships/audio" Target="../media/chime.wav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4.xml"/><Relationship Id="rIdTrSnd" Type="http://schemas.openxmlformats.org/officeDocument/2006/relationships/audio" Target="../media/whoosh.wav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5.xml"/><Relationship Id="rIdTrSnd" Type="http://schemas.openxmlformats.org/officeDocument/2006/relationships/audio" Target="../media/bubbles.wav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6.xml"/><Relationship Id="rIdTrSnd" Type="http://schemas.openxmlformats.org/officeDocument/2006/relationships/audio" Target="../media/sparkle.wav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7.xml"/><Relationship Id="rIdTrSnd" Type="http://schemas.openxmlformats.org/officeDocument/2006/relationships/audio" Target="../media/marimba.wav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8.xml"/><Relationship Id="rIdTrSnd" Type="http://schemas.openxmlformats.org/officeDocument/2006/relationships/audio" Target="../media/harp.wav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9.xml"/><Relationship Id="rIdTrSnd" Type="http://schemas.openxmlformats.org/officeDocument/2006/relationships/audio" Target="../media/chime.wav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0.xml"/><Relationship Id="rIdTrSnd" Type="http://schemas.openxmlformats.org/officeDocument/2006/relationships/audio" Target="../media/whoosh.wav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1.xml"/><Relationship Id="rIdTrSnd" Type="http://schemas.openxmlformats.org/officeDocument/2006/relationships/audio" Target="../media/bubbles.wav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2.xml"/><Relationship Id="rIdTrSnd" Type="http://schemas.openxmlformats.org/officeDocument/2006/relationships/audio" Target="../media/sparkle.wav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3.xml"/><Relationship Id="rIdTrSnd" Type="http://schemas.openxmlformats.org/officeDocument/2006/relationships/audio" Target="../media/marimba.wav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4.xml"/><Relationship Id="rIdTrSnd" Type="http://schemas.openxmlformats.org/officeDocument/2006/relationships/audio" Target="../media/harp.wav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5.xml"/><Relationship Id="rIdTrSnd" Type="http://schemas.openxmlformats.org/officeDocument/2006/relationships/audio" Target="../media/chime.wav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6.xml"/><Relationship Id="rIdTrSnd" Type="http://schemas.openxmlformats.org/officeDocument/2006/relationships/audio" Target="../media/whoosh.wav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7.xml"/><Relationship Id="rIdTrSnd" Type="http://schemas.openxmlformats.org/officeDocument/2006/relationships/audio" Target="../media/bubbles.wav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8.xml"/><Relationship Id="rIdTrSnd" Type="http://schemas.openxmlformats.org/officeDocument/2006/relationships/audio" Target="../media/sparkle.wav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9.xml"/><Relationship Id="rIdTrSnd" Type="http://schemas.openxmlformats.org/officeDocument/2006/relationships/audio" Target="../media/marimba.wav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0.xml"/><Relationship Id="rIdTrSnd" Type="http://schemas.openxmlformats.org/officeDocument/2006/relationships/audio" Target="../media/harp.wav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1.xml"/><Relationship Id="rIdTrSnd" Type="http://schemas.openxmlformats.org/officeDocument/2006/relationships/audio" Target="../media/chime.wav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2.xml"/><Relationship Id="rIdTrSnd" Type="http://schemas.openxmlformats.org/officeDocument/2006/relationships/audio" Target="../media/whoosh.wav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3.xml"/><Relationship Id="rIdTrSnd" Type="http://schemas.openxmlformats.org/officeDocument/2006/relationships/audio" Target="../media/bubbles.wav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4.xml"/><Relationship Id="rIdTrSnd" Type="http://schemas.openxmlformats.org/officeDocument/2006/relationships/audio" Target="../media/sparkle.wav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5.xml"/><Relationship Id="rIdTrSnd" Type="http://schemas.openxmlformats.org/officeDocument/2006/relationships/audio" Target="../media/marimba.wav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6.xml"/><Relationship Id="rIdTrSnd" Type="http://schemas.openxmlformats.org/officeDocument/2006/relationships/audio" Target="../media/harp.wav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7.xml"/><Relationship Id="rIdTrSnd" Type="http://schemas.openxmlformats.org/officeDocument/2006/relationships/audio" Target="../media/chime.wav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8.xml"/><Relationship Id="rIdTrSnd" Type="http://schemas.openxmlformats.org/officeDocument/2006/relationships/audio" Target="../media/whoosh.wav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9.xml"/><Relationship Id="rIdTrSnd" Type="http://schemas.openxmlformats.org/officeDocument/2006/relationships/audio" Target="../media/bubbles.wav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0.xml"/><Relationship Id="rIdTrSnd" Type="http://schemas.openxmlformats.org/officeDocument/2006/relationships/audio" Target="../media/sparkle.wav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1.xml"/><Relationship Id="rIdTrSnd" Type="http://schemas.openxmlformats.org/officeDocument/2006/relationships/audio" Target="../media/marimba.wav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2.xml"/><Relationship Id="rIdTrSnd" Type="http://schemas.openxmlformats.org/officeDocument/2006/relationships/audio" Target="../media/harp.wav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3.xml"/><Relationship Id="rIdTrSnd" Type="http://schemas.openxmlformats.org/officeDocument/2006/relationships/audio" Target="../media/chime.wav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4.xml"/><Relationship Id="rIdTrSnd" Type="http://schemas.openxmlformats.org/officeDocument/2006/relationships/audio" Target="../media/whoosh.wav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5.xml"/><Relationship Id="rIdTrSnd" Type="http://schemas.openxmlformats.org/officeDocument/2006/relationships/audio" Target="../media/bubbles.wav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6.xml"/><Relationship Id="rIdTrSnd" Type="http://schemas.openxmlformats.org/officeDocument/2006/relationships/audio" Target="../media/sparkle.wav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7.xml"/><Relationship Id="rIdTrSnd" Type="http://schemas.openxmlformats.org/officeDocument/2006/relationships/audio" Target="../media/marimba.wav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8.xml"/><Relationship Id="rIdTrSnd" Type="http://schemas.openxmlformats.org/officeDocument/2006/relationships/audio" Target="../media/harp.wav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9.xml"/><Relationship Id="rIdTrSnd" Type="http://schemas.openxmlformats.org/officeDocument/2006/relationships/audio" Target="../media/chime.wav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0.xml"/><Relationship Id="rIdTrSnd" Type="http://schemas.openxmlformats.org/officeDocument/2006/relationships/audio" Target="../media/whoosh.wav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1.xml"/><Relationship Id="rIdTrSnd" Type="http://schemas.openxmlformats.org/officeDocument/2006/relationships/audio" Target="../media/bubbles.wav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2.xml"/><Relationship Id="rIdTrSnd" Type="http://schemas.openxmlformats.org/officeDocument/2006/relationships/audio" Target="../media/sparkle.wav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3.xml"/><Relationship Id="rIdTrSnd" Type="http://schemas.openxmlformats.org/officeDocument/2006/relationships/audio" Target="../media/marimba.wav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4.xml"/><Relationship Id="rIdTrSnd" Type="http://schemas.openxmlformats.org/officeDocument/2006/relationships/audio" Target="../media/harp.wav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5.xml"/><Relationship Id="rIdTrSnd" Type="http://schemas.openxmlformats.org/officeDocument/2006/relationships/audio" Target="../media/chime.wav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6.xml"/><Relationship Id="rIdTrSnd" Type="http://schemas.openxmlformats.org/officeDocument/2006/relationships/audio" Target="../media/whoosh.wav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7.xml"/><Relationship Id="rIdTrSnd" Type="http://schemas.openxmlformats.org/officeDocument/2006/relationships/audio" Target="../media/bubbles.wav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8.xml"/><Relationship Id="rIdTrSnd" Type="http://schemas.openxmlformats.org/officeDocument/2006/relationships/audio" Target="../media/sparkle.wav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9.xml"/><Relationship Id="rIdTrSnd" Type="http://schemas.openxmlformats.org/officeDocument/2006/relationships/audio" Target="../media/marimba.wav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0.xml"/><Relationship Id="rIdTrSnd" Type="http://schemas.openxmlformats.org/officeDocument/2006/relationships/audio" Target="../media/harp.wav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1.xml"/><Relationship Id="rIdTrSnd" Type="http://schemas.openxmlformats.org/officeDocument/2006/relationships/audio" Target="../media/chime.wav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2.xml"/><Relationship Id="rIdTrSnd" Type="http://schemas.openxmlformats.org/officeDocument/2006/relationships/audio" Target="../media/whoosh.wav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3.xml"/><Relationship Id="rIdTrSnd" Type="http://schemas.openxmlformats.org/officeDocument/2006/relationships/audio" Target="../media/bubbles.wav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4.xml"/><Relationship Id="rIdTrSnd" Type="http://schemas.openxmlformats.org/officeDocument/2006/relationships/audio" Target="../media/sparkle.wav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5.xml"/><Relationship Id="rIdTrSnd" Type="http://schemas.openxmlformats.org/officeDocument/2006/relationships/audio" Target="../media/marimba.wav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6.xml"/><Relationship Id="rIdTrSnd" Type="http://schemas.openxmlformats.org/officeDocument/2006/relationships/audio" Target="../media/harp.wav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7.xml"/><Relationship Id="rIdTrSnd" Type="http://schemas.openxmlformats.org/officeDocument/2006/relationships/audio" Target="../media/chime.wav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8.xml"/><Relationship Id="rIdTrSnd" Type="http://schemas.openxmlformats.org/officeDocument/2006/relationships/audio" Target="../media/whoosh.wav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9.xml"/><Relationship Id="rIdTrSnd" Type="http://schemas.openxmlformats.org/officeDocument/2006/relationships/audio" Target="../media/bubbles.wav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0.xml"/><Relationship Id="rIdTrSnd" Type="http://schemas.openxmlformats.org/officeDocument/2006/relationships/audio" Target="../media/sparkle.wav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1.xml"/><Relationship Id="rIdTrSnd" Type="http://schemas.openxmlformats.org/officeDocument/2006/relationships/audio" Target="../media/marimba.wav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2.xml"/><Relationship Id="rIdTrSnd" Type="http://schemas.openxmlformats.org/officeDocument/2006/relationships/audio" Target="../media/harp.wav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3.xml"/><Relationship Id="rIdTrSnd" Type="http://schemas.openxmlformats.org/officeDocument/2006/relationships/audio" Target="../media/chime.wav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4.xml"/><Relationship Id="rIdTrSnd" Type="http://schemas.openxmlformats.org/officeDocument/2006/relationships/audio" Target="../media/whoosh.wav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5.xml"/><Relationship Id="rIdTrSnd" Type="http://schemas.openxmlformats.org/officeDocument/2006/relationships/audio" Target="../media/bubbles.wav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6.xml"/><Relationship Id="rIdTrSnd" Type="http://schemas.openxmlformats.org/officeDocument/2006/relationships/audio" Target="../media/sparkle.wav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7.xml"/><Relationship Id="rIdTrSnd" Type="http://schemas.openxmlformats.org/officeDocument/2006/relationships/audio" Target="../media/marimba.wav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8.xml"/><Relationship Id="rIdTrSnd" Type="http://schemas.openxmlformats.org/officeDocument/2006/relationships/audio" Target="../media/harp.wav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9.xml"/><Relationship Id="rIdTrSnd" Type="http://schemas.openxmlformats.org/officeDocument/2006/relationships/audio" Target="../media/chime.wav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0.xml"/><Relationship Id="rIdTrSnd" Type="http://schemas.openxmlformats.org/officeDocument/2006/relationships/audio" Target="../media/whoosh.wav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1.xml"/><Relationship Id="rIdTrSnd" Type="http://schemas.openxmlformats.org/officeDocument/2006/relationships/audio" Target="../media/bubbles.wav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2.xml"/><Relationship Id="rIdTrSnd" Type="http://schemas.openxmlformats.org/officeDocument/2006/relationships/audio" Target="../media/sparkle.wav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3.xml"/><Relationship Id="rIdTrSnd" Type="http://schemas.openxmlformats.org/officeDocument/2006/relationships/audio" Target="../media/marimba.wav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4.xml"/><Relationship Id="rIdTrSnd" Type="http://schemas.openxmlformats.org/officeDocument/2006/relationships/audio" Target="../media/harp.wav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5.xml"/><Relationship Id="rIdTrSnd" Type="http://schemas.openxmlformats.org/officeDocument/2006/relationships/audio" Target="../media/chime.wav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6.xml"/><Relationship Id="rIdTrSnd" Type="http://schemas.openxmlformats.org/officeDocument/2006/relationships/audio" Target="../media/whoosh.wav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7.xml"/><Relationship Id="rIdTrSnd" Type="http://schemas.openxmlformats.org/officeDocument/2006/relationships/audio" Target="../media/bubbles.wav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8.xml"/><Relationship Id="rIdTrSnd" Type="http://schemas.openxmlformats.org/officeDocument/2006/relationships/audio" Target="../media/sparkle.wav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9.xml"/><Relationship Id="rIdTrSnd" Type="http://schemas.openxmlformats.org/officeDocument/2006/relationships/audio" Target="../media/marimba.wav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0.xml"/><Relationship Id="rIdTrSnd" Type="http://schemas.openxmlformats.org/officeDocument/2006/relationships/audio" Target="../media/harp.wav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1.xml"/><Relationship Id="rIdTrSnd" Type="http://schemas.openxmlformats.org/officeDocument/2006/relationships/audio" Target="../media/chime.wav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2.xml"/><Relationship Id="rIdTrSnd" Type="http://schemas.openxmlformats.org/officeDocument/2006/relationships/audio" Target="../media/whoosh.wav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3.xml"/><Relationship Id="rIdTrSnd" Type="http://schemas.openxmlformats.org/officeDocument/2006/relationships/audio" Target="../media/bubbles.wav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4.xml"/><Relationship Id="rIdTrSnd" Type="http://schemas.openxmlformats.org/officeDocument/2006/relationships/audio" Target="../media/sparkle.wav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5.xml"/><Relationship Id="rIdTrSnd" Type="http://schemas.openxmlformats.org/officeDocument/2006/relationships/audio" Target="../media/marimba.wav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6.xml"/><Relationship Id="rIdTrSnd" Type="http://schemas.openxmlformats.org/officeDocument/2006/relationships/audio" Target="../media/harp.wav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7.xml"/><Relationship Id="rIdTrSnd" Type="http://schemas.openxmlformats.org/officeDocument/2006/relationships/audio" Target="../media/chime.wav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8.xml"/><Relationship Id="rIdTrSnd" Type="http://schemas.openxmlformats.org/officeDocument/2006/relationships/audio" Target="../media/whoosh.wav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9.xml"/><Relationship Id="rIdTrSnd" Type="http://schemas.openxmlformats.org/officeDocument/2006/relationships/audio" Target="../media/bubbles.wav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0.xml"/><Relationship Id="rIdTrSnd" Type="http://schemas.openxmlformats.org/officeDocument/2006/relationships/audio" Target="../media/sparkle.wav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1.xml"/><Relationship Id="rIdTrSnd" Type="http://schemas.openxmlformats.org/officeDocument/2006/relationships/audio" Target="../media/marimba.wav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2.xml"/><Relationship Id="rIdTrSnd" Type="http://schemas.openxmlformats.org/officeDocument/2006/relationships/audio" Target="../media/harp.wav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3.xml"/><Relationship Id="rIdTrSnd" Type="http://schemas.openxmlformats.org/officeDocument/2006/relationships/audio" Target="../media/chime.wav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4.xml"/><Relationship Id="rIdTrSnd" Type="http://schemas.openxmlformats.org/officeDocument/2006/relationships/audio" Target="../media/whoosh.wav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5.xml"/><Relationship Id="rIdTrSnd" Type="http://schemas.openxmlformats.org/officeDocument/2006/relationships/audio" Target="../media/bubbles.wav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6.xml"/><Relationship Id="rIdTrSnd" Type="http://schemas.openxmlformats.org/officeDocument/2006/relationships/audio" Target="../media/sparkle.wav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7.xml"/><Relationship Id="rIdTrSnd" Type="http://schemas.openxmlformats.org/officeDocument/2006/relationships/audio" Target="../media/marimba.wav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8.xml"/><Relationship Id="rIdTrSnd" Type="http://schemas.openxmlformats.org/officeDocument/2006/relationships/audio" Target="../media/harp.wav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9.xml"/><Relationship Id="rIdTrSnd" Type="http://schemas.openxmlformats.org/officeDocument/2006/relationships/audio" Target="../media/chime.wav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0.xml"/><Relationship Id="rIdTrSnd" Type="http://schemas.openxmlformats.org/officeDocument/2006/relationships/audio" Target="../media/whoosh.wav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1.xml"/><Relationship Id="rIdTrSnd" Type="http://schemas.openxmlformats.org/officeDocument/2006/relationships/audio" Target="../media/bubbles.wav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2.xml"/><Relationship Id="rIdTrSnd" Type="http://schemas.openxmlformats.org/officeDocument/2006/relationships/audio" Target="../media/sparkle.wav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3.xml"/><Relationship Id="rIdTrSnd" Type="http://schemas.openxmlformats.org/officeDocument/2006/relationships/audio" Target="../media/marimba.wav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4.xml"/><Relationship Id="rIdTrSnd" Type="http://schemas.openxmlformats.org/officeDocument/2006/relationships/audio" Target="../media/harp.wav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5.xml"/><Relationship Id="rIdTrSnd" Type="http://schemas.openxmlformats.org/officeDocument/2006/relationships/audio" Target="../media/chime.wav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6.xml"/><Relationship Id="rIdTrSnd" Type="http://schemas.openxmlformats.org/officeDocument/2006/relationships/audio" Target="../media/whoosh.wav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7.xml"/><Relationship Id="rIdTrSnd" Type="http://schemas.openxmlformats.org/officeDocument/2006/relationships/audio" Target="../media/bubbles.wav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8.xml"/><Relationship Id="rIdTrSnd" Type="http://schemas.openxmlformats.org/officeDocument/2006/relationships/audio" Target="../media/sparkle.wav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9.xml"/><Relationship Id="rIdTrSnd" Type="http://schemas.openxmlformats.org/officeDocument/2006/relationships/audio" Target="../media/marimba.wav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0.xml"/><Relationship Id="rIdTrSnd" Type="http://schemas.openxmlformats.org/officeDocument/2006/relationships/audio" Target="../media/harp.wav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1.xml"/><Relationship Id="rIdTrSnd" Type="http://schemas.openxmlformats.org/officeDocument/2006/relationships/audio" Target="../media/chime.wav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2.xml"/><Relationship Id="rIdTrSnd" Type="http://schemas.openxmlformats.org/officeDocument/2006/relationships/audio" Target="../media/whoosh.wav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3.xml"/><Relationship Id="rIdTrSnd" Type="http://schemas.openxmlformats.org/officeDocument/2006/relationships/audio" Target="../media/bubbles.wav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4.xml"/><Relationship Id="rIdTrSnd" Type="http://schemas.openxmlformats.org/officeDocument/2006/relationships/audio" Target="../media/sparkle.wav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5.xml"/><Relationship Id="rIdTrSnd" Type="http://schemas.openxmlformats.org/officeDocument/2006/relationships/audio" Target="../media/marimba.wav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6.xml"/><Relationship Id="rIdTrSnd" Type="http://schemas.openxmlformats.org/officeDocument/2006/relationships/audio" Target="../media/harp.wav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7.xml"/><Relationship Id="rIdTrSnd" Type="http://schemas.openxmlformats.org/officeDocument/2006/relationships/audio" Target="../media/chime.wav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8.xml"/><Relationship Id="rIdTrSnd" Type="http://schemas.openxmlformats.org/officeDocument/2006/relationships/audio" Target="../media/whoosh.wav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9.xml"/><Relationship Id="rIdTrSnd" Type="http://schemas.openxmlformats.org/officeDocument/2006/relationships/audio" Target="../media/bubbles.wav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0.xml"/><Relationship Id="rIdTrSnd" Type="http://schemas.openxmlformats.org/officeDocument/2006/relationships/audio" Target="../media/sparkle.wav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1.xml"/><Relationship Id="rIdTrSnd" Type="http://schemas.openxmlformats.org/officeDocument/2006/relationships/audio" Target="../media/marimba.wav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2.xml"/><Relationship Id="rIdTrSnd" Type="http://schemas.openxmlformats.org/officeDocument/2006/relationships/audio" Target="../media/harp.wav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3.xml"/><Relationship Id="rIdTrSnd" Type="http://schemas.openxmlformats.org/officeDocument/2006/relationships/audio" Target="../media/chime.wav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4.xml"/><Relationship Id="rIdTrSnd" Type="http://schemas.openxmlformats.org/officeDocument/2006/relationships/audio" Target="../media/whoosh.wav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5.xml"/><Relationship Id="rIdTrSnd" Type="http://schemas.openxmlformats.org/officeDocument/2006/relationships/audio" Target="../media/bubbles.wav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6.xml"/><Relationship Id="rIdTrSnd" Type="http://schemas.openxmlformats.org/officeDocument/2006/relationships/audio" Target="../media/sparkle.wav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7.xml"/><Relationship Id="rIdTrSnd" Type="http://schemas.openxmlformats.org/officeDocument/2006/relationships/audio" Target="../media/marimba.wav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8.xml"/><Relationship Id="rIdTrSnd" Type="http://schemas.openxmlformats.org/officeDocument/2006/relationships/audio" Target="../media/harp.wav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9.xml"/><Relationship Id="rIdTrSnd" Type="http://schemas.openxmlformats.org/officeDocument/2006/relationships/audio" Target="../media/chime.wav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0.xml"/><Relationship Id="rIdTrSnd" Type="http://schemas.openxmlformats.org/officeDocument/2006/relationships/audio" Target="../media/whoosh.wav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1.xml"/><Relationship Id="rIdTrSnd" Type="http://schemas.openxmlformats.org/officeDocument/2006/relationships/audio" Target="../media/bubbles.wav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2.xml"/><Relationship Id="rIdTrSnd" Type="http://schemas.openxmlformats.org/officeDocument/2006/relationships/audio" Target="../media/sparkle.wav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3.xml"/><Relationship Id="rIdTrSnd" Type="http://schemas.openxmlformats.org/officeDocument/2006/relationships/audio" Target="../media/marimba.wav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4.xml"/><Relationship Id="rIdTrSnd" Type="http://schemas.openxmlformats.org/officeDocument/2006/relationships/audio" Target="../media/harp.wav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5.xml"/><Relationship Id="rIdTrSnd" Type="http://schemas.openxmlformats.org/officeDocument/2006/relationships/audio" Target="../media/chime.wav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6.xml"/><Relationship Id="rIdTrSnd" Type="http://schemas.openxmlformats.org/officeDocument/2006/relationships/audio" Target="../media/whoosh.wav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7.xml"/><Relationship Id="rIdTrSnd" Type="http://schemas.openxmlformats.org/officeDocument/2006/relationships/audio" Target="../media/bubbles.wav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8.xml"/><Relationship Id="rIdTrSnd" Type="http://schemas.openxmlformats.org/officeDocument/2006/relationships/audio" Target="../media/sparkle.wav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9.xml"/><Relationship Id="rIdTrSnd" Type="http://schemas.openxmlformats.org/officeDocument/2006/relationships/audio" Target="../media/marimba.wav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0.xml"/><Relationship Id="rIdTrSnd" Type="http://schemas.openxmlformats.org/officeDocument/2006/relationships/audio" Target="../media/harp.wav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1.xml"/><Relationship Id="rIdTrSnd" Type="http://schemas.openxmlformats.org/officeDocument/2006/relationships/audio" Target="../media/chime.wav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2.xml"/><Relationship Id="rIdTrSnd" Type="http://schemas.openxmlformats.org/officeDocument/2006/relationships/audio" Target="../media/whoosh.wav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3.xml"/><Relationship Id="rIdTrSnd" Type="http://schemas.openxmlformats.org/officeDocument/2006/relationships/audio" Target="../media/bubbles.wav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4.xml"/><Relationship Id="rIdTrSnd" Type="http://schemas.openxmlformats.org/officeDocument/2006/relationships/audio" Target="../media/sparkle.wav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5.xml"/><Relationship Id="rIdTrSnd" Type="http://schemas.openxmlformats.org/officeDocument/2006/relationships/audio" Target="../media/marimba.wav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6.xml"/><Relationship Id="rIdTrSnd" Type="http://schemas.openxmlformats.org/officeDocument/2006/relationships/audio" Target="../media/harp.wav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7.xml"/><Relationship Id="rIdTrSnd" Type="http://schemas.openxmlformats.org/officeDocument/2006/relationships/audio" Target="../media/chime.wav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8.xml"/><Relationship Id="rIdTrSnd" Type="http://schemas.openxmlformats.org/officeDocument/2006/relationships/audio" Target="../media/whoosh.wav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9.xml"/><Relationship Id="rIdTrSnd" Type="http://schemas.openxmlformats.org/officeDocument/2006/relationships/audio" Target="../media/bubbles.wav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0.xml"/><Relationship Id="rIdTrSnd" Type="http://schemas.openxmlformats.org/officeDocument/2006/relationships/audio" Target="../media/sparkle.wav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1.xml"/><Relationship Id="rIdTrSnd" Type="http://schemas.openxmlformats.org/officeDocument/2006/relationships/audio" Target="../media/marimba.wav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2.xml"/><Relationship Id="rIdTrSnd" Type="http://schemas.openxmlformats.org/officeDocument/2006/relationships/audio" Target="../media/harp.wav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3.xml"/><Relationship Id="rIdTrSnd" Type="http://schemas.openxmlformats.org/officeDocument/2006/relationships/audio" Target="../media/chime.wav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4.xml"/><Relationship Id="rIdTrSnd" Type="http://schemas.openxmlformats.org/officeDocument/2006/relationships/audio" Target="../media/whoosh.wav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5.xml"/><Relationship Id="rIdTrSnd" Type="http://schemas.openxmlformats.org/officeDocument/2006/relationships/audio" Target="../media/bubbles.wav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6.xml"/><Relationship Id="rIdTrSnd" Type="http://schemas.openxmlformats.org/officeDocument/2006/relationships/audio" Target="../media/sparkle.wav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7.xml"/><Relationship Id="rIdTrSnd" Type="http://schemas.openxmlformats.org/officeDocument/2006/relationships/audio" Target="../media/marimba.wav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8.xml"/><Relationship Id="rIdTrSnd" Type="http://schemas.openxmlformats.org/officeDocument/2006/relationships/audio" Target="../media/harp.wav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9.xml"/><Relationship Id="rIdTrSnd" Type="http://schemas.openxmlformats.org/officeDocument/2006/relationships/audio" Target="../media/chime.wav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0.xml"/><Relationship Id="rIdTrSnd" Type="http://schemas.openxmlformats.org/officeDocument/2006/relationships/audio" Target="../media/whoosh.wav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1.xml"/><Relationship Id="rIdTrSnd" Type="http://schemas.openxmlformats.org/officeDocument/2006/relationships/audio" Target="../media/bubbles.wav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2.xml"/><Relationship Id="rIdTrSnd" Type="http://schemas.openxmlformats.org/officeDocument/2006/relationships/audio" Target="../media/sparkle.wav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3.xml"/><Relationship Id="rIdTrSnd" Type="http://schemas.openxmlformats.org/officeDocument/2006/relationships/audio" Target="../media/marimba.wav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4.xml"/><Relationship Id="rIdTrSnd" Type="http://schemas.openxmlformats.org/officeDocument/2006/relationships/audio" Target="../media/harp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652E0"/>
          </a:solidFill>
          <a:ln w="12700">
            <a:solidFill>
              <a:srgbClr val="5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970"/>
          </a:solidFill>
          <a:ln w="12700">
            <a:solidFill>
              <a:srgbClr val="DBA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064"/>
          </a:solidFill>
          <a:ln w="12700">
            <a:solidFill>
              <a:srgbClr val="D88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247"/>
          </a:solidFill>
          <a:ln w="12700">
            <a:solidFill>
              <a:srgbClr val="D15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0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10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2B64"/>
          </a:solidFill>
          <a:ln w="12700">
            <a:solidFill>
              <a:srgbClr val="5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D"/>
          </a:solidFill>
          <a:ln w="12700">
            <a:solidFill>
              <a:srgbClr val="79345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بَإٍ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تَإٍ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C"/>
          </a:solidFill>
          <a:ln w="12700">
            <a:solidFill>
              <a:srgbClr val="5EEDB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ثَإٍ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0"/>
          </a:solidFill>
          <a:ln w="12700">
            <a:solidFill>
              <a:srgbClr val="E0527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F"/>
          </a:solidFill>
          <a:ln w="12700">
            <a:solidFill>
              <a:srgbClr val="70DB8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F85"/>
          </a:solidFill>
          <a:ln w="12700">
            <a:solidFill>
              <a:srgbClr val="475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جَإٍ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5D864"/>
          </a:solidFill>
          <a:ln w="12700">
            <a:solidFill>
              <a:srgbClr val="6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D147"/>
          </a:solidFill>
          <a:ln w="12700">
            <a:solidFill>
              <a:srgbClr val="5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حَإٍ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خَإٍ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12B"/>
          </a:solidFill>
          <a:ln w="12700">
            <a:solidFill>
              <a:srgbClr val="645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E7934"/>
          </a:solidFill>
          <a:ln w="12700">
            <a:solidFill>
              <a:srgbClr val="6E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دَإٍ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9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95EED"/>
          </a:solidFill>
          <a:ln w="12700">
            <a:solidFill>
              <a:srgbClr val="9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أَبٍ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تَبٍ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حَبٍ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بٍ</a:t>
            </a:r>
            <a:endParaRPr lang="ar-SA" sz="50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دَبٍ</a:t>
            </a:r>
            <a:endParaRPr lang="ar-SA" sz="6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13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11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D147"/>
          </a:solidFill>
          <a:ln w="12700">
            <a:solidFill>
              <a:srgbClr val="C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13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11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134"/>
          </a:solidFill>
          <a:ln w="12700">
            <a:solidFill>
              <a:srgbClr val="7951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A"/>
          </a:solidFill>
          <a:ln w="12700">
            <a:solidFill>
              <a:srgbClr val="47D1B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ثٍ</a:t>
            </a:r>
            <a:endParaRPr lang="ar-SA" sz="59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6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6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3"/>
          </a:solidFill>
          <a:ln w="12700">
            <a:solidFill>
              <a:srgbClr val="47D1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600" dirty="0"/>
          </a:p>
        </p:txBody>
      </p:sp>
      <p:sp>
        <p:nvSpPr>
          <p:cNvPr id="14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E"/>
          </a:solidFill>
          <a:ln w="12700">
            <a:solidFill>
              <a:srgbClr val="85475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ED1"/>
          </a:solidFill>
          <a:ln w="12700">
            <a:solidFill>
              <a:srgbClr val="475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2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12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أَدٍ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570"/>
          </a:solidFill>
          <a:ln w="12700">
            <a:solidFill>
              <a:srgbClr val="DB7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43479"/>
          </a:solidFill>
          <a:ln w="12700">
            <a:solidFill>
              <a:srgbClr val="7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DB70"/>
          </a:solidFill>
          <a:ln w="12700">
            <a:solidFill>
              <a:srgbClr val="8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2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12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5D1"/>
          </a:solidFill>
          <a:ln w="12700">
            <a:solidFill>
              <a:srgbClr val="47C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ذٍ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02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10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خَرٍ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F"/>
          </a:solidFill>
          <a:ln w="12700">
            <a:solidFill>
              <a:srgbClr val="47855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C64"/>
          </a:solidFill>
          <a:ln w="12700">
            <a:solidFill>
              <a:srgbClr val="D8B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0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10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أَزٍ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بَزٍ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3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F"/>
          </a:solidFill>
          <a:ln w="12700">
            <a:solidFill>
              <a:srgbClr val="64D8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3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خَزٍ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دَزٍ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ذَزٍ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25EED"/>
          </a:solidFill>
          <a:ln w="12700">
            <a:solidFill>
              <a:srgbClr val="E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3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زٍ</a:t>
            </a:r>
            <a:endParaRPr lang="ar-SA" sz="53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رَزٍ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8"/>
          </a:solidFill>
          <a:ln w="12700">
            <a:solidFill>
              <a:srgbClr val="52E05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B70DB"/>
          </a:solidFill>
          <a:ln w="12700">
            <a:solidFill>
              <a:srgbClr val="A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F"/>
          </a:solidFill>
          <a:ln w="12700">
            <a:solidFill>
              <a:srgbClr val="85474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8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64D8"/>
          </a:solidFill>
          <a:ln w="12700">
            <a:solidFill>
              <a:srgbClr val="8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47D1"/>
          </a:solidFill>
          <a:ln w="12700">
            <a:solidFill>
              <a:srgbClr val="5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C79"/>
          </a:solidFill>
          <a:ln w="12700">
            <a:solidFill>
              <a:srgbClr val="345C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E5E"/>
          </a:solidFill>
          <a:ln w="12700">
            <a:solidFill>
              <a:srgbClr val="EDB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FE0"/>
          </a:solidFill>
          <a:ln w="12700">
            <a:solidFill>
              <a:srgbClr val="526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070"/>
          </a:solidFill>
          <a:ln w="12700">
            <a:solidFill>
              <a:srgbClr val="DB9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E8547"/>
          </a:solidFill>
          <a:ln w="12700">
            <a:solidFill>
              <a:srgbClr val="5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564"/>
          </a:solidFill>
          <a:ln w="12700">
            <a:solidFill>
              <a:srgbClr val="D86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E"/>
          </a:solidFill>
          <a:ln w="12700">
            <a:solidFill>
              <a:srgbClr val="D1475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D"/>
          </a:solidFill>
          <a:ln w="12700">
            <a:solidFill>
              <a:srgbClr val="79346D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B"/>
          </a:solidFill>
          <a:ln w="12700">
            <a:solidFill>
              <a:srgbClr val="5EED9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4314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2"/>
          </a:solidFill>
          <a:ln w="12700">
            <a:solidFill>
              <a:srgbClr val="E0529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5"/>
          </a:solidFill>
          <a:ln w="12700">
            <a:solidFill>
              <a:srgbClr val="70DB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D85"/>
          </a:solidFill>
          <a:ln w="12700">
            <a:solidFill>
              <a:srgbClr val="476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8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D864"/>
          </a:solidFill>
          <a:ln w="12700">
            <a:solidFill>
              <a:srgbClr val="8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0D147"/>
          </a:solidFill>
          <a:ln w="12700">
            <a:solidFill>
              <a:srgbClr val="8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32B"/>
          </a:solidFill>
          <a:ln w="12700">
            <a:solidFill>
              <a:srgbClr val="644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434"/>
          </a:solidFill>
          <a:ln w="12700">
            <a:solidFill>
              <a:srgbClr val="797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75EED"/>
          </a:solidFill>
          <a:ln w="12700">
            <a:solidFill>
              <a:srgbClr val="7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E052"/>
          </a:solidFill>
          <a:ln w="12700">
            <a:solidFill>
              <a:srgbClr val="B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6DB"/>
          </a:solidFill>
          <a:ln w="12700">
            <a:solidFill>
              <a:srgbClr val="708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DD8"/>
          </a:solidFill>
          <a:ln w="12700">
            <a:solidFill>
              <a:srgbClr val="649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2D1"/>
          </a:solidFill>
          <a:ln w="12700">
            <a:solidFill>
              <a:srgbClr val="47A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2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5"/>
          </a:solidFill>
          <a:ln w="12700">
            <a:solidFill>
              <a:srgbClr val="2B64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3"/>
          </a:solidFill>
          <a:ln w="12700">
            <a:solidFill>
              <a:srgbClr val="347963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9"/>
          </a:solidFill>
          <a:ln w="12700">
            <a:solidFill>
              <a:srgbClr val="ED5E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9E0"/>
          </a:solidFill>
          <a:ln w="12700">
            <a:solidFill>
              <a:srgbClr val="52D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0"/>
          </a:solidFill>
          <a:ln w="12700">
            <a:solidFill>
              <a:srgbClr val="DB70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شٍ</a:t>
            </a:r>
            <a:endParaRPr lang="ar-SA" sz="4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A"/>
          </a:solidFill>
          <a:ln w="12700">
            <a:solidFill>
              <a:srgbClr val="D864B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5"/>
          </a:solidFill>
          <a:ln w="12700">
            <a:solidFill>
              <a:srgbClr val="D147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87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142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F64"/>
          </a:solidFill>
          <a:ln w="12700">
            <a:solidFill>
              <a:srgbClr val="2B2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DED5E"/>
          </a:solidFill>
          <a:ln w="12700">
            <a:solidFill>
              <a:srgbClr val="8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452E0"/>
          </a:solidFill>
          <a:ln w="12700">
            <a:solidFill>
              <a:srgbClr val="C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BDB70"/>
          </a:solidFill>
          <a:ln w="12700">
            <a:solidFill>
              <a:srgbClr val="B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E"/>
          </a:solidFill>
          <a:ln w="12700">
            <a:solidFill>
              <a:srgbClr val="47856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D864"/>
          </a:solidFill>
          <a:ln w="12700">
            <a:solidFill>
              <a:srgbClr val="D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B47"/>
          </a:solidFill>
          <a:ln w="12700">
            <a:solidFill>
              <a:srgbClr val="D1B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4314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D"/>
          </a:solidFill>
          <a:ln w="12700">
            <a:solidFill>
              <a:srgbClr val="642B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034"/>
          </a:solidFill>
          <a:ln w="12700">
            <a:solidFill>
              <a:srgbClr val="7940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دَصٍ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ذَصٍ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0ED"/>
          </a:solidFill>
          <a:ln w="12700">
            <a:solidFill>
              <a:srgbClr val="5EB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رَصٍ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052"/>
          </a:solidFill>
          <a:ln w="12700">
            <a:solidFill>
              <a:srgbClr val="E0A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6DB"/>
          </a:solidFill>
          <a:ln w="12700">
            <a:solidFill>
              <a:srgbClr val="70D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4785"/>
          </a:solidFill>
          <a:ln w="12700">
            <a:solidFill>
              <a:srgbClr val="5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زَصٍ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C"/>
          </a:solidFill>
          <a:ln w="12700">
            <a:solidFill>
              <a:srgbClr val="64D8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9"/>
          </a:solidFill>
          <a:ln w="12700">
            <a:solidFill>
              <a:srgbClr val="47D1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سَصٍ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شَصٍ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642B"/>
          </a:solidFill>
          <a:ln w="12700">
            <a:solidFill>
              <a:srgbClr val="4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97934"/>
          </a:solidFill>
          <a:ln w="12700">
            <a:solidFill>
              <a:srgbClr val="39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8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أَضٍ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4"/>
          </a:solidFill>
          <a:ln w="12700">
            <a:solidFill>
              <a:srgbClr val="ED5E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1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D"/>
          </a:solidFill>
          <a:ln w="12700">
            <a:solidFill>
              <a:srgbClr val="52E07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670DB"/>
          </a:solidFill>
          <a:ln w="12700">
            <a:solidFill>
              <a:srgbClr val="C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047"/>
          </a:solidFill>
          <a:ln w="12700">
            <a:solidFill>
              <a:srgbClr val="855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64D8"/>
          </a:solidFill>
          <a:ln w="12700">
            <a:solidFill>
              <a:srgbClr val="9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47D1"/>
          </a:solidFill>
          <a:ln w="12700">
            <a:solidFill>
              <a:srgbClr val="7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A64"/>
          </a:solidFill>
          <a:ln w="12700">
            <a:solidFill>
              <a:srgbClr val="2B5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A79"/>
          </a:solidFill>
          <a:ln w="12700">
            <a:solidFill>
              <a:srgbClr val="344A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35E"/>
          </a:solidFill>
          <a:ln w="12700">
            <a:solidFill>
              <a:srgbClr val="EDE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دَضٍ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142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52E0"/>
          </a:solidFill>
          <a:ln w="12700">
            <a:solidFill>
              <a:srgbClr val="5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B70"/>
          </a:solidFill>
          <a:ln w="12700">
            <a:solidFill>
              <a:srgbClr val="DBA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E8547"/>
          </a:solidFill>
          <a:ln w="12700">
            <a:solidFill>
              <a:srgbClr val="4E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ذَضٍ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264"/>
          </a:solidFill>
          <a:ln w="12700">
            <a:solidFill>
              <a:srgbClr val="D88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447"/>
          </a:solidFill>
          <a:ln w="12700">
            <a:solidFill>
              <a:srgbClr val="D15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رَضٍ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زَضٍ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2B64"/>
          </a:solidFill>
          <a:ln w="12700">
            <a:solidFill>
              <a:srgbClr val="6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C"/>
          </a:solidFill>
          <a:ln w="12700">
            <a:solidFill>
              <a:srgbClr val="79345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سَضٍ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شَضٍ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F"/>
          </a:solidFill>
          <a:ln w="12700">
            <a:solidFill>
              <a:srgbClr val="5EEDB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صَضٍ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4314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E"/>
          </a:solidFill>
          <a:ln w="12700">
            <a:solidFill>
              <a:srgbClr val="E0526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1"/>
          </a:solidFill>
          <a:ln w="12700">
            <a:solidFill>
              <a:srgbClr val="70DB9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E85"/>
          </a:solidFill>
          <a:ln w="12700">
            <a:solidFill>
              <a:srgbClr val="475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18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11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5"/>
          </a:solidFill>
          <a:ln w="12700">
            <a:solidFill>
              <a:srgbClr val="64D8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DD147"/>
          </a:solidFill>
          <a:ln w="12700">
            <a:solidFill>
              <a:srgbClr val="5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أَطٍ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43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22B"/>
          </a:solidFill>
          <a:ln w="12700">
            <a:solidFill>
              <a:srgbClr val="645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7934"/>
          </a:solidFill>
          <a:ln w="12700">
            <a:solidFill>
              <a:srgbClr val="6D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5EED"/>
          </a:solidFill>
          <a:ln w="12700">
            <a:solidFill>
              <a:srgbClr val="9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1E052"/>
          </a:solidFill>
          <a:ln w="12700">
            <a:solidFill>
              <a:srgbClr val="9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670DB"/>
          </a:solidFill>
          <a:ln w="12700">
            <a:solidFill>
              <a:srgbClr val="7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D"/>
          </a:solidFill>
          <a:ln w="12700">
            <a:solidFill>
              <a:srgbClr val="85476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3E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0D8"/>
          </a:solidFill>
          <a:ln w="12700">
            <a:solidFill>
              <a:srgbClr val="648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FD1"/>
          </a:solidFill>
          <a:ln w="12700">
            <a:solidFill>
              <a:srgbClr val="477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solidFill>
          <a:srgbClr val="1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3"/>
          </a:solidFill>
          <a:ln w="12700">
            <a:solidFill>
              <a:srgbClr val="2B64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4"/>
          </a:solidFill>
          <a:ln w="12700">
            <a:solidFill>
              <a:srgbClr val="34797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85E"/>
          </a:solidFill>
          <a:ln w="12700">
            <a:solidFill>
              <a:srgbClr val="ED7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6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5E0"/>
          </a:solidFill>
          <a:ln w="12700">
            <a:solidFill>
              <a:srgbClr val="52B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5"/>
          </a:solidFill>
          <a:ln w="12700">
            <a:solidFill>
              <a:srgbClr val="DB708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8547"/>
          </a:solidFill>
          <a:ln w="12700">
            <a:solidFill>
              <a:srgbClr val="7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D"/>
          </a:solidFill>
          <a:ln w="12700">
            <a:solidFill>
              <a:srgbClr val="D864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1"/>
          </a:solidFill>
          <a:ln w="12700">
            <a:solidFill>
              <a:srgbClr val="D147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solidFill>
          <a:srgbClr val="142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2B64"/>
          </a:solidFill>
          <a:ln w="12700">
            <a:solidFill>
              <a:srgbClr val="3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3479"/>
          </a:solidFill>
          <a:ln w="12700">
            <a:solidFill>
              <a:srgbClr val="6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18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11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8ED5E"/>
          </a:solidFill>
          <a:ln w="12700">
            <a:solidFill>
              <a:srgbClr val="6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أَظٍ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solidFill>
          <a:srgbClr val="2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8"/>
          </a:solidFill>
          <a:ln w="12700">
            <a:solidFill>
              <a:srgbClr val="E052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0DB70"/>
          </a:solidFill>
          <a:ln w="12700">
            <a:solidFill>
              <a:srgbClr val="A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E"/>
          </a:solidFill>
          <a:ln w="12700">
            <a:solidFill>
              <a:srgbClr val="47857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D864"/>
          </a:solidFill>
          <a:ln w="12700">
            <a:solidFill>
              <a:srgbClr val="B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4D147"/>
          </a:solidFill>
          <a:ln w="12700">
            <a:solidFill>
              <a:srgbClr val="C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solidFill>
          <a:srgbClr val="431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F"/>
          </a:solidFill>
          <a:ln w="12700">
            <a:solidFill>
              <a:srgbClr val="642B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234"/>
          </a:solidFill>
          <a:ln w="12700">
            <a:solidFill>
              <a:srgbClr val="795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CED"/>
          </a:solidFill>
          <a:ln w="12700">
            <a:solidFill>
              <a:srgbClr val="5E8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solidFill>
          <a:srgbClr val="432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552"/>
          </a:solidFill>
          <a:ln w="12700">
            <a:solidFill>
              <a:srgbClr val="E0C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ADB"/>
          </a:solidFill>
          <a:ln w="12700">
            <a:solidFill>
              <a:srgbClr val="70B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4785"/>
          </a:solidFill>
          <a:ln w="12700">
            <a:solidFill>
              <a:srgbClr val="6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6D8"/>
          </a:solidFill>
          <a:ln w="12700">
            <a:solidFill>
              <a:srgbClr val="64D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C"/>
          </a:solidFill>
          <a:ln w="12700">
            <a:solidFill>
              <a:srgbClr val="47D1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solidFill>
          <a:srgbClr val="3C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D642B"/>
          </a:solidFill>
          <a:ln w="12700">
            <a:solidFill>
              <a:srgbClr val="3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1"/>
          </a:solidFill>
          <a:ln w="12700">
            <a:solidFill>
              <a:srgbClr val="347941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F"/>
          </a:solidFill>
          <a:ln w="12700">
            <a:solidFill>
              <a:srgbClr val="ED5E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solidFill>
          <a:srgbClr val="1443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1"/>
          </a:solidFill>
          <a:ln w="12700">
            <a:solidFill>
              <a:srgbClr val="52E0A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5"/>
          </a:solidFill>
          <a:ln w="12700">
            <a:solidFill>
              <a:srgbClr val="DB70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F47"/>
          </a:solidFill>
          <a:ln w="12700">
            <a:solidFill>
              <a:srgbClr val="855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64D8"/>
          </a:solidFill>
          <a:ln w="12700">
            <a:solidFill>
              <a:srgbClr val="B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47D1"/>
          </a:solidFill>
          <a:ln w="12700">
            <a:solidFill>
              <a:srgbClr val="9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ظٍ</a:t>
            </a:r>
            <a:endParaRPr lang="ar-SA" sz="6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solidFill>
          <a:srgbClr val="1443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B64"/>
          </a:solidFill>
          <a:ln w="12700">
            <a:solidFill>
              <a:srgbClr val="2B4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979"/>
          </a:solidFill>
          <a:ln w="12700">
            <a:solidFill>
              <a:srgbClr val="343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3ED5E"/>
          </a:solidFill>
          <a:ln w="12700">
            <a:solidFill>
              <a:srgbClr val="D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solidFill>
          <a:srgbClr val="141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E52E0"/>
          </a:solidFill>
          <a:ln w="12700">
            <a:solidFill>
              <a:srgbClr val="7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770"/>
          </a:solidFill>
          <a:ln w="12700">
            <a:solidFill>
              <a:srgbClr val="DBC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0"/>
          </a:solidFill>
          <a:ln w="12700">
            <a:solidFill>
              <a:srgbClr val="47855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064"/>
          </a:solidFill>
          <a:ln w="12700">
            <a:solidFill>
              <a:srgbClr val="D8A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847"/>
          </a:solidFill>
          <a:ln w="12700">
            <a:solidFill>
              <a:srgbClr val="D17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solidFill>
          <a:srgbClr val="C3F6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solidFill>
          <a:srgbClr val="3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9"/>
          </a:solidFill>
          <a:ln w="12700">
            <a:solidFill>
              <a:srgbClr val="642B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A"/>
          </a:solidFill>
          <a:ln w="12700">
            <a:solidFill>
              <a:srgbClr val="79344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solidFill>
          <a:srgbClr val="F6F5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4"/>
          </a:solidFill>
          <a:ln w="12700">
            <a:solidFill>
              <a:srgbClr val="5EED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solidFill>
          <a:srgbClr val="4514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A52"/>
          </a:solidFill>
          <a:ln w="12700">
            <a:solidFill>
              <a:srgbClr val="E05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C"/>
          </a:solidFill>
          <a:ln w="12700">
            <a:solidFill>
              <a:srgbClr val="70DB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E85"/>
          </a:solidFill>
          <a:ln w="12700">
            <a:solidFill>
              <a:srgbClr val="474E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3"/>
          </a:solidFill>
          <a:ln w="12700">
            <a:solidFill>
              <a:srgbClr val="64D88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5"/>
          </a:solidFill>
          <a:ln w="12700">
            <a:solidFill>
              <a:srgbClr val="47D1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02B"/>
          </a:solidFill>
          <a:ln w="12700">
            <a:solidFill>
              <a:srgbClr val="646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7934"/>
          </a:solidFill>
          <a:ln w="12700">
            <a:solidFill>
              <a:srgbClr val="5B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05EED"/>
          </a:solidFill>
          <a:ln w="12700">
            <a:solidFill>
              <a:srgbClr val="C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E052"/>
          </a:solidFill>
          <a:ln w="12700">
            <a:solidFill>
              <a:srgbClr val="6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170DB"/>
          </a:solidFill>
          <a:ln w="12700">
            <a:solidFill>
              <a:srgbClr val="9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D"/>
          </a:solidFill>
          <a:ln w="12700">
            <a:solidFill>
              <a:srgbClr val="85475D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64D8"/>
          </a:solidFill>
          <a:ln w="12700">
            <a:solidFill>
              <a:srgbClr val="6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CD1"/>
          </a:solidFill>
          <a:ln w="12700">
            <a:solidFill>
              <a:srgbClr val="475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2"/>
          </a:solidFill>
          <a:ln w="12700">
            <a:solidFill>
              <a:srgbClr val="2B64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D79"/>
          </a:solidFill>
          <a:ln w="12700">
            <a:solidFill>
              <a:srgbClr val="346D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86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8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D5E"/>
          </a:solidFill>
          <a:ln w="12700">
            <a:solidFill>
              <a:srgbClr val="ED9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0E0"/>
          </a:solidFill>
          <a:ln w="12700">
            <a:solidFill>
              <a:srgbClr val="529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770"/>
          </a:solidFill>
          <a:ln w="12700">
            <a:solidFill>
              <a:srgbClr val="DB7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8547"/>
          </a:solidFill>
          <a:ln w="12700">
            <a:solidFill>
              <a:srgbClr val="6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F"/>
          </a:solidFill>
          <a:ln w="12700">
            <a:solidFill>
              <a:srgbClr val="D864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E"/>
          </a:solidFill>
          <a:ln w="12700">
            <a:solidFill>
              <a:srgbClr val="D147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solidFill>
          <a:srgbClr val="141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2B64"/>
          </a:solidFill>
          <a:ln w="12700">
            <a:solidFill>
              <a:srgbClr val="4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3479"/>
          </a:solidFill>
          <a:ln w="12700">
            <a:solidFill>
              <a:srgbClr val="7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9"/>
          </a:solidFill>
          <a:ln w="12700">
            <a:solidFill>
              <a:srgbClr val="5EED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4"/>
          </a:solidFill>
          <a:ln w="12700">
            <a:solidFill>
              <a:srgbClr val="E052B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4DB70"/>
          </a:solidFill>
          <a:ln w="12700">
            <a:solidFill>
              <a:srgbClr val="8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C85"/>
          </a:solidFill>
          <a:ln w="12700">
            <a:solidFill>
              <a:srgbClr val="477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ذَغٍ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D864"/>
          </a:solidFill>
          <a:ln w="12700">
            <a:solidFill>
              <a:srgbClr val="9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D147"/>
          </a:solidFill>
          <a:ln w="12700">
            <a:solidFill>
              <a:srgbClr val="A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رَغٍ</a:t>
            </a:r>
            <a:endParaRPr lang="ar-SA" sz="5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زَغٍ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62B"/>
          </a:solidFill>
          <a:ln w="12700">
            <a:solidFill>
              <a:srgbClr val="643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434"/>
          </a:solidFill>
          <a:ln w="12700">
            <a:solidFill>
              <a:srgbClr val="7964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سَغٍ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شَغٍ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7ED"/>
          </a:solidFill>
          <a:ln w="12700">
            <a:solidFill>
              <a:srgbClr val="5E6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5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صَغٍ</a:t>
            </a:r>
            <a:endParaRPr lang="ar-SA" sz="5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E052"/>
          </a:solidFill>
          <a:ln w="12700">
            <a:solidFill>
              <a:srgbClr val="D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FDB"/>
          </a:solidFill>
          <a:ln w="12700">
            <a:solidFill>
              <a:srgbClr val="709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4785"/>
          </a:solidFill>
          <a:ln w="12700">
            <a:solidFill>
              <a:srgbClr val="7E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5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ضَغٍ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9D8"/>
          </a:solidFill>
          <a:ln w="12700">
            <a:solidFill>
              <a:srgbClr val="64B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3D1"/>
          </a:solidFill>
          <a:ln w="12700">
            <a:solidFill>
              <a:srgbClr val="47C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طَغٍ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ظَغٍ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E642B"/>
          </a:solidFill>
          <a:ln w="12700">
            <a:solidFill>
              <a:srgbClr val="2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2"/>
          </a:solidFill>
          <a:ln w="12700">
            <a:solidFill>
              <a:srgbClr val="34795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5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5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غٍ</a:t>
            </a:r>
            <a:endParaRPr lang="ar-SA" sz="45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عَغٍ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11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11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B"/>
          </a:solidFill>
          <a:ln w="12700">
            <a:solidFill>
              <a:srgbClr val="ED5E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أَفٍ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solidFill>
          <a:srgbClr val="1445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6"/>
          </a:solidFill>
          <a:ln w="12700">
            <a:solidFill>
              <a:srgbClr val="52E0C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A"/>
          </a:solidFill>
          <a:ln w="12700">
            <a:solidFill>
              <a:srgbClr val="DB70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F47"/>
          </a:solidFill>
          <a:ln w="12700">
            <a:solidFill>
              <a:srgbClr val="856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6"/>
          </a:solidFill>
          <a:ln w="12700">
            <a:solidFill>
              <a:srgbClr val="D864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47D1"/>
          </a:solidFill>
          <a:ln w="12700">
            <a:solidFill>
              <a:srgbClr val="B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D64"/>
          </a:solidFill>
          <a:ln w="12700">
            <a:solidFill>
              <a:srgbClr val="2B3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3479"/>
          </a:solidFill>
          <a:ln w="12700">
            <a:solidFill>
              <a:srgbClr val="41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FED5E"/>
          </a:solidFill>
          <a:ln w="12700">
            <a:solidFill>
              <a:srgbClr val="A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52E0"/>
          </a:solidFill>
          <a:ln w="12700">
            <a:solidFill>
              <a:srgbClr val="A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4DB70"/>
          </a:solidFill>
          <a:ln w="12700">
            <a:solidFill>
              <a:srgbClr val="D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0"/>
          </a:solidFill>
          <a:ln w="12700">
            <a:solidFill>
              <a:srgbClr val="478560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E64"/>
          </a:solidFill>
          <a:ln w="12700">
            <a:solidFill>
              <a:srgbClr val="D8B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B47"/>
          </a:solidFill>
          <a:ln w="12700">
            <a:solidFill>
              <a:srgbClr val="D19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رَفٍ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B"/>
          </a:solidFill>
          <a:ln w="12700">
            <a:solidFill>
              <a:srgbClr val="642B4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8"/>
          </a:solidFill>
          <a:ln w="12700">
            <a:solidFill>
              <a:srgbClr val="793438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زَفٍ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2ED"/>
          </a:solidFill>
          <a:ln w="12700">
            <a:solidFill>
              <a:srgbClr val="5ED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شَفٍ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F52"/>
          </a:solidFill>
          <a:ln w="12700">
            <a:solidFill>
              <a:srgbClr val="E07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7"/>
          </a:solidFill>
          <a:ln w="12700">
            <a:solidFill>
              <a:srgbClr val="70DBC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4785"/>
          </a:solidFill>
          <a:ln w="12700">
            <a:solidFill>
              <a:srgbClr val="5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صَفٍ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1"/>
          </a:solidFill>
          <a:ln w="12700">
            <a:solidFill>
              <a:srgbClr val="64D8A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8"/>
          </a:solidFill>
          <a:ln w="12700">
            <a:solidFill>
              <a:srgbClr val="47D1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ضَفٍ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طَفٍ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642B"/>
          </a:solidFill>
          <a:ln w="12700">
            <a:solidFill>
              <a:srgbClr val="5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7934"/>
          </a:solidFill>
          <a:ln w="12700">
            <a:solidFill>
              <a:srgbClr val="4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ظَفٍ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solidFill>
          <a:srgbClr val="C3F6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عَفٍ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55EED"/>
          </a:solidFill>
          <a:ln w="12700">
            <a:solidFill>
              <a:srgbClr val="E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فٍ</a:t>
            </a:r>
            <a:endParaRPr lang="ar-SA" sz="58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غَفٍ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B"/>
          </a:solidFill>
          <a:ln w="12700">
            <a:solidFill>
              <a:srgbClr val="52E05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D70DB"/>
          </a:solidFill>
          <a:ln w="12700">
            <a:solidFill>
              <a:srgbClr val="A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E"/>
          </a:solidFill>
          <a:ln w="12700">
            <a:solidFill>
              <a:srgbClr val="85474E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9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solidFill>
          <a:srgbClr val="C3C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64D8"/>
          </a:solidFill>
          <a:ln w="12700">
            <a:solidFill>
              <a:srgbClr val="8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47D1"/>
          </a:solidFill>
          <a:ln w="12700">
            <a:solidFill>
              <a:srgbClr val="5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أَقٍ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1"/>
          </a:solidFill>
          <a:ln w="12700">
            <a:solidFill>
              <a:srgbClr val="2B646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B79"/>
          </a:solidFill>
          <a:ln w="12700">
            <a:solidFill>
              <a:srgbClr val="345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solidFill>
          <a:srgbClr val="F5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15E"/>
          </a:solidFill>
          <a:ln w="12700">
            <a:solidFill>
              <a:srgbClr val="EDC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CE0"/>
          </a:solidFill>
          <a:ln w="12700">
            <a:solidFill>
              <a:srgbClr val="526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270"/>
          </a:solidFill>
          <a:ln w="12700">
            <a:solidFill>
              <a:srgbClr val="DB9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8547"/>
          </a:solidFill>
          <a:ln w="12700">
            <a:solidFill>
              <a:srgbClr val="5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solidFill>
          <a:srgbClr val="F6C3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764"/>
          </a:solidFill>
          <a:ln w="12700">
            <a:solidFill>
              <a:srgbClr val="D86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B"/>
          </a:solidFill>
          <a:ln w="12700">
            <a:solidFill>
              <a:srgbClr val="D147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خَقٍ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دَقٍ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2B64"/>
          </a:solidFill>
          <a:ln w="12700">
            <a:solidFill>
              <a:srgbClr val="5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C"/>
          </a:solidFill>
          <a:ln w="12700">
            <a:solidFill>
              <a:srgbClr val="79346C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ذَقٍ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رَقٍ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D"/>
          </a:solidFill>
          <a:ln w="12700">
            <a:solidFill>
              <a:srgbClr val="5EED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زَقٍ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F"/>
          </a:solidFill>
          <a:ln w="12700">
            <a:solidFill>
              <a:srgbClr val="E0528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7"/>
          </a:solidFill>
          <a:ln w="12700">
            <a:solidFill>
              <a:srgbClr val="70DB7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C85"/>
          </a:solidFill>
          <a:ln w="12700">
            <a:solidFill>
              <a:srgbClr val="476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سَقٍ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ED864"/>
          </a:solidFill>
          <a:ln w="12700">
            <a:solidFill>
              <a:srgbClr val="7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DD147"/>
          </a:solidFill>
          <a:ln w="12700">
            <a:solidFill>
              <a:srgbClr val="7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شَقٍ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صَقٍ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42B"/>
          </a:solidFill>
          <a:ln w="12700">
            <a:solidFill>
              <a:srgbClr val="644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534"/>
          </a:solidFill>
          <a:ln w="12700">
            <a:solidFill>
              <a:srgbClr val="797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ضَقٍ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solidFill>
          <a:srgbClr val="C3F6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طَقٍ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A5EED"/>
          </a:solidFill>
          <a:ln w="12700">
            <a:solidFill>
              <a:srgbClr val="7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ظَقٍ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solidFill>
          <a:srgbClr val="433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E052"/>
          </a:solidFill>
          <a:ln w="12700">
            <a:solidFill>
              <a:srgbClr val="B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4DB"/>
          </a:solidFill>
          <a:ln w="12700">
            <a:solidFill>
              <a:srgbClr val="708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B"/>
          </a:solidFill>
          <a:ln w="12700">
            <a:solidFill>
              <a:srgbClr val="85477B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عَقٍ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solidFill>
          <a:srgbClr val="C3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BD8"/>
          </a:solidFill>
          <a:ln w="12700">
            <a:solidFill>
              <a:srgbClr val="649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0D1"/>
          </a:solidFill>
          <a:ln w="12700">
            <a:solidFill>
              <a:srgbClr val="47A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غَقٍ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فَقٍ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6"/>
          </a:solidFill>
          <a:ln w="12700">
            <a:solidFill>
              <a:srgbClr val="2B643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4"/>
          </a:solidFill>
          <a:ln w="12700">
            <a:solidFill>
              <a:srgbClr val="34796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4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11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أَكٍ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6"/>
          </a:solidFill>
          <a:ln w="12700">
            <a:solidFill>
              <a:srgbClr val="ED5E6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7E0"/>
          </a:solidFill>
          <a:ln w="12700">
            <a:solidFill>
              <a:srgbClr val="52D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E"/>
          </a:solidFill>
          <a:ln w="12700">
            <a:solidFill>
              <a:srgbClr val="DB709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F47"/>
          </a:solidFill>
          <a:ln w="12700">
            <a:solidFill>
              <a:srgbClr val="857F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solidFill>
          <a:srgbClr val="EF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8"/>
          </a:solidFill>
          <a:ln w="12700">
            <a:solidFill>
              <a:srgbClr val="D864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2"/>
          </a:solidFill>
          <a:ln w="12700">
            <a:solidFill>
              <a:srgbClr val="D147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E64"/>
          </a:solidFill>
          <a:ln w="12700">
            <a:solidFill>
              <a:srgbClr val="2B2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33479"/>
          </a:solidFill>
          <a:ln w="12700">
            <a:solidFill>
              <a:srgbClr val="53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solidFill>
          <a:srgbClr val="F6C3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AED5E"/>
          </a:solidFill>
          <a:ln w="12700">
            <a:solidFill>
              <a:srgbClr val="8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solidFill>
          <a:srgbClr val="2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752E0"/>
          </a:solidFill>
          <a:ln w="12700">
            <a:solidFill>
              <a:srgbClr val="C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9DB70"/>
          </a:solidFill>
          <a:ln w="12700">
            <a:solidFill>
              <a:srgbClr val="B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F"/>
          </a:solidFill>
          <a:ln w="12700">
            <a:solidFill>
              <a:srgbClr val="47856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5D864"/>
          </a:solidFill>
          <a:ln w="12700">
            <a:solidFill>
              <a:srgbClr val="D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E47"/>
          </a:solidFill>
          <a:ln w="12700">
            <a:solidFill>
              <a:srgbClr val="D1B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C"/>
          </a:solidFill>
          <a:ln w="12700">
            <a:solidFill>
              <a:srgbClr val="642B3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234"/>
          </a:solidFill>
          <a:ln w="12700">
            <a:solidFill>
              <a:srgbClr val="7942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سَكٍ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solidFill>
          <a:srgbClr val="DE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شَكٍ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EED"/>
          </a:solidFill>
          <a:ln w="12700">
            <a:solidFill>
              <a:srgbClr val="5EA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صَكٍ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solidFill>
          <a:srgbClr val="431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352"/>
          </a:solidFill>
          <a:ln w="12700">
            <a:solidFill>
              <a:srgbClr val="E0A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4DB"/>
          </a:solidFill>
          <a:ln w="12700">
            <a:solidFill>
              <a:srgbClr val="70D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4785"/>
          </a:solidFill>
          <a:ln w="12700">
            <a:solidFill>
              <a:srgbClr val="6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6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ضَكٍ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E"/>
          </a:solidFill>
          <a:ln w="12700">
            <a:solidFill>
              <a:srgbClr val="64D8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C"/>
          </a:solidFill>
          <a:ln w="12700">
            <a:solidFill>
              <a:srgbClr val="47D19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9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طَكٍ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solidFill>
          <a:srgbClr val="E5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9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ظَكٍ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solidFill>
          <a:srgbClr val="434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642B"/>
          </a:solidFill>
          <a:ln w="12700">
            <a:solidFill>
              <a:srgbClr val="4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7934"/>
          </a:solidFill>
          <a:ln w="12700">
            <a:solidFill>
              <a:srgbClr val="3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عَكٍ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غَكٍ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1"/>
          </a:solidFill>
          <a:ln w="12700">
            <a:solidFill>
              <a:srgbClr val="ED5ED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9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9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فَكٍ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F"/>
          </a:solidFill>
          <a:ln w="12700">
            <a:solidFill>
              <a:srgbClr val="52E07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70DB"/>
          </a:solidFill>
          <a:ln w="12700">
            <a:solidFill>
              <a:srgbClr val="C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147"/>
          </a:solidFill>
          <a:ln w="12700">
            <a:solidFill>
              <a:srgbClr val="8551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9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كٍ</a:t>
            </a:r>
            <a:endParaRPr lang="ar-SA" sz="59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قَكٍ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solidFill>
          <a:srgbClr val="C9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64D8"/>
          </a:solidFill>
          <a:ln w="12700">
            <a:solidFill>
              <a:srgbClr val="A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47D1"/>
          </a:solidFill>
          <a:ln w="12700">
            <a:solidFill>
              <a:srgbClr val="7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00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10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solidFill>
          <a:srgbClr val="14433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964"/>
          </a:solidFill>
          <a:ln w="12700">
            <a:solidFill>
              <a:srgbClr val="2B5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979"/>
          </a:solidFill>
          <a:ln w="12700">
            <a:solidFill>
              <a:srgbClr val="344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65E"/>
          </a:solidFill>
          <a:ln w="12700">
            <a:solidFill>
              <a:srgbClr val="EDE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C52E0"/>
          </a:solidFill>
          <a:ln w="12700">
            <a:solidFill>
              <a:srgbClr val="5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D70"/>
          </a:solidFill>
          <a:ln w="12700">
            <a:solidFill>
              <a:srgbClr val="DBA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8547"/>
          </a:solidFill>
          <a:ln w="12700">
            <a:solidFill>
              <a:srgbClr val="4D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564"/>
          </a:solidFill>
          <a:ln w="12700">
            <a:solidFill>
              <a:srgbClr val="D88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747"/>
          </a:solidFill>
          <a:ln w="12700">
            <a:solidFill>
              <a:srgbClr val="D15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solidFill>
          <a:srgbClr val="2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12B64"/>
          </a:solidFill>
          <a:ln w="12700">
            <a:solidFill>
              <a:srgbClr val="6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A"/>
          </a:solidFill>
          <a:ln w="12700">
            <a:solidFill>
              <a:srgbClr val="79345A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solidFill>
          <a:srgbClr val="F6E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2"/>
          </a:solidFill>
          <a:ln w="12700">
            <a:solidFill>
              <a:srgbClr val="5EEDC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B"/>
          </a:solidFill>
          <a:ln w="12700">
            <a:solidFill>
              <a:srgbClr val="E0526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3"/>
          </a:solidFill>
          <a:ln w="12700">
            <a:solidFill>
              <a:srgbClr val="70DB9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C85"/>
          </a:solidFill>
          <a:ln w="12700">
            <a:solidFill>
              <a:srgbClr val="475C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solidFill>
          <a:srgbClr val="D7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8"/>
          </a:solidFill>
          <a:ln w="12700">
            <a:solidFill>
              <a:srgbClr val="64D86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AD147"/>
          </a:solidFill>
          <a:ln w="12700">
            <a:solidFill>
              <a:srgbClr val="5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32B"/>
          </a:solidFill>
          <a:ln w="12700">
            <a:solidFill>
              <a:srgbClr val="645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C7934"/>
          </a:solidFill>
          <a:ln w="12700">
            <a:solidFill>
              <a:srgbClr val="6C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E5EED"/>
          </a:solidFill>
          <a:ln w="12700">
            <a:solidFill>
              <a:srgbClr val="9E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FE052"/>
          </a:solidFill>
          <a:ln w="12700">
            <a:solidFill>
              <a:srgbClr val="8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870DB"/>
          </a:solidFill>
          <a:ln w="12700">
            <a:solidFill>
              <a:srgbClr val="7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C"/>
          </a:solidFill>
          <a:ln w="12700">
            <a:solidFill>
              <a:srgbClr val="85476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DD8"/>
          </a:solidFill>
          <a:ln w="12700">
            <a:solidFill>
              <a:srgbClr val="647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CD1"/>
          </a:solidFill>
          <a:ln w="12700">
            <a:solidFill>
              <a:srgbClr val="477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4"/>
          </a:solidFill>
          <a:ln w="12700">
            <a:solidFill>
              <a:srgbClr val="2B64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6"/>
          </a:solidFill>
          <a:ln w="12700">
            <a:solidFill>
              <a:srgbClr val="347976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solidFill>
          <a:srgbClr val="D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solidFill>
          <a:srgbClr val="F6DE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B5E"/>
          </a:solidFill>
          <a:ln w="12700">
            <a:solidFill>
              <a:srgbClr val="ED7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solidFill>
          <a:srgbClr val="144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2E0"/>
          </a:solidFill>
          <a:ln w="12700">
            <a:solidFill>
              <a:srgbClr val="52B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3"/>
          </a:solidFill>
          <a:ln w="12700">
            <a:solidFill>
              <a:srgbClr val="DB708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8547"/>
          </a:solidFill>
          <a:ln w="12700">
            <a:solidFill>
              <a:srgbClr val="7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97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9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A"/>
          </a:solidFill>
          <a:ln w="12700">
            <a:solidFill>
              <a:srgbClr val="D864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F"/>
          </a:solidFill>
          <a:ln w="12700">
            <a:solidFill>
              <a:srgbClr val="D1479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2B64"/>
          </a:solidFill>
          <a:ln w="12700">
            <a:solidFill>
              <a:srgbClr val="3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53479"/>
          </a:solidFill>
          <a:ln w="12700">
            <a:solidFill>
              <a:srgbClr val="65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solidFill>
          <a:srgbClr val="F6C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6ED5E"/>
          </a:solidFill>
          <a:ln w="12700">
            <a:solidFill>
              <a:srgbClr val="6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6"/>
          </a:solidFill>
          <a:ln w="12700">
            <a:solidFill>
              <a:srgbClr val="E052D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EDB70"/>
          </a:solidFill>
          <a:ln w="12700">
            <a:solidFill>
              <a:srgbClr val="9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F"/>
          </a:solidFill>
          <a:ln w="12700">
            <a:solidFill>
              <a:srgbClr val="47857F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D864"/>
          </a:solidFill>
          <a:ln w="12700">
            <a:solidFill>
              <a:srgbClr val="B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1D147"/>
          </a:solidFill>
          <a:ln w="12700">
            <a:solidFill>
              <a:srgbClr val="C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E"/>
          </a:solidFill>
          <a:ln w="12700">
            <a:solidFill>
              <a:srgbClr val="642B2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334"/>
          </a:solidFill>
          <a:ln w="12700">
            <a:solidFill>
              <a:srgbClr val="795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9ED"/>
          </a:solidFill>
          <a:ln w="12700">
            <a:solidFill>
              <a:srgbClr val="5E8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852"/>
          </a:solidFill>
          <a:ln w="12700">
            <a:solidFill>
              <a:srgbClr val="E0C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8DB"/>
          </a:solidFill>
          <a:ln w="12700">
            <a:solidFill>
              <a:srgbClr val="70B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4785"/>
          </a:solidFill>
          <a:ln w="12700">
            <a:solidFill>
              <a:srgbClr val="70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solidFill>
          <a:srgbClr val="C3F6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4D8"/>
          </a:solidFill>
          <a:ln w="12700">
            <a:solidFill>
              <a:srgbClr val="64D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F"/>
          </a:solidFill>
          <a:ln w="12700">
            <a:solidFill>
              <a:srgbClr val="47D1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C642B"/>
          </a:solidFill>
          <a:ln w="12700">
            <a:solidFill>
              <a:srgbClr val="3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2"/>
          </a:solidFill>
          <a:ln w="12700">
            <a:solidFill>
              <a:srgbClr val="347942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solidFill>
          <a:srgbClr val="C3D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D"/>
          </a:solidFill>
          <a:ln w="12700">
            <a:solidFill>
              <a:srgbClr val="ED5EA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4"/>
          </a:solidFill>
          <a:ln w="12700">
            <a:solidFill>
              <a:srgbClr val="52E0A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3"/>
          </a:solidFill>
          <a:ln w="12700">
            <a:solidFill>
              <a:srgbClr val="DB70D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047"/>
          </a:solidFill>
          <a:ln w="12700">
            <a:solidFill>
              <a:srgbClr val="856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1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64D8"/>
          </a:solidFill>
          <a:ln w="12700">
            <a:solidFill>
              <a:srgbClr val="B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D47D1"/>
          </a:solidFill>
          <a:ln w="12700">
            <a:solidFill>
              <a:srgbClr val="9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1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A64"/>
          </a:solidFill>
          <a:ln w="12700">
            <a:solidFill>
              <a:srgbClr val="2B4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779"/>
          </a:solidFill>
          <a:ln w="12700">
            <a:solidFill>
              <a:srgbClr val="3437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1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0ED5E"/>
          </a:solidFill>
          <a:ln w="12700">
            <a:solidFill>
              <a:srgbClr val="D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1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مٍ</a:t>
            </a:r>
            <a:endParaRPr lang="ar-SA" sz="51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052E0"/>
          </a:solidFill>
          <a:ln w="12700">
            <a:solidFill>
              <a:srgbClr val="8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970"/>
          </a:solidFill>
          <a:ln w="12700">
            <a:solidFill>
              <a:srgbClr val="DBC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1"/>
          </a:solidFill>
          <a:ln w="12700">
            <a:solidFill>
              <a:srgbClr val="47855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00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10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solidFill>
          <a:srgbClr val="F6C9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264"/>
          </a:solidFill>
          <a:ln w="12700">
            <a:solidFill>
              <a:srgbClr val="D8A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A47"/>
          </a:solidFill>
          <a:ln w="12700">
            <a:solidFill>
              <a:srgbClr val="D17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9"/>
          </a:solidFill>
          <a:ln w="12700">
            <a:solidFill>
              <a:srgbClr val="79344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6"/>
          </a:solidFill>
          <a:ln w="12700">
            <a:solidFill>
              <a:srgbClr val="5EEDE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D52"/>
          </a:solidFill>
          <a:ln w="12700">
            <a:solidFill>
              <a:srgbClr val="E05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E"/>
          </a:solidFill>
          <a:ln w="12700">
            <a:solidFill>
              <a:srgbClr val="70DB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D85"/>
          </a:solidFill>
          <a:ln w="12700">
            <a:solidFill>
              <a:srgbClr val="474D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solidFill>
          <a:srgbClr val="C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5"/>
          </a:solidFill>
          <a:ln w="12700">
            <a:solidFill>
              <a:srgbClr val="64D8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8"/>
          </a:solidFill>
          <a:ln w="12700">
            <a:solidFill>
              <a:srgbClr val="47D1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12B"/>
          </a:solidFill>
          <a:ln w="12700">
            <a:solidFill>
              <a:srgbClr val="646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A7934"/>
          </a:solidFill>
          <a:ln w="12700">
            <a:solidFill>
              <a:srgbClr val="5A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35EED"/>
          </a:solidFill>
          <a:ln w="12700">
            <a:solidFill>
              <a:srgbClr val="C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solidFill>
          <a:srgbClr val="35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AE052"/>
          </a:solidFill>
          <a:ln w="12700">
            <a:solidFill>
              <a:srgbClr val="6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370DB"/>
          </a:solidFill>
          <a:ln w="12700">
            <a:solidFill>
              <a:srgbClr val="9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C"/>
          </a:solidFill>
          <a:ln w="12700">
            <a:solidFill>
              <a:srgbClr val="85475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64D8"/>
          </a:solidFill>
          <a:ln w="12700">
            <a:solidFill>
              <a:srgbClr val="6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9D1"/>
          </a:solidFill>
          <a:ln w="12700">
            <a:solidFill>
              <a:srgbClr val="475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3"/>
          </a:solidFill>
          <a:ln w="12700">
            <a:solidFill>
              <a:srgbClr val="2B645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B79"/>
          </a:solidFill>
          <a:ln w="12700">
            <a:solidFill>
              <a:srgbClr val="346B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ضَنٍ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solidFill>
          <a:srgbClr val="DD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طَنٍ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F5E"/>
          </a:solidFill>
          <a:ln w="12700">
            <a:solidFill>
              <a:srgbClr val="ED9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ظَنٍ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EE0"/>
          </a:solidFill>
          <a:ln w="12700">
            <a:solidFill>
              <a:srgbClr val="528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970"/>
          </a:solidFill>
          <a:ln w="12700">
            <a:solidFill>
              <a:srgbClr val="DB79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8547"/>
          </a:solidFill>
          <a:ln w="12700">
            <a:solidFill>
              <a:srgbClr val="6B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عَنٍ</a:t>
            </a:r>
            <a:endParaRPr lang="ar-SA" sz="6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solidFill>
          <a:srgbClr val="F6C3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D"/>
          </a:solidFill>
          <a:ln w="12700">
            <a:solidFill>
              <a:srgbClr val="D864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C"/>
          </a:solidFill>
          <a:ln w="12700">
            <a:solidFill>
              <a:srgbClr val="D1477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غَنٍ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فَنٍ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2B64"/>
          </a:solidFill>
          <a:ln w="12700">
            <a:solidFill>
              <a:srgbClr val="4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63479"/>
          </a:solidFill>
          <a:ln w="12700">
            <a:solidFill>
              <a:srgbClr val="76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قَنٍ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كَنٍ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C"/>
          </a:solidFill>
          <a:ln w="12700">
            <a:solidFill>
              <a:srgbClr val="5EED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لَنٍ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1"/>
          </a:solidFill>
          <a:ln w="12700">
            <a:solidFill>
              <a:srgbClr val="E052B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2DB70"/>
          </a:solidFill>
          <a:ln w="12700">
            <a:solidFill>
              <a:srgbClr val="8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B85"/>
          </a:solidFill>
          <a:ln w="12700">
            <a:solidFill>
              <a:srgbClr val="477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مَنٍ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D864"/>
          </a:solidFill>
          <a:ln w="12700">
            <a:solidFill>
              <a:srgbClr val="9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ED147"/>
          </a:solidFill>
          <a:ln w="12700">
            <a:solidFill>
              <a:srgbClr val="9E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2200" dirty="0"/>
          </a:p>
        </p:txBody>
      </p:sp>
      <p:sp>
        <p:nvSpPr>
          <p:cNvPr id="13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12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أَهٍ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solidFill>
          <a:srgbClr val="45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534"/>
          </a:solidFill>
          <a:ln w="12700">
            <a:solidFill>
              <a:srgbClr val="7965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solidFill>
          <a:srgbClr val="C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5ED"/>
          </a:solidFill>
          <a:ln w="12700">
            <a:solidFill>
              <a:srgbClr val="5E6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5E052"/>
          </a:solidFill>
          <a:ln w="12700">
            <a:solidFill>
              <a:srgbClr val="D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DDB"/>
          </a:solidFill>
          <a:ln w="12700">
            <a:solidFill>
              <a:srgbClr val="709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4785"/>
          </a:solidFill>
          <a:ln w="12700">
            <a:solidFill>
              <a:srgbClr val="7F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7D8"/>
          </a:solidFill>
          <a:ln w="12700">
            <a:solidFill>
              <a:srgbClr val="64B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0D1"/>
          </a:solidFill>
          <a:ln w="12700">
            <a:solidFill>
              <a:srgbClr val="47C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solidFill>
          <a:srgbClr val="F6C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642B"/>
          </a:solidFill>
          <a:ln w="12700">
            <a:solidFill>
              <a:srgbClr val="2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4"/>
          </a:solidFill>
          <a:ln w="12700">
            <a:solidFill>
              <a:srgbClr val="34795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solidFill>
          <a:srgbClr val="C3D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8"/>
          </a:solidFill>
          <a:ln w="12700">
            <a:solidFill>
              <a:srgbClr val="ED5E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8"/>
          </a:solidFill>
          <a:ln w="12700">
            <a:solidFill>
              <a:srgbClr val="52E0C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8"/>
          </a:solidFill>
          <a:ln w="12700">
            <a:solidFill>
              <a:srgbClr val="DB70B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047"/>
          </a:solidFill>
          <a:ln w="12700">
            <a:solidFill>
              <a:srgbClr val="857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4"/>
          </a:solidFill>
          <a:ln w="12700">
            <a:solidFill>
              <a:srgbClr val="D864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047D1"/>
          </a:solidFill>
          <a:ln w="12700">
            <a:solidFill>
              <a:srgbClr val="C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C64"/>
          </a:solidFill>
          <a:ln w="12700">
            <a:solidFill>
              <a:srgbClr val="2B3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23479"/>
          </a:solidFill>
          <a:ln w="12700">
            <a:solidFill>
              <a:srgbClr val="42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CED5E"/>
          </a:solidFill>
          <a:ln w="12700">
            <a:solidFill>
              <a:srgbClr val="A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طَهٍ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solidFill>
          <a:srgbClr val="18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552E0"/>
          </a:solidFill>
          <a:ln w="12700">
            <a:solidFill>
              <a:srgbClr val="A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DB70"/>
          </a:solidFill>
          <a:ln w="12700">
            <a:solidFill>
              <a:srgbClr val="D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1"/>
          </a:solidFill>
          <a:ln w="12700">
            <a:solidFill>
              <a:srgbClr val="47856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ظَهٍ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solidFill>
          <a:srgbClr val="F6D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064"/>
          </a:solidFill>
          <a:ln w="12700">
            <a:solidFill>
              <a:srgbClr val="D8C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D47"/>
          </a:solidFill>
          <a:ln w="12700">
            <a:solidFill>
              <a:srgbClr val="D19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عَهٍ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8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غَهٍ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A"/>
          </a:solidFill>
          <a:ln w="12700">
            <a:solidFill>
              <a:srgbClr val="642B4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7"/>
          </a:solidFill>
          <a:ln w="12700">
            <a:solidFill>
              <a:srgbClr val="793437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1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فَهٍ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solidFill>
          <a:srgbClr val="EA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قَهٍ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FED"/>
          </a:solidFill>
          <a:ln w="12700">
            <a:solidFill>
              <a:srgbClr val="5EC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كَهٍ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152"/>
          </a:solidFill>
          <a:ln w="12700">
            <a:solidFill>
              <a:srgbClr val="E08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9"/>
          </a:solidFill>
          <a:ln w="12700">
            <a:solidFill>
              <a:srgbClr val="70DBC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4785"/>
          </a:solidFill>
          <a:ln w="12700">
            <a:solidFill>
              <a:srgbClr val="52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لَهٍ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solidFill>
          <a:srgbClr val="C3F6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3"/>
          </a:solidFill>
          <a:ln w="12700">
            <a:solidFill>
              <a:srgbClr val="64D8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B"/>
          </a:solidFill>
          <a:ln w="12700">
            <a:solidFill>
              <a:srgbClr val="47D17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0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مَهٍ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هٍ</a:t>
            </a:r>
            <a:endParaRPr lang="ar-SA" sz="6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نَهٍ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642B"/>
          </a:solidFill>
          <a:ln w="12700">
            <a:solidFill>
              <a:srgbClr val="5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7934"/>
          </a:solidFill>
          <a:ln w="12700">
            <a:solidFill>
              <a:srgbClr val="48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000" dirty="0"/>
          </a:p>
        </p:txBody>
      </p:sp>
      <p:sp>
        <p:nvSpPr>
          <p:cNvPr id="15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10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</p:bldLst>
  </p:timing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75EED"/>
          </a:solidFill>
          <a:ln w="12700">
            <a:solidFill>
              <a:srgbClr val="E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E"/>
          </a:solidFill>
          <a:ln w="12700">
            <a:solidFill>
              <a:srgbClr val="52E05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70DB"/>
          </a:solidFill>
          <a:ln w="12700">
            <a:solidFill>
              <a:srgbClr val="A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solidFill>
          <a:srgbClr val="C3CA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664D8"/>
          </a:solidFill>
          <a:ln w="12700">
            <a:solidFill>
              <a:srgbClr val="8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947D1"/>
          </a:solidFill>
          <a:ln w="12700">
            <a:solidFill>
              <a:srgbClr val="5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solidFill>
          <a:srgbClr val="1445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979"/>
          </a:solidFill>
          <a:ln w="12700">
            <a:solidFill>
              <a:srgbClr val="3459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9">
    <p:bg>
      <p:bgPr>
        <a:solidFill>
          <a:srgbClr val="E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45E"/>
          </a:solidFill>
          <a:ln w="12700">
            <a:solidFill>
              <a:srgbClr val="EDC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1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9E0"/>
          </a:solidFill>
          <a:ln w="12700">
            <a:solidFill>
              <a:srgbClr val="526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470"/>
          </a:solidFill>
          <a:ln w="12700">
            <a:solidFill>
              <a:srgbClr val="DB9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C8547"/>
          </a:solidFill>
          <a:ln w="12700">
            <a:solidFill>
              <a:srgbClr val="5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2">
    <p:bg>
      <p:bgPr>
        <a:solidFill>
          <a:srgbClr val="F6C3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964"/>
          </a:solidFill>
          <a:ln w="12700">
            <a:solidFill>
              <a:srgbClr val="D86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8"/>
          </a:solidFill>
          <a:ln w="12700">
            <a:solidFill>
              <a:srgbClr val="D1475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32B64"/>
          </a:solidFill>
          <a:ln w="12700">
            <a:solidFill>
              <a:srgbClr val="5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B"/>
          </a:solidFill>
          <a:ln w="12700">
            <a:solidFill>
              <a:srgbClr val="79346B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5">
    <p:bg>
      <p:bgPr>
        <a:solidFill>
          <a:srgbClr val="F6DD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6">
    <p:bg>
      <p:bgPr>
        <a:solidFill>
          <a:srgbClr val="C3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0"/>
          </a:solidFill>
          <a:ln w="12700">
            <a:solidFill>
              <a:srgbClr val="5EEDA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7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D"/>
          </a:solidFill>
          <a:ln w="12700">
            <a:solidFill>
              <a:srgbClr val="E0528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9"/>
          </a:solidFill>
          <a:ln w="12700">
            <a:solidFill>
              <a:srgbClr val="70DB7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B85"/>
          </a:solidFill>
          <a:ln w="12700">
            <a:solidFill>
              <a:srgbClr val="476B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8">
    <p:bg>
      <p:bgPr>
        <a:solidFill>
          <a:srgbClr val="E3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CD864"/>
          </a:solidFill>
          <a:ln w="12700">
            <a:solidFill>
              <a:srgbClr val="7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BD147"/>
          </a:solidFill>
          <a:ln w="12700">
            <a:solidFill>
              <a:srgbClr val="7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ظَوٍ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0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52B"/>
          </a:solidFill>
          <a:ln w="12700">
            <a:solidFill>
              <a:srgbClr val="644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734"/>
          </a:solidFill>
          <a:ln w="12700">
            <a:solidFill>
              <a:srgbClr val="7977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عَوٍ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1">
    <p:bg>
      <p:bgPr>
        <a:solidFill>
          <a:srgbClr val="C3F6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غَوٍ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5EED"/>
          </a:solidFill>
          <a:ln w="12700">
            <a:solidFill>
              <a:srgbClr val="7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فَوٍ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3">
    <p:bg>
      <p:bgPr>
        <a:solidFill>
          <a:srgbClr val="45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0E052"/>
          </a:solidFill>
          <a:ln w="12700">
            <a:solidFill>
              <a:srgbClr val="B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2DB"/>
          </a:solidFill>
          <a:ln w="12700">
            <a:solidFill>
              <a:srgbClr val="708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A"/>
          </a:solidFill>
          <a:ln w="12700">
            <a:solidFill>
              <a:srgbClr val="85477A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2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قَوٍ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4">
    <p:bg>
      <p:bgPr>
        <a:solidFill>
          <a:srgbClr val="C3F0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9D8"/>
          </a:solidFill>
          <a:ln w="12700">
            <a:solidFill>
              <a:srgbClr val="649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DD1"/>
          </a:solidFill>
          <a:ln w="12700">
            <a:solidFill>
              <a:srgbClr val="479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كَوٍ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2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لَوٍ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6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7"/>
          </a:solidFill>
          <a:ln w="12700">
            <a:solidFill>
              <a:srgbClr val="2B64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5"/>
          </a:solidFill>
          <a:ln w="12700">
            <a:solidFill>
              <a:srgbClr val="347965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مَوٍ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7">
    <p:bg>
      <p:bgPr>
        <a:solidFill>
          <a:srgbClr val="C3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نَوٍ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4"/>
          </a:solidFill>
          <a:ln w="12700">
            <a:solidFill>
              <a:srgbClr val="ED5E6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2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وٍ</a:t>
            </a:r>
            <a:endParaRPr lang="ar-SA" sz="52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هَوٍ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4E0"/>
          </a:solidFill>
          <a:ln w="12700">
            <a:solidFill>
              <a:srgbClr val="52D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C"/>
          </a:solidFill>
          <a:ln w="12700">
            <a:solidFill>
              <a:srgbClr val="DB709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047"/>
          </a:solidFill>
          <a:ln w="12700">
            <a:solidFill>
              <a:srgbClr val="8580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8400" dirty="0"/>
          </a:p>
        </p:txBody>
      </p:sp>
      <p:sp>
        <p:nvSpPr>
          <p:cNvPr id="18" name="C2 T1 tanween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</p:bldLst>
  </p:timing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0">
    <p:bg>
      <p:bgPr>
        <a:solidFill>
          <a:srgbClr val="F0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6"/>
          </a:solidFill>
          <a:ln w="12700">
            <a:solidFill>
              <a:srgbClr val="D864B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F"/>
          </a:solidFill>
          <a:ln w="12700">
            <a:solidFill>
              <a:srgbClr val="D147B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2">
    <p:bg>
      <p:bgPr>
        <a:solidFill>
          <a:srgbClr val="142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D64"/>
          </a:solidFill>
          <a:ln w="12700">
            <a:solidFill>
              <a:srgbClr val="2B2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43479"/>
          </a:solidFill>
          <a:ln w="12700">
            <a:solidFill>
              <a:srgbClr val="5434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3">
    <p:bg>
      <p:bgPr>
        <a:solidFill>
          <a:srgbClr val="F6C3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ED5E"/>
          </a:solidFill>
          <a:ln w="12700">
            <a:solidFill>
              <a:srgbClr val="8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5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952E0"/>
          </a:solidFill>
          <a:ln w="12700">
            <a:solidFill>
              <a:srgbClr val="C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DB70"/>
          </a:solidFill>
          <a:ln w="12700">
            <a:solidFill>
              <a:srgbClr val="B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6">
    <p:bg>
      <p:bgPr>
        <a:solidFill>
          <a:srgbClr val="F6E4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3D864"/>
          </a:solidFill>
          <a:ln w="12700">
            <a:solidFill>
              <a:srgbClr val="D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147"/>
          </a:solidFill>
          <a:ln w="12700">
            <a:solidFill>
              <a:srgbClr val="D1C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8">
    <p:bg>
      <p:bgPr>
        <a:solidFill>
          <a:srgbClr val="4314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B"/>
          </a:solidFill>
          <a:ln w="12700">
            <a:solidFill>
              <a:srgbClr val="642B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334"/>
          </a:solidFill>
          <a:ln w="12700">
            <a:solidFill>
              <a:srgbClr val="7943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9">
    <p:bg>
      <p:bgPr>
        <a:solidFill>
          <a:srgbClr val="DD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BED"/>
          </a:solidFill>
          <a:ln w="12700">
            <a:solidFill>
              <a:srgbClr val="5EA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1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652"/>
          </a:solidFill>
          <a:ln w="12700">
            <a:solidFill>
              <a:srgbClr val="E0A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2DB"/>
          </a:solidFill>
          <a:ln w="12700">
            <a:solidFill>
              <a:srgbClr val="70D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14785"/>
          </a:solidFill>
          <a:ln w="12700">
            <a:solidFill>
              <a:srgbClr val="614785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2">
    <p:bg>
      <p:bgPr>
        <a:solidFill>
          <a:srgbClr val="C1F6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1"/>
          </a:solidFill>
          <a:ln w="12700">
            <a:solidFill>
              <a:srgbClr val="64D8C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E"/>
          </a:solidFill>
          <a:ln w="12700">
            <a:solidFill>
              <a:srgbClr val="47D19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5">
    <p:bg>
      <p:bgPr>
        <a:solidFill>
          <a:srgbClr val="C3E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E"/>
          </a:solidFill>
          <a:ln w="12700">
            <a:solidFill>
              <a:srgbClr val="ED5E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7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2"/>
          </a:solidFill>
          <a:ln w="12700">
            <a:solidFill>
              <a:srgbClr val="52E0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A70DB"/>
          </a:solidFill>
          <a:ln w="12700">
            <a:solidFill>
              <a:srgbClr val="C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247"/>
          </a:solidFill>
          <a:ln w="12700">
            <a:solidFill>
              <a:srgbClr val="8552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عَيٍ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8">
    <p:bg>
      <p:bgPr>
        <a:solidFill>
          <a:srgbClr val="CA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464D8"/>
          </a:solidFill>
          <a:ln w="12700">
            <a:solidFill>
              <a:srgbClr val="A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C47D1"/>
          </a:solidFill>
          <a:ln w="12700">
            <a:solidFill>
              <a:srgbClr val="7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غَيٍ</a:t>
            </a:r>
            <a:endParaRPr lang="ar-SA" sz="5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فَيٍ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0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864"/>
          </a:solidFill>
          <a:ln w="12700">
            <a:solidFill>
              <a:srgbClr val="2B5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879"/>
          </a:solidFill>
          <a:ln w="12700">
            <a:solidFill>
              <a:srgbClr val="34487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قَيٍ</a:t>
            </a:r>
            <a:endParaRPr lang="ar-SA" sz="5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1">
    <p:bg>
      <p:bgPr>
        <a:solidFill>
          <a:srgbClr val="F6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كَيٍ</a:t>
            </a:r>
            <a:endParaRPr lang="ar-SA" sz="5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85E"/>
          </a:solidFill>
          <a:ln w="12700">
            <a:solidFill>
              <a:srgbClr val="EDE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9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0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6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7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لَيٍ</a:t>
            </a:r>
            <a:endParaRPr lang="ar-SA" sz="5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3">
    <p:bg>
      <p:bgPr>
        <a:solidFill>
          <a:srgbClr val="142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F52E0"/>
          </a:solidFill>
          <a:ln w="12700">
            <a:solidFill>
              <a:srgbClr val="5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F70"/>
          </a:solidFill>
          <a:ln w="12700">
            <a:solidFill>
              <a:srgbClr val="DBA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C8547"/>
          </a:solidFill>
          <a:ln w="12700">
            <a:solidFill>
              <a:srgbClr val="4C8547"/>
            </a:solidFill>
            <a:prstDash val="solid"/>
          </a:ln>
        </p:spPr>
      </p:sp>
      <p:sp>
        <p:nvSpPr>
          <p:cNvPr id="16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7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3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4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مَيٍ</a:t>
            </a:r>
            <a:endParaRPr lang="ar-SA" sz="5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4">
    <p:bg>
      <p:bgPr>
        <a:solidFill>
          <a:srgbClr val="F6C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764"/>
          </a:solidFill>
          <a:ln w="12700">
            <a:solidFill>
              <a:srgbClr val="D88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A47"/>
          </a:solidFill>
          <a:ln w="12700">
            <a:solidFill>
              <a:srgbClr val="D15A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8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نَيٍ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400" dirty="0"/>
          </a:p>
        </p:txBody>
      </p:sp>
      <p:sp>
        <p:nvSpPr>
          <p:cNvPr id="16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هَيٍ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6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2B64"/>
          </a:solidFill>
          <a:ln w="12700">
            <a:solidFill>
              <a:srgbClr val="6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9"/>
          </a:solidFill>
          <a:ln w="12700">
            <a:solidFill>
              <a:srgbClr val="793459"/>
            </a:solidFill>
            <a:prstDash val="solid"/>
          </a:ln>
        </p:spPr>
      </p:sp>
      <p:sp>
        <p:nvSpPr>
          <p:cNvPr id="13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4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7" name="C2 M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M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يٍ</a:t>
            </a:r>
            <a:endParaRPr lang="ar-SA" sz="4400" dirty="0"/>
          </a:p>
        </p:txBody>
      </p:sp>
      <p:sp>
        <p:nvSpPr>
          <p:cNvPr id="21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وَيٍ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7">
    <p:bg>
      <p:bgPr>
        <a:solidFill>
          <a:srgbClr val="F6EA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23194" y="896112"/>
            <a:ext cx="17160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23194" y="896112"/>
            <a:ext cx="17160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2704783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9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04783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25435" y="2834640"/>
            <a:ext cx="289312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25435" y="2834640"/>
            <a:ext cx="289312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بِقَلَمٍ</a:t>
            </a:r>
            <a:endParaRPr lang="ar-SA" sz="4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5"/>
          </a:solidFill>
          <a:ln w="12700">
            <a:solidFill>
              <a:srgbClr val="5EEDC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44799" y="896112"/>
            <a:ext cx="18787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7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44799" y="896112"/>
            <a:ext cx="18787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20414" y="896112"/>
            <a:ext cx="19043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7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20414" y="896112"/>
            <a:ext cx="19043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بِكُرَةٍ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912668" y="2834640"/>
            <a:ext cx="331866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912668" y="2834640"/>
            <a:ext cx="331866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لَعِبَ بِكُرَةٍ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9">
    <p:bg>
      <p:bgPr>
        <a:solidFill>
          <a:srgbClr val="43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8"/>
          </a:solidFill>
          <a:ln w="12700">
            <a:solidFill>
              <a:srgbClr val="E052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5"/>
          </a:solidFill>
          <a:ln w="12700">
            <a:solidFill>
              <a:srgbClr val="70DB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83242" y="896112"/>
            <a:ext cx="15547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8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83242" y="896112"/>
            <a:ext cx="15547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905989" y="896112"/>
            <a:ext cx="1457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8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905989" y="896112"/>
            <a:ext cx="1457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وَلَدٍ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226328" y="2834640"/>
            <a:ext cx="26913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226328" y="2834640"/>
            <a:ext cx="26913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قَلَمُ وَلَدٍ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0">
    <p:bg>
      <p:bgPr>
        <a:solidFill>
          <a:srgbClr val="D6F6C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A"/>
          </a:solidFill>
          <a:ln w="12700">
            <a:solidFill>
              <a:srgbClr val="64D86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7D147"/>
          </a:solidFill>
          <a:ln w="12700">
            <a:solidFill>
              <a:srgbClr val="5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33160" y="896112"/>
            <a:ext cx="16109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33160" y="896112"/>
            <a:ext cx="16109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</a:t>
            </a:r>
            <a:endParaRPr lang="ar-SA" sz="4100" dirty="0"/>
          </a:p>
        </p:txBody>
      </p:sp>
      <p:sp>
        <p:nvSpPr>
          <p:cNvPr id="12" name="C2 W2 pill"/>
          <p:cNvSpPr/>
          <p:nvPr/>
        </p:nvSpPr>
        <p:spPr>
          <a:xfrm>
            <a:off x="2699841" y="896112"/>
            <a:ext cx="18132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99841" y="896112"/>
            <a:ext cx="18132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شَجَرٍ</a:t>
            </a:r>
            <a:endParaRPr lang="ar-SA" sz="41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28847" y="2834640"/>
            <a:ext cx="30863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28847" y="2834640"/>
            <a:ext cx="30863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وَرَقُ شَجَرٍ</a:t>
            </a:r>
            <a:endParaRPr lang="ar-SA" sz="4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50879" y="896112"/>
            <a:ext cx="14612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50879" y="896112"/>
            <a:ext cx="14612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931881" y="896112"/>
            <a:ext cx="14989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931881" y="896112"/>
            <a:ext cx="14989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بَقَرٍ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292744" y="2834640"/>
            <a:ext cx="255851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292744" y="2834640"/>
            <a:ext cx="255851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لَبَنُ بَقَرٍ</a:t>
            </a:r>
            <a:endParaRPr lang="ar-SA" sz="4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2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42B"/>
          </a:solidFill>
          <a:ln w="12700">
            <a:solidFill>
              <a:srgbClr val="645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A7934"/>
          </a:solidFill>
          <a:ln w="12700">
            <a:solidFill>
              <a:srgbClr val="6A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65646" y="896112"/>
            <a:ext cx="17904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65646" y="896112"/>
            <a:ext cx="17904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87927" y="896112"/>
            <a:ext cx="16576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87927" y="896112"/>
            <a:ext cx="16576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أَسَدٍ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7165" y="2834640"/>
            <a:ext cx="29696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7165" y="2834640"/>
            <a:ext cx="29696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صُوَرُ أَسَدٍ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3">
    <p:bg>
      <p:bgPr>
        <a:solidFill>
          <a:srgbClr val="C3F6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7880" y="896112"/>
            <a:ext cx="19148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7880" y="896112"/>
            <a:ext cx="19148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1254" y="896112"/>
            <a:ext cx="142658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1254" y="896112"/>
            <a:ext cx="142658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بِيَدٍ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108129" y="2834640"/>
            <a:ext cx="292774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108129" y="2834640"/>
            <a:ext cx="292774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مَسَحَ بِيَدٍ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5EED"/>
          </a:solidFill>
          <a:ln w="12700">
            <a:solidFill>
              <a:srgbClr val="A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613" y="896112"/>
            <a:ext cx="17511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613" y="896112"/>
            <a:ext cx="17511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87202" y="896112"/>
            <a:ext cx="16983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87202" y="896112"/>
            <a:ext cx="16983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بِقَلَمٍ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66628" y="2834640"/>
            <a:ext cx="301074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66628" y="2834640"/>
            <a:ext cx="301074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بِقَلَمٍ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444</Slides>
  <Notes>444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444</vt:i4>
      </vt:variant>
    </vt:vector>
  </HeadingPairs>
  <TitlesOfParts>
    <vt:vector size="4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  <vt:lpstr>Slide 389</vt:lpstr>
      <vt:lpstr>Slide 390</vt:lpstr>
      <vt:lpstr>Slide 391</vt:lpstr>
      <vt:lpstr>Slide 392</vt:lpstr>
      <vt:lpstr>Slide 393</vt:lpstr>
      <vt:lpstr>Slide 394</vt:lpstr>
      <vt:lpstr>Slide 395</vt:lpstr>
      <vt:lpstr>Slide 396</vt:lpstr>
      <vt:lpstr>Slide 397</vt:lpstr>
      <vt:lpstr>Slide 398</vt:lpstr>
      <vt:lpstr>Slide 399</vt:lpstr>
      <vt:lpstr>Slide 400</vt:lpstr>
      <vt:lpstr>Slide 401</vt:lpstr>
      <vt:lpstr>Slide 402</vt:lpstr>
      <vt:lpstr>Slide 403</vt:lpstr>
      <vt:lpstr>Slide 404</vt:lpstr>
      <vt:lpstr>Slide 405</vt:lpstr>
      <vt:lpstr>Slide 406</vt:lpstr>
      <vt:lpstr>Slide 407</vt:lpstr>
      <vt:lpstr>Slide 408</vt:lpstr>
      <vt:lpstr>Slide 409</vt:lpstr>
      <vt:lpstr>Slide 410</vt:lpstr>
      <vt:lpstr>Slide 411</vt:lpstr>
      <vt:lpstr>Slide 412</vt:lpstr>
      <vt:lpstr>Slide 413</vt:lpstr>
      <vt:lpstr>Slide 414</vt:lpstr>
      <vt:lpstr>Slide 415</vt:lpstr>
      <vt:lpstr>Slide 416</vt:lpstr>
      <vt:lpstr>Slide 417</vt:lpstr>
      <vt:lpstr>Slide 418</vt:lpstr>
      <vt:lpstr>Slide 419</vt:lpstr>
      <vt:lpstr>Slide 420</vt:lpstr>
      <vt:lpstr>Slide 421</vt:lpstr>
      <vt:lpstr>Slide 422</vt:lpstr>
      <vt:lpstr>Slide 423</vt:lpstr>
      <vt:lpstr>Slide 424</vt:lpstr>
      <vt:lpstr>Slide 425</vt:lpstr>
      <vt:lpstr>Slide 426</vt:lpstr>
      <vt:lpstr>Slide 427</vt:lpstr>
      <vt:lpstr>Slide 428</vt:lpstr>
      <vt:lpstr>Slide 429</vt:lpstr>
      <vt:lpstr>Slide 430</vt:lpstr>
      <vt:lpstr>Slide 431</vt:lpstr>
      <vt:lpstr>Slide 432</vt:lpstr>
      <vt:lpstr>Slide 433</vt:lpstr>
      <vt:lpstr>Slide 434</vt:lpstr>
      <vt:lpstr>Slide 435</vt:lpstr>
      <vt:lpstr>Slide 436</vt:lpstr>
      <vt:lpstr>Slide 437</vt:lpstr>
      <vt:lpstr>Slide 438</vt:lpstr>
      <vt:lpstr>Slide 439</vt:lpstr>
      <vt:lpstr>Slide 440</vt:lpstr>
      <vt:lpstr>Slide 441</vt:lpstr>
      <vt:lpstr>Slide 442</vt:lpstr>
      <vt:lpstr>Slide 443</vt:lpstr>
      <vt:lpstr>Slide 444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Tanween-2-Kasratan</dc:title>
  <dc:subject>PptxGenJS Presentation</dc:subject>
  <dc:creator>PptxGenJS</dc:creator>
  <cp:lastModifiedBy>PptxGenJS</cp:lastModifiedBy>
  <cp:revision>1</cp:revision>
  <dcterms:created xsi:type="dcterms:W3CDTF">2026-10-21T17:47:25Z</dcterms:created>
  <dcterms:modified xsi:type="dcterms:W3CDTF">2026-10-21T17:47:25Z</dcterms:modified>
</cp:coreProperties>
</file>