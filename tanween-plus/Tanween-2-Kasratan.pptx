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slideMasters/slideMaster406.xml" ContentType="application/vnd.openxmlformats-officedocument.presentationml.slideMaster+xml"/>
  <Override PartName="/ppt/slides/slide406.xml" ContentType="application/vnd.openxmlformats-officedocument.presentationml.slide+xml"/>
  <Override PartName="/ppt/slideMasters/slideMaster407.xml" ContentType="application/vnd.openxmlformats-officedocument.presentationml.slideMaster+xml"/>
  <Override PartName="/ppt/slides/slide407.xml" ContentType="application/vnd.openxmlformats-officedocument.presentationml.slide+xml"/>
  <Override PartName="/ppt/slideMasters/slideMaster408.xml" ContentType="application/vnd.openxmlformats-officedocument.presentationml.slideMaster+xml"/>
  <Override PartName="/ppt/slides/slide408.xml" ContentType="application/vnd.openxmlformats-officedocument.presentationml.slide+xml"/>
  <Override PartName="/ppt/slideMasters/slideMaster409.xml" ContentType="application/vnd.openxmlformats-officedocument.presentationml.slideMaster+xml"/>
  <Override PartName="/ppt/slides/slide409.xml" ContentType="application/vnd.openxmlformats-officedocument.presentationml.slide+xml"/>
  <Override PartName="/ppt/slideMasters/slideMaster410.xml" ContentType="application/vnd.openxmlformats-officedocument.presentationml.slideMaster+xml"/>
  <Override PartName="/ppt/slides/slide410.xml" ContentType="application/vnd.openxmlformats-officedocument.presentationml.slide+xml"/>
  <Override PartName="/ppt/slideMasters/slideMaster411.xml" ContentType="application/vnd.openxmlformats-officedocument.presentationml.slideMaster+xml"/>
  <Override PartName="/ppt/slides/slide411.xml" ContentType="application/vnd.openxmlformats-officedocument.presentationml.slide+xml"/>
  <Override PartName="/ppt/slideMasters/slideMaster412.xml" ContentType="application/vnd.openxmlformats-officedocument.presentationml.slideMaster+xml"/>
  <Override PartName="/ppt/slides/slide412.xml" ContentType="application/vnd.openxmlformats-officedocument.presentationml.slide+xml"/>
  <Override PartName="/ppt/slideMasters/slideMaster413.xml" ContentType="application/vnd.openxmlformats-officedocument.presentationml.slideMaster+xml"/>
  <Override PartName="/ppt/slides/slide413.xml" ContentType="application/vnd.openxmlformats-officedocument.presentationml.slide+xml"/>
  <Override PartName="/ppt/slideMasters/slideMaster414.xml" ContentType="application/vnd.openxmlformats-officedocument.presentationml.slideMaster+xml"/>
  <Override PartName="/ppt/slides/slide414.xml" ContentType="application/vnd.openxmlformats-officedocument.presentationml.slide+xml"/>
  <Override PartName="/ppt/slideMasters/slideMaster415.xml" ContentType="application/vnd.openxmlformats-officedocument.presentationml.slideMaster+xml"/>
  <Override PartName="/ppt/slides/slide415.xml" ContentType="application/vnd.openxmlformats-officedocument.presentationml.slide+xml"/>
  <Override PartName="/ppt/slideMasters/slideMaster416.xml" ContentType="application/vnd.openxmlformats-officedocument.presentationml.slideMaster+xml"/>
  <Override PartName="/ppt/slides/slide416.xml" ContentType="application/vnd.openxmlformats-officedocument.presentationml.slide+xml"/>
  <Override PartName="/ppt/slideMasters/slideMaster417.xml" ContentType="application/vnd.openxmlformats-officedocument.presentationml.slideMaster+xml"/>
  <Override PartName="/ppt/slides/slide417.xml" ContentType="application/vnd.openxmlformats-officedocument.presentationml.slide+xml"/>
  <Override PartName="/ppt/slideMasters/slideMaster418.xml" ContentType="application/vnd.openxmlformats-officedocument.presentationml.slideMaster+xml"/>
  <Override PartName="/ppt/slides/slide418.xml" ContentType="application/vnd.openxmlformats-officedocument.presentationml.slide+xml"/>
  <Override PartName="/ppt/slideMasters/slideMaster419.xml" ContentType="application/vnd.openxmlformats-officedocument.presentationml.slideMaster+xml"/>
  <Override PartName="/ppt/slides/slide419.xml" ContentType="application/vnd.openxmlformats-officedocument.presentationml.slide+xml"/>
  <Override PartName="/ppt/slideMasters/slideMaster420.xml" ContentType="application/vnd.openxmlformats-officedocument.presentationml.slideMaster+xml"/>
  <Override PartName="/ppt/slides/slide420.xml" ContentType="application/vnd.openxmlformats-officedocument.presentationml.slide+xml"/>
  <Override PartName="/ppt/slideMasters/slideMaster421.xml" ContentType="application/vnd.openxmlformats-officedocument.presentationml.slideMaster+xml"/>
  <Override PartName="/ppt/slides/slide421.xml" ContentType="application/vnd.openxmlformats-officedocument.presentationml.slide+xml"/>
  <Override PartName="/ppt/slideMasters/slideMaster422.xml" ContentType="application/vnd.openxmlformats-officedocument.presentationml.slideMaster+xml"/>
  <Override PartName="/ppt/slides/slide422.xml" ContentType="application/vnd.openxmlformats-officedocument.presentationml.slide+xml"/>
  <Override PartName="/ppt/slideMasters/slideMaster423.xml" ContentType="application/vnd.openxmlformats-officedocument.presentationml.slideMaster+xml"/>
  <Override PartName="/ppt/slides/slide423.xml" ContentType="application/vnd.openxmlformats-officedocument.presentationml.slide+xml"/>
  <Override PartName="/ppt/slideMasters/slideMaster424.xml" ContentType="application/vnd.openxmlformats-officedocument.presentationml.slideMaster+xml"/>
  <Override PartName="/ppt/slides/slide424.xml" ContentType="application/vnd.openxmlformats-officedocument.presentationml.slide+xml"/>
  <Override PartName="/ppt/slideMasters/slideMaster425.xml" ContentType="application/vnd.openxmlformats-officedocument.presentationml.slideMaster+xml"/>
  <Override PartName="/ppt/slides/slide425.xml" ContentType="application/vnd.openxmlformats-officedocument.presentationml.slide+xml"/>
  <Override PartName="/ppt/slideMasters/slideMaster426.xml" ContentType="application/vnd.openxmlformats-officedocument.presentationml.slideMaster+xml"/>
  <Override PartName="/ppt/slides/slide426.xml" ContentType="application/vnd.openxmlformats-officedocument.presentationml.slide+xml"/>
  <Override PartName="/ppt/slideMasters/slideMaster427.xml" ContentType="application/vnd.openxmlformats-officedocument.presentationml.slideMaster+xml"/>
  <Override PartName="/ppt/slides/slide427.xml" ContentType="application/vnd.openxmlformats-officedocument.presentationml.slide+xml"/>
  <Override PartName="/ppt/slideMasters/slideMaster428.xml" ContentType="application/vnd.openxmlformats-officedocument.presentationml.slideMaster+xml"/>
  <Override PartName="/ppt/slides/slide428.xml" ContentType="application/vnd.openxmlformats-officedocument.presentationml.slide+xml"/>
  <Override PartName="/ppt/slideMasters/slideMaster429.xml" ContentType="application/vnd.openxmlformats-officedocument.presentationml.slideMaster+xml"/>
  <Override PartName="/ppt/slides/slide429.xml" ContentType="application/vnd.openxmlformats-officedocument.presentationml.slide+xml"/>
  <Override PartName="/ppt/slideMasters/slideMaster430.xml" ContentType="application/vnd.openxmlformats-officedocument.presentationml.slideMaster+xml"/>
  <Override PartName="/ppt/slides/slide430.xml" ContentType="application/vnd.openxmlformats-officedocument.presentationml.slide+xml"/>
  <Override PartName="/ppt/slideMasters/slideMaster431.xml" ContentType="application/vnd.openxmlformats-officedocument.presentationml.slideMaster+xml"/>
  <Override PartName="/ppt/slides/slide431.xml" ContentType="application/vnd.openxmlformats-officedocument.presentationml.slide+xml"/>
  <Override PartName="/ppt/slideMasters/slideMaster432.xml" ContentType="application/vnd.openxmlformats-officedocument.presentationml.slideMaster+xml"/>
  <Override PartName="/ppt/slides/slide432.xml" ContentType="application/vnd.openxmlformats-officedocument.presentationml.slide+xml"/>
  <Override PartName="/ppt/slideMasters/slideMaster433.xml" ContentType="application/vnd.openxmlformats-officedocument.presentationml.slideMaster+xml"/>
  <Override PartName="/ppt/slides/slide433.xml" ContentType="application/vnd.openxmlformats-officedocument.presentationml.slide+xml"/>
  <Override PartName="/ppt/slideMasters/slideMaster434.xml" ContentType="application/vnd.openxmlformats-officedocument.presentationml.slideMaster+xml"/>
  <Override PartName="/ppt/slides/slide434.xml" ContentType="application/vnd.openxmlformats-officedocument.presentationml.slide+xml"/>
  <Override PartName="/ppt/slideMasters/slideMaster435.xml" ContentType="application/vnd.openxmlformats-officedocument.presentationml.slideMaster+xml"/>
  <Override PartName="/ppt/slides/slide435.xml" ContentType="application/vnd.openxmlformats-officedocument.presentationml.slide+xml"/>
  <Override PartName="/ppt/slideMasters/slideMaster436.xml" ContentType="application/vnd.openxmlformats-officedocument.presentationml.slideMaster+xml"/>
  <Override PartName="/ppt/slides/slide436.xml" ContentType="application/vnd.openxmlformats-officedocument.presentationml.slide+xml"/>
  <Override PartName="/ppt/slideMasters/slideMaster437.xml" ContentType="application/vnd.openxmlformats-officedocument.presentationml.slideMaster+xml"/>
  <Override PartName="/ppt/slides/slide437.xml" ContentType="application/vnd.openxmlformats-officedocument.presentationml.slide+xml"/>
  <Override PartName="/ppt/slideMasters/slideMaster438.xml" ContentType="application/vnd.openxmlformats-officedocument.presentationml.slideMaster+xml"/>
  <Override PartName="/ppt/slides/slide438.xml" ContentType="application/vnd.openxmlformats-officedocument.presentationml.slide+xml"/>
  <Override PartName="/ppt/slideMasters/slideMaster439.xml" ContentType="application/vnd.openxmlformats-officedocument.presentationml.slideMaster+xml"/>
  <Override PartName="/ppt/slides/slide439.xml" ContentType="application/vnd.openxmlformats-officedocument.presentationml.slide+xml"/>
  <Override PartName="/ppt/slideMasters/slideMaster440.xml" ContentType="application/vnd.openxmlformats-officedocument.presentationml.slideMaster+xml"/>
  <Override PartName="/ppt/slides/slide440.xml" ContentType="application/vnd.openxmlformats-officedocument.presentationml.slide+xml"/>
  <Override PartName="/ppt/slideMasters/slideMaster441.xml" ContentType="application/vnd.openxmlformats-officedocument.presentationml.slideMaster+xml"/>
  <Override PartName="/ppt/slides/slide441.xml" ContentType="application/vnd.openxmlformats-officedocument.presentationml.slide+xml"/>
  <Override PartName="/ppt/slideMasters/slideMaster442.xml" ContentType="application/vnd.openxmlformats-officedocument.presentationml.slideMaster+xml"/>
  <Override PartName="/ppt/slides/slide442.xml" ContentType="application/vnd.openxmlformats-officedocument.presentationml.slide+xml"/>
  <Override PartName="/ppt/slideMasters/slideMaster443.xml" ContentType="application/vnd.openxmlformats-officedocument.presentationml.slideMaster+xml"/>
  <Override PartName="/ppt/slides/slide443.xml" ContentType="application/vnd.openxmlformats-officedocument.presentationml.slide+xml"/>
  <Override PartName="/ppt/slideMasters/slideMaster444.xml" ContentType="application/vnd.openxmlformats-officedocument.presentationml.slideMaster+xml"/>
  <Override PartName="/ppt/slides/slide4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ppt/notesSlides/notesSlide437.xml" ContentType="application/vnd.openxmlformats-officedocument.presentationml.notesSlide+xml"/>
  <Override PartName="/ppt/notesSlides/notesSlide438.xml" ContentType="application/vnd.openxmlformats-officedocument.presentationml.notesSlide+xml"/>
  <Override PartName="/ppt/notesSlides/notesSlide439.xml" ContentType="application/vnd.openxmlformats-officedocument.presentationml.notesSlide+xml"/>
  <Override PartName="/ppt/notesSlides/notesSlide440.xml" ContentType="application/vnd.openxmlformats-officedocument.presentationml.notesSlide+xml"/>
  <Override PartName="/ppt/notesSlides/notesSlide441.xml" ContentType="application/vnd.openxmlformats-officedocument.presentationml.notesSlide+xml"/>
  <Override PartName="/ppt/notesSlides/notesSlide442.xml" ContentType="application/vnd.openxmlformats-officedocument.presentationml.notesSlide+xml"/>
  <Override PartName="/ppt/notesSlides/notesSlide443.xml" ContentType="application/vnd.openxmlformats-officedocument.presentationml.notesSlide+xml"/>
  <Override PartName="/ppt/notesSlides/notesSlide4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</p:sldIdLst>
  <p:notesMasterIdLst>
    <p:notesMasterId r:id="rId4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slide" Target="slides/slide437.xml"/><Relationship Id="rId439" Type="http://schemas.openxmlformats.org/officeDocument/2006/relationships/slide" Target="slides/slide438.xml"/><Relationship Id="rId440" Type="http://schemas.openxmlformats.org/officeDocument/2006/relationships/slide" Target="slides/slide439.xml"/><Relationship Id="rId441" Type="http://schemas.openxmlformats.org/officeDocument/2006/relationships/slide" Target="slides/slide440.xml"/><Relationship Id="rId442" Type="http://schemas.openxmlformats.org/officeDocument/2006/relationships/slide" Target="slides/slide441.xml"/><Relationship Id="rId443" Type="http://schemas.openxmlformats.org/officeDocument/2006/relationships/slide" Target="slides/slide442.xml"/><Relationship Id="rId444" Type="http://schemas.openxmlformats.org/officeDocument/2006/relationships/slide" Target="slides/slide443.xml"/><Relationship Id="rId445" Type="http://schemas.openxmlformats.org/officeDocument/2006/relationships/slide" Target="slides/slide444.xml"/><Relationship Id="rId446" Type="http://schemas.openxmlformats.org/officeDocument/2006/relationships/notesMaster" Target="notesMasters/notesMaster1.xml"/><Relationship Id="rId447" Type="http://schemas.openxmlformats.org/officeDocument/2006/relationships/presProps" Target="presProps.xml"/><Relationship Id="rId448" Type="http://schemas.openxmlformats.org/officeDocument/2006/relationships/viewProps" Target="viewProps.xml"/><Relationship Id="rId449" Type="http://schemas.openxmlformats.org/officeDocument/2006/relationships/theme" Target="theme/theme1.xml"/><Relationship Id="rId4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_rels/notesSlide4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6.xml"/>
		</Relationships>
</file>

<file path=ppt/notesSlides/_rels/notesSlide4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7.xml"/>
		</Relationships>
</file>

<file path=ppt/notesSlides/_rels/notesSlide4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8.xml"/>
		</Relationships>
</file>

<file path=ppt/notesSlides/_rels/notesSlide4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9.xml"/>
		</Relationships>
</file>

<file path=ppt/notesSlides/_rels/notesSlide4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0.xml"/>
		</Relationships>
</file>

<file path=ppt/notesSlides/_rels/notesSlide4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1.xml"/>
		</Relationships>
</file>

<file path=ppt/notesSlides/_rels/notesSlide4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2.xml"/>
		</Relationships>
</file>

<file path=ppt/notesSlides/_rels/notesSlide4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3.xml"/>
		</Relationships>
</file>

<file path=ppt/notesSlides/_rels/notesSlide4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4.xml"/>
		</Relationships>
</file>

<file path=ppt/notesSlides/_rels/notesSlide4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5.xml"/>
		</Relationships>
</file>

<file path=ppt/notesSlides/_rels/notesSlide4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6.xml"/>
		</Relationships>
</file>

<file path=ppt/notesSlides/_rels/notesSlide4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7.xml"/>
		</Relationships>
</file>

<file path=ppt/notesSlides/_rels/notesSlide4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8.xml"/>
		</Relationships>
</file>

<file path=ppt/notesSlides/_rels/notesSlide4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9.xml"/>
		</Relationships>
</file>

<file path=ppt/notesSlides/_rels/notesSlide4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0.xml"/>
		</Relationships>
</file>

<file path=ppt/notesSlides/_rels/notesSlide4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1.xml"/>
		</Relationships>
</file>

<file path=ppt/notesSlides/_rels/notesSlide4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2.xml"/>
		</Relationships>
</file>

<file path=ppt/notesSlides/_rels/notesSlide4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3.xml"/>
		</Relationships>
</file>

<file path=ppt/notesSlides/_rels/notesSlide4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4.xml"/>
		</Relationships>
</file>

<file path=ppt/notesSlides/_rels/notesSlide4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5.xml"/>
		</Relationships>
</file>

<file path=ppt/notesSlides/_rels/notesSlide4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6.xml"/>
		</Relationships>
</file>

<file path=ppt/notesSlides/_rels/notesSlide4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7.xml"/>
		</Relationships>
</file>

<file path=ppt/notesSlides/_rels/notesSlide4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8.xml"/>
		</Relationships>
</file>

<file path=ppt/notesSlides/_rels/notesSlide4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9.xml"/>
		</Relationships>
</file>

<file path=ppt/notesSlides/_rels/notesSlide4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0.xml"/>
		</Relationships>
</file>

<file path=ppt/notesSlides/_rels/notesSlide4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1.xml"/>
		</Relationships>
</file>

<file path=ppt/notesSlides/_rels/notesSlide4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2.xml"/>
		</Relationships>
</file>

<file path=ppt/notesSlides/_rels/notesSlide4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3.xml"/>
		</Relationships>
</file>

<file path=ppt/notesSlides/_rels/notesSlide4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4.xml"/>
		</Relationships>
</file>

<file path=ppt/notesSlides/_rels/notesSlide4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5.xml"/>
		</Relationships>
</file>

<file path=ppt/notesSlides/_rels/notesSlide4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6.xml"/>
		</Relationships>
</file>

<file path=ppt/notesSlides/_rels/notesSlide4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7.xml"/>
		</Relationships>
</file>

<file path=ppt/notesSlides/_rels/notesSlide4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8.xml"/>
		</Relationships>
</file>

<file path=ppt/notesSlides/_rels/notesSlide4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9.xml"/>
		</Relationships>
</file>

<file path=ppt/notesSlides/_rels/notesSlide4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0.xml"/>
		</Relationships>
</file>

<file path=ppt/notesSlides/_rels/notesSlide4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1.xml"/>
		</Relationships>
</file>

<file path=ppt/notesSlides/_rels/notesSlide4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2.xml"/>
		</Relationships>
</file>

<file path=ppt/notesSlides/_rels/notesSlide4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3.xml"/>
		</Relationships>
</file>

<file path=ppt/notesSlides/_rels/notesSlide4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TrSnd" Type="http://schemas.openxmlformats.org/officeDocument/2006/relationships/audio" Target="../media/marimba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TrSnd" Type="http://schemas.openxmlformats.org/officeDocument/2006/relationships/audio" Target="../media/harp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TrSnd" Type="http://schemas.openxmlformats.org/officeDocument/2006/relationships/audio" Target="../media/chime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TrSnd" Type="http://schemas.openxmlformats.org/officeDocument/2006/relationships/audio" Target="../media/whoosh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TrSnd" Type="http://schemas.openxmlformats.org/officeDocument/2006/relationships/audio" Target="../media/bubbles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TrSnd" Type="http://schemas.openxmlformats.org/officeDocument/2006/relationships/audio" Target="../media/sparkle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TrSnd" Type="http://schemas.openxmlformats.org/officeDocument/2006/relationships/audio" Target="../media/marimba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TrSnd" Type="http://schemas.openxmlformats.org/officeDocument/2006/relationships/audio" Target="../media/harp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TrSnd" Type="http://schemas.openxmlformats.org/officeDocument/2006/relationships/audio" Target="../media/chime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TrSnd" Type="http://schemas.openxmlformats.org/officeDocument/2006/relationships/audio" Target="../media/whoosh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TrSnd" Type="http://schemas.openxmlformats.org/officeDocument/2006/relationships/audio" Target="../media/bubbles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TrSnd" Type="http://schemas.openxmlformats.org/officeDocument/2006/relationships/audio" Target="../media/sparkle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TrSnd" Type="http://schemas.openxmlformats.org/officeDocument/2006/relationships/audio" Target="../media/marimba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TrSnd" Type="http://schemas.openxmlformats.org/officeDocument/2006/relationships/audio" Target="../media/harp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TrSnd" Type="http://schemas.openxmlformats.org/officeDocument/2006/relationships/audio" Target="../media/chime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TrSnd" Type="http://schemas.openxmlformats.org/officeDocument/2006/relationships/audio" Target="../media/whoosh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TrSnd" Type="http://schemas.openxmlformats.org/officeDocument/2006/relationships/audio" Target="../media/bubbles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TrSnd" Type="http://schemas.openxmlformats.org/officeDocument/2006/relationships/audio" Target="../media/sparkle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TrSnd" Type="http://schemas.openxmlformats.org/officeDocument/2006/relationships/audio" Target="../media/marimba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TrSnd" Type="http://schemas.openxmlformats.org/officeDocument/2006/relationships/audio" Target="../media/harp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TrSnd" Type="http://schemas.openxmlformats.org/officeDocument/2006/relationships/audio" Target="../media/chime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TrSnd" Type="http://schemas.openxmlformats.org/officeDocument/2006/relationships/audio" Target="../media/whoosh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TrSnd" Type="http://schemas.openxmlformats.org/officeDocument/2006/relationships/audio" Target="../media/bubbles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TrSnd" Type="http://schemas.openxmlformats.org/officeDocument/2006/relationships/audio" Target="../media/sparkle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TrSnd" Type="http://schemas.openxmlformats.org/officeDocument/2006/relationships/audio" Target="../media/marimba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TrSnd" Type="http://schemas.openxmlformats.org/officeDocument/2006/relationships/audio" Target="../media/harp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TrSnd" Type="http://schemas.openxmlformats.org/officeDocument/2006/relationships/audio" Target="../media/chime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TrSnd" Type="http://schemas.openxmlformats.org/officeDocument/2006/relationships/audio" Target="../media/whoosh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TrSnd" Type="http://schemas.openxmlformats.org/officeDocument/2006/relationships/audio" Target="../media/bubbles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TrSnd" Type="http://schemas.openxmlformats.org/officeDocument/2006/relationships/audio" Target="../media/sparkle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TrSnd" Type="http://schemas.openxmlformats.org/officeDocument/2006/relationships/audio" Target="../media/marimba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TrSnd" Type="http://schemas.openxmlformats.org/officeDocument/2006/relationships/audio" Target="../media/harp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TrSnd" Type="http://schemas.openxmlformats.org/officeDocument/2006/relationships/audio" Target="../media/chime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TrSnd" Type="http://schemas.openxmlformats.org/officeDocument/2006/relationships/audio" Target="../media/whoosh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TrSnd" Type="http://schemas.openxmlformats.org/officeDocument/2006/relationships/audio" Target="../media/bubbles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TrSnd" Type="http://schemas.openxmlformats.org/officeDocument/2006/relationships/audio" Target="../media/sparkle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TrSnd" Type="http://schemas.openxmlformats.org/officeDocument/2006/relationships/audio" Target="../media/marimba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TrSnd" Type="http://schemas.openxmlformats.org/officeDocument/2006/relationships/audio" Target="../media/harp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TrSnd" Type="http://schemas.openxmlformats.org/officeDocument/2006/relationships/audio" Target="../media/chime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TrSnd" Type="http://schemas.openxmlformats.org/officeDocument/2006/relationships/audio" Target="../media/whoosh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TrSnd" Type="http://schemas.openxmlformats.org/officeDocument/2006/relationships/audio" Target="../media/bubbles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TrSnd" Type="http://schemas.openxmlformats.org/officeDocument/2006/relationships/audio" Target="../media/sparkle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TrSnd" Type="http://schemas.openxmlformats.org/officeDocument/2006/relationships/audio" Target="../media/marimba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TrSnd" Type="http://schemas.openxmlformats.org/officeDocument/2006/relationships/audio" Target="../media/harp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TrSnd" Type="http://schemas.openxmlformats.org/officeDocument/2006/relationships/audio" Target="../media/chime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TrSnd" Type="http://schemas.openxmlformats.org/officeDocument/2006/relationships/audio" Target="../media/whoosh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TrSnd" Type="http://schemas.openxmlformats.org/officeDocument/2006/relationships/audio" Target="../media/bubbles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TrSnd" Type="http://schemas.openxmlformats.org/officeDocument/2006/relationships/audio" Target="../media/sparkle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TrSnd" Type="http://schemas.openxmlformats.org/officeDocument/2006/relationships/audio" Target="../media/marimba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TrSnd" Type="http://schemas.openxmlformats.org/officeDocument/2006/relationships/audio" Target="../media/harp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TrSnd" Type="http://schemas.openxmlformats.org/officeDocument/2006/relationships/audio" Target="../media/chime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TrSnd" Type="http://schemas.openxmlformats.org/officeDocument/2006/relationships/audio" Target="../media/whoosh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TrSnd" Type="http://schemas.openxmlformats.org/officeDocument/2006/relationships/audio" Target="../media/bubbles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TrSnd" Type="http://schemas.openxmlformats.org/officeDocument/2006/relationships/audio" Target="../media/sparkle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TrSnd" Type="http://schemas.openxmlformats.org/officeDocument/2006/relationships/audio" Target="../media/marimba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TrSnd" Type="http://schemas.openxmlformats.org/officeDocument/2006/relationships/audio" Target="../media/harp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TrSnd" Type="http://schemas.openxmlformats.org/officeDocument/2006/relationships/audio" Target="../media/chime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TrSnd" Type="http://schemas.openxmlformats.org/officeDocument/2006/relationships/audio" Target="../media/whoosh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TrSnd" Type="http://schemas.openxmlformats.org/officeDocument/2006/relationships/audio" Target="../media/bubbles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TrSnd" Type="http://schemas.openxmlformats.org/officeDocument/2006/relationships/audio" Target="../media/sparkle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TrSnd" Type="http://schemas.openxmlformats.org/officeDocument/2006/relationships/audio" Target="../media/marimba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TrSnd" Type="http://schemas.openxmlformats.org/officeDocument/2006/relationships/audio" Target="../media/harp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TrSnd" Type="http://schemas.openxmlformats.org/officeDocument/2006/relationships/audio" Target="../media/chime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TrSnd" Type="http://schemas.openxmlformats.org/officeDocument/2006/relationships/audio" Target="../media/whoosh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TrSnd" Type="http://schemas.openxmlformats.org/officeDocument/2006/relationships/audio" Target="../media/bubbles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TrSnd" Type="http://schemas.openxmlformats.org/officeDocument/2006/relationships/audio" Target="../media/sparkle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TrSnd" Type="http://schemas.openxmlformats.org/officeDocument/2006/relationships/audio" Target="../media/marimba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TrSnd" Type="http://schemas.openxmlformats.org/officeDocument/2006/relationships/audio" Target="../media/harp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TrSnd" Type="http://schemas.openxmlformats.org/officeDocument/2006/relationships/audio" Target="../media/chime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TrSnd" Type="http://schemas.openxmlformats.org/officeDocument/2006/relationships/audio" Target="../media/whoosh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TrSnd" Type="http://schemas.openxmlformats.org/officeDocument/2006/relationships/audio" Target="../media/bubbles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TrSnd" Type="http://schemas.openxmlformats.org/officeDocument/2006/relationships/audio" Target="../media/sparkle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TrSnd" Type="http://schemas.openxmlformats.org/officeDocument/2006/relationships/audio" Target="../media/marimba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TrSnd" Type="http://schemas.openxmlformats.org/officeDocument/2006/relationships/audio" Target="../media/harp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TrSnd" Type="http://schemas.openxmlformats.org/officeDocument/2006/relationships/audio" Target="../media/chime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TrSnd" Type="http://schemas.openxmlformats.org/officeDocument/2006/relationships/audio" Target="../media/whoosh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TrSnd" Type="http://schemas.openxmlformats.org/officeDocument/2006/relationships/audio" Target="../media/bubbles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TrSnd" Type="http://schemas.openxmlformats.org/officeDocument/2006/relationships/audio" Target="../media/sparkle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TrSnd" Type="http://schemas.openxmlformats.org/officeDocument/2006/relationships/audio" Target="../media/marimba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TrSnd" Type="http://schemas.openxmlformats.org/officeDocument/2006/relationships/audio" Target="../media/harp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TrSnd" Type="http://schemas.openxmlformats.org/officeDocument/2006/relationships/audio" Target="../media/chime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TrSnd" Type="http://schemas.openxmlformats.org/officeDocument/2006/relationships/audio" Target="../media/whoosh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TrSnd" Type="http://schemas.openxmlformats.org/officeDocument/2006/relationships/audio" Target="../media/bubbles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TrSnd" Type="http://schemas.openxmlformats.org/officeDocument/2006/relationships/audio" Target="../media/sparkle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TrSnd" Type="http://schemas.openxmlformats.org/officeDocument/2006/relationships/audio" Target="../media/marimba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TrSnd" Type="http://schemas.openxmlformats.org/officeDocument/2006/relationships/audio" Target="../media/harp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TrSnd" Type="http://schemas.openxmlformats.org/officeDocument/2006/relationships/audio" Target="../media/chime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TrSnd" Type="http://schemas.openxmlformats.org/officeDocument/2006/relationships/audio" Target="../media/whoosh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TrSnd" Type="http://schemas.openxmlformats.org/officeDocument/2006/relationships/audio" Target="../media/bubbles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TrSnd" Type="http://schemas.openxmlformats.org/officeDocument/2006/relationships/audio" Target="../media/sparkle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TrSnd" Type="http://schemas.openxmlformats.org/officeDocument/2006/relationships/audio" Target="../media/marimba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TrSnd" Type="http://schemas.openxmlformats.org/officeDocument/2006/relationships/audio" Target="../media/harp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TrSnd" Type="http://schemas.openxmlformats.org/officeDocument/2006/relationships/audio" Target="../media/chime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TrSnd" Type="http://schemas.openxmlformats.org/officeDocument/2006/relationships/audio" Target="../media/whoosh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TrSnd" Type="http://schemas.openxmlformats.org/officeDocument/2006/relationships/audio" Target="../media/bubbles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TrSnd" Type="http://schemas.openxmlformats.org/officeDocument/2006/relationships/audio" Target="../media/sparkle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TrSnd" Type="http://schemas.openxmlformats.org/officeDocument/2006/relationships/audio" Target="../media/marimba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TrSnd" Type="http://schemas.openxmlformats.org/officeDocument/2006/relationships/audio" Target="../media/harp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TrSnd" Type="http://schemas.openxmlformats.org/officeDocument/2006/relationships/audio" Target="../media/chime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TrSnd" Type="http://schemas.openxmlformats.org/officeDocument/2006/relationships/audio" Target="../media/whoosh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TrSnd" Type="http://schemas.openxmlformats.org/officeDocument/2006/relationships/audio" Target="../media/bubbles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TrSnd" Type="http://schemas.openxmlformats.org/officeDocument/2006/relationships/audio" Target="../media/sparkle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TrSnd" Type="http://schemas.openxmlformats.org/officeDocument/2006/relationships/audio" Target="../media/marimba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TrSnd" Type="http://schemas.openxmlformats.org/officeDocument/2006/relationships/audio" Target="../media/harp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TrSnd" Type="http://schemas.openxmlformats.org/officeDocument/2006/relationships/audio" Target="../media/chime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TrSnd" Type="http://schemas.openxmlformats.org/officeDocument/2006/relationships/audio" Target="../media/whoosh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TrSnd" Type="http://schemas.openxmlformats.org/officeDocument/2006/relationships/audio" Target="../media/bubbles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TrSnd" Type="http://schemas.openxmlformats.org/officeDocument/2006/relationships/audio" Target="../media/sparkle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TrSnd" Type="http://schemas.openxmlformats.org/officeDocument/2006/relationships/audio" Target="../media/marimba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TrSnd" Type="http://schemas.openxmlformats.org/officeDocument/2006/relationships/audio" Target="../media/harp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TrSnd" Type="http://schemas.openxmlformats.org/officeDocument/2006/relationships/audio" Target="../media/chime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TrSnd" Type="http://schemas.openxmlformats.org/officeDocument/2006/relationships/audio" Target="../media/whoosh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TrSnd" Type="http://schemas.openxmlformats.org/officeDocument/2006/relationships/audio" Target="../media/bubbles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TrSnd" Type="http://schemas.openxmlformats.org/officeDocument/2006/relationships/audio" Target="../media/sparkle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TrSnd" Type="http://schemas.openxmlformats.org/officeDocument/2006/relationships/audio" Target="../media/marimba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TrSnd" Type="http://schemas.openxmlformats.org/officeDocument/2006/relationships/audio" Target="../media/harp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TrSnd" Type="http://schemas.openxmlformats.org/officeDocument/2006/relationships/audio" Target="../media/chime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TrSnd" Type="http://schemas.openxmlformats.org/officeDocument/2006/relationships/audio" Target="../media/whoosh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TrSnd" Type="http://schemas.openxmlformats.org/officeDocument/2006/relationships/audio" Target="../media/bubbles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TrSnd" Type="http://schemas.openxmlformats.org/officeDocument/2006/relationships/audio" Target="../media/sparkle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TrSnd" Type="http://schemas.openxmlformats.org/officeDocument/2006/relationships/audio" Target="../media/marimba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TrSnd" Type="http://schemas.openxmlformats.org/officeDocument/2006/relationships/audio" Target="../media/harp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TrSnd" Type="http://schemas.openxmlformats.org/officeDocument/2006/relationships/audio" Target="../media/chime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TrSnd" Type="http://schemas.openxmlformats.org/officeDocument/2006/relationships/audio" Target="../media/whoosh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TrSnd" Type="http://schemas.openxmlformats.org/officeDocument/2006/relationships/audio" Target="../media/bubbles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TrSnd" Type="http://schemas.openxmlformats.org/officeDocument/2006/relationships/audio" Target="../media/sparkle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TrSnd" Type="http://schemas.openxmlformats.org/officeDocument/2006/relationships/audio" Target="../media/marimba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TrSnd" Type="http://schemas.openxmlformats.org/officeDocument/2006/relationships/audio" Target="../media/harp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TrSnd" Type="http://schemas.openxmlformats.org/officeDocument/2006/relationships/audio" Target="../media/chime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TrSnd" Type="http://schemas.openxmlformats.org/officeDocument/2006/relationships/audio" Target="../media/whoosh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TrSnd" Type="http://schemas.openxmlformats.org/officeDocument/2006/relationships/audio" Target="../media/bubbles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TrSnd" Type="http://schemas.openxmlformats.org/officeDocument/2006/relationships/audio" Target="../media/sparkle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TrSnd" Type="http://schemas.openxmlformats.org/officeDocument/2006/relationships/audio" Target="../media/marimba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TrSnd" Type="http://schemas.openxmlformats.org/officeDocument/2006/relationships/audio" Target="../media/harp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TrSnd" Type="http://schemas.openxmlformats.org/officeDocument/2006/relationships/audio" Target="../media/chime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TrSnd" Type="http://schemas.openxmlformats.org/officeDocument/2006/relationships/audio" Target="../media/whoosh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TrSnd" Type="http://schemas.openxmlformats.org/officeDocument/2006/relationships/audio" Target="../media/bubbles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TrSnd" Type="http://schemas.openxmlformats.org/officeDocument/2006/relationships/audio" Target="../media/sparkle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TrSnd" Type="http://schemas.openxmlformats.org/officeDocument/2006/relationships/audio" Target="../media/marimba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TrSnd" Type="http://schemas.openxmlformats.org/officeDocument/2006/relationships/audio" Target="../media/harp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TrSnd" Type="http://schemas.openxmlformats.org/officeDocument/2006/relationships/audio" Target="../media/chime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TrSnd" Type="http://schemas.openxmlformats.org/officeDocument/2006/relationships/audio" Target="../media/whoosh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TrSnd" Type="http://schemas.openxmlformats.org/officeDocument/2006/relationships/audio" Target="../media/bubbles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TrSnd" Type="http://schemas.openxmlformats.org/officeDocument/2006/relationships/audio" Target="../media/sparkle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TrSnd" Type="http://schemas.openxmlformats.org/officeDocument/2006/relationships/audio" Target="../media/marimba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TrSnd" Type="http://schemas.openxmlformats.org/officeDocument/2006/relationships/audio" Target="../media/harp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TrSnd" Type="http://schemas.openxmlformats.org/officeDocument/2006/relationships/audio" Target="../media/chime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TrSnd" Type="http://schemas.openxmlformats.org/officeDocument/2006/relationships/audio" Target="../media/whoosh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TrSnd" Type="http://schemas.openxmlformats.org/officeDocument/2006/relationships/audio" Target="../media/bubbles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TrSnd" Type="http://schemas.openxmlformats.org/officeDocument/2006/relationships/audio" Target="../media/sparkle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TrSnd" Type="http://schemas.openxmlformats.org/officeDocument/2006/relationships/audio" Target="../media/marimba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TrSnd" Type="http://schemas.openxmlformats.org/officeDocument/2006/relationships/audio" Target="../media/harp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TrSnd" Type="http://schemas.openxmlformats.org/officeDocument/2006/relationships/audio" Target="../media/chime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TrSnd" Type="http://schemas.openxmlformats.org/officeDocument/2006/relationships/audio" Target="../media/whoosh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TrSnd" Type="http://schemas.openxmlformats.org/officeDocument/2006/relationships/audio" Target="../media/bubbles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TrSnd" Type="http://schemas.openxmlformats.org/officeDocument/2006/relationships/audio" Target="../media/sparkle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TrSnd" Type="http://schemas.openxmlformats.org/officeDocument/2006/relationships/audio" Target="../media/marimba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TrSnd" Type="http://schemas.openxmlformats.org/officeDocument/2006/relationships/audio" Target="../media/harp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TrSnd" Type="http://schemas.openxmlformats.org/officeDocument/2006/relationships/audio" Target="../media/chime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TrSnd" Type="http://schemas.openxmlformats.org/officeDocument/2006/relationships/audio" Target="../media/whoosh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TrSnd" Type="http://schemas.openxmlformats.org/officeDocument/2006/relationships/audio" Target="../media/bubbles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TrSnd" Type="http://schemas.openxmlformats.org/officeDocument/2006/relationships/audio" Target="../media/sparkle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TrSnd" Type="http://schemas.openxmlformats.org/officeDocument/2006/relationships/audio" Target="../media/marimba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TrSnd" Type="http://schemas.openxmlformats.org/officeDocument/2006/relationships/audio" Target="../media/harp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TrSnd" Type="http://schemas.openxmlformats.org/officeDocument/2006/relationships/audio" Target="../media/chime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TrSnd" Type="http://schemas.openxmlformats.org/officeDocument/2006/relationships/audio" Target="../media/whoosh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TrSnd" Type="http://schemas.openxmlformats.org/officeDocument/2006/relationships/audio" Target="../media/bubbles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TrSnd" Type="http://schemas.openxmlformats.org/officeDocument/2006/relationships/audio" Target="../media/sparkle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TrSnd" Type="http://schemas.openxmlformats.org/officeDocument/2006/relationships/audio" Target="../media/marimba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TrSnd" Type="http://schemas.openxmlformats.org/officeDocument/2006/relationships/audio" Target="../media/harp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TrSnd" Type="http://schemas.openxmlformats.org/officeDocument/2006/relationships/audio" Target="../media/chime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TrSnd" Type="http://schemas.openxmlformats.org/officeDocument/2006/relationships/audio" Target="../media/whoosh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TrSnd" Type="http://schemas.openxmlformats.org/officeDocument/2006/relationships/audio" Target="../media/bubbles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TrSnd" Type="http://schemas.openxmlformats.org/officeDocument/2006/relationships/audio" Target="../media/sparkle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TrSnd" Type="http://schemas.openxmlformats.org/officeDocument/2006/relationships/audio" Target="../media/marimba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TrSnd" Type="http://schemas.openxmlformats.org/officeDocument/2006/relationships/audio" Target="../media/harp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TrSnd" Type="http://schemas.openxmlformats.org/officeDocument/2006/relationships/audio" Target="../media/chime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TrSnd" Type="http://schemas.openxmlformats.org/officeDocument/2006/relationships/audio" Target="../media/whoosh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TrSnd" Type="http://schemas.openxmlformats.org/officeDocument/2006/relationships/audio" Target="../media/bubbles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TrSnd" Type="http://schemas.openxmlformats.org/officeDocument/2006/relationships/audio" Target="../media/sparkle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TrSnd" Type="http://schemas.openxmlformats.org/officeDocument/2006/relationships/audio" Target="../media/marimba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TrSnd" Type="http://schemas.openxmlformats.org/officeDocument/2006/relationships/audio" Target="../media/harp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TrSnd" Type="http://schemas.openxmlformats.org/officeDocument/2006/relationships/audio" Target="../media/chime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TrSnd" Type="http://schemas.openxmlformats.org/officeDocument/2006/relationships/audio" Target="../media/whoosh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TrSnd" Type="http://schemas.openxmlformats.org/officeDocument/2006/relationships/audio" Target="../media/bubbles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TrSnd" Type="http://schemas.openxmlformats.org/officeDocument/2006/relationships/audio" Target="../media/sparkle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TrSnd" Type="http://schemas.openxmlformats.org/officeDocument/2006/relationships/audio" Target="../media/marimba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TrSnd" Type="http://schemas.openxmlformats.org/officeDocument/2006/relationships/audio" Target="../media/harp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TrSnd" Type="http://schemas.openxmlformats.org/officeDocument/2006/relationships/audio" Target="../media/chime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TrSnd" Type="http://schemas.openxmlformats.org/officeDocument/2006/relationships/audio" Target="../media/whoosh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TrSnd" Type="http://schemas.openxmlformats.org/officeDocument/2006/relationships/audio" Target="../media/bubbles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TrSnd" Type="http://schemas.openxmlformats.org/officeDocument/2006/relationships/audio" Target="../media/sparkle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TrSnd" Type="http://schemas.openxmlformats.org/officeDocument/2006/relationships/audio" Target="../media/marimba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TrSnd" Type="http://schemas.openxmlformats.org/officeDocument/2006/relationships/audio" Target="../media/harp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TrSnd" Type="http://schemas.openxmlformats.org/officeDocument/2006/relationships/audio" Target="../media/chime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TrSnd" Type="http://schemas.openxmlformats.org/officeDocument/2006/relationships/audio" Target="../media/whoosh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TrSnd" Type="http://schemas.openxmlformats.org/officeDocument/2006/relationships/audio" Target="../media/bubbles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TrSnd" Type="http://schemas.openxmlformats.org/officeDocument/2006/relationships/audio" Target="../media/sparkle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TrSnd" Type="http://schemas.openxmlformats.org/officeDocument/2006/relationships/audio" Target="../media/marimba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TrSnd" Type="http://schemas.openxmlformats.org/officeDocument/2006/relationships/audio" Target="../media/harp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TrSnd" Type="http://schemas.openxmlformats.org/officeDocument/2006/relationships/audio" Target="../media/chime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TrSnd" Type="http://schemas.openxmlformats.org/officeDocument/2006/relationships/audio" Target="../media/whoosh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TrSnd" Type="http://schemas.openxmlformats.org/officeDocument/2006/relationships/audio" Target="../media/bubbles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TrSnd" Type="http://schemas.openxmlformats.org/officeDocument/2006/relationships/audio" Target="../media/sparkle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TrSnd" Type="http://schemas.openxmlformats.org/officeDocument/2006/relationships/audio" Target="../media/marimba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TrSnd" Type="http://schemas.openxmlformats.org/officeDocument/2006/relationships/audio" Target="../media/harp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TrSnd" Type="http://schemas.openxmlformats.org/officeDocument/2006/relationships/audio" Target="../media/chime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TrSnd" Type="http://schemas.openxmlformats.org/officeDocument/2006/relationships/audio" Target="../media/whoosh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TrSnd" Type="http://schemas.openxmlformats.org/officeDocument/2006/relationships/audio" Target="../media/bubbles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TrSnd" Type="http://schemas.openxmlformats.org/officeDocument/2006/relationships/audio" Target="../media/sparkle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TrSnd" Type="http://schemas.openxmlformats.org/officeDocument/2006/relationships/audio" Target="../media/marimba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TrSnd" Type="http://schemas.openxmlformats.org/officeDocument/2006/relationships/audio" Target="../media/harp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TrSnd" Type="http://schemas.openxmlformats.org/officeDocument/2006/relationships/audio" Target="../media/chime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TrSnd" Type="http://schemas.openxmlformats.org/officeDocument/2006/relationships/audio" Target="../media/whoosh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TrSnd" Type="http://schemas.openxmlformats.org/officeDocument/2006/relationships/audio" Target="../media/bubbles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TrSnd" Type="http://schemas.openxmlformats.org/officeDocument/2006/relationships/audio" Target="../media/sparkle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TrSnd" Type="http://schemas.openxmlformats.org/officeDocument/2006/relationships/audio" Target="../media/marimba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TrSnd" Type="http://schemas.openxmlformats.org/officeDocument/2006/relationships/audio" Target="../media/harp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TrSnd" Type="http://schemas.openxmlformats.org/officeDocument/2006/relationships/audio" Target="../media/chime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TrSnd" Type="http://schemas.openxmlformats.org/officeDocument/2006/relationships/audio" Target="../media/whoosh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TrSnd" Type="http://schemas.openxmlformats.org/officeDocument/2006/relationships/audio" Target="../media/bubbles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TrSnd" Type="http://schemas.openxmlformats.org/officeDocument/2006/relationships/audio" Target="../media/sparkle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TrSnd" Type="http://schemas.openxmlformats.org/officeDocument/2006/relationships/audio" Target="../media/marimba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TrSnd" Type="http://schemas.openxmlformats.org/officeDocument/2006/relationships/audio" Target="../media/harp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TrSnd" Type="http://schemas.openxmlformats.org/officeDocument/2006/relationships/audio" Target="../media/chime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TrSnd" Type="http://schemas.openxmlformats.org/officeDocument/2006/relationships/audio" Target="../media/whoosh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TrSnd" Type="http://schemas.openxmlformats.org/officeDocument/2006/relationships/audio" Target="../media/bubbles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TrSnd" Type="http://schemas.openxmlformats.org/officeDocument/2006/relationships/audio" Target="../media/sparkle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TrSnd" Type="http://schemas.openxmlformats.org/officeDocument/2006/relationships/audio" Target="../media/marimba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TrSnd" Type="http://schemas.openxmlformats.org/officeDocument/2006/relationships/audio" Target="../media/harp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TrSnd" Type="http://schemas.openxmlformats.org/officeDocument/2006/relationships/audio" Target="../media/chime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TrSnd" Type="http://schemas.openxmlformats.org/officeDocument/2006/relationships/audio" Target="../media/whoosh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TrSnd" Type="http://schemas.openxmlformats.org/officeDocument/2006/relationships/audio" Target="../media/bubbles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TrSnd" Type="http://schemas.openxmlformats.org/officeDocument/2006/relationships/audio" Target="../media/sparkle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TrSnd" Type="http://schemas.openxmlformats.org/officeDocument/2006/relationships/audio" Target="../media/marimba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TrSnd" Type="http://schemas.openxmlformats.org/officeDocument/2006/relationships/audio" Target="../media/harp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TrSnd" Type="http://schemas.openxmlformats.org/officeDocument/2006/relationships/audio" Target="../media/chime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TrSnd" Type="http://schemas.openxmlformats.org/officeDocument/2006/relationships/audio" Target="../media/whoosh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TrSnd" Type="http://schemas.openxmlformats.org/officeDocument/2006/relationships/audio" Target="../media/bubbles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TrSnd" Type="http://schemas.openxmlformats.org/officeDocument/2006/relationships/audio" Target="../media/sparkle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TrSnd" Type="http://schemas.openxmlformats.org/officeDocument/2006/relationships/audio" Target="../media/marimba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TrSnd" Type="http://schemas.openxmlformats.org/officeDocument/2006/relationships/audio" Target="../media/harp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TrSnd" Type="http://schemas.openxmlformats.org/officeDocument/2006/relationships/audio" Target="../media/chime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TrSnd" Type="http://schemas.openxmlformats.org/officeDocument/2006/relationships/audio" Target="../media/whoosh.wav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Relationship Id="rIdTrSnd" Type="http://schemas.openxmlformats.org/officeDocument/2006/relationships/audio" Target="../media/bubbles.wav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Relationship Id="rIdTrSnd" Type="http://schemas.openxmlformats.org/officeDocument/2006/relationships/audio" Target="../media/sparkle.wav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Relationship Id="rIdTrSnd" Type="http://schemas.openxmlformats.org/officeDocument/2006/relationships/audio" Target="../media/marimba.wav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Relationship Id="rIdTrSnd" Type="http://schemas.openxmlformats.org/officeDocument/2006/relationships/audio" Target="../media/harp.wav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Relationship Id="rIdTrSnd" Type="http://schemas.openxmlformats.org/officeDocument/2006/relationships/audio" Target="../media/chime.wav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Relationship Id="rIdTrSnd" Type="http://schemas.openxmlformats.org/officeDocument/2006/relationships/audio" Target="../media/whoosh.wav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Relationship Id="rIdTrSnd" Type="http://schemas.openxmlformats.org/officeDocument/2006/relationships/audio" Target="../media/bubbles.wav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Relationship Id="rIdTrSnd" Type="http://schemas.openxmlformats.org/officeDocument/2006/relationships/audio" Target="../media/sparkle.wav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Relationship Id="rIdTrSnd" Type="http://schemas.openxmlformats.org/officeDocument/2006/relationships/audio" Target="../media/marimba.wav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Relationship Id="rIdTrSnd" Type="http://schemas.openxmlformats.org/officeDocument/2006/relationships/audio" Target="../media/harp.wav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Relationship Id="rIdTrSnd" Type="http://schemas.openxmlformats.org/officeDocument/2006/relationships/audio" Target="../media/chime.wav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Relationship Id="rIdTrSnd" Type="http://schemas.openxmlformats.org/officeDocument/2006/relationships/audio" Target="../media/whoosh.wav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Relationship Id="rIdTrSnd" Type="http://schemas.openxmlformats.org/officeDocument/2006/relationships/audio" Target="../media/bubbles.wav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Relationship Id="rIdTrSnd" Type="http://schemas.openxmlformats.org/officeDocument/2006/relationships/audio" Target="../media/sparkle.wav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Relationship Id="rIdTrSnd" Type="http://schemas.openxmlformats.org/officeDocument/2006/relationships/audio" Target="../media/marimba.wav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Relationship Id="rIdTrSnd" Type="http://schemas.openxmlformats.org/officeDocument/2006/relationships/audio" Target="../media/harp.wav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Relationship Id="rIdTrSnd" Type="http://schemas.openxmlformats.org/officeDocument/2006/relationships/audio" Target="../media/chime.wav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Relationship Id="rIdTrSnd" Type="http://schemas.openxmlformats.org/officeDocument/2006/relationships/audio" Target="../media/whoosh.wav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Relationship Id="rIdTrSnd" Type="http://schemas.openxmlformats.org/officeDocument/2006/relationships/audio" Target="../media/bubbles.wav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Relationship Id="rIdTrSnd" Type="http://schemas.openxmlformats.org/officeDocument/2006/relationships/audio" Target="../media/sparkle.wav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Relationship Id="rIdTrSnd" Type="http://schemas.openxmlformats.org/officeDocument/2006/relationships/audio" Target="../media/marimba.wav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Relationship Id="rIdTrSnd" Type="http://schemas.openxmlformats.org/officeDocument/2006/relationships/audio" Target="../media/harp.wav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Relationship Id="rIdTrSnd" Type="http://schemas.openxmlformats.org/officeDocument/2006/relationships/audio" Target="../media/chime.wav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Relationship Id="rIdTrSnd" Type="http://schemas.openxmlformats.org/officeDocument/2006/relationships/audio" Target="../media/whoosh.wav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Relationship Id="rIdTrSnd" Type="http://schemas.openxmlformats.org/officeDocument/2006/relationships/audio" Target="../media/bubbles.wav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Relationship Id="rIdTrSnd" Type="http://schemas.openxmlformats.org/officeDocument/2006/relationships/audio" Target="../media/sparkle.wav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Relationship Id="rIdTrSnd" Type="http://schemas.openxmlformats.org/officeDocument/2006/relationships/audio" Target="../media/marimba.wav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Relationship Id="rIdTrSnd" Type="http://schemas.openxmlformats.org/officeDocument/2006/relationships/audio" Target="../media/harp.wav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Relationship Id="rIdTrSnd" Type="http://schemas.openxmlformats.org/officeDocument/2006/relationships/audio" Target="../media/chime.wav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4.xml"/><Relationship Id="rIdTrSnd" Type="http://schemas.openxmlformats.org/officeDocument/2006/relationships/audio" Target="../media/whoosh.wav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5.xml"/><Relationship Id="rIdTrSnd" Type="http://schemas.openxmlformats.org/officeDocument/2006/relationships/audio" Target="../media/bubbles.wav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6.xml"/><Relationship Id="rIdTrSnd" Type="http://schemas.openxmlformats.org/officeDocument/2006/relationships/audio" Target="../media/sparkle.wav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7.xml"/><Relationship Id="rIdTrSnd" Type="http://schemas.openxmlformats.org/officeDocument/2006/relationships/audio" Target="../media/marimba.wav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8.xml"/><Relationship Id="rIdTrSnd" Type="http://schemas.openxmlformats.org/officeDocument/2006/relationships/audio" Target="../media/harp.wav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9.xml"/><Relationship Id="rIdTrSnd" Type="http://schemas.openxmlformats.org/officeDocument/2006/relationships/audio" Target="../media/chime.wav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0.xml"/><Relationship Id="rIdTrSnd" Type="http://schemas.openxmlformats.org/officeDocument/2006/relationships/audio" Target="../media/whoosh.wav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1.xml"/><Relationship Id="rIdTrSnd" Type="http://schemas.openxmlformats.org/officeDocument/2006/relationships/audio" Target="../media/bubbles.wav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2.xml"/><Relationship Id="rIdTrSnd" Type="http://schemas.openxmlformats.org/officeDocument/2006/relationships/audio" Target="../media/sparkle.wav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3.xml"/><Relationship Id="rIdTrSnd" Type="http://schemas.openxmlformats.org/officeDocument/2006/relationships/audio" Target="../media/marimba.wav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4.xml"/><Relationship Id="rIdTrSnd" Type="http://schemas.openxmlformats.org/officeDocument/2006/relationships/audio" Target="../media/harp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6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247"/>
          </a:solidFill>
          <a:ln w="12700">
            <a:solidFill>
              <a:srgbClr val="D15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13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11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0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10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بَإٍ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تَإٍ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ثَإٍ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0"/>
          </a:solidFill>
          <a:ln w="12700">
            <a:solidFill>
              <a:srgbClr val="E052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F"/>
          </a:solidFill>
          <a:ln w="12700">
            <a:solidFill>
              <a:srgbClr val="70DB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جَإٍ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FD147"/>
          </a:solidFill>
          <a:ln w="12700">
            <a:solidFill>
              <a:srgbClr val="5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حَإٍ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خَإٍ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دَإٍ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6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5EED"/>
          </a:solidFill>
          <a:ln w="12700">
            <a:solidFill>
              <a:srgbClr val="9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5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أَبٍ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E052"/>
          </a:solidFill>
          <a:ln w="12700">
            <a:solidFill>
              <a:srgbClr val="9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5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تَبٍ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ثَبٍ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جَبٍ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50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حَبٍ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خَبٍ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5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دَبٍ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7"/>
          </a:solidFill>
          <a:ln w="12700">
            <a:solidFill>
              <a:srgbClr val="DB70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13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11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4"/>
          </a:solidFill>
          <a:ln w="12700">
            <a:solidFill>
              <a:srgbClr val="D147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أَتٍ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9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59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ED5E"/>
          </a:solidFill>
          <a:ln w="12700">
            <a:solidFill>
              <a:srgbClr val="6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B"/>
          </a:solidFill>
          <a:ln w="12700">
            <a:solidFill>
              <a:srgbClr val="E052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D147"/>
          </a:solidFill>
          <a:ln w="12700">
            <a:solidFill>
              <a:srgbClr val="C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13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11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أَثٍ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9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59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252"/>
          </a:solidFill>
          <a:ln w="12700">
            <a:solidFill>
              <a:srgbClr val="E0C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A"/>
          </a:solidFill>
          <a:ln w="12700">
            <a:solidFill>
              <a:srgbClr val="47D1B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9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59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6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2"/>
          </a:solidFill>
          <a:ln w="12700">
            <a:solidFill>
              <a:srgbClr val="ED5EB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أَجٍ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7"/>
          </a:solidFill>
          <a:ln w="12700">
            <a:solidFill>
              <a:srgbClr val="DB70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بَجٍ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64D8"/>
          </a:solidFill>
          <a:ln w="12700">
            <a:solidFill>
              <a:srgbClr val="B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تَجٍ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ثَجٍ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حَجٍ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خَجٍ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ED5E"/>
          </a:solidFill>
          <a:ln w="12700">
            <a:solidFill>
              <a:srgbClr val="D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دَجٍ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B52E0"/>
          </a:solidFill>
          <a:ln w="12700">
            <a:solidFill>
              <a:srgbClr val="7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570"/>
          </a:solidFill>
          <a:ln w="12700">
            <a:solidFill>
              <a:srgbClr val="DBC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6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E64"/>
          </a:solidFill>
          <a:ln w="12700">
            <a:solidFill>
              <a:srgbClr val="D89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547"/>
          </a:solidFill>
          <a:ln w="12700">
            <a:solidFill>
              <a:srgbClr val="D17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أَحٍ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بَحٍ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تَحٍ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ثَحٍ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1"/>
          </a:solidFill>
          <a:ln w="12700">
            <a:solidFill>
              <a:srgbClr val="5EED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جَحٍ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752"/>
          </a:solidFill>
          <a:ln w="12700">
            <a:solidFill>
              <a:srgbClr val="E05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A"/>
          </a:solidFill>
          <a:ln w="12700">
            <a:solidFill>
              <a:srgbClr val="70DB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خَحٍ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1"/>
          </a:solidFill>
          <a:ln w="12700">
            <a:solidFill>
              <a:srgbClr val="64D8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3"/>
          </a:solidFill>
          <a:ln w="12700">
            <a:solidFill>
              <a:srgbClr val="47D1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دَحٍ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6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أَخٍ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بَخٍ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D5EED"/>
          </a:solidFill>
          <a:ln w="12700">
            <a:solidFill>
              <a:srgbClr val="B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تَخٍ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0E052"/>
          </a:solidFill>
          <a:ln w="12700">
            <a:solidFill>
              <a:srgbClr val="7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70DB"/>
          </a:solidFill>
          <a:ln w="12700">
            <a:solidFill>
              <a:srgbClr val="8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E"/>
          </a:solidFill>
          <a:ln w="12700">
            <a:solidFill>
              <a:srgbClr val="85475E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ثَخٍ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4D8"/>
          </a:solidFill>
          <a:ln w="12700">
            <a:solidFill>
              <a:srgbClr val="6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ED1"/>
          </a:solidFill>
          <a:ln w="12700">
            <a:solidFill>
              <a:srgbClr val="475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جَخٍ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حَخٍ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1"/>
          </a:solidFill>
          <a:ln w="12700">
            <a:solidFill>
              <a:srgbClr val="2B64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E79"/>
          </a:solidFill>
          <a:ln w="12700">
            <a:solidFill>
              <a:srgbClr val="346E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دَخٍ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28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12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A5E"/>
          </a:solidFill>
          <a:ln w="12700">
            <a:solidFill>
              <a:srgbClr val="ED9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أَدٍ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3E0"/>
          </a:solidFill>
          <a:ln w="12700">
            <a:solidFill>
              <a:srgbClr val="529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570"/>
          </a:solidFill>
          <a:ln w="12700">
            <a:solidFill>
              <a:srgbClr val="DB7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6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1"/>
          </a:solidFill>
          <a:ln w="12700">
            <a:solidFill>
              <a:srgbClr val="D864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1"/>
          </a:solidFill>
          <a:ln w="12700">
            <a:solidFill>
              <a:srgbClr val="D1478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3479"/>
          </a:solidFill>
          <a:ln w="12700">
            <a:solidFill>
              <a:srgbClr val="74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6"/>
          </a:solidFill>
          <a:ln w="12700">
            <a:solidFill>
              <a:srgbClr val="5EED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7"/>
          </a:solidFill>
          <a:ln w="12700">
            <a:solidFill>
              <a:srgbClr val="E052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DB70"/>
          </a:solidFill>
          <a:ln w="12700">
            <a:solidFill>
              <a:srgbClr val="8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28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12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D864"/>
          </a:solidFill>
          <a:ln w="12700">
            <a:solidFill>
              <a:srgbClr val="9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D147"/>
          </a:solidFill>
          <a:ln w="12700">
            <a:solidFill>
              <a:srgbClr val="A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أَذٍ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7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AED"/>
          </a:solidFill>
          <a:ln w="12700">
            <a:solidFill>
              <a:srgbClr val="5E6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E052"/>
          </a:solidFill>
          <a:ln w="12700">
            <a:solidFill>
              <a:srgbClr val="D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1DB"/>
          </a:solidFill>
          <a:ln w="12700">
            <a:solidFill>
              <a:srgbClr val="70A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BD8"/>
          </a:solidFill>
          <a:ln w="12700">
            <a:solidFill>
              <a:srgbClr val="64B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5D1"/>
          </a:solidFill>
          <a:ln w="12700">
            <a:solidFill>
              <a:srgbClr val="47C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1"/>
          </a:solidFill>
          <a:ln w="12700">
            <a:solidFill>
              <a:srgbClr val="347951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02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10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أَرٍ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E"/>
          </a:solidFill>
          <a:ln w="12700">
            <a:solidFill>
              <a:srgbClr val="ED5E8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بَرٍ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3"/>
          </a:solidFill>
          <a:ln w="12700">
            <a:solidFill>
              <a:srgbClr val="52E0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C"/>
          </a:solidFill>
          <a:ln w="12700">
            <a:solidFill>
              <a:srgbClr val="DB70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E47"/>
          </a:solidFill>
          <a:ln w="12700">
            <a:solidFill>
              <a:srgbClr val="856E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تَرٍ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A47D1"/>
          </a:solidFill>
          <a:ln w="12700">
            <a:solidFill>
              <a:srgbClr val="B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ثَرٍ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جَرٍ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3479"/>
          </a:solidFill>
          <a:ln w="12700">
            <a:solidFill>
              <a:srgbClr val="40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حَرٍ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خَرٍ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ED5E"/>
          </a:solidFill>
          <a:ln w="12700">
            <a:solidFill>
              <a:srgbClr val="B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دَرٍ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52E0"/>
          </a:solidFill>
          <a:ln w="12700">
            <a:solidFill>
              <a:srgbClr val="9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DB70"/>
          </a:solidFill>
          <a:ln w="12700">
            <a:solidFill>
              <a:srgbClr val="D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53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ذَرٍ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C64"/>
          </a:solidFill>
          <a:ln w="12700">
            <a:solidFill>
              <a:srgbClr val="D8B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847"/>
          </a:solidFill>
          <a:ln w="12700">
            <a:solidFill>
              <a:srgbClr val="D19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02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10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أَزٍ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بَزٍ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تَزٍ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5ED"/>
          </a:solidFill>
          <a:ln w="12700">
            <a:solidFill>
              <a:srgbClr val="5ED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ثَزٍ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C52"/>
          </a:solidFill>
          <a:ln w="12700">
            <a:solidFill>
              <a:srgbClr val="E07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5"/>
          </a:solidFill>
          <a:ln w="12700">
            <a:solidFill>
              <a:srgbClr val="70DB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جَزٍ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F"/>
          </a:solidFill>
          <a:ln w="12700">
            <a:solidFill>
              <a:srgbClr val="64D8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6"/>
          </a:solidFill>
          <a:ln w="12700">
            <a:solidFill>
              <a:srgbClr val="47D1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حَزٍ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خَزٍ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642B"/>
          </a:solidFill>
          <a:ln w="12700">
            <a:solidFill>
              <a:srgbClr val="5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دَزٍ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ذَزٍ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5EED"/>
          </a:solidFill>
          <a:ln w="12700">
            <a:solidFill>
              <a:srgbClr val="E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53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رَزٍ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8"/>
          </a:solidFill>
          <a:ln w="12700">
            <a:solidFill>
              <a:srgbClr val="52E0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70DB"/>
          </a:solidFill>
          <a:ln w="12700">
            <a:solidFill>
              <a:srgbClr val="A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9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64D8"/>
          </a:solidFill>
          <a:ln w="12700">
            <a:solidFill>
              <a:srgbClr val="8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47D1"/>
          </a:solidFill>
          <a:ln w="12700">
            <a:solidFill>
              <a:srgbClr val="5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E5E"/>
          </a:solidFill>
          <a:ln w="12700">
            <a:solidFill>
              <a:srgbClr val="EDB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FE0"/>
          </a:solidFill>
          <a:ln w="12700">
            <a:solidFill>
              <a:srgbClr val="526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070"/>
          </a:solidFill>
          <a:ln w="12700">
            <a:solidFill>
              <a:srgbClr val="DB9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564"/>
          </a:solidFill>
          <a:ln w="12700">
            <a:solidFill>
              <a:srgbClr val="D86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E"/>
          </a:solidFill>
          <a:ln w="12700">
            <a:solidFill>
              <a:srgbClr val="D147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D"/>
          </a:solidFill>
          <a:ln w="12700">
            <a:solidFill>
              <a:srgbClr val="79346D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B"/>
          </a:solidFill>
          <a:ln w="12700">
            <a:solidFill>
              <a:srgbClr val="5EED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4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2"/>
          </a:solidFill>
          <a:ln w="12700">
            <a:solidFill>
              <a:srgbClr val="E052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5"/>
          </a:solidFill>
          <a:ln w="12700">
            <a:solidFill>
              <a:srgbClr val="70DB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9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D864"/>
          </a:solidFill>
          <a:ln w="12700">
            <a:solidFill>
              <a:srgbClr val="8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D147"/>
          </a:solidFill>
          <a:ln w="12700">
            <a:solidFill>
              <a:srgbClr val="8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5EED"/>
          </a:solidFill>
          <a:ln w="12700">
            <a:solidFill>
              <a:srgbClr val="7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E052"/>
          </a:solidFill>
          <a:ln w="12700">
            <a:solidFill>
              <a:srgbClr val="B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6DB"/>
          </a:solidFill>
          <a:ln w="12700">
            <a:solidFill>
              <a:srgbClr val="708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DD8"/>
          </a:solidFill>
          <a:ln w="12700">
            <a:solidFill>
              <a:srgbClr val="649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2D1"/>
          </a:solidFill>
          <a:ln w="12700">
            <a:solidFill>
              <a:srgbClr val="47A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9"/>
          </a:solidFill>
          <a:ln w="12700">
            <a:solidFill>
              <a:srgbClr val="ED5E6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9E0"/>
          </a:solidFill>
          <a:ln w="12700">
            <a:solidFill>
              <a:srgbClr val="52D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0"/>
          </a:solidFill>
          <a:ln w="12700">
            <a:solidFill>
              <a:srgbClr val="DB70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4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A"/>
          </a:solidFill>
          <a:ln w="12700">
            <a:solidFill>
              <a:srgbClr val="D864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5"/>
          </a:solidFill>
          <a:ln w="12700">
            <a:solidFill>
              <a:srgbClr val="D147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7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DED5E"/>
          </a:solidFill>
          <a:ln w="12700">
            <a:solidFill>
              <a:srgbClr val="8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52E0"/>
          </a:solidFill>
          <a:ln w="12700">
            <a:solidFill>
              <a:srgbClr val="C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DB70"/>
          </a:solidFill>
          <a:ln w="12700">
            <a:solidFill>
              <a:srgbClr val="B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D864"/>
          </a:solidFill>
          <a:ln w="12700">
            <a:solidFill>
              <a:srgbClr val="D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B47"/>
          </a:solidFill>
          <a:ln w="12700">
            <a:solidFill>
              <a:srgbClr val="D1B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0ED"/>
          </a:solidFill>
          <a:ln w="12700">
            <a:solidFill>
              <a:srgbClr val="5EB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6DB"/>
          </a:solidFill>
          <a:ln w="12700">
            <a:solidFill>
              <a:srgbClr val="70D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C"/>
          </a:solidFill>
          <a:ln w="12700">
            <a:solidFill>
              <a:srgbClr val="64D8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9"/>
          </a:solidFill>
          <a:ln w="12700">
            <a:solidFill>
              <a:srgbClr val="47D1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7934"/>
          </a:solidFill>
          <a:ln w="12700">
            <a:solidFill>
              <a:srgbClr val="39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أَضٍ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4"/>
          </a:solidFill>
          <a:ln w="12700">
            <a:solidFill>
              <a:srgbClr val="ED5E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D"/>
          </a:solidFill>
          <a:ln w="12700">
            <a:solidFill>
              <a:srgbClr val="52E0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70DB"/>
          </a:solidFill>
          <a:ln w="12700">
            <a:solidFill>
              <a:srgbClr val="C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047"/>
          </a:solidFill>
          <a:ln w="12700">
            <a:solidFill>
              <a:srgbClr val="8550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64D8"/>
          </a:solidFill>
          <a:ln w="12700">
            <a:solidFill>
              <a:srgbClr val="9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47D1"/>
          </a:solidFill>
          <a:ln w="12700">
            <a:solidFill>
              <a:srgbClr val="7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A79"/>
          </a:solidFill>
          <a:ln w="12700">
            <a:solidFill>
              <a:srgbClr val="344A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35E"/>
          </a:solidFill>
          <a:ln w="12700">
            <a:solidFill>
              <a:srgbClr val="EDE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دَضٍ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52E0"/>
          </a:solidFill>
          <a:ln w="12700">
            <a:solidFill>
              <a:srgbClr val="5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B70"/>
          </a:solidFill>
          <a:ln w="12700">
            <a:solidFill>
              <a:srgbClr val="DBA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8547"/>
          </a:solidFill>
          <a:ln w="12700">
            <a:solidFill>
              <a:srgbClr val="4E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ذَضٍ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264"/>
          </a:solidFill>
          <a:ln w="12700">
            <a:solidFill>
              <a:srgbClr val="D88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447"/>
          </a:solidFill>
          <a:ln w="12700">
            <a:solidFill>
              <a:srgbClr val="D15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رَضٍ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زَضٍ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F"/>
          </a:solidFill>
          <a:ln w="12700">
            <a:solidFill>
              <a:srgbClr val="5EEDB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4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E"/>
          </a:solidFill>
          <a:ln w="12700">
            <a:solidFill>
              <a:srgbClr val="E0526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1"/>
          </a:solidFill>
          <a:ln w="12700">
            <a:solidFill>
              <a:srgbClr val="70DB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18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11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5"/>
          </a:solidFill>
          <a:ln w="12700">
            <a:solidFill>
              <a:srgbClr val="64D8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DD147"/>
          </a:solidFill>
          <a:ln w="12700">
            <a:solidFill>
              <a:srgbClr val="5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أَطٍ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6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5EED"/>
          </a:solidFill>
          <a:ln w="12700">
            <a:solidFill>
              <a:srgbClr val="9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E052"/>
          </a:solidFill>
          <a:ln w="12700">
            <a:solidFill>
              <a:srgbClr val="9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70DB"/>
          </a:solidFill>
          <a:ln w="12700">
            <a:solidFill>
              <a:srgbClr val="7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حَطٍ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3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0D8"/>
          </a:solidFill>
          <a:ln w="12700">
            <a:solidFill>
              <a:srgbClr val="648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FD1"/>
          </a:solidFill>
          <a:ln w="12700">
            <a:solidFill>
              <a:srgbClr val="477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خَطٍ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6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85E"/>
          </a:solidFill>
          <a:ln w="12700">
            <a:solidFill>
              <a:srgbClr val="ED7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6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5E0"/>
          </a:solidFill>
          <a:ln w="12700">
            <a:solidFill>
              <a:srgbClr val="52B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5"/>
          </a:solidFill>
          <a:ln w="12700">
            <a:solidFill>
              <a:srgbClr val="DB70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D"/>
          </a:solidFill>
          <a:ln w="12700">
            <a:solidFill>
              <a:srgbClr val="D864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1"/>
          </a:solidFill>
          <a:ln w="12700">
            <a:solidFill>
              <a:srgbClr val="D147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18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11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ED5E"/>
          </a:solidFill>
          <a:ln w="12700">
            <a:solidFill>
              <a:srgbClr val="6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أَظٍ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DB70"/>
          </a:solidFill>
          <a:ln w="12700">
            <a:solidFill>
              <a:srgbClr val="A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D864"/>
          </a:solidFill>
          <a:ln w="12700">
            <a:solidFill>
              <a:srgbClr val="B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4D147"/>
          </a:solidFill>
          <a:ln w="12700">
            <a:solidFill>
              <a:srgbClr val="C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CED"/>
          </a:solidFill>
          <a:ln w="12700">
            <a:solidFill>
              <a:srgbClr val="5E8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552"/>
          </a:solidFill>
          <a:ln w="12700">
            <a:solidFill>
              <a:srgbClr val="E0C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ADB"/>
          </a:solidFill>
          <a:ln w="12700">
            <a:solidFill>
              <a:srgbClr val="70B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6D8"/>
          </a:solidFill>
          <a:ln w="12700">
            <a:solidFill>
              <a:srgbClr val="64D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C"/>
          </a:solidFill>
          <a:ln w="12700">
            <a:solidFill>
              <a:srgbClr val="47D1B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رَظٍ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3C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زَظٍ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F"/>
          </a:solidFill>
          <a:ln w="12700">
            <a:solidFill>
              <a:srgbClr val="ED5E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1"/>
          </a:solidFill>
          <a:ln w="12700">
            <a:solidFill>
              <a:srgbClr val="52E0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5"/>
          </a:solidFill>
          <a:ln w="12700">
            <a:solidFill>
              <a:srgbClr val="DB70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64D8"/>
          </a:solidFill>
          <a:ln w="12700">
            <a:solidFill>
              <a:srgbClr val="B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A47D1"/>
          </a:solidFill>
          <a:ln w="12700">
            <a:solidFill>
              <a:srgbClr val="9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6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أَعٍ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3ED5E"/>
          </a:solidFill>
          <a:ln w="12700">
            <a:solidFill>
              <a:srgbClr val="D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بَعٍ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52E0"/>
          </a:solidFill>
          <a:ln w="12700">
            <a:solidFill>
              <a:srgbClr val="7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770"/>
          </a:solidFill>
          <a:ln w="12700">
            <a:solidFill>
              <a:srgbClr val="DBC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تَعٍ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064"/>
          </a:solidFill>
          <a:ln w="12700">
            <a:solidFill>
              <a:srgbClr val="D8A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847"/>
          </a:solidFill>
          <a:ln w="12700">
            <a:solidFill>
              <a:srgbClr val="D17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ثَعٍ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C3F6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جَعٍ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حَعٍ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6F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خَعٍ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4"/>
          </a:solidFill>
          <a:ln w="12700">
            <a:solidFill>
              <a:srgbClr val="5EED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دَعٍ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45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A52"/>
          </a:solidFill>
          <a:ln w="12700">
            <a:solidFill>
              <a:srgbClr val="E05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C"/>
          </a:solidFill>
          <a:ln w="12700">
            <a:solidFill>
              <a:srgbClr val="70DB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ذَعٍ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3"/>
          </a:solidFill>
          <a:ln w="12700">
            <a:solidFill>
              <a:srgbClr val="64D88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5"/>
          </a:solidFill>
          <a:ln w="12700">
            <a:solidFill>
              <a:srgbClr val="47D1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رَعٍ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زَعٍ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7934"/>
          </a:solidFill>
          <a:ln w="12700">
            <a:solidFill>
              <a:srgbClr val="5B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سَعٍ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شَعٍ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05EED"/>
          </a:solidFill>
          <a:ln w="12700">
            <a:solidFill>
              <a:srgbClr val="C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صَعٍ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E052"/>
          </a:solidFill>
          <a:ln w="12700">
            <a:solidFill>
              <a:srgbClr val="6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70DB"/>
          </a:solidFill>
          <a:ln w="12700">
            <a:solidFill>
              <a:srgbClr val="9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D"/>
          </a:solidFill>
          <a:ln w="12700">
            <a:solidFill>
              <a:srgbClr val="85475D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ضَعٍ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64D8"/>
          </a:solidFill>
          <a:ln w="12700">
            <a:solidFill>
              <a:srgbClr val="6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CD1"/>
          </a:solidFill>
          <a:ln w="12700">
            <a:solidFill>
              <a:srgbClr val="475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طَعٍ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ظَعٍ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D79"/>
          </a:solidFill>
          <a:ln w="12700">
            <a:solidFill>
              <a:srgbClr val="346D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6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أَغٍ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D5E"/>
          </a:solidFill>
          <a:ln w="12700">
            <a:solidFill>
              <a:srgbClr val="ED9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بَغٍ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0E0"/>
          </a:solidFill>
          <a:ln w="12700">
            <a:solidFill>
              <a:srgbClr val="529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770"/>
          </a:solidFill>
          <a:ln w="12700">
            <a:solidFill>
              <a:srgbClr val="DB7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تَغٍ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F"/>
          </a:solidFill>
          <a:ln w="12700">
            <a:solidFill>
              <a:srgbClr val="D864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E"/>
          </a:solidFill>
          <a:ln w="12700">
            <a:solidFill>
              <a:srgbClr val="D147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ثَغٍ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جَغٍ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141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2B64"/>
          </a:solidFill>
          <a:ln w="12700">
            <a:solidFill>
              <a:srgbClr val="4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حَغٍ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خَغٍ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9"/>
          </a:solidFill>
          <a:ln w="12700">
            <a:solidFill>
              <a:srgbClr val="5EED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دَغٍ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4"/>
          </a:solidFill>
          <a:ln w="12700">
            <a:solidFill>
              <a:srgbClr val="E052B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DB70"/>
          </a:solidFill>
          <a:ln w="12700">
            <a:solidFill>
              <a:srgbClr val="8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C85"/>
          </a:solidFill>
          <a:ln w="12700">
            <a:solidFill>
              <a:srgbClr val="477C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ذَغٍ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D864"/>
          </a:solidFill>
          <a:ln w="12700">
            <a:solidFill>
              <a:srgbClr val="9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D147"/>
          </a:solidFill>
          <a:ln w="12700">
            <a:solidFill>
              <a:srgbClr val="A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رَغٍ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زَغٍ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434"/>
          </a:solidFill>
          <a:ln w="12700">
            <a:solidFill>
              <a:srgbClr val="7964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سَغٍ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شَغٍ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7ED"/>
          </a:solidFill>
          <a:ln w="12700">
            <a:solidFill>
              <a:srgbClr val="5E6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صَغٍ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8E052"/>
          </a:solidFill>
          <a:ln w="12700">
            <a:solidFill>
              <a:srgbClr val="D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FDB"/>
          </a:solidFill>
          <a:ln w="12700">
            <a:solidFill>
              <a:srgbClr val="709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ضَغٍ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9D8"/>
          </a:solidFill>
          <a:ln w="12700">
            <a:solidFill>
              <a:srgbClr val="64B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3D1"/>
          </a:solidFill>
          <a:ln w="12700">
            <a:solidFill>
              <a:srgbClr val="47C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طَغٍ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ظَغٍ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642B"/>
          </a:solidFill>
          <a:ln w="12700">
            <a:solidFill>
              <a:srgbClr val="2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2"/>
          </a:solidFill>
          <a:ln w="12700">
            <a:solidFill>
              <a:srgbClr val="347952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4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عَغٍ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11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11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B"/>
          </a:solidFill>
          <a:ln w="12700">
            <a:solidFill>
              <a:srgbClr val="ED5E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أَفٍ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144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6"/>
          </a:solidFill>
          <a:ln w="12700">
            <a:solidFill>
              <a:srgbClr val="52E0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A"/>
          </a:solidFill>
          <a:ln w="12700">
            <a:solidFill>
              <a:srgbClr val="DB70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بَفٍ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6"/>
          </a:solidFill>
          <a:ln w="12700">
            <a:solidFill>
              <a:srgbClr val="D864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D47D1"/>
          </a:solidFill>
          <a:ln w="12700">
            <a:solidFill>
              <a:srgbClr val="B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تَفٍ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ثَفٍ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D64"/>
          </a:solidFill>
          <a:ln w="12700">
            <a:solidFill>
              <a:srgbClr val="2B3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جَفٍ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حَفٍ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ED5E"/>
          </a:solidFill>
          <a:ln w="12700">
            <a:solidFill>
              <a:srgbClr val="A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خَفٍ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252E0"/>
          </a:solidFill>
          <a:ln w="12700">
            <a:solidFill>
              <a:srgbClr val="A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DB70"/>
          </a:solidFill>
          <a:ln w="12700">
            <a:solidFill>
              <a:srgbClr val="D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0"/>
          </a:solidFill>
          <a:ln w="12700">
            <a:solidFill>
              <a:srgbClr val="478560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دَفٍ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E64"/>
          </a:solidFill>
          <a:ln w="12700">
            <a:solidFill>
              <a:srgbClr val="D8B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B47"/>
          </a:solidFill>
          <a:ln w="12700">
            <a:solidFill>
              <a:srgbClr val="D19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ذَفٍ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رَفٍ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8"/>
          </a:solidFill>
          <a:ln w="12700">
            <a:solidFill>
              <a:srgbClr val="793438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زَفٍ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سَفٍ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2ED"/>
          </a:solidFill>
          <a:ln w="12700">
            <a:solidFill>
              <a:srgbClr val="5ED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شَفٍ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F52"/>
          </a:solidFill>
          <a:ln w="12700">
            <a:solidFill>
              <a:srgbClr val="E07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7"/>
          </a:solidFill>
          <a:ln w="12700">
            <a:solidFill>
              <a:srgbClr val="70DBC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4785"/>
          </a:solidFill>
          <a:ln w="12700">
            <a:solidFill>
              <a:srgbClr val="50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صَفٍ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1"/>
          </a:solidFill>
          <a:ln w="12700">
            <a:solidFill>
              <a:srgbClr val="64D8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8"/>
          </a:solidFill>
          <a:ln w="12700">
            <a:solidFill>
              <a:srgbClr val="47D17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ضَفٍ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طَفٍ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7934"/>
          </a:solidFill>
          <a:ln w="12700">
            <a:solidFill>
              <a:srgbClr val="4A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ظَفٍ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C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عَفٍ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5EED"/>
          </a:solidFill>
          <a:ln w="12700">
            <a:solidFill>
              <a:srgbClr val="E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غَفٍ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B"/>
          </a:solidFill>
          <a:ln w="12700">
            <a:solidFill>
              <a:srgbClr val="52E05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D70DB"/>
          </a:solidFill>
          <a:ln w="12700">
            <a:solidFill>
              <a:srgbClr val="A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E"/>
          </a:solidFill>
          <a:ln w="12700">
            <a:solidFill>
              <a:srgbClr val="85474E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9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C3C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64D8"/>
          </a:solidFill>
          <a:ln w="12700">
            <a:solidFill>
              <a:srgbClr val="8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647D1"/>
          </a:solidFill>
          <a:ln w="12700">
            <a:solidFill>
              <a:srgbClr val="5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أَقٍ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بَقٍ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1"/>
          </a:solidFill>
          <a:ln w="12700">
            <a:solidFill>
              <a:srgbClr val="2B64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B79"/>
          </a:solidFill>
          <a:ln w="12700">
            <a:solidFill>
              <a:srgbClr val="345B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تَقٍ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ثَقٍ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5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15E"/>
          </a:solidFill>
          <a:ln w="12700">
            <a:solidFill>
              <a:srgbClr val="EDC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جَقٍ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CE0"/>
          </a:solidFill>
          <a:ln w="12700">
            <a:solidFill>
              <a:srgbClr val="526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270"/>
          </a:solidFill>
          <a:ln w="12700">
            <a:solidFill>
              <a:srgbClr val="DB9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8547"/>
          </a:solidFill>
          <a:ln w="12700">
            <a:solidFill>
              <a:srgbClr val="5D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حَقٍ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6C3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764"/>
          </a:solidFill>
          <a:ln w="12700">
            <a:solidFill>
              <a:srgbClr val="D86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B"/>
          </a:solidFill>
          <a:ln w="12700">
            <a:solidFill>
              <a:srgbClr val="D147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خَقٍ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دَقٍ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2B64"/>
          </a:solidFill>
          <a:ln w="12700">
            <a:solidFill>
              <a:srgbClr val="5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C"/>
          </a:solidFill>
          <a:ln w="12700">
            <a:solidFill>
              <a:srgbClr val="79346C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ذَقٍ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رَقٍ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D"/>
          </a:solidFill>
          <a:ln w="12700">
            <a:solidFill>
              <a:srgbClr val="5EED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زَقٍ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F"/>
          </a:solidFill>
          <a:ln w="12700">
            <a:solidFill>
              <a:srgbClr val="E052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7"/>
          </a:solidFill>
          <a:ln w="12700">
            <a:solidFill>
              <a:srgbClr val="70DB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سَقٍ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ED864"/>
          </a:solidFill>
          <a:ln w="12700">
            <a:solidFill>
              <a:srgbClr val="7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D147"/>
          </a:solidFill>
          <a:ln w="12700">
            <a:solidFill>
              <a:srgbClr val="7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شَقٍ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صَقٍ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42B"/>
          </a:solidFill>
          <a:ln w="12700">
            <a:solidFill>
              <a:srgbClr val="644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534"/>
          </a:solidFill>
          <a:ln w="12700">
            <a:solidFill>
              <a:srgbClr val="7975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ضَقٍ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C3F6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طَقٍ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A5EED"/>
          </a:solidFill>
          <a:ln w="12700">
            <a:solidFill>
              <a:srgbClr val="7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ظَقٍ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E052"/>
          </a:solidFill>
          <a:ln w="12700">
            <a:solidFill>
              <a:srgbClr val="B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4DB"/>
          </a:solidFill>
          <a:ln w="12700">
            <a:solidFill>
              <a:srgbClr val="708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B"/>
          </a:solidFill>
          <a:ln w="12700">
            <a:solidFill>
              <a:srgbClr val="85477B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عَقٍ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C3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BD8"/>
          </a:solidFill>
          <a:ln w="12700">
            <a:solidFill>
              <a:srgbClr val="649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0D1"/>
          </a:solidFill>
          <a:ln w="12700">
            <a:solidFill>
              <a:srgbClr val="47A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غَقٍ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فَقٍ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4"/>
          </a:solidFill>
          <a:ln w="12700">
            <a:solidFill>
              <a:srgbClr val="34796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14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11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أَكٍ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6"/>
          </a:solidFill>
          <a:ln w="12700">
            <a:solidFill>
              <a:srgbClr val="ED5E6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9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9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بَكٍ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7E0"/>
          </a:solidFill>
          <a:ln w="12700">
            <a:solidFill>
              <a:srgbClr val="52D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E"/>
          </a:solidFill>
          <a:ln w="12700">
            <a:solidFill>
              <a:srgbClr val="DB70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9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تَكٍ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EF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8"/>
          </a:solidFill>
          <a:ln w="12700">
            <a:solidFill>
              <a:srgbClr val="D864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2"/>
          </a:solidFill>
          <a:ln w="12700">
            <a:solidFill>
              <a:srgbClr val="D147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ثَكٍ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جَكٍ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حَكٍ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6C3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خَكٍ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ED5E"/>
          </a:solidFill>
          <a:ln w="12700">
            <a:solidFill>
              <a:srgbClr val="8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9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دَكٍ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52E0"/>
          </a:solidFill>
          <a:ln w="12700">
            <a:solidFill>
              <a:srgbClr val="C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DB70"/>
          </a:solidFill>
          <a:ln w="12700">
            <a:solidFill>
              <a:srgbClr val="B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9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ذَكٍ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D864"/>
          </a:solidFill>
          <a:ln w="12700">
            <a:solidFill>
              <a:srgbClr val="D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E47"/>
          </a:solidFill>
          <a:ln w="12700">
            <a:solidFill>
              <a:srgbClr val="D1B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رَكٍ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زَكٍ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سَكٍ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DE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شَكٍ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EED"/>
          </a:solidFill>
          <a:ln w="12700">
            <a:solidFill>
              <a:srgbClr val="5EA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صَكٍ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ضَكٍ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E"/>
          </a:solidFill>
          <a:ln w="12700">
            <a:solidFill>
              <a:srgbClr val="64D8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C"/>
          </a:solidFill>
          <a:ln w="12700">
            <a:solidFill>
              <a:srgbClr val="47D1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طَكٍ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E5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ظَكٍ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عَكٍ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غَكٍ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1"/>
          </a:solidFill>
          <a:ln w="12700">
            <a:solidFill>
              <a:srgbClr val="ED5E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9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فَكٍ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F"/>
          </a:solidFill>
          <a:ln w="12700">
            <a:solidFill>
              <a:srgbClr val="52E0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9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9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59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قَكٍ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C9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64D8"/>
          </a:solidFill>
          <a:ln w="12700">
            <a:solidFill>
              <a:srgbClr val="A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47D1"/>
          </a:solidFill>
          <a:ln w="12700">
            <a:solidFill>
              <a:srgbClr val="7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00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10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أَلٍ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بَلٍ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تَلٍ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65E"/>
          </a:solidFill>
          <a:ln w="12700">
            <a:solidFill>
              <a:srgbClr val="EDE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ثَلٍ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52E0"/>
          </a:solidFill>
          <a:ln w="12700">
            <a:solidFill>
              <a:srgbClr val="5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D70"/>
          </a:solidFill>
          <a:ln w="12700">
            <a:solidFill>
              <a:srgbClr val="DBA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جَلٍ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564"/>
          </a:solidFill>
          <a:ln w="12700">
            <a:solidFill>
              <a:srgbClr val="D88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حَلٍ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خَلٍ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دَلٍ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F6E9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ذَلٍ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2"/>
          </a:solidFill>
          <a:ln w="12700">
            <a:solidFill>
              <a:srgbClr val="5EED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رَلٍ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3"/>
          </a:solidFill>
          <a:ln w="12700">
            <a:solidFill>
              <a:srgbClr val="70DB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زَلٍ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D7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8"/>
          </a:solidFill>
          <a:ln w="12700">
            <a:solidFill>
              <a:srgbClr val="64D8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D147"/>
          </a:solidFill>
          <a:ln w="12700">
            <a:solidFill>
              <a:srgbClr val="5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سَلٍ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شَلٍ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صَلٍ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ضَلٍ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5EED"/>
          </a:solidFill>
          <a:ln w="12700">
            <a:solidFill>
              <a:srgbClr val="9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طَلٍ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E052"/>
          </a:solidFill>
          <a:ln w="12700">
            <a:solidFill>
              <a:srgbClr val="8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ظَلٍ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DD8"/>
          </a:solidFill>
          <a:ln w="12700">
            <a:solidFill>
              <a:srgbClr val="647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CD1"/>
          </a:solidFill>
          <a:ln w="12700">
            <a:solidFill>
              <a:srgbClr val="477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عَلٍ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غَلٍ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فَلٍ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D0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قَلٍ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6DE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B5E"/>
          </a:solidFill>
          <a:ln w="12700">
            <a:solidFill>
              <a:srgbClr val="ED7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كَلٍ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2E0"/>
          </a:solidFill>
          <a:ln w="12700">
            <a:solidFill>
              <a:srgbClr val="52B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7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A"/>
          </a:solidFill>
          <a:ln w="12700">
            <a:solidFill>
              <a:srgbClr val="D864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F"/>
          </a:solidFill>
          <a:ln w="12700">
            <a:solidFill>
              <a:srgbClr val="D147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6C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ED5E"/>
          </a:solidFill>
          <a:ln w="12700">
            <a:solidFill>
              <a:srgbClr val="6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6"/>
          </a:solidFill>
          <a:ln w="12700">
            <a:solidFill>
              <a:srgbClr val="E052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7D864"/>
          </a:solidFill>
          <a:ln w="12700">
            <a:solidFill>
              <a:srgbClr val="B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9ED"/>
          </a:solidFill>
          <a:ln w="12700">
            <a:solidFill>
              <a:srgbClr val="5E8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852"/>
          </a:solidFill>
          <a:ln w="12700">
            <a:solidFill>
              <a:srgbClr val="E0C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8DB"/>
          </a:solidFill>
          <a:ln w="12700">
            <a:solidFill>
              <a:srgbClr val="70B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1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C3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4D8"/>
          </a:solidFill>
          <a:ln w="12700">
            <a:solidFill>
              <a:srgbClr val="64D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F"/>
          </a:solidFill>
          <a:ln w="12700">
            <a:solidFill>
              <a:srgbClr val="47D1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C3D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D"/>
          </a:solidFill>
          <a:ln w="12700">
            <a:solidFill>
              <a:srgbClr val="ED5E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4"/>
          </a:solidFill>
          <a:ln w="12700">
            <a:solidFill>
              <a:srgbClr val="52E0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1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47D1"/>
          </a:solidFill>
          <a:ln w="12700">
            <a:solidFill>
              <a:srgbClr val="9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ED5E"/>
          </a:solidFill>
          <a:ln w="12700">
            <a:solidFill>
              <a:srgbClr val="D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5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052E0"/>
          </a:solidFill>
          <a:ln w="12700">
            <a:solidFill>
              <a:srgbClr val="8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970"/>
          </a:solidFill>
          <a:ln w="12700">
            <a:solidFill>
              <a:srgbClr val="DBC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00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10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F6C9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A47"/>
          </a:solidFill>
          <a:ln w="12700">
            <a:solidFill>
              <a:srgbClr val="D17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أَنٍ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6"/>
          </a:solidFill>
          <a:ln w="12700">
            <a:solidFill>
              <a:srgbClr val="5EED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D52"/>
          </a:solidFill>
          <a:ln w="12700">
            <a:solidFill>
              <a:srgbClr val="E05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CA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5"/>
          </a:solidFill>
          <a:ln w="12700">
            <a:solidFill>
              <a:srgbClr val="64D8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8"/>
          </a:solidFill>
          <a:ln w="12700">
            <a:solidFill>
              <a:srgbClr val="47D1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دَنٍ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ذَنٍ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رَنٍ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5EED"/>
          </a:solidFill>
          <a:ln w="12700">
            <a:solidFill>
              <a:srgbClr val="C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زَنٍ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35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E052"/>
          </a:solidFill>
          <a:ln w="12700">
            <a:solidFill>
              <a:srgbClr val="6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64D8"/>
          </a:solidFill>
          <a:ln w="12700">
            <a:solidFill>
              <a:srgbClr val="6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9D1"/>
          </a:solidFill>
          <a:ln w="12700">
            <a:solidFill>
              <a:srgbClr val="475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DD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F5E"/>
          </a:solidFill>
          <a:ln w="12700">
            <a:solidFill>
              <a:srgbClr val="ED9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EE0"/>
          </a:solidFill>
          <a:ln w="12700">
            <a:solidFill>
              <a:srgbClr val="528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970"/>
          </a:solidFill>
          <a:ln w="12700">
            <a:solidFill>
              <a:srgbClr val="DB7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F6C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D"/>
          </a:solidFill>
          <a:ln w="12700">
            <a:solidFill>
              <a:srgbClr val="D864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C"/>
          </a:solidFill>
          <a:ln w="12700">
            <a:solidFill>
              <a:srgbClr val="D1477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3479"/>
          </a:solidFill>
          <a:ln w="12700">
            <a:solidFill>
              <a:srgbClr val="76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C"/>
          </a:solidFill>
          <a:ln w="12700">
            <a:solidFill>
              <a:srgbClr val="5EED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1"/>
          </a:solidFill>
          <a:ln w="12700">
            <a:solidFill>
              <a:srgbClr val="E052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DB70"/>
          </a:solidFill>
          <a:ln w="12700">
            <a:solidFill>
              <a:srgbClr val="8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D864"/>
          </a:solidFill>
          <a:ln w="12700">
            <a:solidFill>
              <a:srgbClr val="9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D147"/>
          </a:solidFill>
          <a:ln w="12700">
            <a:solidFill>
              <a:srgbClr val="9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22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1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أَهٍ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45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بَهٍ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C3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5ED"/>
          </a:solidFill>
          <a:ln w="12700">
            <a:solidFill>
              <a:srgbClr val="5E6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E052"/>
          </a:solidFill>
          <a:ln w="12700">
            <a:solidFill>
              <a:srgbClr val="D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4785"/>
          </a:solidFill>
          <a:ln w="12700">
            <a:solidFill>
              <a:srgbClr val="7F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7D8"/>
          </a:solidFill>
          <a:ln w="12700">
            <a:solidFill>
              <a:srgbClr val="64B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0D1"/>
          </a:solidFill>
          <a:ln w="12700">
            <a:solidFill>
              <a:srgbClr val="47C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F6C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C3D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8"/>
          </a:solidFill>
          <a:ln w="12700">
            <a:solidFill>
              <a:srgbClr val="ED5E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8"/>
          </a:solidFill>
          <a:ln w="12700">
            <a:solidFill>
              <a:srgbClr val="52E0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8"/>
          </a:solidFill>
          <a:ln w="12700">
            <a:solidFill>
              <a:srgbClr val="DB70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زَهٍ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4"/>
          </a:solidFill>
          <a:ln w="12700">
            <a:solidFill>
              <a:srgbClr val="D864D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47D1"/>
          </a:solidFill>
          <a:ln w="12700">
            <a:solidFill>
              <a:srgbClr val="C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سَهٍ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3479"/>
          </a:solidFill>
          <a:ln w="12700">
            <a:solidFill>
              <a:srgbClr val="42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ED5E"/>
          </a:solidFill>
          <a:ln w="12700">
            <a:solidFill>
              <a:srgbClr val="A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طَهٍ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18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552E0"/>
          </a:solidFill>
          <a:ln w="12700">
            <a:solidFill>
              <a:srgbClr val="A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DB70"/>
          </a:solidFill>
          <a:ln w="12700">
            <a:solidFill>
              <a:srgbClr val="D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ظَهٍ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F6D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064"/>
          </a:solidFill>
          <a:ln w="12700">
            <a:solidFill>
              <a:srgbClr val="D8C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D47"/>
          </a:solidFill>
          <a:ln w="12700">
            <a:solidFill>
              <a:srgbClr val="D19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عَهٍ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غَهٍ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7"/>
          </a:solidFill>
          <a:ln w="12700">
            <a:solidFill>
              <a:srgbClr val="793437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EA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قَهٍ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FED"/>
          </a:solidFill>
          <a:ln w="12700">
            <a:solidFill>
              <a:srgbClr val="5EC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كَهٍ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152"/>
          </a:solidFill>
          <a:ln w="12700">
            <a:solidFill>
              <a:srgbClr val="E08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9"/>
          </a:solidFill>
          <a:ln w="12700">
            <a:solidFill>
              <a:srgbClr val="70DB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C3F6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3"/>
          </a:solidFill>
          <a:ln w="12700">
            <a:solidFill>
              <a:srgbClr val="64D8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B"/>
          </a:solidFill>
          <a:ln w="12700">
            <a:solidFill>
              <a:srgbClr val="47D1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مَهٍ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نَهٍ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642B"/>
          </a:solidFill>
          <a:ln w="12700">
            <a:solidFill>
              <a:srgbClr val="5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7934"/>
          </a:solidFill>
          <a:ln w="12700">
            <a:solidFill>
              <a:srgbClr val="48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00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10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أَوٍ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75EED"/>
          </a:solidFill>
          <a:ln w="12700">
            <a:solidFill>
              <a:srgbClr val="E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بَوٍ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E"/>
          </a:solidFill>
          <a:ln w="12700">
            <a:solidFill>
              <a:srgbClr val="52E05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70DB"/>
          </a:solidFill>
          <a:ln w="12700">
            <a:solidFill>
              <a:srgbClr val="A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تَوٍ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C3C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64D8"/>
          </a:solidFill>
          <a:ln w="12700">
            <a:solidFill>
              <a:srgbClr val="8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47D1"/>
          </a:solidFill>
          <a:ln w="12700">
            <a:solidFill>
              <a:srgbClr val="5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ثَوٍ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جَوٍ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144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979"/>
          </a:solidFill>
          <a:ln w="12700">
            <a:solidFill>
              <a:srgbClr val="3459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حَوٍ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EA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خَوٍ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45E"/>
          </a:solidFill>
          <a:ln w="12700">
            <a:solidFill>
              <a:srgbClr val="EDC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دَوٍ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9E0"/>
          </a:solidFill>
          <a:ln w="12700">
            <a:solidFill>
              <a:srgbClr val="526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470"/>
          </a:solidFill>
          <a:ln w="12700">
            <a:solidFill>
              <a:srgbClr val="DB9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8547"/>
          </a:solidFill>
          <a:ln w="12700">
            <a:solidFill>
              <a:srgbClr val="5C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ذَوٍ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F6C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964"/>
          </a:solidFill>
          <a:ln w="12700">
            <a:solidFill>
              <a:srgbClr val="D86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8"/>
          </a:solidFill>
          <a:ln w="12700">
            <a:solidFill>
              <a:srgbClr val="D147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رَوٍ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زَوٍ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2B64"/>
          </a:solidFill>
          <a:ln w="12700">
            <a:solidFill>
              <a:srgbClr val="5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B"/>
          </a:solidFill>
          <a:ln w="12700">
            <a:solidFill>
              <a:srgbClr val="79346B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سَوٍ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F6DD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شَوٍ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C3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0"/>
          </a:solidFill>
          <a:ln w="12700">
            <a:solidFill>
              <a:srgbClr val="5EED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صَوٍ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D"/>
          </a:solidFill>
          <a:ln w="12700">
            <a:solidFill>
              <a:srgbClr val="E0528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9"/>
          </a:solidFill>
          <a:ln w="12700">
            <a:solidFill>
              <a:srgbClr val="70DB7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B85"/>
          </a:solidFill>
          <a:ln w="12700">
            <a:solidFill>
              <a:srgbClr val="476B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ضَوٍ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E3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D864"/>
          </a:solidFill>
          <a:ln w="12700">
            <a:solidFill>
              <a:srgbClr val="7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BD147"/>
          </a:solidFill>
          <a:ln w="12700">
            <a:solidFill>
              <a:srgbClr val="7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طَوٍ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ظَوٍ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عَوٍ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C3F6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غَوٍ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D5EED"/>
          </a:solidFill>
          <a:ln w="12700">
            <a:solidFill>
              <a:srgbClr val="7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فَوٍ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45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0E052"/>
          </a:solidFill>
          <a:ln w="12700">
            <a:solidFill>
              <a:srgbClr val="B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2DB"/>
          </a:solidFill>
          <a:ln w="12700">
            <a:solidFill>
              <a:srgbClr val="708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قَوٍ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C3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9D8"/>
          </a:solidFill>
          <a:ln w="12700">
            <a:solidFill>
              <a:srgbClr val="649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DD1"/>
          </a:solidFill>
          <a:ln w="12700">
            <a:solidFill>
              <a:srgbClr val="479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كَوٍ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لَوٍ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6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5"/>
          </a:solidFill>
          <a:ln w="12700">
            <a:solidFill>
              <a:srgbClr val="347965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مَوٍ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7">
    <p:bg>
      <p:bgPr>
        <a:solidFill>
          <a:srgbClr val="C3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نَوٍ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4"/>
          </a:solidFill>
          <a:ln w="12700">
            <a:solidFill>
              <a:srgbClr val="ED5E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52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هَوٍ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9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4E0"/>
          </a:solidFill>
          <a:ln w="12700">
            <a:solidFill>
              <a:srgbClr val="52D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C"/>
          </a:solidFill>
          <a:ln w="12700">
            <a:solidFill>
              <a:srgbClr val="DB70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8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0">
    <p:bg>
      <p:bgPr>
        <a:solidFill>
          <a:srgbClr val="F0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6"/>
          </a:solidFill>
          <a:ln w="12700">
            <a:solidFill>
              <a:srgbClr val="D864B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F"/>
          </a:solidFill>
          <a:ln w="12700">
            <a:solidFill>
              <a:srgbClr val="D147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أَيٍ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بَيٍ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2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تَيٍ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3">
    <p:bg>
      <p:bgPr>
        <a:solidFill>
          <a:srgbClr val="F6C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ثَيٍ</a:t>
            </a:r>
            <a:endParaRPr lang="ar-SA" sz="5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ED5E"/>
          </a:solidFill>
          <a:ln w="12700">
            <a:solidFill>
              <a:srgbClr val="8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جَيٍ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5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52E0"/>
          </a:solidFill>
          <a:ln w="12700">
            <a:solidFill>
              <a:srgbClr val="C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DB70"/>
          </a:solidFill>
          <a:ln w="12700">
            <a:solidFill>
              <a:srgbClr val="B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حَيٍ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6">
    <p:bg>
      <p:bgPr>
        <a:solidFill>
          <a:srgbClr val="F6E4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D864"/>
          </a:solidFill>
          <a:ln w="12700">
            <a:solidFill>
              <a:srgbClr val="D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147"/>
          </a:solidFill>
          <a:ln w="12700">
            <a:solidFill>
              <a:srgbClr val="D1C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خَيٍ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دَيٍ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8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ذَيٍ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9">
    <p:bg>
      <p:bgPr>
        <a:solidFill>
          <a:srgbClr val="DD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رَيٍ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BED"/>
          </a:solidFill>
          <a:ln w="12700">
            <a:solidFill>
              <a:srgbClr val="5EA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زَيٍ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1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652"/>
          </a:solidFill>
          <a:ln w="12700">
            <a:solidFill>
              <a:srgbClr val="E0A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2DB"/>
          </a:solidFill>
          <a:ln w="12700">
            <a:solidFill>
              <a:srgbClr val="70D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سَيٍ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2">
    <p:bg>
      <p:bgPr>
        <a:solidFill>
          <a:srgbClr val="C1F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1"/>
          </a:solidFill>
          <a:ln w="12700">
            <a:solidFill>
              <a:srgbClr val="64D8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E"/>
          </a:solidFill>
          <a:ln w="12700">
            <a:solidFill>
              <a:srgbClr val="47D1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شَيٍ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صَيٍ</a:t>
            </a:r>
            <a:endParaRPr lang="ar-SA" sz="5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4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ضَيٍ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5">
    <p:bg>
      <p:bgPr>
        <a:solidFill>
          <a:srgbClr val="C3E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طَيٍ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E"/>
          </a:solidFill>
          <a:ln w="12700">
            <a:solidFill>
              <a:srgbClr val="ED5E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ظَيٍ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7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2"/>
          </a:solidFill>
          <a:ln w="12700">
            <a:solidFill>
              <a:srgbClr val="52E0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70DB"/>
          </a:solidFill>
          <a:ln w="12700">
            <a:solidFill>
              <a:srgbClr val="C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عَيٍ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8">
    <p:bg>
      <p:bgPr>
        <a:solidFill>
          <a:srgbClr val="CA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47D1"/>
          </a:solidFill>
          <a:ln w="12700">
            <a:solidFill>
              <a:srgbClr val="7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غَيٍ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فَيٍ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0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قَيٍ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1">
    <p:bg>
      <p:bgPr>
        <a:solidFill>
          <a:srgbClr val="F6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كَيٍ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85E"/>
          </a:solidFill>
          <a:ln w="12700">
            <a:solidFill>
              <a:srgbClr val="EDE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لَيٍ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3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مَيٍ</a:t>
            </a:r>
            <a:endParaRPr lang="ar-SA" sz="5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4">
    <p:bg>
      <p:bgPr>
        <a:solidFill>
          <a:srgbClr val="F6C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نَيٍ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هَيٍ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6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4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وَيٍ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7">
    <p:bg>
      <p:bgPr>
        <a:solidFill>
          <a:srgbClr val="F6EA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23194" y="896112"/>
            <a:ext cx="17160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23194" y="896112"/>
            <a:ext cx="17160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704783" y="896112"/>
            <a:ext cx="16983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9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04783" y="896112"/>
            <a:ext cx="16983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بِقَلَمٍ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25435" y="2834640"/>
            <a:ext cx="289312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25435" y="2834640"/>
            <a:ext cx="289312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 بِقَلَمٍ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44799" y="896112"/>
            <a:ext cx="18787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7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44799" y="896112"/>
            <a:ext cx="18787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2520414" y="896112"/>
            <a:ext cx="19043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7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20414" y="896112"/>
            <a:ext cx="19043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بِكُرَةٍ</a:t>
            </a:r>
            <a:endParaRPr lang="ar-SA" sz="48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912668" y="2834640"/>
            <a:ext cx="331866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912668" y="2834640"/>
            <a:ext cx="331866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 بِكُرَةٍ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9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83242" y="896112"/>
            <a:ext cx="15547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8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83242" y="896112"/>
            <a:ext cx="15547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قَلَمُ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905989" y="896112"/>
            <a:ext cx="14572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8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905989" y="896112"/>
            <a:ext cx="14572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وَلَدٍ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226328" y="2834640"/>
            <a:ext cx="269134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226328" y="2834640"/>
            <a:ext cx="269134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قَلَمُ وَلَدٍ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0">
    <p:bg>
      <p:bgPr>
        <a:solidFill>
          <a:srgbClr val="D6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33160" y="896112"/>
            <a:ext cx="16109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33160" y="896112"/>
            <a:ext cx="16109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وَرَقُ</a:t>
            </a:r>
            <a:endParaRPr lang="ar-SA" sz="4100" dirty="0"/>
          </a:p>
        </p:txBody>
      </p:sp>
      <p:sp>
        <p:nvSpPr>
          <p:cNvPr id="12" name="C2 W2 pill"/>
          <p:cNvSpPr/>
          <p:nvPr/>
        </p:nvSpPr>
        <p:spPr>
          <a:xfrm>
            <a:off x="2699841" y="896112"/>
            <a:ext cx="18132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99841" y="896112"/>
            <a:ext cx="18132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شَجَرٍ</a:t>
            </a:r>
            <a:endParaRPr lang="ar-SA" sz="41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28847" y="2834640"/>
            <a:ext cx="30863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28847" y="2834640"/>
            <a:ext cx="30863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وَرَقُ شَجَرٍ</a:t>
            </a:r>
            <a:endParaRPr lang="ar-SA" sz="4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50879" y="896112"/>
            <a:ext cx="14612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50879" y="896112"/>
            <a:ext cx="14612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لَبَنُ</a:t>
            </a:r>
            <a:endParaRPr lang="ar-SA" sz="4100" dirty="0"/>
          </a:p>
        </p:txBody>
      </p:sp>
      <p:sp>
        <p:nvSpPr>
          <p:cNvPr id="13" name="C2 W2 pill"/>
          <p:cNvSpPr/>
          <p:nvPr/>
        </p:nvSpPr>
        <p:spPr>
          <a:xfrm>
            <a:off x="2931881" y="896112"/>
            <a:ext cx="14989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931881" y="896112"/>
            <a:ext cx="14989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بَقَرٍ</a:t>
            </a:r>
            <a:endParaRPr lang="ar-SA" sz="41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292744" y="2834640"/>
            <a:ext cx="255851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292744" y="2834640"/>
            <a:ext cx="255851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لَبَنُ بَقَرٍ</a:t>
            </a:r>
            <a:endParaRPr lang="ar-SA" sz="4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2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65646" y="896112"/>
            <a:ext cx="17904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E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65646" y="896112"/>
            <a:ext cx="17904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صُوَرُ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687927" y="896112"/>
            <a:ext cx="16576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E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87927" y="896112"/>
            <a:ext cx="16576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أَسَدٍ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87165" y="2834640"/>
            <a:ext cx="29696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87165" y="2834640"/>
            <a:ext cx="29696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صُوَرُ أَسَدٍ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3">
    <p:bg>
      <p:bgPr>
        <a:solidFill>
          <a:srgbClr val="C3F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87880" y="896112"/>
            <a:ext cx="19148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4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87880" y="896112"/>
            <a:ext cx="19148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مَسَحَ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741254" y="896112"/>
            <a:ext cx="14265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4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41254" y="896112"/>
            <a:ext cx="14265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بِيَدٍ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08129" y="2834640"/>
            <a:ext cx="292774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08129" y="2834640"/>
            <a:ext cx="292774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مَسَحَ بِيَدٍ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5EED"/>
          </a:solidFill>
          <a:ln w="12700">
            <a:solidFill>
              <a:srgbClr val="A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5613" y="896112"/>
            <a:ext cx="17511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5613" y="896112"/>
            <a:ext cx="17511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687202" y="896112"/>
            <a:ext cx="16983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2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87202" y="896112"/>
            <a:ext cx="16983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بِقَلَمٍ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66628" y="2834640"/>
            <a:ext cx="301074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66628" y="2834640"/>
            <a:ext cx="301074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 بِقَلَمٍ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444</Slides>
  <Notes>444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444</vt:i4>
      </vt:variant>
    </vt:vector>
  </HeadingPairs>
  <TitlesOfParts>
    <vt:vector size="4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  <vt:lpstr>Slide 406</vt:lpstr>
      <vt:lpstr>Slide 407</vt:lpstr>
      <vt:lpstr>Slide 408</vt:lpstr>
      <vt:lpstr>Slide 409</vt:lpstr>
      <vt:lpstr>Slide 410</vt:lpstr>
      <vt:lpstr>Slide 411</vt:lpstr>
      <vt:lpstr>Slide 412</vt:lpstr>
      <vt:lpstr>Slide 413</vt:lpstr>
      <vt:lpstr>Slide 414</vt:lpstr>
      <vt:lpstr>Slide 415</vt:lpstr>
      <vt:lpstr>Slide 416</vt:lpstr>
      <vt:lpstr>Slide 417</vt:lpstr>
      <vt:lpstr>Slide 418</vt:lpstr>
      <vt:lpstr>Slide 419</vt:lpstr>
      <vt:lpstr>Slide 420</vt:lpstr>
      <vt:lpstr>Slide 421</vt:lpstr>
      <vt:lpstr>Slide 422</vt:lpstr>
      <vt:lpstr>Slide 423</vt:lpstr>
      <vt:lpstr>Slide 424</vt:lpstr>
      <vt:lpstr>Slide 425</vt:lpstr>
      <vt:lpstr>Slide 426</vt:lpstr>
      <vt:lpstr>Slide 427</vt:lpstr>
      <vt:lpstr>Slide 428</vt:lpstr>
      <vt:lpstr>Slide 429</vt:lpstr>
      <vt:lpstr>Slide 430</vt:lpstr>
      <vt:lpstr>Slide 431</vt:lpstr>
      <vt:lpstr>Slide 432</vt:lpstr>
      <vt:lpstr>Slide 433</vt:lpstr>
      <vt:lpstr>Slide 434</vt:lpstr>
      <vt:lpstr>Slide 435</vt:lpstr>
      <vt:lpstr>Slide 436</vt:lpstr>
      <vt:lpstr>Slide 437</vt:lpstr>
      <vt:lpstr>Slide 438</vt:lpstr>
      <vt:lpstr>Slide 439</vt:lpstr>
      <vt:lpstr>Slide 440</vt:lpstr>
      <vt:lpstr>Slide 441</vt:lpstr>
      <vt:lpstr>Slide 442</vt:lpstr>
      <vt:lpstr>Slide 443</vt:lpstr>
      <vt:lpstr>Slide 444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Tanween-2-Kasratan</dc:title>
  <dc:subject>PptxGenJS Presentation</dc:subject>
  <dc:creator>PptxGenJS</dc:creator>
  <cp:lastModifiedBy>PptxGenJS</cp:lastModifiedBy>
  <cp:revision>1</cp:revision>
  <dcterms:created xsi:type="dcterms:W3CDTF">2026-10-21T18:02:32Z</dcterms:created>
  <dcterms:modified xsi:type="dcterms:W3CDTF">2026-10-21T18:02:32Z</dcterms:modified>
</cp:coreProperties>
</file>