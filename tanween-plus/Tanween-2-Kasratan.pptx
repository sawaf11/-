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slideMasters/slideMaster437.xml" ContentType="application/vnd.openxmlformats-officedocument.presentationml.slideMaster+xml"/>
  <Override PartName="/ppt/slides/slide437.xml" ContentType="application/vnd.openxmlformats-officedocument.presentationml.slide+xml"/>
  <Override PartName="/ppt/slideMasters/slideMaster438.xml" ContentType="application/vnd.openxmlformats-officedocument.presentationml.slideMaster+xml"/>
  <Override PartName="/ppt/slides/slide438.xml" ContentType="application/vnd.openxmlformats-officedocument.presentationml.slide+xml"/>
  <Override PartName="/ppt/slideMasters/slideMaster439.xml" ContentType="application/vnd.openxmlformats-officedocument.presentationml.slideMaster+xml"/>
  <Override PartName="/ppt/slides/slide439.xml" ContentType="application/vnd.openxmlformats-officedocument.presentationml.slide+xml"/>
  <Override PartName="/ppt/slideMasters/slideMaster440.xml" ContentType="application/vnd.openxmlformats-officedocument.presentationml.slideMaster+xml"/>
  <Override PartName="/ppt/slides/slide440.xml" ContentType="application/vnd.openxmlformats-officedocument.presentationml.slide+xml"/>
  <Override PartName="/ppt/slideMasters/slideMaster441.xml" ContentType="application/vnd.openxmlformats-officedocument.presentationml.slideMaster+xml"/>
  <Override PartName="/ppt/slides/slide441.xml" ContentType="application/vnd.openxmlformats-officedocument.presentationml.slide+xml"/>
  <Override PartName="/ppt/slideMasters/slideMaster442.xml" ContentType="application/vnd.openxmlformats-officedocument.presentationml.slideMaster+xml"/>
  <Override PartName="/ppt/slides/slide442.xml" ContentType="application/vnd.openxmlformats-officedocument.presentationml.slide+xml"/>
  <Override PartName="/ppt/slideMasters/slideMaster443.xml" ContentType="application/vnd.openxmlformats-officedocument.presentationml.slideMaster+xml"/>
  <Override PartName="/ppt/slides/slide443.xml" ContentType="application/vnd.openxmlformats-officedocument.presentationml.slide+xml"/>
  <Override PartName="/ppt/slideMasters/slideMaster444.xml" ContentType="application/vnd.openxmlformats-officedocument.presentationml.slideMaster+xml"/>
  <Override PartName="/ppt/slides/slide444.xml" ContentType="application/vnd.openxmlformats-officedocument.presentationml.slide+xml"/>
  <Override PartName="/ppt/slideMasters/slideMaster445.xml" ContentType="application/vnd.openxmlformats-officedocument.presentationml.slideMaster+xml"/>
  <Override PartName="/ppt/slides/slide445.xml" ContentType="application/vnd.openxmlformats-officedocument.presentationml.slide+xml"/>
  <Override PartName="/ppt/slideMasters/slideMaster446.xml" ContentType="application/vnd.openxmlformats-officedocument.presentationml.slideMaster+xml"/>
  <Override PartName="/ppt/slides/slide446.xml" ContentType="application/vnd.openxmlformats-officedocument.presentationml.slide+xml"/>
  <Override PartName="/ppt/slideMasters/slideMaster447.xml" ContentType="application/vnd.openxmlformats-officedocument.presentationml.slideMaster+xml"/>
  <Override PartName="/ppt/slides/slide447.xml" ContentType="application/vnd.openxmlformats-officedocument.presentationml.slide+xml"/>
  <Override PartName="/ppt/slideMasters/slideMaster448.xml" ContentType="application/vnd.openxmlformats-officedocument.presentationml.slideMaster+xml"/>
  <Override PartName="/ppt/slides/slide448.xml" ContentType="application/vnd.openxmlformats-officedocument.presentationml.slide+xml"/>
  <Override PartName="/ppt/slideMasters/slideMaster449.xml" ContentType="application/vnd.openxmlformats-officedocument.presentationml.slideMaster+xml"/>
  <Override PartName="/ppt/slides/slide449.xml" ContentType="application/vnd.openxmlformats-officedocument.presentationml.slide+xml"/>
  <Override PartName="/ppt/slideMasters/slideMaster450.xml" ContentType="application/vnd.openxmlformats-officedocument.presentationml.slideMaster+xml"/>
  <Override PartName="/ppt/slides/slide4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ppt/notesSlides/notesSlide437.xml" ContentType="application/vnd.openxmlformats-officedocument.presentationml.notesSlide+xml"/>
  <Override PartName="/ppt/notesSlides/notesSlide438.xml" ContentType="application/vnd.openxmlformats-officedocument.presentationml.notesSlide+xml"/>
  <Override PartName="/ppt/notesSlides/notesSlide439.xml" ContentType="application/vnd.openxmlformats-officedocument.presentationml.notesSlide+xml"/>
  <Override PartName="/ppt/notesSlides/notesSlide440.xml" ContentType="application/vnd.openxmlformats-officedocument.presentationml.notesSlide+xml"/>
  <Override PartName="/ppt/notesSlides/notesSlide441.xml" ContentType="application/vnd.openxmlformats-officedocument.presentationml.notesSlide+xml"/>
  <Override PartName="/ppt/notesSlides/notesSlide442.xml" ContentType="application/vnd.openxmlformats-officedocument.presentationml.notesSlide+xml"/>
  <Override PartName="/ppt/notesSlides/notesSlide443.xml" ContentType="application/vnd.openxmlformats-officedocument.presentationml.notesSlide+xml"/>
  <Override PartName="/ppt/notesSlides/notesSlide444.xml" ContentType="application/vnd.openxmlformats-officedocument.presentationml.notesSlide+xml"/>
  <Override PartName="/ppt/notesSlides/notesSlide445.xml" ContentType="application/vnd.openxmlformats-officedocument.presentationml.notesSlide+xml"/>
  <Override PartName="/ppt/notesSlides/notesSlide446.xml" ContentType="application/vnd.openxmlformats-officedocument.presentationml.notesSlide+xml"/>
  <Override PartName="/ppt/notesSlides/notesSlide447.xml" ContentType="application/vnd.openxmlformats-officedocument.presentationml.notesSlide+xml"/>
  <Override PartName="/ppt/notesSlides/notesSlide448.xml" ContentType="application/vnd.openxmlformats-officedocument.presentationml.notesSlide+xml"/>
  <Override PartName="/ppt/notesSlides/notesSlide449.xml" ContentType="application/vnd.openxmlformats-officedocument.presentationml.notesSlide+xml"/>
  <Override PartName="/ppt/notesSlides/notesSlide4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  <p:sldId id="692" r:id="rId438"/>
    <p:sldId id="693" r:id="rId439"/>
    <p:sldId id="694" r:id="rId440"/>
    <p:sldId id="695" r:id="rId441"/>
    <p:sldId id="696" r:id="rId442"/>
    <p:sldId id="697" r:id="rId443"/>
    <p:sldId id="698" r:id="rId444"/>
    <p:sldId id="699" r:id="rId445"/>
    <p:sldId id="700" r:id="rId446"/>
    <p:sldId id="701" r:id="rId447"/>
    <p:sldId id="702" r:id="rId448"/>
    <p:sldId id="703" r:id="rId449"/>
    <p:sldId id="704" r:id="rId450"/>
    <p:sldId id="705" r:id="rId45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slide" Target="slides/slide437.xml"/><Relationship Id="rId439" Type="http://schemas.openxmlformats.org/officeDocument/2006/relationships/slide" Target="slides/slide438.xml"/><Relationship Id="rId440" Type="http://schemas.openxmlformats.org/officeDocument/2006/relationships/slide" Target="slides/slide439.xml"/><Relationship Id="rId441" Type="http://schemas.openxmlformats.org/officeDocument/2006/relationships/slide" Target="slides/slide440.xml"/><Relationship Id="rId442" Type="http://schemas.openxmlformats.org/officeDocument/2006/relationships/slide" Target="slides/slide441.xml"/><Relationship Id="rId443" Type="http://schemas.openxmlformats.org/officeDocument/2006/relationships/slide" Target="slides/slide442.xml"/><Relationship Id="rId444" Type="http://schemas.openxmlformats.org/officeDocument/2006/relationships/slide" Target="slides/slide443.xml"/><Relationship Id="rId445" Type="http://schemas.openxmlformats.org/officeDocument/2006/relationships/slide" Target="slides/slide444.xml"/><Relationship Id="rId446" Type="http://schemas.openxmlformats.org/officeDocument/2006/relationships/slide" Target="slides/slide445.xml"/><Relationship Id="rId447" Type="http://schemas.openxmlformats.org/officeDocument/2006/relationships/slide" Target="slides/slide446.xml"/><Relationship Id="rId448" Type="http://schemas.openxmlformats.org/officeDocument/2006/relationships/slide" Target="slides/slide447.xml"/><Relationship Id="rId449" Type="http://schemas.openxmlformats.org/officeDocument/2006/relationships/slide" Target="slides/slide448.xml"/><Relationship Id="rId450" Type="http://schemas.openxmlformats.org/officeDocument/2006/relationships/slide" Target="slides/slide449.xml"/><Relationship Id="rId451" Type="http://schemas.openxmlformats.org/officeDocument/2006/relationships/slide" Target="slides/slide450.xml"/><Relationship Id="rId452" Type="http://schemas.openxmlformats.org/officeDocument/2006/relationships/notesMaster" Target="notesMasters/notesMaster1.xml"/><Relationship Id="rId453" Type="http://schemas.openxmlformats.org/officeDocument/2006/relationships/presProps" Target="presProps.xml"/><Relationship Id="rId454" Type="http://schemas.openxmlformats.org/officeDocument/2006/relationships/viewProps" Target="viewProps.xml"/><Relationship Id="rId455" Type="http://schemas.openxmlformats.org/officeDocument/2006/relationships/theme" Target="theme/theme1.xml"/><Relationship Id="rId4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_rels/notesSlide4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7.xml"/>
		</Relationships>
</file>

<file path=ppt/notesSlides/_rels/notesSlide4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8.xml"/>
		</Relationships>
</file>

<file path=ppt/notesSlides/_rels/notesSlide4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9.xml"/>
		</Relationships>
</file>

<file path=ppt/notesSlides/_rels/notesSlide4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0.xml"/>
		</Relationships>
</file>

<file path=ppt/notesSlides/_rels/notesSlide4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1.xml"/>
		</Relationships>
</file>

<file path=ppt/notesSlides/_rels/notesSlide4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2.xml"/>
		</Relationships>
</file>

<file path=ppt/notesSlides/_rels/notesSlide4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3.xml"/>
		</Relationships>
</file>

<file path=ppt/notesSlides/_rels/notesSlide4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4.xml"/>
		</Relationships>
</file>

<file path=ppt/notesSlides/_rels/notesSlide4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5.xml"/>
		</Relationships>
</file>

<file path=ppt/notesSlides/_rels/notesSlide4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6.xml"/>
		</Relationships>
</file>

<file path=ppt/notesSlides/_rels/notesSlide4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7.xml"/>
		</Relationships>
</file>

<file path=ppt/notesSlides/_rels/notesSlide4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8.xml"/>
		</Relationships>
</file>

<file path=ppt/notesSlides/_rels/notesSlide4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9.xml"/>
		</Relationships>
</file>

<file path=ppt/notesSlides/_rels/notesSlide4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التنوين حرفان في الصوت: حركة على الحرف ثم نون ساكنة. علامة تنوين الكسر «ـٍ» كسرتان: الكسرة الأولى هي حركة الحرف، والثانية تدل على نون ساكنة «نۡ» نسمعها ولا نكتبها.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نجمع الحرف بكسرته مع نون ساكنة: بِ + نۡ = بِنۡ. هذا هو صوت التنوين.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نكتب «بٍ» ونقرأ «بِنۡ»: النون الساكنة لا تُكتب، لكننا ننطقها.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نجمع الحرف بكسرته مع نون ساكنة: تِ + نۡ = تِنۡ. هذا هو صوت التنوين.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نكتب «تٍ» ونقرأ «تِنۡ»: النون الساكنة لا تُكتب، لكننا ننطقها.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الكلمة أيضاً: نكتب «قَلَمٍ» ونقرأ «قَلَمِنۡ». التنوين في آخر الكلمة = حركة + نون ساكنة.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TrSnd" Type="http://schemas.openxmlformats.org/officeDocument/2006/relationships/audio" Target="../media/bubbles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TrSnd" Type="http://schemas.openxmlformats.org/officeDocument/2006/relationships/audio" Target="../media/sparkle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TrSnd" Type="http://schemas.openxmlformats.org/officeDocument/2006/relationships/audio" Target="../media/marimba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TrSnd" Type="http://schemas.openxmlformats.org/officeDocument/2006/relationships/audio" Target="../media/harp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TrSnd" Type="http://schemas.openxmlformats.org/officeDocument/2006/relationships/audio" Target="../media/chime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TrSnd" Type="http://schemas.openxmlformats.org/officeDocument/2006/relationships/audio" Target="../media/whoosh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TrSnd" Type="http://schemas.openxmlformats.org/officeDocument/2006/relationships/audio" Target="../media/bubbles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TrSnd" Type="http://schemas.openxmlformats.org/officeDocument/2006/relationships/audio" Target="../media/sparkle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TrSnd" Type="http://schemas.openxmlformats.org/officeDocument/2006/relationships/audio" Target="../media/marimba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TrSnd" Type="http://schemas.openxmlformats.org/officeDocument/2006/relationships/audio" Target="../media/harp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TrSnd" Type="http://schemas.openxmlformats.org/officeDocument/2006/relationships/audio" Target="../media/chime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TrSnd" Type="http://schemas.openxmlformats.org/officeDocument/2006/relationships/audio" Target="../media/whoosh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TrSnd" Type="http://schemas.openxmlformats.org/officeDocument/2006/relationships/audio" Target="../media/bubbles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TrSnd" Type="http://schemas.openxmlformats.org/officeDocument/2006/relationships/audio" Target="../media/sparkle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TrSnd" Type="http://schemas.openxmlformats.org/officeDocument/2006/relationships/audio" Target="../media/marimba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TrSnd" Type="http://schemas.openxmlformats.org/officeDocument/2006/relationships/audio" Target="../media/harp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TrSnd" Type="http://schemas.openxmlformats.org/officeDocument/2006/relationships/audio" Target="../media/chime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TrSnd" Type="http://schemas.openxmlformats.org/officeDocument/2006/relationships/audio" Target="../media/whoosh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TrSnd" Type="http://schemas.openxmlformats.org/officeDocument/2006/relationships/audio" Target="../media/bubbles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TrSnd" Type="http://schemas.openxmlformats.org/officeDocument/2006/relationships/audio" Target="../media/sparkle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TrSnd" Type="http://schemas.openxmlformats.org/officeDocument/2006/relationships/audio" Target="../media/marimba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TrSnd" Type="http://schemas.openxmlformats.org/officeDocument/2006/relationships/audio" Target="../media/harp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TrSnd" Type="http://schemas.openxmlformats.org/officeDocument/2006/relationships/audio" Target="../media/chime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TrSnd" Type="http://schemas.openxmlformats.org/officeDocument/2006/relationships/audio" Target="../media/whoosh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TrSnd" Type="http://schemas.openxmlformats.org/officeDocument/2006/relationships/audio" Target="../media/bubbles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TrSnd" Type="http://schemas.openxmlformats.org/officeDocument/2006/relationships/audio" Target="../media/sparkle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TrSnd" Type="http://schemas.openxmlformats.org/officeDocument/2006/relationships/audio" Target="../media/marimba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TrSnd" Type="http://schemas.openxmlformats.org/officeDocument/2006/relationships/audio" Target="../media/harp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TrSnd" Type="http://schemas.openxmlformats.org/officeDocument/2006/relationships/audio" Target="../media/chime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TrSnd" Type="http://schemas.openxmlformats.org/officeDocument/2006/relationships/audio" Target="../media/whoosh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TrSnd" Type="http://schemas.openxmlformats.org/officeDocument/2006/relationships/audio" Target="../media/bubbles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TrSnd" Type="http://schemas.openxmlformats.org/officeDocument/2006/relationships/audio" Target="../media/sparkle.wav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7.xml"/><Relationship Id="rIdTrSnd" Type="http://schemas.openxmlformats.org/officeDocument/2006/relationships/audio" Target="../media/marimba.wav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8.xml"/><Relationship Id="rIdTrSnd" Type="http://schemas.openxmlformats.org/officeDocument/2006/relationships/audio" Target="../media/harp.wav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9.xml"/><Relationship Id="rIdTrSnd" Type="http://schemas.openxmlformats.org/officeDocument/2006/relationships/audio" Target="../media/chime.wav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0.xml"/><Relationship Id="rIdTrSnd" Type="http://schemas.openxmlformats.org/officeDocument/2006/relationships/audio" Target="../media/whoosh.wav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1.xml"/><Relationship Id="rIdTrSnd" Type="http://schemas.openxmlformats.org/officeDocument/2006/relationships/audio" Target="../media/bubbles.wav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2.xml"/><Relationship Id="rIdTrSnd" Type="http://schemas.openxmlformats.org/officeDocument/2006/relationships/audio" Target="../media/sparkle.wav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3.xml"/><Relationship Id="rIdTrSnd" Type="http://schemas.openxmlformats.org/officeDocument/2006/relationships/audio" Target="../media/marimba.wav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4.xml"/><Relationship Id="rIdTrSnd" Type="http://schemas.openxmlformats.org/officeDocument/2006/relationships/audio" Target="../media/harp.wav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5.xml"/><Relationship Id="rIdTrSnd" Type="http://schemas.openxmlformats.org/officeDocument/2006/relationships/audio" Target="../media/chime.wav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6.xml"/><Relationship Id="rIdTrSnd" Type="http://schemas.openxmlformats.org/officeDocument/2006/relationships/audio" Target="../media/whoosh.wav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7.xml"/><Relationship Id="rIdTrSnd" Type="http://schemas.openxmlformats.org/officeDocument/2006/relationships/audio" Target="../media/bubbles.wav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8.xml"/><Relationship Id="rIdTrSnd" Type="http://schemas.openxmlformats.org/officeDocument/2006/relationships/audio" Target="../media/sparkle.wav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9.xml"/><Relationship Id="rIdTrSnd" Type="http://schemas.openxmlformats.org/officeDocument/2006/relationships/audio" Target="../media/marimba.wav"/></Relationships>
</file>

<file path=ppt/slides/_rels/slide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0.xml"/><Relationship Id="rIdTrSnd" Type="http://schemas.openxmlformats.org/officeDocument/2006/relationships/audio" Target="../media/harp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649224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6" name="C1 T1 sign"/>
          <p:cNvSpPr txBox="1"/>
          <p:nvPr/>
        </p:nvSpPr>
        <p:spPr>
          <a:xfrm>
            <a:off x="6492240" y="589307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ـٍ</a:t>
            </a:r>
            <a:endParaRPr lang="ar-SA" sz="8900" dirty="0"/>
          </a:p>
        </p:txBody>
      </p:sp>
      <p:sp>
        <p:nvSpPr>
          <p:cNvPr id="17" name="C1 L1 label box"/>
          <p:cNvSpPr/>
          <p:nvPr/>
        </p:nvSpPr>
        <p:spPr>
          <a:xfrm>
            <a:off x="649224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1 L1 label"/>
          <p:cNvSpPr txBox="1"/>
          <p:nvPr/>
        </p:nvSpPr>
        <p:spPr>
          <a:xfrm>
            <a:off x="6492240" y="3145917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تنوين الكسر</a:t>
            </a:r>
            <a:endParaRPr lang="ar-SA" sz="3000" dirty="0"/>
          </a:p>
        </p:txBody>
      </p:sp>
      <p:sp>
        <p:nvSpPr>
          <p:cNvPr id="19" name="Panel 2"/>
          <p:cNvSpPr/>
          <p:nvPr/>
        </p:nvSpPr>
        <p:spPr>
          <a:xfrm>
            <a:off x="342900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0" name="C3 T2 sign"/>
          <p:cNvSpPr txBox="1"/>
          <p:nvPr/>
        </p:nvSpPr>
        <p:spPr>
          <a:xfrm>
            <a:off x="3429000" y="650812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ـِ</a:t>
            </a:r>
            <a:endParaRPr lang="ar-SA" sz="8900" dirty="0"/>
          </a:p>
        </p:txBody>
      </p:sp>
      <p:sp>
        <p:nvSpPr>
          <p:cNvPr id="21" name="C3 L2 label box"/>
          <p:cNvSpPr/>
          <p:nvPr/>
        </p:nvSpPr>
        <p:spPr>
          <a:xfrm>
            <a:off x="342900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L2 label"/>
          <p:cNvSpPr txBox="1"/>
          <p:nvPr/>
        </p:nvSpPr>
        <p:spPr>
          <a:xfrm>
            <a:off x="3429000" y="3145917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كسرة</a:t>
            </a:r>
            <a:endParaRPr lang="ar-SA" sz="3000" dirty="0"/>
          </a:p>
        </p:txBody>
      </p:sp>
      <p:sp>
        <p:nvSpPr>
          <p:cNvPr id="23" name="Panel 3"/>
          <p:cNvSpPr/>
          <p:nvPr/>
        </p:nvSpPr>
        <p:spPr>
          <a:xfrm>
            <a:off x="36576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24" name="C4 T3 sign"/>
          <p:cNvSpPr txBox="1"/>
          <p:nvPr/>
        </p:nvSpPr>
        <p:spPr>
          <a:xfrm>
            <a:off x="365760" y="1057154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900" dirty="0"/>
          </a:p>
        </p:txBody>
      </p:sp>
      <p:sp>
        <p:nvSpPr>
          <p:cNvPr id="25" name="C4 L3 label box"/>
          <p:cNvSpPr/>
          <p:nvPr/>
        </p:nvSpPr>
        <p:spPr>
          <a:xfrm>
            <a:off x="36576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3 label"/>
          <p:cNvSpPr txBox="1"/>
          <p:nvPr/>
        </p:nvSpPr>
        <p:spPr>
          <a:xfrm>
            <a:off x="365760" y="3145917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نون ساكنة</a:t>
            </a:r>
            <a:endParaRPr lang="ar-SA" sz="3000" dirty="0"/>
          </a:p>
        </p:txBody>
      </p:sp>
      <p:sp>
        <p:nvSpPr>
          <p:cNvPr id="27" name="C2 E equals"/>
          <p:cNvSpPr/>
          <p:nvPr/>
        </p:nvSpPr>
        <p:spPr>
          <a:xfrm>
            <a:off x="5833872" y="1783080"/>
            <a:ext cx="548640" cy="548640"/>
          </a:xfrm>
          <a:prstGeom prst="mathEqual">
            <a:avLst/>
          </a:prstGeom>
          <a:solidFill>
            <a:srgbClr val="D985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3 P plus"/>
          <p:cNvSpPr/>
          <p:nvPr/>
        </p:nvSpPr>
        <p:spPr>
          <a:xfrm>
            <a:off x="2770632" y="1783080"/>
            <a:ext cx="548640" cy="54864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27" grpId="0" animBg="1"/>
      <p:bldP spid="20" grpId="0" animBg="1"/>
      <p:bldP spid="21" grpId="0" animBg="1"/>
      <p:bldP spid="22" grpId="0" animBg="1"/>
      <p:bldP spid="28" grpId="0" animBg="1"/>
      <p:bldP spid="24" grpId="0" animBg="1"/>
      <p:bldP spid="25" grpId="0" animBg="1"/>
      <p:bldP spid="2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40080" y="1554480"/>
            <a:ext cx="26517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36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900" dirty="0"/>
          </a:p>
        </p:txBody>
      </p:sp>
      <p:sp>
        <p:nvSpPr>
          <p:cNvPr id="14" name="C2 V1 mark"/>
          <p:cNvSpPr txBox="1"/>
          <p:nvPr/>
        </p:nvSpPr>
        <p:spPr>
          <a:xfrm>
            <a:off x="6720840" y="1436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900" dirty="0"/>
          </a:p>
        </p:txBody>
      </p:sp>
      <p:sp>
        <p:nvSpPr>
          <p:cNvPr id="15" name="C3 P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900" dirty="0"/>
          </a:p>
        </p:txBody>
      </p:sp>
      <p:sp>
        <p:nvSpPr>
          <p:cNvPr id="17" name="C5 V2 mark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2044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sound"/>
          <p:cNvSpPr txBox="1"/>
          <p:nvPr/>
        </p:nvSpPr>
        <p:spPr>
          <a:xfrm>
            <a:off x="640080" y="1436014"/>
            <a:ext cx="26517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بِنۡ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630015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8500" dirty="0"/>
          </a:p>
        </p:txBody>
      </p:sp>
      <p:sp>
        <p:nvSpPr>
          <p:cNvPr id="14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16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R read"/>
          <p:cNvSpPr txBox="1"/>
          <p:nvPr/>
        </p:nvSpPr>
        <p:spPr>
          <a:xfrm>
            <a:off x="457200" y="937133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بِنۡ</a:t>
            </a:r>
            <a:endParaRPr lang="ar-SA" sz="8500" dirty="0"/>
          </a:p>
        </p:txBody>
      </p:sp>
      <p:sp>
        <p:nvSpPr>
          <p:cNvPr id="18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40080" y="1554480"/>
            <a:ext cx="26517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386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900" dirty="0"/>
          </a:p>
        </p:txBody>
      </p:sp>
      <p:sp>
        <p:nvSpPr>
          <p:cNvPr id="16" name="C2 V1 mark"/>
          <p:cNvSpPr txBox="1"/>
          <p:nvPr/>
        </p:nvSpPr>
        <p:spPr>
          <a:xfrm>
            <a:off x="6720840" y="15386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5900" dirty="0"/>
          </a:p>
        </p:txBody>
      </p:sp>
      <p:sp>
        <p:nvSpPr>
          <p:cNvPr id="17" name="C3 P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900" dirty="0"/>
          </a:p>
        </p:txBody>
      </p:sp>
      <p:sp>
        <p:nvSpPr>
          <p:cNvPr id="19" name="C5 V2 mark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2044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sound"/>
          <p:cNvSpPr txBox="1"/>
          <p:nvPr/>
        </p:nvSpPr>
        <p:spPr>
          <a:xfrm>
            <a:off x="640080" y="1499006"/>
            <a:ext cx="26517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تِنۡ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751418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تٍ</a:t>
            </a:r>
            <a:endParaRPr lang="ar-SA" sz="9300" dirty="0"/>
          </a:p>
        </p:txBody>
      </p:sp>
      <p:sp>
        <p:nvSpPr>
          <p:cNvPr id="13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15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997820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تِنۡ</a:t>
            </a:r>
            <a:endParaRPr lang="ar-SA" sz="9300" dirty="0"/>
          </a:p>
        </p:txBody>
      </p:sp>
      <p:sp>
        <p:nvSpPr>
          <p:cNvPr id="17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940214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قَلَمٍ</a:t>
            </a:r>
            <a:endParaRPr lang="ar-SA" sz="7100" dirty="0"/>
          </a:p>
        </p:txBody>
      </p:sp>
      <p:sp>
        <p:nvSpPr>
          <p:cNvPr id="21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23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3 R read"/>
          <p:cNvSpPr txBox="1"/>
          <p:nvPr/>
        </p:nvSpPr>
        <p:spPr>
          <a:xfrm>
            <a:off x="457200" y="1067791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قَلَمِنۡ</a:t>
            </a:r>
            <a:endParaRPr lang="ar-SA" sz="7100" dirty="0"/>
          </a:p>
        </p:txBody>
      </p:sp>
      <p:sp>
        <p:nvSpPr>
          <p:cNvPr id="25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0"/>
          </a:solidFill>
          <a:ln w="12700">
            <a:solidFill>
              <a:srgbClr val="E052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6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D147"/>
          </a:solidFill>
          <a:ln w="12700">
            <a:solidFill>
              <a:srgbClr val="5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1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11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0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10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بَإٍ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تَإٍ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ثَإٍ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جَإٍ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حَإٍ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خَإٍ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دَإٍ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6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أَبٍ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تَبٍ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ثَبٍ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جَبٍ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حَبٍ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خَبٍ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دَبٍ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13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11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D147"/>
          </a:solidFill>
          <a:ln w="12700">
            <a:solidFill>
              <a:srgbClr val="C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أَتٍ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9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A"/>
          </a:solidFill>
          <a:ln w="12700">
            <a:solidFill>
              <a:srgbClr val="47D1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3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11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أَثٍ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9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6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6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5EED"/>
          </a:solidFill>
          <a:ln w="12700">
            <a:solidFill>
              <a:srgbClr val="B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E052"/>
          </a:solidFill>
          <a:ln w="12700">
            <a:solidFill>
              <a:srgbClr val="7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ED1"/>
          </a:solidFill>
          <a:ln w="12700">
            <a:solidFill>
              <a:srgbClr val="475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6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570"/>
          </a:solidFill>
          <a:ln w="12700">
            <a:solidFill>
              <a:srgbClr val="DB7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2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12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أَدٍ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7"/>
          </a:solidFill>
          <a:ln w="12700">
            <a:solidFill>
              <a:srgbClr val="E052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8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12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5D1"/>
          </a:solidFill>
          <a:ln w="12700">
            <a:solidFill>
              <a:srgbClr val="47C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أَذٍ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7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E"/>
          </a:solidFill>
          <a:ln w="12700">
            <a:solidFill>
              <a:srgbClr val="ED5E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47D1"/>
          </a:solidFill>
          <a:ln w="12700">
            <a:solidFill>
              <a:srgbClr val="B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02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10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أَرٍ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بَرٍ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تَرٍ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C64"/>
          </a:solidFill>
          <a:ln w="12700">
            <a:solidFill>
              <a:srgbClr val="D8B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ثَرٍ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جَرٍ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خَرٍ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دَرٍ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ذَرٍ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F"/>
          </a:solidFill>
          <a:ln w="12700">
            <a:solidFill>
              <a:srgbClr val="64D8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0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10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أَزٍ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بَزٍ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تَزٍ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5EED"/>
          </a:solidFill>
          <a:ln w="12700">
            <a:solidFill>
              <a:srgbClr val="E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ثَزٍ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8"/>
          </a:solidFill>
          <a:ln w="12700">
            <a:solidFill>
              <a:srgbClr val="52E0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70DB"/>
          </a:solidFill>
          <a:ln w="12700">
            <a:solidFill>
              <a:srgbClr val="A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جَزٍ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64D8"/>
          </a:solidFill>
          <a:ln w="12700">
            <a:solidFill>
              <a:srgbClr val="8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47D1"/>
          </a:solidFill>
          <a:ln w="12700">
            <a:solidFill>
              <a:srgbClr val="5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خَزٍ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دَزٍ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ذَزٍ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E5E"/>
          </a:solidFill>
          <a:ln w="12700">
            <a:solidFill>
              <a:srgbClr val="EDB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رَزٍ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FE0"/>
          </a:solidFill>
          <a:ln w="12700">
            <a:solidFill>
              <a:srgbClr val="526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9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E"/>
          </a:solidFill>
          <a:ln w="12700">
            <a:solidFill>
              <a:srgbClr val="D147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5"/>
          </a:solidFill>
          <a:ln w="12700">
            <a:solidFill>
              <a:srgbClr val="70DB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D864"/>
          </a:solidFill>
          <a:ln w="12700">
            <a:solidFill>
              <a:srgbClr val="8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D147"/>
          </a:solidFill>
          <a:ln w="12700">
            <a:solidFill>
              <a:srgbClr val="8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5EED"/>
          </a:solidFill>
          <a:ln w="12700">
            <a:solidFill>
              <a:srgbClr val="7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E052"/>
          </a:solidFill>
          <a:ln w="12700">
            <a:solidFill>
              <a:srgbClr val="B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6DB"/>
          </a:solidFill>
          <a:ln w="12700">
            <a:solidFill>
              <a:srgbClr val="708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9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DD8"/>
          </a:solidFill>
          <a:ln w="12700">
            <a:solidFill>
              <a:srgbClr val="649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2D1"/>
          </a:solidFill>
          <a:ln w="12700">
            <a:solidFill>
              <a:srgbClr val="47A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9"/>
          </a:solidFill>
          <a:ln w="12700">
            <a:solidFill>
              <a:srgbClr val="ED5E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9E0"/>
          </a:solidFill>
          <a:ln w="12700">
            <a:solidFill>
              <a:srgbClr val="52D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0"/>
          </a:solidFill>
          <a:ln w="12700">
            <a:solidFill>
              <a:srgbClr val="DB70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A"/>
          </a:solidFill>
          <a:ln w="12700">
            <a:solidFill>
              <a:srgbClr val="D864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5"/>
          </a:solidFill>
          <a:ln w="12700">
            <a:solidFill>
              <a:srgbClr val="D147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DED5E"/>
          </a:solidFill>
          <a:ln w="12700">
            <a:solidFill>
              <a:srgbClr val="8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52E0"/>
          </a:solidFill>
          <a:ln w="12700">
            <a:solidFill>
              <a:srgbClr val="C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D864"/>
          </a:solidFill>
          <a:ln w="12700">
            <a:solidFill>
              <a:srgbClr val="D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B47"/>
          </a:solidFill>
          <a:ln w="12700">
            <a:solidFill>
              <a:srgbClr val="D1B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7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0ED"/>
          </a:solidFill>
          <a:ln w="12700">
            <a:solidFill>
              <a:srgbClr val="5EB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052"/>
          </a:solidFill>
          <a:ln w="12700">
            <a:solidFill>
              <a:srgbClr val="E0A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6DB"/>
          </a:solidFill>
          <a:ln w="12700">
            <a:solidFill>
              <a:srgbClr val="70D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C"/>
          </a:solidFill>
          <a:ln w="12700">
            <a:solidFill>
              <a:srgbClr val="64D8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9"/>
          </a:solidFill>
          <a:ln w="12700">
            <a:solidFill>
              <a:srgbClr val="47D1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4"/>
          </a:solidFill>
          <a:ln w="12700">
            <a:solidFill>
              <a:srgbClr val="ED5E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D"/>
          </a:solidFill>
          <a:ln w="12700">
            <a:solidFill>
              <a:srgbClr val="52E0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047"/>
          </a:solidFill>
          <a:ln w="12700">
            <a:solidFill>
              <a:srgbClr val="855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64D8"/>
          </a:solidFill>
          <a:ln w="12700">
            <a:solidFill>
              <a:srgbClr val="9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47D1"/>
          </a:solidFill>
          <a:ln w="12700">
            <a:solidFill>
              <a:srgbClr val="7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A79"/>
          </a:solidFill>
          <a:ln w="12700">
            <a:solidFill>
              <a:srgbClr val="344A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أَضٍ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35E"/>
          </a:solidFill>
          <a:ln w="12700">
            <a:solidFill>
              <a:srgbClr val="EDE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52E0"/>
          </a:solidFill>
          <a:ln w="12700">
            <a:solidFill>
              <a:srgbClr val="5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8547"/>
          </a:solidFill>
          <a:ln w="12700">
            <a:solidFill>
              <a:srgbClr val="4E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264"/>
          </a:solidFill>
          <a:ln w="12700">
            <a:solidFill>
              <a:srgbClr val="D88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447"/>
          </a:solidFill>
          <a:ln w="12700">
            <a:solidFill>
              <a:srgbClr val="D15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F"/>
          </a:solidFill>
          <a:ln w="12700">
            <a:solidFill>
              <a:srgbClr val="5EED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دَضٍ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E"/>
          </a:solidFill>
          <a:ln w="12700">
            <a:solidFill>
              <a:srgbClr val="E052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1"/>
          </a:solidFill>
          <a:ln w="12700">
            <a:solidFill>
              <a:srgbClr val="70DB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ذَضٍ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5"/>
          </a:solidFill>
          <a:ln w="12700">
            <a:solidFill>
              <a:srgbClr val="64D8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DD147"/>
          </a:solidFill>
          <a:ln w="12700">
            <a:solidFill>
              <a:srgbClr val="5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رَضٍ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زَضٍ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18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11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3E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FD1"/>
          </a:solidFill>
          <a:ln w="12700">
            <a:solidFill>
              <a:srgbClr val="477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أَطٍ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85E"/>
          </a:solidFill>
          <a:ln w="12700">
            <a:solidFill>
              <a:srgbClr val="ED7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5E0"/>
          </a:solidFill>
          <a:ln w="12700">
            <a:solidFill>
              <a:srgbClr val="52B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DB70"/>
          </a:solidFill>
          <a:ln w="12700">
            <a:solidFill>
              <a:srgbClr val="A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D147"/>
          </a:solidFill>
          <a:ln w="12700">
            <a:solidFill>
              <a:srgbClr val="C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1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11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CED"/>
          </a:solidFill>
          <a:ln w="12700">
            <a:solidFill>
              <a:srgbClr val="5E8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أَظٍ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552"/>
          </a:solidFill>
          <a:ln w="12700">
            <a:solidFill>
              <a:srgbClr val="E0C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ADB"/>
          </a:solidFill>
          <a:ln w="12700">
            <a:solidFill>
              <a:srgbClr val="70B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6D8"/>
          </a:solidFill>
          <a:ln w="12700">
            <a:solidFill>
              <a:srgbClr val="64D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C"/>
          </a:solidFill>
          <a:ln w="12700">
            <a:solidFill>
              <a:srgbClr val="47D1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3C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F"/>
          </a:solidFill>
          <a:ln w="12700">
            <a:solidFill>
              <a:srgbClr val="ED5E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1"/>
          </a:solidFill>
          <a:ln w="12700">
            <a:solidFill>
              <a:srgbClr val="52E0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64D8"/>
          </a:solidFill>
          <a:ln w="12700">
            <a:solidFill>
              <a:srgbClr val="B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47D1"/>
          </a:solidFill>
          <a:ln w="12700">
            <a:solidFill>
              <a:srgbClr val="9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ED5E"/>
          </a:solidFill>
          <a:ln w="12700">
            <a:solidFill>
              <a:srgbClr val="D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52E0"/>
          </a:solidFill>
          <a:ln w="12700">
            <a:solidFill>
              <a:srgbClr val="7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064"/>
          </a:solidFill>
          <a:ln w="12700">
            <a:solidFill>
              <a:srgbClr val="D8A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847"/>
          </a:solidFill>
          <a:ln w="12700">
            <a:solidFill>
              <a:srgbClr val="D17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C3F6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6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6F5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4"/>
          </a:solidFill>
          <a:ln w="12700">
            <a:solidFill>
              <a:srgbClr val="5EED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45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A52"/>
          </a:solidFill>
          <a:ln w="12700">
            <a:solidFill>
              <a:srgbClr val="E05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C"/>
          </a:solidFill>
          <a:ln w="12700">
            <a:solidFill>
              <a:srgbClr val="70DB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3"/>
          </a:solidFill>
          <a:ln w="12700">
            <a:solidFill>
              <a:srgbClr val="64D88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5"/>
          </a:solidFill>
          <a:ln w="12700">
            <a:solidFill>
              <a:srgbClr val="47D1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7934"/>
          </a:solidFill>
          <a:ln w="12700">
            <a:solidFill>
              <a:srgbClr val="5B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05EED"/>
          </a:solidFill>
          <a:ln w="12700">
            <a:solidFill>
              <a:srgbClr val="C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E052"/>
          </a:solidFill>
          <a:ln w="12700">
            <a:solidFill>
              <a:srgbClr val="6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70DB"/>
          </a:solidFill>
          <a:ln w="12700">
            <a:solidFill>
              <a:srgbClr val="9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D"/>
          </a:solidFill>
          <a:ln w="12700">
            <a:solidFill>
              <a:srgbClr val="85475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64D8"/>
          </a:solidFill>
          <a:ln w="12700">
            <a:solidFill>
              <a:srgbClr val="6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CD1"/>
          </a:solidFill>
          <a:ln w="12700">
            <a:solidFill>
              <a:srgbClr val="475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0E0"/>
          </a:solidFill>
          <a:ln w="12700">
            <a:solidFill>
              <a:srgbClr val="529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F"/>
          </a:solidFill>
          <a:ln w="12700">
            <a:solidFill>
              <a:srgbClr val="D864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E"/>
          </a:solidFill>
          <a:ln w="12700">
            <a:solidFill>
              <a:srgbClr val="D147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141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6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9"/>
          </a:solidFill>
          <a:ln w="12700">
            <a:solidFill>
              <a:srgbClr val="5EED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4"/>
          </a:solidFill>
          <a:ln w="12700">
            <a:solidFill>
              <a:srgbClr val="E052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D864"/>
          </a:solidFill>
          <a:ln w="12700">
            <a:solidFill>
              <a:srgbClr val="9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7ED"/>
          </a:solidFill>
          <a:ln w="12700">
            <a:solidFill>
              <a:srgbClr val="5E6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E052"/>
          </a:solidFill>
          <a:ln w="12700">
            <a:solidFill>
              <a:srgbClr val="D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FDB"/>
          </a:solidFill>
          <a:ln w="12700">
            <a:solidFill>
              <a:srgbClr val="709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9D8"/>
          </a:solidFill>
          <a:ln w="12700">
            <a:solidFill>
              <a:srgbClr val="64B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3D1"/>
          </a:solidFill>
          <a:ln w="12700">
            <a:solidFill>
              <a:srgbClr val="47C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B"/>
          </a:solidFill>
          <a:ln w="12700">
            <a:solidFill>
              <a:srgbClr val="ED5E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1445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6"/>
          </a:solidFill>
          <a:ln w="12700">
            <a:solidFill>
              <a:srgbClr val="52E0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A"/>
          </a:solidFill>
          <a:ln w="12700">
            <a:solidFill>
              <a:srgbClr val="DB70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6"/>
          </a:solidFill>
          <a:ln w="12700">
            <a:solidFill>
              <a:srgbClr val="D864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D47D1"/>
          </a:solidFill>
          <a:ln w="12700">
            <a:solidFill>
              <a:srgbClr val="B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11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ED5E"/>
          </a:solidFill>
          <a:ln w="12700">
            <a:solidFill>
              <a:srgbClr val="A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أَفٍ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52E0"/>
          </a:solidFill>
          <a:ln w="12700">
            <a:solidFill>
              <a:srgbClr val="A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E64"/>
          </a:solidFill>
          <a:ln w="12700">
            <a:solidFill>
              <a:srgbClr val="D8B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B47"/>
          </a:solidFill>
          <a:ln w="12700">
            <a:solidFill>
              <a:srgbClr val="D19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2ED"/>
          </a:solidFill>
          <a:ln w="12700">
            <a:solidFill>
              <a:srgbClr val="5ED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7"/>
          </a:solidFill>
          <a:ln w="12700">
            <a:solidFill>
              <a:srgbClr val="70DB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4785"/>
          </a:solidFill>
          <a:ln w="12700">
            <a:solidFill>
              <a:srgbClr val="50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1"/>
          </a:solidFill>
          <a:ln w="12700">
            <a:solidFill>
              <a:srgbClr val="64D8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8"/>
          </a:solidFill>
          <a:ln w="12700">
            <a:solidFill>
              <a:srgbClr val="47D1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7934"/>
          </a:solidFill>
          <a:ln w="12700">
            <a:solidFill>
              <a:srgbClr val="4A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C3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B"/>
          </a:solidFill>
          <a:ln w="12700">
            <a:solidFill>
              <a:srgbClr val="52E0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70DB"/>
          </a:solidFill>
          <a:ln w="12700">
            <a:solidFill>
              <a:srgbClr val="A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E"/>
          </a:solidFill>
          <a:ln w="12700">
            <a:solidFill>
              <a:srgbClr val="85474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C3C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64D8"/>
          </a:solidFill>
          <a:ln w="12700">
            <a:solidFill>
              <a:srgbClr val="8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47D1"/>
          </a:solidFill>
          <a:ln w="12700">
            <a:solidFill>
              <a:srgbClr val="5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1"/>
          </a:solidFill>
          <a:ln w="12700">
            <a:solidFill>
              <a:srgbClr val="2B64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15E"/>
          </a:solidFill>
          <a:ln w="12700">
            <a:solidFill>
              <a:srgbClr val="EDC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CE0"/>
          </a:solidFill>
          <a:ln w="12700">
            <a:solidFill>
              <a:srgbClr val="526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270"/>
          </a:solidFill>
          <a:ln w="12700">
            <a:solidFill>
              <a:srgbClr val="DB9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9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6C3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764"/>
          </a:solidFill>
          <a:ln w="12700">
            <a:solidFill>
              <a:srgbClr val="D86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B"/>
          </a:solidFill>
          <a:ln w="12700">
            <a:solidFill>
              <a:srgbClr val="D147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بَقٍ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تَقٍ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ثَقٍ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D"/>
          </a:solidFill>
          <a:ln w="12700">
            <a:solidFill>
              <a:srgbClr val="5EED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جَقٍ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F"/>
          </a:solidFill>
          <a:ln w="12700">
            <a:solidFill>
              <a:srgbClr val="E052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7"/>
          </a:solidFill>
          <a:ln w="12700">
            <a:solidFill>
              <a:srgbClr val="70DB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حَقٍ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D864"/>
          </a:solidFill>
          <a:ln w="12700">
            <a:solidFill>
              <a:srgbClr val="7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D147"/>
          </a:solidFill>
          <a:ln w="12700">
            <a:solidFill>
              <a:srgbClr val="7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خَقٍ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دَقٍ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42B"/>
          </a:solidFill>
          <a:ln w="12700">
            <a:solidFill>
              <a:srgbClr val="644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534"/>
          </a:solidFill>
          <a:ln w="12700">
            <a:solidFill>
              <a:srgbClr val="7975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ذَقٍ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C3F6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رَقٍ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A5EED"/>
          </a:solidFill>
          <a:ln w="12700">
            <a:solidFill>
              <a:srgbClr val="7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E052"/>
          </a:solidFill>
          <a:ln w="12700">
            <a:solidFill>
              <a:srgbClr val="B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4DB"/>
          </a:solidFill>
          <a:ln w="12700">
            <a:solidFill>
              <a:srgbClr val="708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سَقٍ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C3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BD8"/>
          </a:solidFill>
          <a:ln w="12700">
            <a:solidFill>
              <a:srgbClr val="649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0D1"/>
          </a:solidFill>
          <a:ln w="12700">
            <a:solidFill>
              <a:srgbClr val="47A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شَقٍ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صَقٍ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4"/>
          </a:solidFill>
          <a:ln w="12700">
            <a:solidFill>
              <a:srgbClr val="34796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ضَقٍ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طَقٍ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6"/>
          </a:solidFill>
          <a:ln w="12700">
            <a:solidFill>
              <a:srgbClr val="ED5E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ظَقٍ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7E0"/>
          </a:solidFill>
          <a:ln w="12700">
            <a:solidFill>
              <a:srgbClr val="52D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عَقٍ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EF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8"/>
          </a:solidFill>
          <a:ln w="12700">
            <a:solidFill>
              <a:srgbClr val="D864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2"/>
          </a:solidFill>
          <a:ln w="12700">
            <a:solidFill>
              <a:srgbClr val="D147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غَقٍ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فَقٍ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14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11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6C3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أَكٍ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ED5E"/>
          </a:solidFill>
          <a:ln w="12700">
            <a:solidFill>
              <a:srgbClr val="8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52E0"/>
          </a:solidFill>
          <a:ln w="12700">
            <a:solidFill>
              <a:srgbClr val="C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DB70"/>
          </a:solidFill>
          <a:ln w="12700">
            <a:solidFill>
              <a:srgbClr val="B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F"/>
          </a:solidFill>
          <a:ln w="12700">
            <a:solidFill>
              <a:srgbClr val="47856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D864"/>
          </a:solidFill>
          <a:ln w="12700">
            <a:solidFill>
              <a:srgbClr val="D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E47"/>
          </a:solidFill>
          <a:ln w="12700">
            <a:solidFill>
              <a:srgbClr val="D1B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DE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C"/>
          </a:solidFill>
          <a:ln w="12700">
            <a:solidFill>
              <a:srgbClr val="47D1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E5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1"/>
          </a:solidFill>
          <a:ln w="12700">
            <a:solidFill>
              <a:srgbClr val="ED5E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C9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65E"/>
          </a:solidFill>
          <a:ln w="12700">
            <a:solidFill>
              <a:srgbClr val="EDE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52E0"/>
          </a:solidFill>
          <a:ln w="12700">
            <a:solidFill>
              <a:srgbClr val="5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00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10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F6E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2"/>
          </a:solidFill>
          <a:ln w="12700">
            <a:solidFill>
              <a:srgbClr val="5EED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3"/>
          </a:solidFill>
          <a:ln w="12700">
            <a:solidFill>
              <a:srgbClr val="70DB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D7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8"/>
          </a:solidFill>
          <a:ln w="12700">
            <a:solidFill>
              <a:srgbClr val="64D8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D147"/>
          </a:solidFill>
          <a:ln w="12700">
            <a:solidFill>
              <a:srgbClr val="5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DD8"/>
          </a:solidFill>
          <a:ln w="12700">
            <a:solidFill>
              <a:srgbClr val="647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CD1"/>
          </a:solidFill>
          <a:ln w="12700">
            <a:solidFill>
              <a:srgbClr val="477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D0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6DE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B5E"/>
          </a:solidFill>
          <a:ln w="12700">
            <a:solidFill>
              <a:srgbClr val="ED7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2E0"/>
          </a:solidFill>
          <a:ln w="12700">
            <a:solidFill>
              <a:srgbClr val="52B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A"/>
          </a:solidFill>
          <a:ln w="12700">
            <a:solidFill>
              <a:srgbClr val="D864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F"/>
          </a:solidFill>
          <a:ln w="12700">
            <a:solidFill>
              <a:srgbClr val="D147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6C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6"/>
          </a:solidFill>
          <a:ln w="12700">
            <a:solidFill>
              <a:srgbClr val="E052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7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D864"/>
          </a:solidFill>
          <a:ln w="12700">
            <a:solidFill>
              <a:srgbClr val="B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9ED"/>
          </a:solidFill>
          <a:ln w="12700">
            <a:solidFill>
              <a:srgbClr val="5E8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852"/>
          </a:solidFill>
          <a:ln w="12700">
            <a:solidFill>
              <a:srgbClr val="E0C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C3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C3D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47D1"/>
          </a:solidFill>
          <a:ln w="12700">
            <a:solidFill>
              <a:srgbClr val="9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6C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D52"/>
          </a:solidFill>
          <a:ln w="12700">
            <a:solidFill>
              <a:srgbClr val="E05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00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10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CA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5EED"/>
          </a:solidFill>
          <a:ln w="12700">
            <a:solidFill>
              <a:srgbClr val="C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35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9D1"/>
          </a:solidFill>
          <a:ln w="12700">
            <a:solidFill>
              <a:srgbClr val="475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DD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970"/>
          </a:solidFill>
          <a:ln w="12700">
            <a:solidFill>
              <a:srgbClr val="DB7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F6C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C"/>
          </a:solidFill>
          <a:ln w="12700">
            <a:solidFill>
              <a:srgbClr val="5EED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45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C3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2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12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F6C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أَهٍ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C3D0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1814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DB70"/>
          </a:solidFill>
          <a:ln w="12700">
            <a:solidFill>
              <a:srgbClr val="D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F6D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D47"/>
          </a:solidFill>
          <a:ln w="12700">
            <a:solidFill>
              <a:srgbClr val="D19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EA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9"/>
          </a:solidFill>
          <a:ln w="12700">
            <a:solidFill>
              <a:srgbClr val="70DB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C3F6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5EED"/>
          </a:solidFill>
          <a:ln w="12700">
            <a:solidFill>
              <a:srgbClr val="E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E"/>
          </a:solidFill>
          <a:ln w="12700">
            <a:solidFill>
              <a:srgbClr val="52E0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70DB"/>
          </a:solidFill>
          <a:ln w="12700">
            <a:solidFill>
              <a:srgbClr val="A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C3C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64D8"/>
          </a:solidFill>
          <a:ln w="12700">
            <a:solidFill>
              <a:srgbClr val="8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47D1"/>
          </a:solidFill>
          <a:ln w="12700">
            <a:solidFill>
              <a:srgbClr val="5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1445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00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10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EA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45E"/>
          </a:solidFill>
          <a:ln w="12700">
            <a:solidFill>
              <a:srgbClr val="EDC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F6C3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8"/>
          </a:solidFill>
          <a:ln w="12700">
            <a:solidFill>
              <a:srgbClr val="D147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F6DD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C3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9"/>
          </a:solidFill>
          <a:ln w="12700">
            <a:solidFill>
              <a:srgbClr val="70DB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E3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D147"/>
          </a:solidFill>
          <a:ln w="12700">
            <a:solidFill>
              <a:srgbClr val="7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C3F6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5EED"/>
          </a:solidFill>
          <a:ln w="12700">
            <a:solidFill>
              <a:srgbClr val="7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45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E052"/>
          </a:solidFill>
          <a:ln w="12700">
            <a:solidFill>
              <a:srgbClr val="B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C3F0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C3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F0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F6C3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F6E4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أَيٍ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بَيٍ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تَيٍ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DD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ثَيٍ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BED"/>
          </a:solidFill>
          <a:ln w="12700">
            <a:solidFill>
              <a:srgbClr val="5EA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جَيٍ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حَيٍ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C1F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خَيٍ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دَيٍ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ذَيٍ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C3E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رَيٍ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زَيٍ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سَيٍ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CA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شَيٍ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صَيٍ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ضَيٍ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F6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طَيٍ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ظَيٍ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عَيٍ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F6C3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غَيٍ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فَيٍ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قَيٍ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7">
    <p:bg>
      <p:bgPr>
        <a:solidFill>
          <a:srgbClr val="F6EA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كَيٍ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لَيٍ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9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مَيٍ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0">
    <p:bg>
      <p:bgPr>
        <a:solidFill>
          <a:srgbClr val="D6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نَيٍ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هَيٍ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وَيٍ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3">
    <p:bg>
      <p:bgPr>
        <a:solidFill>
          <a:srgbClr val="C3F6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23194" y="896112"/>
            <a:ext cx="17160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23194" y="896112"/>
            <a:ext cx="17160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704783" y="896112"/>
            <a:ext cx="16983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4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04783" y="896112"/>
            <a:ext cx="16983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بِقَلَمٍ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25435" y="2834640"/>
            <a:ext cx="289312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25435" y="2834640"/>
            <a:ext cx="289312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بِقَلَمٍ</a:t>
            </a:r>
            <a:endParaRPr lang="ar-SA" sz="4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44799" y="896112"/>
            <a:ext cx="18787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44799" y="896112"/>
            <a:ext cx="18787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520414" y="896112"/>
            <a:ext cx="19043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20414" y="896112"/>
            <a:ext cx="19043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بِكُرَةٍ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12668" y="2834640"/>
            <a:ext cx="331866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12668" y="2834640"/>
            <a:ext cx="331866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بِكُرَةٍ</a:t>
            </a:r>
            <a:endParaRPr lang="ar-SA" sz="4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5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E052"/>
          </a:solidFill>
          <a:ln w="12700">
            <a:solidFill>
              <a:srgbClr val="8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3242" y="896112"/>
            <a:ext cx="15547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0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3242" y="896112"/>
            <a:ext cx="15547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905989" y="896112"/>
            <a:ext cx="1457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0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905989" y="896112"/>
            <a:ext cx="1457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وَلَدٍ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226328" y="2834640"/>
            <a:ext cx="26913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226328" y="2834640"/>
            <a:ext cx="26913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قَلَمُ وَلَدٍ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6">
    <p:bg>
      <p:bgPr>
        <a:solidFill>
          <a:srgbClr val="C3E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33160" y="896112"/>
            <a:ext cx="16109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F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33160" y="896112"/>
            <a:ext cx="16109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وَرَقُ</a:t>
            </a:r>
            <a:endParaRPr lang="ar-SA" sz="4100" dirty="0"/>
          </a:p>
        </p:txBody>
      </p:sp>
      <p:sp>
        <p:nvSpPr>
          <p:cNvPr id="12" name="C2 W2 pill"/>
          <p:cNvSpPr/>
          <p:nvPr/>
        </p:nvSpPr>
        <p:spPr>
          <a:xfrm>
            <a:off x="2699841" y="896112"/>
            <a:ext cx="1813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F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99841" y="896112"/>
            <a:ext cx="1813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شَجَرٍ</a:t>
            </a:r>
            <a:endParaRPr lang="ar-SA" sz="41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28847" y="2834640"/>
            <a:ext cx="30863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28847" y="2834640"/>
            <a:ext cx="30863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وَرَقُ شَجَرٍ</a:t>
            </a:r>
            <a:endParaRPr lang="ar-SA" sz="4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50879" y="896112"/>
            <a:ext cx="14612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1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50879" y="896112"/>
            <a:ext cx="14612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لَبَنُ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931881" y="896112"/>
            <a:ext cx="14989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1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931881" y="896112"/>
            <a:ext cx="14989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بَقَرٍ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292744" y="2834640"/>
            <a:ext cx="255851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292744" y="2834640"/>
            <a:ext cx="255851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لَبَنُ بَقَرٍ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8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65646" y="896112"/>
            <a:ext cx="17904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3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65646" y="896112"/>
            <a:ext cx="17904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صُوَرُ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87927" y="896112"/>
            <a:ext cx="16576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3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87927" y="896112"/>
            <a:ext cx="16576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أَسَدٍ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87165" y="2834640"/>
            <a:ext cx="29696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87165" y="2834640"/>
            <a:ext cx="29696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صُوَرُ أَسَدٍ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9">
    <p:bg>
      <p:bgPr>
        <a:solidFill>
          <a:srgbClr val="D1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7880" y="896112"/>
            <a:ext cx="19148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6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7880" y="896112"/>
            <a:ext cx="19148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41254" y="896112"/>
            <a:ext cx="14265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6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41254" y="896112"/>
            <a:ext cx="14265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بِيَدٍ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08129" y="2834640"/>
            <a:ext cx="29277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08129" y="2834640"/>
            <a:ext cx="29277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مَسَحَ بِيَدٍ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0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5613" y="896112"/>
            <a:ext cx="17511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D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5613" y="896112"/>
            <a:ext cx="17511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2687202" y="896112"/>
            <a:ext cx="16983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D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87202" y="896112"/>
            <a:ext cx="16983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بِقَلَمٍ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66628" y="2834640"/>
            <a:ext cx="30107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66628" y="2834640"/>
            <a:ext cx="30107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بِقَلَمٍ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450</Slides>
  <Notes>450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450</vt:i4>
      </vt:variant>
    </vt:vector>
  </HeadingPairs>
  <TitlesOfParts>
    <vt:vector size="4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  <vt:lpstr>Slide 437</vt:lpstr>
      <vt:lpstr>Slide 438</vt:lpstr>
      <vt:lpstr>Slide 439</vt:lpstr>
      <vt:lpstr>Slide 440</vt:lpstr>
      <vt:lpstr>Slide 441</vt:lpstr>
      <vt:lpstr>Slide 442</vt:lpstr>
      <vt:lpstr>Slide 443</vt:lpstr>
      <vt:lpstr>Slide 444</vt:lpstr>
      <vt:lpstr>Slide 445</vt:lpstr>
      <vt:lpstr>Slide 446</vt:lpstr>
      <vt:lpstr>Slide 447</vt:lpstr>
      <vt:lpstr>Slide 448</vt:lpstr>
      <vt:lpstr>Slide 449</vt:lpstr>
      <vt:lpstr>Slide 450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Tanween-2-Kasratan</dc:title>
  <dc:subject>PptxGenJS Presentation</dc:subject>
  <dc:creator>PptxGenJS</dc:creator>
  <cp:lastModifiedBy>PptxGenJS</cp:lastModifiedBy>
  <cp:revision>1</cp:revision>
  <dcterms:created xsi:type="dcterms:W3CDTF">2026-10-21T18:18:00Z</dcterms:created>
  <dcterms:modified xsi:type="dcterms:W3CDTF">2026-10-21T18:18:00Z</dcterms:modified>
</cp:coreProperties>
</file>