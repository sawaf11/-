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</p:sldIdLst>
  <p:notesMasterIdLst>
    <p:notesMasterId r:id="rId4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notesMaster" Target="notesMasters/notesMaster1.xml"/><Relationship Id="rId447" Type="http://schemas.openxmlformats.org/officeDocument/2006/relationships/presProps" Target="presProps.xml"/><Relationship Id="rId448" Type="http://schemas.openxmlformats.org/officeDocument/2006/relationships/viewProps" Target="viewProps.xml"/><Relationship Id="rId449" Type="http://schemas.openxmlformats.org/officeDocument/2006/relationships/theme" Target="theme/theme1.xml"/><Relationship Id="rId4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6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1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11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0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10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بَإٍ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تَإٍ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ثَإٍ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0"/>
          </a:solidFill>
          <a:ln w="12700">
            <a:solidFill>
              <a:srgbClr val="E052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جَإٍ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D147"/>
          </a:solidFill>
          <a:ln w="12700">
            <a:solidFill>
              <a:srgbClr val="5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حَإٍ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خَإٍ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دَإٍ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6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أَبٍ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تَبٍ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ثَبٍ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جَبٍ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حَبٍ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خَبٍ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دَبٍ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13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11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أَتٍ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D147"/>
          </a:solidFill>
          <a:ln w="12700">
            <a:solidFill>
              <a:srgbClr val="C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3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11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A"/>
          </a:solidFill>
          <a:ln w="12700">
            <a:solidFill>
              <a:srgbClr val="47D1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6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6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6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5EED"/>
          </a:solidFill>
          <a:ln w="12700">
            <a:solidFill>
              <a:srgbClr val="B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E052"/>
          </a:solidFill>
          <a:ln w="12700">
            <a:solidFill>
              <a:srgbClr val="7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ED1"/>
          </a:solidFill>
          <a:ln w="12700">
            <a:solidFill>
              <a:srgbClr val="475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2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12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أَدٍ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570"/>
          </a:solidFill>
          <a:ln w="12700">
            <a:solidFill>
              <a:srgbClr val="DB7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7"/>
          </a:solidFill>
          <a:ln w="12700">
            <a:solidFill>
              <a:srgbClr val="E052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8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12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5D1"/>
          </a:solidFill>
          <a:ln w="12700">
            <a:solidFill>
              <a:srgbClr val="47C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02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10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أَرٍ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E"/>
          </a:solidFill>
          <a:ln w="12700">
            <a:solidFill>
              <a:srgbClr val="ED5E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47D1"/>
          </a:solidFill>
          <a:ln w="12700">
            <a:solidFill>
              <a:srgbClr val="B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ثَرٍ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جَرٍ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حَرٍ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خَرٍ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دَرٍ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ذَرٍ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C64"/>
          </a:solidFill>
          <a:ln w="12700">
            <a:solidFill>
              <a:srgbClr val="D8B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0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10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أَزٍ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ثَزٍ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جَزٍ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F"/>
          </a:solidFill>
          <a:ln w="12700">
            <a:solidFill>
              <a:srgbClr val="64D8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حَزٍ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خَزٍ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دَزٍ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ذَزٍ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5EED"/>
          </a:solidFill>
          <a:ln w="12700">
            <a:solidFill>
              <a:srgbClr val="E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رَزٍ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70DB"/>
          </a:solidFill>
          <a:ln w="12700">
            <a:solidFill>
              <a:srgbClr val="A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64D8"/>
          </a:solidFill>
          <a:ln w="12700">
            <a:solidFill>
              <a:srgbClr val="8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47D1"/>
          </a:solidFill>
          <a:ln w="12700">
            <a:solidFill>
              <a:srgbClr val="5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E5E"/>
          </a:solidFill>
          <a:ln w="12700">
            <a:solidFill>
              <a:srgbClr val="EDB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FE0"/>
          </a:solidFill>
          <a:ln w="12700">
            <a:solidFill>
              <a:srgbClr val="526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E"/>
          </a:solidFill>
          <a:ln w="12700">
            <a:solidFill>
              <a:srgbClr val="D147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5"/>
          </a:solidFill>
          <a:ln w="12700">
            <a:solidFill>
              <a:srgbClr val="70DB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D147"/>
          </a:solidFill>
          <a:ln w="12700">
            <a:solidFill>
              <a:srgbClr val="8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5EED"/>
          </a:solidFill>
          <a:ln w="12700">
            <a:solidFill>
              <a:srgbClr val="7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E052"/>
          </a:solidFill>
          <a:ln w="12700">
            <a:solidFill>
              <a:srgbClr val="B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6DB"/>
          </a:solidFill>
          <a:ln w="12700">
            <a:solidFill>
              <a:srgbClr val="708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2D1"/>
          </a:solidFill>
          <a:ln w="12700">
            <a:solidFill>
              <a:srgbClr val="47A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9"/>
          </a:solidFill>
          <a:ln w="12700">
            <a:solidFill>
              <a:srgbClr val="ED5E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5"/>
          </a:solidFill>
          <a:ln w="12700">
            <a:solidFill>
              <a:srgbClr val="D147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ED5E"/>
          </a:solidFill>
          <a:ln w="12700">
            <a:solidFill>
              <a:srgbClr val="8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52E0"/>
          </a:solidFill>
          <a:ln w="12700">
            <a:solidFill>
              <a:srgbClr val="C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B47"/>
          </a:solidFill>
          <a:ln w="12700">
            <a:solidFill>
              <a:srgbClr val="D1B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052"/>
          </a:solidFill>
          <a:ln w="12700">
            <a:solidFill>
              <a:srgbClr val="E0A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6DB"/>
          </a:solidFill>
          <a:ln w="12700">
            <a:solidFill>
              <a:srgbClr val="70D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C"/>
          </a:solidFill>
          <a:ln w="12700">
            <a:solidFill>
              <a:srgbClr val="64D8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9"/>
          </a:solidFill>
          <a:ln w="12700">
            <a:solidFill>
              <a:srgbClr val="47D1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أَضٍ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4"/>
          </a:solidFill>
          <a:ln w="12700">
            <a:solidFill>
              <a:srgbClr val="ED5E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D"/>
          </a:solidFill>
          <a:ln w="12700">
            <a:solidFill>
              <a:srgbClr val="52E0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64D8"/>
          </a:solidFill>
          <a:ln w="12700">
            <a:solidFill>
              <a:srgbClr val="9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35E"/>
          </a:solidFill>
          <a:ln w="12700">
            <a:solidFill>
              <a:srgbClr val="EDE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دَضٍ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52E0"/>
          </a:solidFill>
          <a:ln w="12700">
            <a:solidFill>
              <a:srgbClr val="5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ذَضٍ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264"/>
          </a:solidFill>
          <a:ln w="12700">
            <a:solidFill>
              <a:srgbClr val="D88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447"/>
          </a:solidFill>
          <a:ln w="12700">
            <a:solidFill>
              <a:srgbClr val="D15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رَضٍ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زَضٍ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F"/>
          </a:solidFill>
          <a:ln w="12700">
            <a:solidFill>
              <a:srgbClr val="5EED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E"/>
          </a:solidFill>
          <a:ln w="12700">
            <a:solidFill>
              <a:srgbClr val="E052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1"/>
          </a:solidFill>
          <a:ln w="12700">
            <a:solidFill>
              <a:srgbClr val="70DB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18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11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5"/>
          </a:solidFill>
          <a:ln w="12700">
            <a:solidFill>
              <a:srgbClr val="64D8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DD147"/>
          </a:solidFill>
          <a:ln w="12700">
            <a:solidFill>
              <a:srgbClr val="5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أَطٍ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3E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FD1"/>
          </a:solidFill>
          <a:ln w="12700">
            <a:solidFill>
              <a:srgbClr val="477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85E"/>
          </a:solidFill>
          <a:ln w="12700">
            <a:solidFill>
              <a:srgbClr val="ED7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5E0"/>
          </a:solidFill>
          <a:ln w="12700">
            <a:solidFill>
              <a:srgbClr val="52B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1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11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CED"/>
          </a:solidFill>
          <a:ln w="12700">
            <a:solidFill>
              <a:srgbClr val="5E8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C"/>
          </a:solidFill>
          <a:ln w="12700">
            <a:solidFill>
              <a:srgbClr val="47D1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3C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1"/>
          </a:solidFill>
          <a:ln w="12700">
            <a:solidFill>
              <a:srgbClr val="52E0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64D8"/>
          </a:solidFill>
          <a:ln w="12700">
            <a:solidFill>
              <a:srgbClr val="B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47D1"/>
          </a:solidFill>
          <a:ln w="12700">
            <a:solidFill>
              <a:srgbClr val="9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6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ED5E"/>
          </a:solidFill>
          <a:ln w="12700">
            <a:solidFill>
              <a:srgbClr val="D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064"/>
          </a:solidFill>
          <a:ln w="12700">
            <a:solidFill>
              <a:srgbClr val="D8A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C3F6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6F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4"/>
          </a:solidFill>
          <a:ln w="12700">
            <a:solidFill>
              <a:srgbClr val="5EED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45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A52"/>
          </a:solidFill>
          <a:ln w="12700">
            <a:solidFill>
              <a:srgbClr val="E05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C"/>
          </a:solidFill>
          <a:ln w="12700">
            <a:solidFill>
              <a:srgbClr val="70DB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3"/>
          </a:solidFill>
          <a:ln w="12700">
            <a:solidFill>
              <a:srgbClr val="64D88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5"/>
          </a:solidFill>
          <a:ln w="12700">
            <a:solidFill>
              <a:srgbClr val="47D1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05EED"/>
          </a:solidFill>
          <a:ln w="12700">
            <a:solidFill>
              <a:srgbClr val="C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E052"/>
          </a:solidFill>
          <a:ln w="12700">
            <a:solidFill>
              <a:srgbClr val="6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70DB"/>
          </a:solidFill>
          <a:ln w="12700">
            <a:solidFill>
              <a:srgbClr val="9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64D8"/>
          </a:solidFill>
          <a:ln w="12700">
            <a:solidFill>
              <a:srgbClr val="6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CD1"/>
          </a:solidFill>
          <a:ln w="12700">
            <a:solidFill>
              <a:srgbClr val="475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6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141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9"/>
          </a:solidFill>
          <a:ln w="12700">
            <a:solidFill>
              <a:srgbClr val="5EED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4"/>
          </a:solidFill>
          <a:ln w="12700">
            <a:solidFill>
              <a:srgbClr val="E052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E052"/>
          </a:solidFill>
          <a:ln w="12700">
            <a:solidFill>
              <a:srgbClr val="D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3D1"/>
          </a:solidFill>
          <a:ln w="12700">
            <a:solidFill>
              <a:srgbClr val="47C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11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B"/>
          </a:solidFill>
          <a:ln w="12700">
            <a:solidFill>
              <a:srgbClr val="ED5E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أَفٍ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1445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6"/>
          </a:solidFill>
          <a:ln w="12700">
            <a:solidFill>
              <a:srgbClr val="52E0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D47D1"/>
          </a:solidFill>
          <a:ln w="12700">
            <a:solidFill>
              <a:srgbClr val="B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52E0"/>
          </a:solidFill>
          <a:ln w="12700">
            <a:solidFill>
              <a:srgbClr val="A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B47"/>
          </a:solidFill>
          <a:ln w="12700">
            <a:solidFill>
              <a:srgbClr val="D19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2ED"/>
          </a:solidFill>
          <a:ln w="12700">
            <a:solidFill>
              <a:srgbClr val="5ED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C3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B"/>
          </a:solidFill>
          <a:ln w="12700">
            <a:solidFill>
              <a:srgbClr val="52E0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C3C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64D8"/>
          </a:solidFill>
          <a:ln w="12700">
            <a:solidFill>
              <a:srgbClr val="8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47D1"/>
          </a:solidFill>
          <a:ln w="12700">
            <a:solidFill>
              <a:srgbClr val="5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أَقٍ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بَقٍ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ثَقٍ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15E"/>
          </a:solidFill>
          <a:ln w="12700">
            <a:solidFill>
              <a:srgbClr val="EDC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CE0"/>
          </a:solidFill>
          <a:ln w="12700">
            <a:solidFill>
              <a:srgbClr val="526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270"/>
          </a:solidFill>
          <a:ln w="12700">
            <a:solidFill>
              <a:srgbClr val="DB9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حَقٍ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6C3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764"/>
          </a:solidFill>
          <a:ln w="12700">
            <a:solidFill>
              <a:srgbClr val="D86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B"/>
          </a:solidFill>
          <a:ln w="12700">
            <a:solidFill>
              <a:srgbClr val="D147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خَقٍ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ذَقٍ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رَقٍ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زَقٍ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F"/>
          </a:solidFill>
          <a:ln w="12700">
            <a:solidFill>
              <a:srgbClr val="E052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سَقٍ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D864"/>
          </a:solidFill>
          <a:ln w="12700">
            <a:solidFill>
              <a:srgbClr val="7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D147"/>
          </a:solidFill>
          <a:ln w="12700">
            <a:solidFill>
              <a:srgbClr val="7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صَقٍ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534"/>
          </a:solidFill>
          <a:ln w="12700">
            <a:solidFill>
              <a:srgbClr val="7975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C3F6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طَقٍ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A5EED"/>
          </a:solidFill>
          <a:ln w="12700">
            <a:solidFill>
              <a:srgbClr val="7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ظَقٍ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E052"/>
          </a:solidFill>
          <a:ln w="12700">
            <a:solidFill>
              <a:srgbClr val="B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4DB"/>
          </a:solidFill>
          <a:ln w="12700">
            <a:solidFill>
              <a:srgbClr val="708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عَقٍ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C3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BD8"/>
          </a:solidFill>
          <a:ln w="12700">
            <a:solidFill>
              <a:srgbClr val="649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0D1"/>
          </a:solidFill>
          <a:ln w="12700">
            <a:solidFill>
              <a:srgbClr val="47A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غَقٍ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فَقٍ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4"/>
          </a:solidFill>
          <a:ln w="12700">
            <a:solidFill>
              <a:srgbClr val="34796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4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11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أَكٍ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6"/>
          </a:solidFill>
          <a:ln w="12700">
            <a:solidFill>
              <a:srgbClr val="ED5E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7E0"/>
          </a:solidFill>
          <a:ln w="12700">
            <a:solidFill>
              <a:srgbClr val="52D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EF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8"/>
          </a:solidFill>
          <a:ln w="12700">
            <a:solidFill>
              <a:srgbClr val="D864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2"/>
          </a:solidFill>
          <a:ln w="12700">
            <a:solidFill>
              <a:srgbClr val="D147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6C3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ED5E"/>
          </a:solidFill>
          <a:ln w="12700">
            <a:solidFill>
              <a:srgbClr val="8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52E0"/>
          </a:solidFill>
          <a:ln w="12700">
            <a:solidFill>
              <a:srgbClr val="C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DB70"/>
          </a:solidFill>
          <a:ln w="12700">
            <a:solidFill>
              <a:srgbClr val="B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D864"/>
          </a:solidFill>
          <a:ln w="12700">
            <a:solidFill>
              <a:srgbClr val="D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E47"/>
          </a:solidFill>
          <a:ln w="12700">
            <a:solidFill>
              <a:srgbClr val="D1B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DE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C"/>
          </a:solidFill>
          <a:ln w="12700">
            <a:solidFill>
              <a:srgbClr val="47D1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E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1"/>
          </a:solidFill>
          <a:ln w="12700">
            <a:solidFill>
              <a:srgbClr val="ED5E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C9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00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10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65E"/>
          </a:solidFill>
          <a:ln w="12700">
            <a:solidFill>
              <a:srgbClr val="EDE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52E0"/>
          </a:solidFill>
          <a:ln w="12700">
            <a:solidFill>
              <a:srgbClr val="5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F6E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D7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DD8"/>
          </a:solidFill>
          <a:ln w="12700">
            <a:solidFill>
              <a:srgbClr val="647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CD1"/>
          </a:solidFill>
          <a:ln w="12700">
            <a:solidFill>
              <a:srgbClr val="477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D0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6DE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B5E"/>
          </a:solidFill>
          <a:ln w="12700">
            <a:solidFill>
              <a:srgbClr val="ED7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2E0"/>
          </a:solidFill>
          <a:ln w="12700">
            <a:solidFill>
              <a:srgbClr val="52B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7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A"/>
          </a:solidFill>
          <a:ln w="12700">
            <a:solidFill>
              <a:srgbClr val="D864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6C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D864"/>
          </a:solidFill>
          <a:ln w="12700">
            <a:solidFill>
              <a:srgbClr val="B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9ED"/>
          </a:solidFill>
          <a:ln w="12700">
            <a:solidFill>
              <a:srgbClr val="5E8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852"/>
          </a:solidFill>
          <a:ln w="12700">
            <a:solidFill>
              <a:srgbClr val="E0C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C3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C3D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47D1"/>
          </a:solidFill>
          <a:ln w="12700">
            <a:solidFill>
              <a:srgbClr val="9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00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10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6C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CA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35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DD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6C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2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1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أَهٍ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45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C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F6C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C3D0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1814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DB70"/>
          </a:solidFill>
          <a:ln w="12700">
            <a:solidFill>
              <a:srgbClr val="D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F6D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EA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C3F6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00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10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5EED"/>
          </a:solidFill>
          <a:ln w="12700">
            <a:solidFill>
              <a:srgbClr val="E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C3C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1445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EA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6C3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F6DD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C3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E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C3F6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5EED"/>
          </a:solidFill>
          <a:ln w="12700">
            <a:solidFill>
              <a:srgbClr val="7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45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C3F0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C3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F0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F6C3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ثَيٍ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جَيٍ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حَيٍ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F6E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دَيٍ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ذَيٍ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DD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رَيٍ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C1F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صَيٍ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ضَيٍ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C3E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طَيٍ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عَيٍ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CA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غَيٍ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فَيٍ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F6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مَيٍ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F6C3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نَيٍ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هَيٍ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F6EA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23194" y="896112"/>
            <a:ext cx="17160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23194" y="896112"/>
            <a:ext cx="17160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704783" y="896112"/>
            <a:ext cx="16983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04783" y="896112"/>
            <a:ext cx="16983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بِقَلَمٍ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25435" y="2834640"/>
            <a:ext cx="28931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25435" y="2834640"/>
            <a:ext cx="28931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بِقَلَمٍ</a:t>
            </a:r>
            <a:endParaRPr lang="ar-SA" sz="4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44799" y="896112"/>
            <a:ext cx="18787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44799" y="896112"/>
            <a:ext cx="18787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520414" y="896112"/>
            <a:ext cx="19043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7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20414" y="896112"/>
            <a:ext cx="19043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بِكُرَةٍ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12668" y="2834640"/>
            <a:ext cx="331866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12668" y="2834640"/>
            <a:ext cx="331866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بِكُرَةٍ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3242" y="896112"/>
            <a:ext cx="15547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8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3242" y="896112"/>
            <a:ext cx="15547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905989" y="896112"/>
            <a:ext cx="1457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8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905989" y="896112"/>
            <a:ext cx="1457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وَلَدٍ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226328" y="2834640"/>
            <a:ext cx="26913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226328" y="2834640"/>
            <a:ext cx="26913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قَلَمُ وَلَدٍ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D6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33160" y="896112"/>
            <a:ext cx="16109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33160" y="896112"/>
            <a:ext cx="16109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وَرَقُ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2699841" y="896112"/>
            <a:ext cx="1813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99841" y="896112"/>
            <a:ext cx="1813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شَجَرٍ</a:t>
            </a:r>
            <a:endParaRPr lang="ar-SA" sz="41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28847" y="2834640"/>
            <a:ext cx="30863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28847" y="2834640"/>
            <a:ext cx="30863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وَرَقُ شَجَرٍ</a:t>
            </a:r>
            <a:endParaRPr lang="ar-SA" sz="4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50879" y="896112"/>
            <a:ext cx="14612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50879" y="896112"/>
            <a:ext cx="14612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لَبَنُ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931881" y="896112"/>
            <a:ext cx="14989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931881" y="896112"/>
            <a:ext cx="14989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بَقَرٍ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292744" y="2834640"/>
            <a:ext cx="255851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292744" y="2834640"/>
            <a:ext cx="255851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لَبَنُ بَقَرٍ</a:t>
            </a:r>
            <a:endParaRPr lang="ar-SA" sz="4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5646" y="896112"/>
            <a:ext cx="17904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5646" y="896112"/>
            <a:ext cx="17904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صُوَرُ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87927" y="896112"/>
            <a:ext cx="16576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87927" y="896112"/>
            <a:ext cx="16576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أَسَدٍ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87165" y="2834640"/>
            <a:ext cx="29696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87165" y="2834640"/>
            <a:ext cx="29696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صُوَرُ أَسَدٍ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C3F6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7880" y="896112"/>
            <a:ext cx="19148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7880" y="896112"/>
            <a:ext cx="19148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41254" y="896112"/>
            <a:ext cx="14265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41254" y="896112"/>
            <a:ext cx="14265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بِيَدٍ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08129" y="2834640"/>
            <a:ext cx="29277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08129" y="2834640"/>
            <a:ext cx="29277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مَسَحَ بِيَدٍ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5613" y="896112"/>
            <a:ext cx="17511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5613" y="896112"/>
            <a:ext cx="17511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687202" y="896112"/>
            <a:ext cx="16983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87202" y="896112"/>
            <a:ext cx="16983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بِقَلَمٍ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66628" y="2834640"/>
            <a:ext cx="30107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66628" y="2834640"/>
            <a:ext cx="30107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بِقَلَمٍ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444</Slides>
  <Notes>444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444</vt:i4>
      </vt:variant>
    </vt:vector>
  </HeadingPairs>
  <TitlesOfParts>
    <vt:vector size="4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Tanween-2-Kasratan</dc:title>
  <dc:subject>PptxGenJS Presentation</dc:subject>
  <dc:creator>PptxGenJS</dc:creator>
  <cp:lastModifiedBy>PptxGenJS</cp:lastModifiedBy>
  <cp:revision>1</cp:revision>
  <dcterms:created xsi:type="dcterms:W3CDTF">2026-10-21T17:39:11Z</dcterms:created>
  <dcterms:modified xsi:type="dcterms:W3CDTF">2026-10-21T17:39:11Z</dcterms:modified>
</cp:coreProperties>
</file>