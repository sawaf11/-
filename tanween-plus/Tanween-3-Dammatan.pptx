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slideMasters/slideMaster277.xml" ContentType="application/vnd.openxmlformats-officedocument.presentationml.slideMaster+xml"/>
  <Override PartName="/ppt/slides/slide277.xml" ContentType="application/vnd.openxmlformats-officedocument.presentationml.slide+xml"/>
  <Override PartName="/ppt/slideMasters/slideMaster278.xml" ContentType="application/vnd.openxmlformats-officedocument.presentationml.slideMaster+xml"/>
  <Override PartName="/ppt/slides/slide278.xml" ContentType="application/vnd.openxmlformats-officedocument.presentationml.slide+xml"/>
  <Override PartName="/ppt/slideMasters/slideMaster279.xml" ContentType="application/vnd.openxmlformats-officedocument.presentationml.slideMaster+xml"/>
  <Override PartName="/ppt/slides/slide279.xml" ContentType="application/vnd.openxmlformats-officedocument.presentationml.slide+xml"/>
  <Override PartName="/ppt/slideMasters/slideMaster280.xml" ContentType="application/vnd.openxmlformats-officedocument.presentationml.slideMaster+xml"/>
  <Override PartName="/ppt/slides/slide280.xml" ContentType="application/vnd.openxmlformats-officedocument.presentationml.slide+xml"/>
  <Override PartName="/ppt/slideMasters/slideMaster281.xml" ContentType="application/vnd.openxmlformats-officedocument.presentationml.slideMaster+xml"/>
  <Override PartName="/ppt/slides/slide281.xml" ContentType="application/vnd.openxmlformats-officedocument.presentationml.slide+xml"/>
  <Override PartName="/ppt/slideMasters/slideMaster282.xml" ContentType="application/vnd.openxmlformats-officedocument.presentationml.slideMaster+xml"/>
  <Override PartName="/ppt/slides/slide282.xml" ContentType="application/vnd.openxmlformats-officedocument.presentationml.slide+xml"/>
  <Override PartName="/ppt/slideMasters/slideMaster283.xml" ContentType="application/vnd.openxmlformats-officedocument.presentationml.slideMaster+xml"/>
  <Override PartName="/ppt/slides/slide283.xml" ContentType="application/vnd.openxmlformats-officedocument.presentationml.slide+xml"/>
  <Override PartName="/ppt/slideMasters/slideMaster284.xml" ContentType="application/vnd.openxmlformats-officedocument.presentationml.slideMaster+xml"/>
  <Override PartName="/ppt/slides/slide284.xml" ContentType="application/vnd.openxmlformats-officedocument.presentationml.slide+xml"/>
  <Override PartName="/ppt/slideMasters/slideMaster285.xml" ContentType="application/vnd.openxmlformats-officedocument.presentationml.slideMaster+xml"/>
  <Override PartName="/ppt/slides/slide285.xml" ContentType="application/vnd.openxmlformats-officedocument.presentationml.slide+xml"/>
  <Override PartName="/ppt/slideMasters/slideMaster286.xml" ContentType="application/vnd.openxmlformats-officedocument.presentationml.slideMaster+xml"/>
  <Override PartName="/ppt/slides/slide286.xml" ContentType="application/vnd.openxmlformats-officedocument.presentationml.slide+xml"/>
  <Override PartName="/ppt/slideMasters/slideMaster287.xml" ContentType="application/vnd.openxmlformats-officedocument.presentationml.slideMaster+xml"/>
  <Override PartName="/ppt/slides/slide287.xml" ContentType="application/vnd.openxmlformats-officedocument.presentationml.slide+xml"/>
  <Override PartName="/ppt/slideMasters/slideMaster288.xml" ContentType="application/vnd.openxmlformats-officedocument.presentationml.slideMaster+xml"/>
  <Override PartName="/ppt/slides/slide288.xml" ContentType="application/vnd.openxmlformats-officedocument.presentationml.slide+xml"/>
  <Override PartName="/ppt/slideMasters/slideMaster289.xml" ContentType="application/vnd.openxmlformats-officedocument.presentationml.slideMaster+xml"/>
  <Override PartName="/ppt/slides/slide289.xml" ContentType="application/vnd.openxmlformats-officedocument.presentationml.slide+xml"/>
  <Override PartName="/ppt/slideMasters/slideMaster290.xml" ContentType="application/vnd.openxmlformats-officedocument.presentationml.slideMaster+xml"/>
  <Override PartName="/ppt/slides/slide290.xml" ContentType="application/vnd.openxmlformats-officedocument.presentationml.slide+xml"/>
  <Override PartName="/ppt/slideMasters/slideMaster291.xml" ContentType="application/vnd.openxmlformats-officedocument.presentationml.slideMaster+xml"/>
  <Override PartName="/ppt/slides/slide291.xml" ContentType="application/vnd.openxmlformats-officedocument.presentationml.slide+xml"/>
  <Override PartName="/ppt/slideMasters/slideMaster292.xml" ContentType="application/vnd.openxmlformats-officedocument.presentationml.slideMaster+xml"/>
  <Override PartName="/ppt/slides/slide292.xml" ContentType="application/vnd.openxmlformats-officedocument.presentationml.slide+xml"/>
  <Override PartName="/ppt/slideMasters/slideMaster293.xml" ContentType="application/vnd.openxmlformats-officedocument.presentationml.slideMaster+xml"/>
  <Override PartName="/ppt/slides/slide293.xml" ContentType="application/vnd.openxmlformats-officedocument.presentationml.slide+xml"/>
  <Override PartName="/ppt/slideMasters/slideMaster294.xml" ContentType="application/vnd.openxmlformats-officedocument.presentationml.slideMaster+xml"/>
  <Override PartName="/ppt/slides/slide294.xml" ContentType="application/vnd.openxmlformats-officedocument.presentationml.slide+xml"/>
  <Override PartName="/ppt/slideMasters/slideMaster295.xml" ContentType="application/vnd.openxmlformats-officedocument.presentationml.slideMaster+xml"/>
  <Override PartName="/ppt/slides/slide295.xml" ContentType="application/vnd.openxmlformats-officedocument.presentationml.slide+xml"/>
  <Override PartName="/ppt/slideMasters/slideMaster296.xml" ContentType="application/vnd.openxmlformats-officedocument.presentationml.slideMaster+xml"/>
  <Override PartName="/ppt/slides/slide296.xml" ContentType="application/vnd.openxmlformats-officedocument.presentationml.slide+xml"/>
  <Override PartName="/ppt/slideMasters/slideMaster297.xml" ContentType="application/vnd.openxmlformats-officedocument.presentationml.slideMaster+xml"/>
  <Override PartName="/ppt/slides/slide297.xml" ContentType="application/vnd.openxmlformats-officedocument.presentationml.slide+xml"/>
  <Override PartName="/ppt/slideMasters/slideMaster298.xml" ContentType="application/vnd.openxmlformats-officedocument.presentationml.slideMaster+xml"/>
  <Override PartName="/ppt/slides/slide298.xml" ContentType="application/vnd.openxmlformats-officedocument.presentationml.slide+xml"/>
  <Override PartName="/ppt/slideMasters/slideMaster299.xml" ContentType="application/vnd.openxmlformats-officedocument.presentationml.slideMaster+xml"/>
  <Override PartName="/ppt/slides/slide299.xml" ContentType="application/vnd.openxmlformats-officedocument.presentationml.slide+xml"/>
  <Override PartName="/ppt/slideMasters/slideMaster300.xml" ContentType="application/vnd.openxmlformats-officedocument.presentationml.slideMaster+xml"/>
  <Override PartName="/ppt/slides/slide300.xml" ContentType="application/vnd.openxmlformats-officedocument.presentationml.slide+xml"/>
  <Override PartName="/ppt/slideMasters/slideMaster301.xml" ContentType="application/vnd.openxmlformats-officedocument.presentationml.slideMaster+xml"/>
  <Override PartName="/ppt/slides/slide301.xml" ContentType="application/vnd.openxmlformats-officedocument.presentationml.slide+xml"/>
  <Override PartName="/ppt/slideMasters/slideMaster302.xml" ContentType="application/vnd.openxmlformats-officedocument.presentationml.slideMaster+xml"/>
  <Override PartName="/ppt/slides/slide302.xml" ContentType="application/vnd.openxmlformats-officedocument.presentationml.slide+xml"/>
  <Override PartName="/ppt/slideMasters/slideMaster303.xml" ContentType="application/vnd.openxmlformats-officedocument.presentationml.slideMaster+xml"/>
  <Override PartName="/ppt/slides/slide303.xml" ContentType="application/vnd.openxmlformats-officedocument.presentationml.slide+xml"/>
  <Override PartName="/ppt/slideMasters/slideMaster304.xml" ContentType="application/vnd.openxmlformats-officedocument.presentationml.slideMaster+xml"/>
  <Override PartName="/ppt/slides/slide304.xml" ContentType="application/vnd.openxmlformats-officedocument.presentationml.slide+xml"/>
  <Override PartName="/ppt/slideMasters/slideMaster305.xml" ContentType="application/vnd.openxmlformats-officedocument.presentationml.slideMaster+xml"/>
  <Override PartName="/ppt/slides/slide305.xml" ContentType="application/vnd.openxmlformats-officedocument.presentationml.slide+xml"/>
  <Override PartName="/ppt/slideMasters/slideMaster306.xml" ContentType="application/vnd.openxmlformats-officedocument.presentationml.slideMaster+xml"/>
  <Override PartName="/ppt/slides/slide306.xml" ContentType="application/vnd.openxmlformats-officedocument.presentationml.slide+xml"/>
  <Override PartName="/ppt/slideMasters/slideMaster307.xml" ContentType="application/vnd.openxmlformats-officedocument.presentationml.slideMaster+xml"/>
  <Override PartName="/ppt/slides/slide307.xml" ContentType="application/vnd.openxmlformats-officedocument.presentationml.slide+xml"/>
  <Override PartName="/ppt/slideMasters/slideMaster308.xml" ContentType="application/vnd.openxmlformats-officedocument.presentationml.slideMaster+xml"/>
  <Override PartName="/ppt/slides/slide308.xml" ContentType="application/vnd.openxmlformats-officedocument.presentationml.slide+xml"/>
  <Override PartName="/ppt/slideMasters/slideMaster309.xml" ContentType="application/vnd.openxmlformats-officedocument.presentationml.slideMaster+xml"/>
  <Override PartName="/ppt/slides/slide309.xml" ContentType="application/vnd.openxmlformats-officedocument.presentationml.slide+xml"/>
  <Override PartName="/ppt/slideMasters/slideMaster310.xml" ContentType="application/vnd.openxmlformats-officedocument.presentationml.slideMaster+xml"/>
  <Override PartName="/ppt/slides/slide310.xml" ContentType="application/vnd.openxmlformats-officedocument.presentationml.slide+xml"/>
  <Override PartName="/ppt/slideMasters/slideMaster311.xml" ContentType="application/vnd.openxmlformats-officedocument.presentationml.slideMaster+xml"/>
  <Override PartName="/ppt/slides/slide311.xml" ContentType="application/vnd.openxmlformats-officedocument.presentationml.slide+xml"/>
  <Override PartName="/ppt/slideMasters/slideMaster312.xml" ContentType="application/vnd.openxmlformats-officedocument.presentationml.slideMaster+xml"/>
  <Override PartName="/ppt/slides/slide312.xml" ContentType="application/vnd.openxmlformats-officedocument.presentationml.slide+xml"/>
  <Override PartName="/ppt/slideMasters/slideMaster313.xml" ContentType="application/vnd.openxmlformats-officedocument.presentationml.slideMaster+xml"/>
  <Override PartName="/ppt/slides/slide313.xml" ContentType="application/vnd.openxmlformats-officedocument.presentationml.slide+xml"/>
  <Override PartName="/ppt/slideMasters/slideMaster314.xml" ContentType="application/vnd.openxmlformats-officedocument.presentationml.slideMaster+xml"/>
  <Override PartName="/ppt/slides/slide314.xml" ContentType="application/vnd.openxmlformats-officedocument.presentationml.slide+xml"/>
  <Override PartName="/ppt/slideMasters/slideMaster315.xml" ContentType="application/vnd.openxmlformats-officedocument.presentationml.slideMaster+xml"/>
  <Override PartName="/ppt/slides/slide315.xml" ContentType="application/vnd.openxmlformats-officedocument.presentationml.slide+xml"/>
  <Override PartName="/ppt/slideMasters/slideMaster316.xml" ContentType="application/vnd.openxmlformats-officedocument.presentationml.slideMaster+xml"/>
  <Override PartName="/ppt/slides/slide316.xml" ContentType="application/vnd.openxmlformats-officedocument.presentationml.slide+xml"/>
  <Override PartName="/ppt/slideMasters/slideMaster317.xml" ContentType="application/vnd.openxmlformats-officedocument.presentationml.slideMaster+xml"/>
  <Override PartName="/ppt/slides/slide317.xml" ContentType="application/vnd.openxmlformats-officedocument.presentationml.slide+xml"/>
  <Override PartName="/ppt/slideMasters/slideMaster318.xml" ContentType="application/vnd.openxmlformats-officedocument.presentationml.slideMaster+xml"/>
  <Override PartName="/ppt/slides/slide318.xml" ContentType="application/vnd.openxmlformats-officedocument.presentationml.slide+xml"/>
  <Override PartName="/ppt/slideMasters/slideMaster319.xml" ContentType="application/vnd.openxmlformats-officedocument.presentationml.slideMaster+xml"/>
  <Override PartName="/ppt/slides/slide319.xml" ContentType="application/vnd.openxmlformats-officedocument.presentationml.slide+xml"/>
  <Override PartName="/ppt/slideMasters/slideMaster320.xml" ContentType="application/vnd.openxmlformats-officedocument.presentationml.slideMaster+xml"/>
  <Override PartName="/ppt/slides/slide320.xml" ContentType="application/vnd.openxmlformats-officedocument.presentationml.slide+xml"/>
  <Override PartName="/ppt/slideMasters/slideMaster321.xml" ContentType="application/vnd.openxmlformats-officedocument.presentationml.slideMaster+xml"/>
  <Override PartName="/ppt/slides/slide321.xml" ContentType="application/vnd.openxmlformats-officedocument.presentationml.slide+xml"/>
  <Override PartName="/ppt/slideMasters/slideMaster322.xml" ContentType="application/vnd.openxmlformats-officedocument.presentationml.slideMaster+xml"/>
  <Override PartName="/ppt/slides/slide322.xml" ContentType="application/vnd.openxmlformats-officedocument.presentationml.slide+xml"/>
  <Override PartName="/ppt/slideMasters/slideMaster323.xml" ContentType="application/vnd.openxmlformats-officedocument.presentationml.slideMaster+xml"/>
  <Override PartName="/ppt/slides/slide323.xml" ContentType="application/vnd.openxmlformats-officedocument.presentationml.slide+xml"/>
  <Override PartName="/ppt/slideMasters/slideMaster324.xml" ContentType="application/vnd.openxmlformats-officedocument.presentationml.slideMaster+xml"/>
  <Override PartName="/ppt/slides/slide324.xml" ContentType="application/vnd.openxmlformats-officedocument.presentationml.slide+xml"/>
  <Override PartName="/ppt/slideMasters/slideMaster325.xml" ContentType="application/vnd.openxmlformats-officedocument.presentationml.slideMaster+xml"/>
  <Override PartName="/ppt/slides/slide325.xml" ContentType="application/vnd.openxmlformats-officedocument.presentationml.slide+xml"/>
  <Override PartName="/ppt/slideMasters/slideMaster326.xml" ContentType="application/vnd.openxmlformats-officedocument.presentationml.slideMaster+xml"/>
  <Override PartName="/ppt/slides/slide326.xml" ContentType="application/vnd.openxmlformats-officedocument.presentationml.slide+xml"/>
  <Override PartName="/ppt/slideMasters/slideMaster327.xml" ContentType="application/vnd.openxmlformats-officedocument.presentationml.slideMaster+xml"/>
  <Override PartName="/ppt/slides/slide327.xml" ContentType="application/vnd.openxmlformats-officedocument.presentationml.slide+xml"/>
  <Override PartName="/ppt/slideMasters/slideMaster328.xml" ContentType="application/vnd.openxmlformats-officedocument.presentationml.slideMaster+xml"/>
  <Override PartName="/ppt/slides/slide328.xml" ContentType="application/vnd.openxmlformats-officedocument.presentationml.slide+xml"/>
  <Override PartName="/ppt/slideMasters/slideMaster329.xml" ContentType="application/vnd.openxmlformats-officedocument.presentationml.slideMaster+xml"/>
  <Override PartName="/ppt/slides/slide329.xml" ContentType="application/vnd.openxmlformats-officedocument.presentationml.slide+xml"/>
  <Override PartName="/ppt/slideMasters/slideMaster330.xml" ContentType="application/vnd.openxmlformats-officedocument.presentationml.slideMaster+xml"/>
  <Override PartName="/ppt/slides/slide330.xml" ContentType="application/vnd.openxmlformats-officedocument.presentationml.slide+xml"/>
  <Override PartName="/ppt/slideMasters/slideMaster331.xml" ContentType="application/vnd.openxmlformats-officedocument.presentationml.slideMaster+xml"/>
  <Override PartName="/ppt/slides/slide331.xml" ContentType="application/vnd.openxmlformats-officedocument.presentationml.slide+xml"/>
  <Override PartName="/ppt/slideMasters/slideMaster332.xml" ContentType="application/vnd.openxmlformats-officedocument.presentationml.slideMaster+xml"/>
  <Override PartName="/ppt/slides/slide332.xml" ContentType="application/vnd.openxmlformats-officedocument.presentationml.slide+xml"/>
  <Override PartName="/ppt/slideMasters/slideMaster333.xml" ContentType="application/vnd.openxmlformats-officedocument.presentationml.slideMaster+xml"/>
  <Override PartName="/ppt/slides/slide333.xml" ContentType="application/vnd.openxmlformats-officedocument.presentationml.slide+xml"/>
  <Override PartName="/ppt/slideMasters/slideMaster334.xml" ContentType="application/vnd.openxmlformats-officedocument.presentationml.slideMaster+xml"/>
  <Override PartName="/ppt/slides/slide334.xml" ContentType="application/vnd.openxmlformats-officedocument.presentationml.slide+xml"/>
  <Override PartName="/ppt/slideMasters/slideMaster335.xml" ContentType="application/vnd.openxmlformats-officedocument.presentationml.slideMaster+xml"/>
  <Override PartName="/ppt/slides/slide335.xml" ContentType="application/vnd.openxmlformats-officedocument.presentationml.slide+xml"/>
  <Override PartName="/ppt/slideMasters/slideMaster336.xml" ContentType="application/vnd.openxmlformats-officedocument.presentationml.slideMaster+xml"/>
  <Override PartName="/ppt/slides/slide336.xml" ContentType="application/vnd.openxmlformats-officedocument.presentationml.slide+xml"/>
  <Override PartName="/ppt/slideMasters/slideMaster337.xml" ContentType="application/vnd.openxmlformats-officedocument.presentationml.slideMaster+xml"/>
  <Override PartName="/ppt/slides/slide337.xml" ContentType="application/vnd.openxmlformats-officedocument.presentationml.slide+xml"/>
  <Override PartName="/ppt/slideMasters/slideMaster338.xml" ContentType="application/vnd.openxmlformats-officedocument.presentationml.slideMaster+xml"/>
  <Override PartName="/ppt/slides/slide338.xml" ContentType="application/vnd.openxmlformats-officedocument.presentationml.slide+xml"/>
  <Override PartName="/ppt/slideMasters/slideMaster339.xml" ContentType="application/vnd.openxmlformats-officedocument.presentationml.slideMaster+xml"/>
  <Override PartName="/ppt/slides/slide339.xml" ContentType="application/vnd.openxmlformats-officedocument.presentationml.slide+xml"/>
  <Override PartName="/ppt/slideMasters/slideMaster340.xml" ContentType="application/vnd.openxmlformats-officedocument.presentationml.slideMaster+xml"/>
  <Override PartName="/ppt/slides/slide340.xml" ContentType="application/vnd.openxmlformats-officedocument.presentationml.slide+xml"/>
  <Override PartName="/ppt/slideMasters/slideMaster341.xml" ContentType="application/vnd.openxmlformats-officedocument.presentationml.slideMaster+xml"/>
  <Override PartName="/ppt/slides/slide341.xml" ContentType="application/vnd.openxmlformats-officedocument.presentationml.slide+xml"/>
  <Override PartName="/ppt/slideMasters/slideMaster342.xml" ContentType="application/vnd.openxmlformats-officedocument.presentationml.slideMaster+xml"/>
  <Override PartName="/ppt/slides/slide342.xml" ContentType="application/vnd.openxmlformats-officedocument.presentationml.slide+xml"/>
  <Override PartName="/ppt/slideMasters/slideMaster343.xml" ContentType="application/vnd.openxmlformats-officedocument.presentationml.slideMaster+xml"/>
  <Override PartName="/ppt/slides/slide343.xml" ContentType="application/vnd.openxmlformats-officedocument.presentationml.slide+xml"/>
  <Override PartName="/ppt/slideMasters/slideMaster344.xml" ContentType="application/vnd.openxmlformats-officedocument.presentationml.slideMaster+xml"/>
  <Override PartName="/ppt/slides/slide344.xml" ContentType="application/vnd.openxmlformats-officedocument.presentationml.slide+xml"/>
  <Override PartName="/ppt/slideMasters/slideMaster345.xml" ContentType="application/vnd.openxmlformats-officedocument.presentationml.slideMaster+xml"/>
  <Override PartName="/ppt/slides/slide345.xml" ContentType="application/vnd.openxmlformats-officedocument.presentationml.slide+xml"/>
  <Override PartName="/ppt/slideMasters/slideMaster346.xml" ContentType="application/vnd.openxmlformats-officedocument.presentationml.slideMaster+xml"/>
  <Override PartName="/ppt/slides/slide346.xml" ContentType="application/vnd.openxmlformats-officedocument.presentationml.slide+xml"/>
  <Override PartName="/ppt/slideMasters/slideMaster347.xml" ContentType="application/vnd.openxmlformats-officedocument.presentationml.slideMaster+xml"/>
  <Override PartName="/ppt/slides/slide347.xml" ContentType="application/vnd.openxmlformats-officedocument.presentationml.slide+xml"/>
  <Override PartName="/ppt/slideMasters/slideMaster348.xml" ContentType="application/vnd.openxmlformats-officedocument.presentationml.slideMaster+xml"/>
  <Override PartName="/ppt/slides/slide348.xml" ContentType="application/vnd.openxmlformats-officedocument.presentationml.slide+xml"/>
  <Override PartName="/ppt/slideMasters/slideMaster349.xml" ContentType="application/vnd.openxmlformats-officedocument.presentationml.slideMaster+xml"/>
  <Override PartName="/ppt/slides/slide349.xml" ContentType="application/vnd.openxmlformats-officedocument.presentationml.slide+xml"/>
  <Override PartName="/ppt/slideMasters/slideMaster350.xml" ContentType="application/vnd.openxmlformats-officedocument.presentationml.slideMaster+xml"/>
  <Override PartName="/ppt/slides/slide350.xml" ContentType="application/vnd.openxmlformats-officedocument.presentationml.slide+xml"/>
  <Override PartName="/ppt/slideMasters/slideMaster351.xml" ContentType="application/vnd.openxmlformats-officedocument.presentationml.slideMaster+xml"/>
  <Override PartName="/ppt/slides/slide351.xml" ContentType="application/vnd.openxmlformats-officedocument.presentationml.slide+xml"/>
  <Override PartName="/ppt/slideMasters/slideMaster352.xml" ContentType="application/vnd.openxmlformats-officedocument.presentationml.slideMaster+xml"/>
  <Override PartName="/ppt/slides/slide352.xml" ContentType="application/vnd.openxmlformats-officedocument.presentationml.slide+xml"/>
  <Override PartName="/ppt/slideMasters/slideMaster353.xml" ContentType="application/vnd.openxmlformats-officedocument.presentationml.slideMaster+xml"/>
  <Override PartName="/ppt/slides/slide353.xml" ContentType="application/vnd.openxmlformats-officedocument.presentationml.slide+xml"/>
  <Override PartName="/ppt/slideMasters/slideMaster354.xml" ContentType="application/vnd.openxmlformats-officedocument.presentationml.slideMaster+xml"/>
  <Override PartName="/ppt/slides/slide354.xml" ContentType="application/vnd.openxmlformats-officedocument.presentationml.slide+xml"/>
  <Override PartName="/ppt/slideMasters/slideMaster355.xml" ContentType="application/vnd.openxmlformats-officedocument.presentationml.slideMaster+xml"/>
  <Override PartName="/ppt/slides/slide355.xml" ContentType="application/vnd.openxmlformats-officedocument.presentationml.slide+xml"/>
  <Override PartName="/ppt/slideMasters/slideMaster356.xml" ContentType="application/vnd.openxmlformats-officedocument.presentationml.slideMaster+xml"/>
  <Override PartName="/ppt/slides/slide356.xml" ContentType="application/vnd.openxmlformats-officedocument.presentationml.slide+xml"/>
  <Override PartName="/ppt/slideMasters/slideMaster357.xml" ContentType="application/vnd.openxmlformats-officedocument.presentationml.slideMaster+xml"/>
  <Override PartName="/ppt/slides/slide357.xml" ContentType="application/vnd.openxmlformats-officedocument.presentationml.slide+xml"/>
  <Override PartName="/ppt/slideMasters/slideMaster358.xml" ContentType="application/vnd.openxmlformats-officedocument.presentationml.slideMaster+xml"/>
  <Override PartName="/ppt/slides/slide358.xml" ContentType="application/vnd.openxmlformats-officedocument.presentationml.slide+xml"/>
  <Override PartName="/ppt/slideMasters/slideMaster359.xml" ContentType="application/vnd.openxmlformats-officedocument.presentationml.slideMaster+xml"/>
  <Override PartName="/ppt/slides/slide359.xml" ContentType="application/vnd.openxmlformats-officedocument.presentationml.slide+xml"/>
  <Override PartName="/ppt/slideMasters/slideMaster360.xml" ContentType="application/vnd.openxmlformats-officedocument.presentationml.slideMaster+xml"/>
  <Override PartName="/ppt/slides/slide360.xml" ContentType="application/vnd.openxmlformats-officedocument.presentationml.slide+xml"/>
  <Override PartName="/ppt/slideMasters/slideMaster361.xml" ContentType="application/vnd.openxmlformats-officedocument.presentationml.slideMaster+xml"/>
  <Override PartName="/ppt/slides/slide361.xml" ContentType="application/vnd.openxmlformats-officedocument.presentationml.slide+xml"/>
  <Override PartName="/ppt/slideMasters/slideMaster362.xml" ContentType="application/vnd.openxmlformats-officedocument.presentationml.slideMaster+xml"/>
  <Override PartName="/ppt/slides/slide362.xml" ContentType="application/vnd.openxmlformats-officedocument.presentationml.slide+xml"/>
  <Override PartName="/ppt/slideMasters/slideMaster363.xml" ContentType="application/vnd.openxmlformats-officedocument.presentationml.slideMaster+xml"/>
  <Override PartName="/ppt/slides/slide363.xml" ContentType="application/vnd.openxmlformats-officedocument.presentationml.slide+xml"/>
  <Override PartName="/ppt/slideMasters/slideMaster364.xml" ContentType="application/vnd.openxmlformats-officedocument.presentationml.slideMaster+xml"/>
  <Override PartName="/ppt/slides/slide364.xml" ContentType="application/vnd.openxmlformats-officedocument.presentationml.slide+xml"/>
  <Override PartName="/ppt/slideMasters/slideMaster365.xml" ContentType="application/vnd.openxmlformats-officedocument.presentationml.slideMaster+xml"/>
  <Override PartName="/ppt/slides/slide365.xml" ContentType="application/vnd.openxmlformats-officedocument.presentationml.slide+xml"/>
  <Override PartName="/ppt/slideMasters/slideMaster366.xml" ContentType="application/vnd.openxmlformats-officedocument.presentationml.slideMaster+xml"/>
  <Override PartName="/ppt/slides/slide366.xml" ContentType="application/vnd.openxmlformats-officedocument.presentationml.slide+xml"/>
  <Override PartName="/ppt/slideMasters/slideMaster367.xml" ContentType="application/vnd.openxmlformats-officedocument.presentationml.slideMaster+xml"/>
  <Override PartName="/ppt/slides/slide367.xml" ContentType="application/vnd.openxmlformats-officedocument.presentationml.slide+xml"/>
  <Override PartName="/ppt/slideMasters/slideMaster368.xml" ContentType="application/vnd.openxmlformats-officedocument.presentationml.slideMaster+xml"/>
  <Override PartName="/ppt/slides/slide368.xml" ContentType="application/vnd.openxmlformats-officedocument.presentationml.slide+xml"/>
  <Override PartName="/ppt/slideMasters/slideMaster369.xml" ContentType="application/vnd.openxmlformats-officedocument.presentationml.slideMaster+xml"/>
  <Override PartName="/ppt/slides/slide369.xml" ContentType="application/vnd.openxmlformats-officedocument.presentationml.slide+xml"/>
  <Override PartName="/ppt/slideMasters/slideMaster370.xml" ContentType="application/vnd.openxmlformats-officedocument.presentationml.slideMaster+xml"/>
  <Override PartName="/ppt/slides/slide370.xml" ContentType="application/vnd.openxmlformats-officedocument.presentationml.slide+xml"/>
  <Override PartName="/ppt/slideMasters/slideMaster371.xml" ContentType="application/vnd.openxmlformats-officedocument.presentationml.slideMaster+xml"/>
  <Override PartName="/ppt/slides/slide371.xml" ContentType="application/vnd.openxmlformats-officedocument.presentationml.slide+xml"/>
  <Override PartName="/ppt/slideMasters/slideMaster372.xml" ContentType="application/vnd.openxmlformats-officedocument.presentationml.slideMaster+xml"/>
  <Override PartName="/ppt/slides/slide372.xml" ContentType="application/vnd.openxmlformats-officedocument.presentationml.slide+xml"/>
  <Override PartName="/ppt/slideMasters/slideMaster373.xml" ContentType="application/vnd.openxmlformats-officedocument.presentationml.slideMaster+xml"/>
  <Override PartName="/ppt/slides/slide373.xml" ContentType="application/vnd.openxmlformats-officedocument.presentationml.slide+xml"/>
  <Override PartName="/ppt/slideMasters/slideMaster374.xml" ContentType="application/vnd.openxmlformats-officedocument.presentationml.slideMaster+xml"/>
  <Override PartName="/ppt/slides/slide374.xml" ContentType="application/vnd.openxmlformats-officedocument.presentationml.slide+xml"/>
  <Override PartName="/ppt/slideMasters/slideMaster375.xml" ContentType="application/vnd.openxmlformats-officedocument.presentationml.slideMaster+xml"/>
  <Override PartName="/ppt/slides/slide375.xml" ContentType="application/vnd.openxmlformats-officedocument.presentationml.slide+xml"/>
  <Override PartName="/ppt/slideMasters/slideMaster376.xml" ContentType="application/vnd.openxmlformats-officedocument.presentationml.slideMaster+xml"/>
  <Override PartName="/ppt/slides/slide376.xml" ContentType="application/vnd.openxmlformats-officedocument.presentationml.slide+xml"/>
  <Override PartName="/ppt/slideMasters/slideMaster377.xml" ContentType="application/vnd.openxmlformats-officedocument.presentationml.slideMaster+xml"/>
  <Override PartName="/ppt/slides/slide377.xml" ContentType="application/vnd.openxmlformats-officedocument.presentationml.slide+xml"/>
  <Override PartName="/ppt/slideMasters/slideMaster378.xml" ContentType="application/vnd.openxmlformats-officedocument.presentationml.slideMaster+xml"/>
  <Override PartName="/ppt/slides/slide378.xml" ContentType="application/vnd.openxmlformats-officedocument.presentationml.slide+xml"/>
  <Override PartName="/ppt/slideMasters/slideMaster379.xml" ContentType="application/vnd.openxmlformats-officedocument.presentationml.slideMaster+xml"/>
  <Override PartName="/ppt/slides/slide379.xml" ContentType="application/vnd.openxmlformats-officedocument.presentationml.slide+xml"/>
  <Override PartName="/ppt/slideMasters/slideMaster380.xml" ContentType="application/vnd.openxmlformats-officedocument.presentationml.slideMaster+xml"/>
  <Override PartName="/ppt/slides/slide380.xml" ContentType="application/vnd.openxmlformats-officedocument.presentationml.slide+xml"/>
  <Override PartName="/ppt/slideMasters/slideMaster381.xml" ContentType="application/vnd.openxmlformats-officedocument.presentationml.slideMaster+xml"/>
  <Override PartName="/ppt/slides/slide381.xml" ContentType="application/vnd.openxmlformats-officedocument.presentationml.slide+xml"/>
  <Override PartName="/ppt/slideMasters/slideMaster382.xml" ContentType="application/vnd.openxmlformats-officedocument.presentationml.slideMaster+xml"/>
  <Override PartName="/ppt/slides/slide382.xml" ContentType="application/vnd.openxmlformats-officedocument.presentationml.slide+xml"/>
  <Override PartName="/ppt/slideMasters/slideMaster383.xml" ContentType="application/vnd.openxmlformats-officedocument.presentationml.slideMaster+xml"/>
  <Override PartName="/ppt/slides/slide383.xml" ContentType="application/vnd.openxmlformats-officedocument.presentationml.slide+xml"/>
  <Override PartName="/ppt/slideMasters/slideMaster384.xml" ContentType="application/vnd.openxmlformats-officedocument.presentationml.slideMaster+xml"/>
  <Override PartName="/ppt/slides/slide384.xml" ContentType="application/vnd.openxmlformats-officedocument.presentationml.slide+xml"/>
  <Override PartName="/ppt/slideMasters/slideMaster385.xml" ContentType="application/vnd.openxmlformats-officedocument.presentationml.slideMaster+xml"/>
  <Override PartName="/ppt/slides/slide385.xml" ContentType="application/vnd.openxmlformats-officedocument.presentationml.slide+xml"/>
  <Override PartName="/ppt/slideMasters/slideMaster386.xml" ContentType="application/vnd.openxmlformats-officedocument.presentationml.slideMaster+xml"/>
  <Override PartName="/ppt/slides/slide386.xml" ContentType="application/vnd.openxmlformats-officedocument.presentationml.slide+xml"/>
  <Override PartName="/ppt/slideMasters/slideMaster387.xml" ContentType="application/vnd.openxmlformats-officedocument.presentationml.slideMaster+xml"/>
  <Override PartName="/ppt/slides/slide387.xml" ContentType="application/vnd.openxmlformats-officedocument.presentationml.slide+xml"/>
  <Override PartName="/ppt/slideMasters/slideMaster388.xml" ContentType="application/vnd.openxmlformats-officedocument.presentationml.slideMaster+xml"/>
  <Override PartName="/ppt/slides/slide388.xml" ContentType="application/vnd.openxmlformats-officedocument.presentationml.slide+xml"/>
  <Override PartName="/ppt/slideMasters/slideMaster389.xml" ContentType="application/vnd.openxmlformats-officedocument.presentationml.slideMaster+xml"/>
  <Override PartName="/ppt/slides/slide389.xml" ContentType="application/vnd.openxmlformats-officedocument.presentationml.slide+xml"/>
  <Override PartName="/ppt/slideMasters/slideMaster390.xml" ContentType="application/vnd.openxmlformats-officedocument.presentationml.slideMaster+xml"/>
  <Override PartName="/ppt/slides/slide390.xml" ContentType="application/vnd.openxmlformats-officedocument.presentationml.slide+xml"/>
  <Override PartName="/ppt/slideMasters/slideMaster391.xml" ContentType="application/vnd.openxmlformats-officedocument.presentationml.slideMaster+xml"/>
  <Override PartName="/ppt/slides/slide391.xml" ContentType="application/vnd.openxmlformats-officedocument.presentationml.slide+xml"/>
  <Override PartName="/ppt/slideMasters/slideMaster392.xml" ContentType="application/vnd.openxmlformats-officedocument.presentationml.slideMaster+xml"/>
  <Override PartName="/ppt/slides/slide392.xml" ContentType="application/vnd.openxmlformats-officedocument.presentationml.slide+xml"/>
  <Override PartName="/ppt/slideMasters/slideMaster393.xml" ContentType="application/vnd.openxmlformats-officedocument.presentationml.slideMaster+xml"/>
  <Override PartName="/ppt/slides/slide393.xml" ContentType="application/vnd.openxmlformats-officedocument.presentationml.slide+xml"/>
  <Override PartName="/ppt/slideMasters/slideMaster394.xml" ContentType="application/vnd.openxmlformats-officedocument.presentationml.slideMaster+xml"/>
  <Override PartName="/ppt/slides/slide394.xml" ContentType="application/vnd.openxmlformats-officedocument.presentationml.slide+xml"/>
  <Override PartName="/ppt/slideMasters/slideMaster395.xml" ContentType="application/vnd.openxmlformats-officedocument.presentationml.slideMaster+xml"/>
  <Override PartName="/ppt/slides/slide395.xml" ContentType="application/vnd.openxmlformats-officedocument.presentationml.slide+xml"/>
  <Override PartName="/ppt/slideMasters/slideMaster396.xml" ContentType="application/vnd.openxmlformats-officedocument.presentationml.slideMaster+xml"/>
  <Override PartName="/ppt/slides/slide396.xml" ContentType="application/vnd.openxmlformats-officedocument.presentationml.slide+xml"/>
  <Override PartName="/ppt/slideMasters/slideMaster397.xml" ContentType="application/vnd.openxmlformats-officedocument.presentationml.slideMaster+xml"/>
  <Override PartName="/ppt/slides/slide397.xml" ContentType="application/vnd.openxmlformats-officedocument.presentationml.slide+xml"/>
  <Override PartName="/ppt/slideMasters/slideMaster398.xml" ContentType="application/vnd.openxmlformats-officedocument.presentationml.slideMaster+xml"/>
  <Override PartName="/ppt/slides/slide398.xml" ContentType="application/vnd.openxmlformats-officedocument.presentationml.slide+xml"/>
  <Override PartName="/ppt/slideMasters/slideMaster399.xml" ContentType="application/vnd.openxmlformats-officedocument.presentationml.slideMaster+xml"/>
  <Override PartName="/ppt/slides/slide399.xml" ContentType="application/vnd.openxmlformats-officedocument.presentationml.slide+xml"/>
  <Override PartName="/ppt/slideMasters/slideMaster400.xml" ContentType="application/vnd.openxmlformats-officedocument.presentationml.slideMaster+xml"/>
  <Override PartName="/ppt/slides/slide400.xml" ContentType="application/vnd.openxmlformats-officedocument.presentationml.slide+xml"/>
  <Override PartName="/ppt/slideMasters/slideMaster401.xml" ContentType="application/vnd.openxmlformats-officedocument.presentationml.slideMaster+xml"/>
  <Override PartName="/ppt/slides/slide401.xml" ContentType="application/vnd.openxmlformats-officedocument.presentationml.slide+xml"/>
  <Override PartName="/ppt/slideMasters/slideMaster402.xml" ContentType="application/vnd.openxmlformats-officedocument.presentationml.slideMaster+xml"/>
  <Override PartName="/ppt/slides/slide402.xml" ContentType="application/vnd.openxmlformats-officedocument.presentationml.slide+xml"/>
  <Override PartName="/ppt/slideMasters/slideMaster403.xml" ContentType="application/vnd.openxmlformats-officedocument.presentationml.slideMaster+xml"/>
  <Override PartName="/ppt/slides/slide403.xml" ContentType="application/vnd.openxmlformats-officedocument.presentationml.slide+xml"/>
  <Override PartName="/ppt/slideMasters/slideMaster404.xml" ContentType="application/vnd.openxmlformats-officedocument.presentationml.slideMaster+xml"/>
  <Override PartName="/ppt/slides/slide404.xml" ContentType="application/vnd.openxmlformats-officedocument.presentationml.slide+xml"/>
  <Override PartName="/ppt/slideMasters/slideMaster405.xml" ContentType="application/vnd.openxmlformats-officedocument.presentationml.slideMaster+xml"/>
  <Override PartName="/ppt/slides/slide405.xml" ContentType="application/vnd.openxmlformats-officedocument.presentationml.slide+xml"/>
  <Override PartName="/ppt/slideMasters/slideMaster406.xml" ContentType="application/vnd.openxmlformats-officedocument.presentationml.slideMaster+xml"/>
  <Override PartName="/ppt/slides/slide406.xml" ContentType="application/vnd.openxmlformats-officedocument.presentationml.slide+xml"/>
  <Override PartName="/ppt/slideMasters/slideMaster407.xml" ContentType="application/vnd.openxmlformats-officedocument.presentationml.slideMaster+xml"/>
  <Override PartName="/ppt/slides/slide407.xml" ContentType="application/vnd.openxmlformats-officedocument.presentationml.slide+xml"/>
  <Override PartName="/ppt/slideMasters/slideMaster408.xml" ContentType="application/vnd.openxmlformats-officedocument.presentationml.slideMaster+xml"/>
  <Override PartName="/ppt/slides/slide408.xml" ContentType="application/vnd.openxmlformats-officedocument.presentationml.slide+xml"/>
  <Override PartName="/ppt/slideMasters/slideMaster409.xml" ContentType="application/vnd.openxmlformats-officedocument.presentationml.slideMaster+xml"/>
  <Override PartName="/ppt/slides/slide409.xml" ContentType="application/vnd.openxmlformats-officedocument.presentationml.slide+xml"/>
  <Override PartName="/ppt/slideMasters/slideMaster410.xml" ContentType="application/vnd.openxmlformats-officedocument.presentationml.slideMaster+xml"/>
  <Override PartName="/ppt/slides/slide410.xml" ContentType="application/vnd.openxmlformats-officedocument.presentationml.slide+xml"/>
  <Override PartName="/ppt/slideMasters/slideMaster411.xml" ContentType="application/vnd.openxmlformats-officedocument.presentationml.slideMaster+xml"/>
  <Override PartName="/ppt/slides/slide411.xml" ContentType="application/vnd.openxmlformats-officedocument.presentationml.slide+xml"/>
  <Override PartName="/ppt/slideMasters/slideMaster412.xml" ContentType="application/vnd.openxmlformats-officedocument.presentationml.slideMaster+xml"/>
  <Override PartName="/ppt/slides/slide412.xml" ContentType="application/vnd.openxmlformats-officedocument.presentationml.slide+xml"/>
  <Override PartName="/ppt/slideMasters/slideMaster413.xml" ContentType="application/vnd.openxmlformats-officedocument.presentationml.slideMaster+xml"/>
  <Override PartName="/ppt/slides/slide413.xml" ContentType="application/vnd.openxmlformats-officedocument.presentationml.slide+xml"/>
  <Override PartName="/ppt/slideMasters/slideMaster414.xml" ContentType="application/vnd.openxmlformats-officedocument.presentationml.slideMaster+xml"/>
  <Override PartName="/ppt/slides/slide414.xml" ContentType="application/vnd.openxmlformats-officedocument.presentationml.slide+xml"/>
  <Override PartName="/ppt/slideMasters/slideMaster415.xml" ContentType="application/vnd.openxmlformats-officedocument.presentationml.slideMaster+xml"/>
  <Override PartName="/ppt/slides/slide415.xml" ContentType="application/vnd.openxmlformats-officedocument.presentationml.slide+xml"/>
  <Override PartName="/ppt/slideMasters/slideMaster416.xml" ContentType="application/vnd.openxmlformats-officedocument.presentationml.slideMaster+xml"/>
  <Override PartName="/ppt/slides/slide416.xml" ContentType="application/vnd.openxmlformats-officedocument.presentationml.slide+xml"/>
  <Override PartName="/ppt/slideMasters/slideMaster417.xml" ContentType="application/vnd.openxmlformats-officedocument.presentationml.slideMaster+xml"/>
  <Override PartName="/ppt/slides/slide417.xml" ContentType="application/vnd.openxmlformats-officedocument.presentationml.slide+xml"/>
  <Override PartName="/ppt/slideMasters/slideMaster418.xml" ContentType="application/vnd.openxmlformats-officedocument.presentationml.slideMaster+xml"/>
  <Override PartName="/ppt/slides/slide418.xml" ContentType="application/vnd.openxmlformats-officedocument.presentationml.slide+xml"/>
  <Override PartName="/ppt/slideMasters/slideMaster419.xml" ContentType="application/vnd.openxmlformats-officedocument.presentationml.slideMaster+xml"/>
  <Override PartName="/ppt/slides/slide419.xml" ContentType="application/vnd.openxmlformats-officedocument.presentationml.slide+xml"/>
  <Override PartName="/ppt/slideMasters/slideMaster420.xml" ContentType="application/vnd.openxmlformats-officedocument.presentationml.slideMaster+xml"/>
  <Override PartName="/ppt/slides/slide420.xml" ContentType="application/vnd.openxmlformats-officedocument.presentationml.slide+xml"/>
  <Override PartName="/ppt/slideMasters/slideMaster421.xml" ContentType="application/vnd.openxmlformats-officedocument.presentationml.slideMaster+xml"/>
  <Override PartName="/ppt/slides/slide421.xml" ContentType="application/vnd.openxmlformats-officedocument.presentationml.slide+xml"/>
  <Override PartName="/ppt/slideMasters/slideMaster422.xml" ContentType="application/vnd.openxmlformats-officedocument.presentationml.slideMaster+xml"/>
  <Override PartName="/ppt/slides/slide422.xml" ContentType="application/vnd.openxmlformats-officedocument.presentationml.slide+xml"/>
  <Override PartName="/ppt/slideMasters/slideMaster423.xml" ContentType="application/vnd.openxmlformats-officedocument.presentationml.slideMaster+xml"/>
  <Override PartName="/ppt/slides/slide423.xml" ContentType="application/vnd.openxmlformats-officedocument.presentationml.slide+xml"/>
  <Override PartName="/ppt/slideMasters/slideMaster424.xml" ContentType="application/vnd.openxmlformats-officedocument.presentationml.slideMaster+xml"/>
  <Override PartName="/ppt/slides/slide424.xml" ContentType="application/vnd.openxmlformats-officedocument.presentationml.slide+xml"/>
  <Override PartName="/ppt/slideMasters/slideMaster425.xml" ContentType="application/vnd.openxmlformats-officedocument.presentationml.slideMaster+xml"/>
  <Override PartName="/ppt/slides/slide425.xml" ContentType="application/vnd.openxmlformats-officedocument.presentationml.slide+xml"/>
  <Override PartName="/ppt/slideMasters/slideMaster426.xml" ContentType="application/vnd.openxmlformats-officedocument.presentationml.slideMaster+xml"/>
  <Override PartName="/ppt/slides/slide426.xml" ContentType="application/vnd.openxmlformats-officedocument.presentationml.slide+xml"/>
  <Override PartName="/ppt/slideMasters/slideMaster427.xml" ContentType="application/vnd.openxmlformats-officedocument.presentationml.slideMaster+xml"/>
  <Override PartName="/ppt/slides/slide427.xml" ContentType="application/vnd.openxmlformats-officedocument.presentationml.slide+xml"/>
  <Override PartName="/ppt/slideMasters/slideMaster428.xml" ContentType="application/vnd.openxmlformats-officedocument.presentationml.slideMaster+xml"/>
  <Override PartName="/ppt/slides/slide428.xml" ContentType="application/vnd.openxmlformats-officedocument.presentationml.slide+xml"/>
  <Override PartName="/ppt/slideMasters/slideMaster429.xml" ContentType="application/vnd.openxmlformats-officedocument.presentationml.slideMaster+xml"/>
  <Override PartName="/ppt/slides/slide429.xml" ContentType="application/vnd.openxmlformats-officedocument.presentationml.slide+xml"/>
  <Override PartName="/ppt/slideMasters/slideMaster430.xml" ContentType="application/vnd.openxmlformats-officedocument.presentationml.slideMaster+xml"/>
  <Override PartName="/ppt/slides/slide430.xml" ContentType="application/vnd.openxmlformats-officedocument.presentationml.slide+xml"/>
  <Override PartName="/ppt/slideMasters/slideMaster431.xml" ContentType="application/vnd.openxmlformats-officedocument.presentationml.slideMaster+xml"/>
  <Override PartName="/ppt/slides/slide431.xml" ContentType="application/vnd.openxmlformats-officedocument.presentationml.slide+xml"/>
  <Override PartName="/ppt/slideMasters/slideMaster432.xml" ContentType="application/vnd.openxmlformats-officedocument.presentationml.slideMaster+xml"/>
  <Override PartName="/ppt/slides/slide432.xml" ContentType="application/vnd.openxmlformats-officedocument.presentationml.slide+xml"/>
  <Override PartName="/ppt/slideMasters/slideMaster433.xml" ContentType="application/vnd.openxmlformats-officedocument.presentationml.slideMaster+xml"/>
  <Override PartName="/ppt/slides/slide433.xml" ContentType="application/vnd.openxmlformats-officedocument.presentationml.slide+xml"/>
  <Override PartName="/ppt/slideMasters/slideMaster434.xml" ContentType="application/vnd.openxmlformats-officedocument.presentationml.slideMaster+xml"/>
  <Override PartName="/ppt/slides/slide434.xml" ContentType="application/vnd.openxmlformats-officedocument.presentationml.slide+xml"/>
  <Override PartName="/ppt/slideMasters/slideMaster435.xml" ContentType="application/vnd.openxmlformats-officedocument.presentationml.slideMaster+xml"/>
  <Override PartName="/ppt/slides/slide435.xml" ContentType="application/vnd.openxmlformats-officedocument.presentationml.slide+xml"/>
  <Override PartName="/ppt/slideMasters/slideMaster436.xml" ContentType="application/vnd.openxmlformats-officedocument.presentationml.slideMaster+xml"/>
  <Override PartName="/ppt/slides/slide436.xml" ContentType="application/vnd.openxmlformats-officedocument.presentationml.slide+xml"/>
  <Override PartName="/ppt/slideMasters/slideMaster437.xml" ContentType="application/vnd.openxmlformats-officedocument.presentationml.slideMaster+xml"/>
  <Override PartName="/ppt/slides/slide437.xml" ContentType="application/vnd.openxmlformats-officedocument.presentationml.slide+xml"/>
  <Override PartName="/ppt/slideMasters/slideMaster438.xml" ContentType="application/vnd.openxmlformats-officedocument.presentationml.slideMaster+xml"/>
  <Override PartName="/ppt/slides/slide438.xml" ContentType="application/vnd.openxmlformats-officedocument.presentationml.slide+xml"/>
  <Override PartName="/ppt/slideMasters/slideMaster439.xml" ContentType="application/vnd.openxmlformats-officedocument.presentationml.slideMaster+xml"/>
  <Override PartName="/ppt/slides/slide439.xml" ContentType="application/vnd.openxmlformats-officedocument.presentationml.slide+xml"/>
  <Override PartName="/ppt/slideMasters/slideMaster440.xml" ContentType="application/vnd.openxmlformats-officedocument.presentationml.slideMaster+xml"/>
  <Override PartName="/ppt/slides/slide440.xml" ContentType="application/vnd.openxmlformats-officedocument.presentationml.slide+xml"/>
  <Override PartName="/ppt/slideMasters/slideMaster441.xml" ContentType="application/vnd.openxmlformats-officedocument.presentationml.slideMaster+xml"/>
  <Override PartName="/ppt/slides/slide441.xml" ContentType="application/vnd.openxmlformats-officedocument.presentationml.slide+xml"/>
  <Override PartName="/ppt/slideMasters/slideMaster442.xml" ContentType="application/vnd.openxmlformats-officedocument.presentationml.slideMaster+xml"/>
  <Override PartName="/ppt/slides/slide442.xml" ContentType="application/vnd.openxmlformats-officedocument.presentationml.slide+xml"/>
  <Override PartName="/ppt/slideMasters/slideMaster443.xml" ContentType="application/vnd.openxmlformats-officedocument.presentationml.slideMaster+xml"/>
  <Override PartName="/ppt/slides/slide443.xml" ContentType="application/vnd.openxmlformats-officedocument.presentationml.slide+xml"/>
  <Override PartName="/ppt/slideMasters/slideMaster444.xml" ContentType="application/vnd.openxmlformats-officedocument.presentationml.slideMaster+xml"/>
  <Override PartName="/ppt/slides/slide4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ppt/notesSlides/notesSlide405.xml" ContentType="application/vnd.openxmlformats-officedocument.presentationml.notesSlide+xml"/>
  <Override PartName="/ppt/notesSlides/notesSlide406.xml" ContentType="application/vnd.openxmlformats-officedocument.presentationml.notesSlide+xml"/>
  <Override PartName="/ppt/notesSlides/notesSlide407.xml" ContentType="application/vnd.openxmlformats-officedocument.presentationml.notesSlide+xml"/>
  <Override PartName="/ppt/notesSlides/notesSlide408.xml" ContentType="application/vnd.openxmlformats-officedocument.presentationml.notesSlide+xml"/>
  <Override PartName="/ppt/notesSlides/notesSlide409.xml" ContentType="application/vnd.openxmlformats-officedocument.presentationml.notesSlide+xml"/>
  <Override PartName="/ppt/notesSlides/notesSlide410.xml" ContentType="application/vnd.openxmlformats-officedocument.presentationml.notesSlide+xml"/>
  <Override PartName="/ppt/notesSlides/notesSlide411.xml" ContentType="application/vnd.openxmlformats-officedocument.presentationml.notesSlide+xml"/>
  <Override PartName="/ppt/notesSlides/notesSlide412.xml" ContentType="application/vnd.openxmlformats-officedocument.presentationml.notesSlide+xml"/>
  <Override PartName="/ppt/notesSlides/notesSlide413.xml" ContentType="application/vnd.openxmlformats-officedocument.presentationml.notesSlide+xml"/>
  <Override PartName="/ppt/notesSlides/notesSlide414.xml" ContentType="application/vnd.openxmlformats-officedocument.presentationml.notesSlide+xml"/>
  <Override PartName="/ppt/notesSlides/notesSlide415.xml" ContentType="application/vnd.openxmlformats-officedocument.presentationml.notesSlide+xml"/>
  <Override PartName="/ppt/notesSlides/notesSlide416.xml" ContentType="application/vnd.openxmlformats-officedocument.presentationml.notesSlide+xml"/>
  <Override PartName="/ppt/notesSlides/notesSlide417.xml" ContentType="application/vnd.openxmlformats-officedocument.presentationml.notesSlide+xml"/>
  <Override PartName="/ppt/notesSlides/notesSlide418.xml" ContentType="application/vnd.openxmlformats-officedocument.presentationml.notesSlide+xml"/>
  <Override PartName="/ppt/notesSlides/notesSlide419.xml" ContentType="application/vnd.openxmlformats-officedocument.presentationml.notesSlide+xml"/>
  <Override PartName="/ppt/notesSlides/notesSlide420.xml" ContentType="application/vnd.openxmlformats-officedocument.presentationml.notesSlide+xml"/>
  <Override PartName="/ppt/notesSlides/notesSlide421.xml" ContentType="application/vnd.openxmlformats-officedocument.presentationml.notesSlide+xml"/>
  <Override PartName="/ppt/notesSlides/notesSlide422.xml" ContentType="application/vnd.openxmlformats-officedocument.presentationml.notesSlide+xml"/>
  <Override PartName="/ppt/notesSlides/notesSlide423.xml" ContentType="application/vnd.openxmlformats-officedocument.presentationml.notesSlide+xml"/>
  <Override PartName="/ppt/notesSlides/notesSlide424.xml" ContentType="application/vnd.openxmlformats-officedocument.presentationml.notesSlide+xml"/>
  <Override PartName="/ppt/notesSlides/notesSlide425.xml" ContentType="application/vnd.openxmlformats-officedocument.presentationml.notesSlide+xml"/>
  <Override PartName="/ppt/notesSlides/notesSlide426.xml" ContentType="application/vnd.openxmlformats-officedocument.presentationml.notesSlide+xml"/>
  <Override PartName="/ppt/notesSlides/notesSlide427.xml" ContentType="application/vnd.openxmlformats-officedocument.presentationml.notesSlide+xml"/>
  <Override PartName="/ppt/notesSlides/notesSlide428.xml" ContentType="application/vnd.openxmlformats-officedocument.presentationml.notesSlide+xml"/>
  <Override PartName="/ppt/notesSlides/notesSlide429.xml" ContentType="application/vnd.openxmlformats-officedocument.presentationml.notesSlide+xml"/>
  <Override PartName="/ppt/notesSlides/notesSlide430.xml" ContentType="application/vnd.openxmlformats-officedocument.presentationml.notesSlide+xml"/>
  <Override PartName="/ppt/notesSlides/notesSlide431.xml" ContentType="application/vnd.openxmlformats-officedocument.presentationml.notesSlide+xml"/>
  <Override PartName="/ppt/notesSlides/notesSlide432.xml" ContentType="application/vnd.openxmlformats-officedocument.presentationml.notesSlide+xml"/>
  <Override PartName="/ppt/notesSlides/notesSlide433.xml" ContentType="application/vnd.openxmlformats-officedocument.presentationml.notesSlide+xml"/>
  <Override PartName="/ppt/notesSlides/notesSlide434.xml" ContentType="application/vnd.openxmlformats-officedocument.presentationml.notesSlide+xml"/>
  <Override PartName="/ppt/notesSlides/notesSlide435.xml" ContentType="application/vnd.openxmlformats-officedocument.presentationml.notesSlide+xml"/>
  <Override PartName="/ppt/notesSlides/notesSlide436.xml" ContentType="application/vnd.openxmlformats-officedocument.presentationml.notesSlide+xml"/>
  <Override PartName="/ppt/notesSlides/notesSlide437.xml" ContentType="application/vnd.openxmlformats-officedocument.presentationml.notesSlide+xml"/>
  <Override PartName="/ppt/notesSlides/notesSlide438.xml" ContentType="application/vnd.openxmlformats-officedocument.presentationml.notesSlide+xml"/>
  <Override PartName="/ppt/notesSlides/notesSlide439.xml" ContentType="application/vnd.openxmlformats-officedocument.presentationml.notesSlide+xml"/>
  <Override PartName="/ppt/notesSlides/notesSlide440.xml" ContentType="application/vnd.openxmlformats-officedocument.presentationml.notesSlide+xml"/>
  <Override PartName="/ppt/notesSlides/notesSlide441.xml" ContentType="application/vnd.openxmlformats-officedocument.presentationml.notesSlide+xml"/>
  <Override PartName="/ppt/notesSlides/notesSlide442.xml" ContentType="application/vnd.openxmlformats-officedocument.presentationml.notesSlide+xml"/>
  <Override PartName="/ppt/notesSlides/notesSlide443.xml" ContentType="application/vnd.openxmlformats-officedocument.presentationml.notesSlide+xml"/>
  <Override PartName="/ppt/notesSlides/notesSlide4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  <p:sldId id="660" r:id="rId406"/>
    <p:sldId id="661" r:id="rId407"/>
    <p:sldId id="662" r:id="rId408"/>
    <p:sldId id="663" r:id="rId409"/>
    <p:sldId id="664" r:id="rId410"/>
    <p:sldId id="665" r:id="rId411"/>
    <p:sldId id="666" r:id="rId412"/>
    <p:sldId id="667" r:id="rId413"/>
    <p:sldId id="668" r:id="rId414"/>
    <p:sldId id="669" r:id="rId415"/>
    <p:sldId id="670" r:id="rId416"/>
    <p:sldId id="671" r:id="rId417"/>
    <p:sldId id="672" r:id="rId418"/>
    <p:sldId id="673" r:id="rId419"/>
    <p:sldId id="674" r:id="rId420"/>
    <p:sldId id="675" r:id="rId421"/>
    <p:sldId id="676" r:id="rId422"/>
    <p:sldId id="677" r:id="rId423"/>
    <p:sldId id="678" r:id="rId424"/>
    <p:sldId id="679" r:id="rId425"/>
    <p:sldId id="680" r:id="rId426"/>
    <p:sldId id="681" r:id="rId427"/>
    <p:sldId id="682" r:id="rId428"/>
    <p:sldId id="683" r:id="rId429"/>
    <p:sldId id="684" r:id="rId430"/>
    <p:sldId id="685" r:id="rId431"/>
    <p:sldId id="686" r:id="rId432"/>
    <p:sldId id="687" r:id="rId433"/>
    <p:sldId id="688" r:id="rId434"/>
    <p:sldId id="689" r:id="rId435"/>
    <p:sldId id="690" r:id="rId436"/>
    <p:sldId id="691" r:id="rId437"/>
    <p:sldId id="692" r:id="rId438"/>
    <p:sldId id="693" r:id="rId439"/>
    <p:sldId id="694" r:id="rId440"/>
    <p:sldId id="695" r:id="rId441"/>
    <p:sldId id="696" r:id="rId442"/>
    <p:sldId id="697" r:id="rId443"/>
    <p:sldId id="698" r:id="rId444"/>
    <p:sldId id="699" r:id="rId445"/>
  </p:sldIdLst>
  <p:notesMasterIdLst>
    <p:notesMasterId r:id="rId4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slide" Target="slides/slide302.xml"/><Relationship Id="rId304" Type="http://schemas.openxmlformats.org/officeDocument/2006/relationships/slide" Target="slides/slide303.xml"/><Relationship Id="rId305" Type="http://schemas.openxmlformats.org/officeDocument/2006/relationships/slide" Target="slides/slide304.xml"/><Relationship Id="rId306" Type="http://schemas.openxmlformats.org/officeDocument/2006/relationships/slide" Target="slides/slide305.xml"/><Relationship Id="rId307" Type="http://schemas.openxmlformats.org/officeDocument/2006/relationships/slide" Target="slides/slide306.xml"/><Relationship Id="rId308" Type="http://schemas.openxmlformats.org/officeDocument/2006/relationships/slide" Target="slides/slide307.xml"/><Relationship Id="rId309" Type="http://schemas.openxmlformats.org/officeDocument/2006/relationships/slide" Target="slides/slide308.xml"/><Relationship Id="rId310" Type="http://schemas.openxmlformats.org/officeDocument/2006/relationships/slide" Target="slides/slide309.xml"/><Relationship Id="rId311" Type="http://schemas.openxmlformats.org/officeDocument/2006/relationships/slide" Target="slides/slide310.xml"/><Relationship Id="rId312" Type="http://schemas.openxmlformats.org/officeDocument/2006/relationships/slide" Target="slides/slide311.xml"/><Relationship Id="rId313" Type="http://schemas.openxmlformats.org/officeDocument/2006/relationships/slide" Target="slides/slide312.xml"/><Relationship Id="rId314" Type="http://schemas.openxmlformats.org/officeDocument/2006/relationships/slide" Target="slides/slide313.xml"/><Relationship Id="rId315" Type="http://schemas.openxmlformats.org/officeDocument/2006/relationships/slide" Target="slides/slide314.xml"/><Relationship Id="rId316" Type="http://schemas.openxmlformats.org/officeDocument/2006/relationships/slide" Target="slides/slide315.xml"/><Relationship Id="rId317" Type="http://schemas.openxmlformats.org/officeDocument/2006/relationships/slide" Target="slides/slide316.xml"/><Relationship Id="rId318" Type="http://schemas.openxmlformats.org/officeDocument/2006/relationships/slide" Target="slides/slide317.xml"/><Relationship Id="rId319" Type="http://schemas.openxmlformats.org/officeDocument/2006/relationships/slide" Target="slides/slide318.xml"/><Relationship Id="rId320" Type="http://schemas.openxmlformats.org/officeDocument/2006/relationships/slide" Target="slides/slide319.xml"/><Relationship Id="rId321" Type="http://schemas.openxmlformats.org/officeDocument/2006/relationships/slide" Target="slides/slide320.xml"/><Relationship Id="rId322" Type="http://schemas.openxmlformats.org/officeDocument/2006/relationships/slide" Target="slides/slide321.xml"/><Relationship Id="rId323" Type="http://schemas.openxmlformats.org/officeDocument/2006/relationships/slide" Target="slides/slide322.xml"/><Relationship Id="rId324" Type="http://schemas.openxmlformats.org/officeDocument/2006/relationships/slide" Target="slides/slide323.xml"/><Relationship Id="rId325" Type="http://schemas.openxmlformats.org/officeDocument/2006/relationships/slide" Target="slides/slide324.xml"/><Relationship Id="rId326" Type="http://schemas.openxmlformats.org/officeDocument/2006/relationships/slide" Target="slides/slide325.xml"/><Relationship Id="rId327" Type="http://schemas.openxmlformats.org/officeDocument/2006/relationships/slide" Target="slides/slide326.xml"/><Relationship Id="rId328" Type="http://schemas.openxmlformats.org/officeDocument/2006/relationships/slide" Target="slides/slide327.xml"/><Relationship Id="rId329" Type="http://schemas.openxmlformats.org/officeDocument/2006/relationships/slide" Target="slides/slide328.xml"/><Relationship Id="rId330" Type="http://schemas.openxmlformats.org/officeDocument/2006/relationships/slide" Target="slides/slide329.xml"/><Relationship Id="rId331" Type="http://schemas.openxmlformats.org/officeDocument/2006/relationships/slide" Target="slides/slide330.xml"/><Relationship Id="rId332" Type="http://schemas.openxmlformats.org/officeDocument/2006/relationships/slide" Target="slides/slide331.xml"/><Relationship Id="rId333" Type="http://schemas.openxmlformats.org/officeDocument/2006/relationships/slide" Target="slides/slide332.xml"/><Relationship Id="rId334" Type="http://schemas.openxmlformats.org/officeDocument/2006/relationships/slide" Target="slides/slide333.xml"/><Relationship Id="rId335" Type="http://schemas.openxmlformats.org/officeDocument/2006/relationships/slide" Target="slides/slide334.xml"/><Relationship Id="rId336" Type="http://schemas.openxmlformats.org/officeDocument/2006/relationships/slide" Target="slides/slide335.xml"/><Relationship Id="rId337" Type="http://schemas.openxmlformats.org/officeDocument/2006/relationships/slide" Target="slides/slide336.xml"/><Relationship Id="rId338" Type="http://schemas.openxmlformats.org/officeDocument/2006/relationships/slide" Target="slides/slide337.xml"/><Relationship Id="rId339" Type="http://schemas.openxmlformats.org/officeDocument/2006/relationships/slide" Target="slides/slide338.xml"/><Relationship Id="rId340" Type="http://schemas.openxmlformats.org/officeDocument/2006/relationships/slide" Target="slides/slide339.xml"/><Relationship Id="rId341" Type="http://schemas.openxmlformats.org/officeDocument/2006/relationships/slide" Target="slides/slide340.xml"/><Relationship Id="rId342" Type="http://schemas.openxmlformats.org/officeDocument/2006/relationships/slide" Target="slides/slide341.xml"/><Relationship Id="rId343" Type="http://schemas.openxmlformats.org/officeDocument/2006/relationships/slide" Target="slides/slide342.xml"/><Relationship Id="rId344" Type="http://schemas.openxmlformats.org/officeDocument/2006/relationships/slide" Target="slides/slide343.xml"/><Relationship Id="rId345" Type="http://schemas.openxmlformats.org/officeDocument/2006/relationships/slide" Target="slides/slide344.xml"/><Relationship Id="rId346" Type="http://schemas.openxmlformats.org/officeDocument/2006/relationships/slide" Target="slides/slide345.xml"/><Relationship Id="rId347" Type="http://schemas.openxmlformats.org/officeDocument/2006/relationships/slide" Target="slides/slide346.xml"/><Relationship Id="rId348" Type="http://schemas.openxmlformats.org/officeDocument/2006/relationships/slide" Target="slides/slide347.xml"/><Relationship Id="rId349" Type="http://schemas.openxmlformats.org/officeDocument/2006/relationships/slide" Target="slides/slide348.xml"/><Relationship Id="rId350" Type="http://schemas.openxmlformats.org/officeDocument/2006/relationships/slide" Target="slides/slide349.xml"/><Relationship Id="rId351" Type="http://schemas.openxmlformats.org/officeDocument/2006/relationships/slide" Target="slides/slide350.xml"/><Relationship Id="rId352" Type="http://schemas.openxmlformats.org/officeDocument/2006/relationships/slide" Target="slides/slide351.xml"/><Relationship Id="rId353" Type="http://schemas.openxmlformats.org/officeDocument/2006/relationships/slide" Target="slides/slide352.xml"/><Relationship Id="rId354" Type="http://schemas.openxmlformats.org/officeDocument/2006/relationships/slide" Target="slides/slide353.xml"/><Relationship Id="rId355" Type="http://schemas.openxmlformats.org/officeDocument/2006/relationships/slide" Target="slides/slide354.xml"/><Relationship Id="rId356" Type="http://schemas.openxmlformats.org/officeDocument/2006/relationships/slide" Target="slides/slide355.xml"/><Relationship Id="rId357" Type="http://schemas.openxmlformats.org/officeDocument/2006/relationships/slide" Target="slides/slide356.xml"/><Relationship Id="rId358" Type="http://schemas.openxmlformats.org/officeDocument/2006/relationships/slide" Target="slides/slide357.xml"/><Relationship Id="rId359" Type="http://schemas.openxmlformats.org/officeDocument/2006/relationships/slide" Target="slides/slide358.xml"/><Relationship Id="rId360" Type="http://schemas.openxmlformats.org/officeDocument/2006/relationships/slide" Target="slides/slide359.xml"/><Relationship Id="rId361" Type="http://schemas.openxmlformats.org/officeDocument/2006/relationships/slide" Target="slides/slide360.xml"/><Relationship Id="rId362" Type="http://schemas.openxmlformats.org/officeDocument/2006/relationships/slide" Target="slides/slide361.xml"/><Relationship Id="rId363" Type="http://schemas.openxmlformats.org/officeDocument/2006/relationships/slide" Target="slides/slide362.xml"/><Relationship Id="rId364" Type="http://schemas.openxmlformats.org/officeDocument/2006/relationships/slide" Target="slides/slide363.xml"/><Relationship Id="rId365" Type="http://schemas.openxmlformats.org/officeDocument/2006/relationships/slide" Target="slides/slide364.xml"/><Relationship Id="rId366" Type="http://schemas.openxmlformats.org/officeDocument/2006/relationships/slide" Target="slides/slide365.xml"/><Relationship Id="rId367" Type="http://schemas.openxmlformats.org/officeDocument/2006/relationships/slide" Target="slides/slide366.xml"/><Relationship Id="rId368" Type="http://schemas.openxmlformats.org/officeDocument/2006/relationships/slide" Target="slides/slide367.xml"/><Relationship Id="rId369" Type="http://schemas.openxmlformats.org/officeDocument/2006/relationships/slide" Target="slides/slide368.xml"/><Relationship Id="rId370" Type="http://schemas.openxmlformats.org/officeDocument/2006/relationships/slide" Target="slides/slide369.xml"/><Relationship Id="rId371" Type="http://schemas.openxmlformats.org/officeDocument/2006/relationships/slide" Target="slides/slide370.xml"/><Relationship Id="rId372" Type="http://schemas.openxmlformats.org/officeDocument/2006/relationships/slide" Target="slides/slide371.xml"/><Relationship Id="rId373" Type="http://schemas.openxmlformats.org/officeDocument/2006/relationships/slide" Target="slides/slide372.xml"/><Relationship Id="rId374" Type="http://schemas.openxmlformats.org/officeDocument/2006/relationships/slide" Target="slides/slide373.xml"/><Relationship Id="rId375" Type="http://schemas.openxmlformats.org/officeDocument/2006/relationships/slide" Target="slides/slide374.xml"/><Relationship Id="rId376" Type="http://schemas.openxmlformats.org/officeDocument/2006/relationships/slide" Target="slides/slide375.xml"/><Relationship Id="rId377" Type="http://schemas.openxmlformats.org/officeDocument/2006/relationships/slide" Target="slides/slide376.xml"/><Relationship Id="rId378" Type="http://schemas.openxmlformats.org/officeDocument/2006/relationships/slide" Target="slides/slide377.xml"/><Relationship Id="rId379" Type="http://schemas.openxmlformats.org/officeDocument/2006/relationships/slide" Target="slides/slide378.xml"/><Relationship Id="rId380" Type="http://schemas.openxmlformats.org/officeDocument/2006/relationships/slide" Target="slides/slide379.xml"/><Relationship Id="rId381" Type="http://schemas.openxmlformats.org/officeDocument/2006/relationships/slide" Target="slides/slide380.xml"/><Relationship Id="rId382" Type="http://schemas.openxmlformats.org/officeDocument/2006/relationships/slide" Target="slides/slide381.xml"/><Relationship Id="rId383" Type="http://schemas.openxmlformats.org/officeDocument/2006/relationships/slide" Target="slides/slide382.xml"/><Relationship Id="rId384" Type="http://schemas.openxmlformats.org/officeDocument/2006/relationships/slide" Target="slides/slide383.xml"/><Relationship Id="rId385" Type="http://schemas.openxmlformats.org/officeDocument/2006/relationships/slide" Target="slides/slide384.xml"/><Relationship Id="rId386" Type="http://schemas.openxmlformats.org/officeDocument/2006/relationships/slide" Target="slides/slide385.xml"/><Relationship Id="rId387" Type="http://schemas.openxmlformats.org/officeDocument/2006/relationships/slide" Target="slides/slide386.xml"/><Relationship Id="rId388" Type="http://schemas.openxmlformats.org/officeDocument/2006/relationships/slide" Target="slides/slide387.xml"/><Relationship Id="rId389" Type="http://schemas.openxmlformats.org/officeDocument/2006/relationships/slide" Target="slides/slide388.xml"/><Relationship Id="rId390" Type="http://schemas.openxmlformats.org/officeDocument/2006/relationships/slide" Target="slides/slide389.xml"/><Relationship Id="rId391" Type="http://schemas.openxmlformats.org/officeDocument/2006/relationships/slide" Target="slides/slide390.xml"/><Relationship Id="rId392" Type="http://schemas.openxmlformats.org/officeDocument/2006/relationships/slide" Target="slides/slide391.xml"/><Relationship Id="rId393" Type="http://schemas.openxmlformats.org/officeDocument/2006/relationships/slide" Target="slides/slide392.xml"/><Relationship Id="rId394" Type="http://schemas.openxmlformats.org/officeDocument/2006/relationships/slide" Target="slides/slide393.xml"/><Relationship Id="rId395" Type="http://schemas.openxmlformats.org/officeDocument/2006/relationships/slide" Target="slides/slide394.xml"/><Relationship Id="rId396" Type="http://schemas.openxmlformats.org/officeDocument/2006/relationships/slide" Target="slides/slide395.xml"/><Relationship Id="rId397" Type="http://schemas.openxmlformats.org/officeDocument/2006/relationships/slide" Target="slides/slide396.xml"/><Relationship Id="rId398" Type="http://schemas.openxmlformats.org/officeDocument/2006/relationships/slide" Target="slides/slide397.xml"/><Relationship Id="rId399" Type="http://schemas.openxmlformats.org/officeDocument/2006/relationships/slide" Target="slides/slide398.xml"/><Relationship Id="rId400" Type="http://schemas.openxmlformats.org/officeDocument/2006/relationships/slide" Target="slides/slide399.xml"/><Relationship Id="rId401" Type="http://schemas.openxmlformats.org/officeDocument/2006/relationships/slide" Target="slides/slide400.xml"/><Relationship Id="rId402" Type="http://schemas.openxmlformats.org/officeDocument/2006/relationships/slide" Target="slides/slide401.xml"/><Relationship Id="rId403" Type="http://schemas.openxmlformats.org/officeDocument/2006/relationships/slide" Target="slides/slide402.xml"/><Relationship Id="rId404" Type="http://schemas.openxmlformats.org/officeDocument/2006/relationships/slide" Target="slides/slide403.xml"/><Relationship Id="rId405" Type="http://schemas.openxmlformats.org/officeDocument/2006/relationships/slide" Target="slides/slide404.xml"/><Relationship Id="rId406" Type="http://schemas.openxmlformats.org/officeDocument/2006/relationships/slide" Target="slides/slide405.xml"/><Relationship Id="rId407" Type="http://schemas.openxmlformats.org/officeDocument/2006/relationships/slide" Target="slides/slide406.xml"/><Relationship Id="rId408" Type="http://schemas.openxmlformats.org/officeDocument/2006/relationships/slide" Target="slides/slide407.xml"/><Relationship Id="rId409" Type="http://schemas.openxmlformats.org/officeDocument/2006/relationships/slide" Target="slides/slide408.xml"/><Relationship Id="rId410" Type="http://schemas.openxmlformats.org/officeDocument/2006/relationships/slide" Target="slides/slide409.xml"/><Relationship Id="rId411" Type="http://schemas.openxmlformats.org/officeDocument/2006/relationships/slide" Target="slides/slide410.xml"/><Relationship Id="rId412" Type="http://schemas.openxmlformats.org/officeDocument/2006/relationships/slide" Target="slides/slide411.xml"/><Relationship Id="rId413" Type="http://schemas.openxmlformats.org/officeDocument/2006/relationships/slide" Target="slides/slide412.xml"/><Relationship Id="rId414" Type="http://schemas.openxmlformats.org/officeDocument/2006/relationships/slide" Target="slides/slide413.xml"/><Relationship Id="rId415" Type="http://schemas.openxmlformats.org/officeDocument/2006/relationships/slide" Target="slides/slide414.xml"/><Relationship Id="rId416" Type="http://schemas.openxmlformats.org/officeDocument/2006/relationships/slide" Target="slides/slide415.xml"/><Relationship Id="rId417" Type="http://schemas.openxmlformats.org/officeDocument/2006/relationships/slide" Target="slides/slide416.xml"/><Relationship Id="rId418" Type="http://schemas.openxmlformats.org/officeDocument/2006/relationships/slide" Target="slides/slide417.xml"/><Relationship Id="rId419" Type="http://schemas.openxmlformats.org/officeDocument/2006/relationships/slide" Target="slides/slide418.xml"/><Relationship Id="rId420" Type="http://schemas.openxmlformats.org/officeDocument/2006/relationships/slide" Target="slides/slide419.xml"/><Relationship Id="rId421" Type="http://schemas.openxmlformats.org/officeDocument/2006/relationships/slide" Target="slides/slide420.xml"/><Relationship Id="rId422" Type="http://schemas.openxmlformats.org/officeDocument/2006/relationships/slide" Target="slides/slide421.xml"/><Relationship Id="rId423" Type="http://schemas.openxmlformats.org/officeDocument/2006/relationships/slide" Target="slides/slide422.xml"/><Relationship Id="rId424" Type="http://schemas.openxmlformats.org/officeDocument/2006/relationships/slide" Target="slides/slide423.xml"/><Relationship Id="rId425" Type="http://schemas.openxmlformats.org/officeDocument/2006/relationships/slide" Target="slides/slide424.xml"/><Relationship Id="rId426" Type="http://schemas.openxmlformats.org/officeDocument/2006/relationships/slide" Target="slides/slide425.xml"/><Relationship Id="rId427" Type="http://schemas.openxmlformats.org/officeDocument/2006/relationships/slide" Target="slides/slide426.xml"/><Relationship Id="rId428" Type="http://schemas.openxmlformats.org/officeDocument/2006/relationships/slide" Target="slides/slide427.xml"/><Relationship Id="rId429" Type="http://schemas.openxmlformats.org/officeDocument/2006/relationships/slide" Target="slides/slide428.xml"/><Relationship Id="rId430" Type="http://schemas.openxmlformats.org/officeDocument/2006/relationships/slide" Target="slides/slide429.xml"/><Relationship Id="rId431" Type="http://schemas.openxmlformats.org/officeDocument/2006/relationships/slide" Target="slides/slide430.xml"/><Relationship Id="rId432" Type="http://schemas.openxmlformats.org/officeDocument/2006/relationships/slide" Target="slides/slide431.xml"/><Relationship Id="rId433" Type="http://schemas.openxmlformats.org/officeDocument/2006/relationships/slide" Target="slides/slide432.xml"/><Relationship Id="rId434" Type="http://schemas.openxmlformats.org/officeDocument/2006/relationships/slide" Target="slides/slide433.xml"/><Relationship Id="rId435" Type="http://schemas.openxmlformats.org/officeDocument/2006/relationships/slide" Target="slides/slide434.xml"/><Relationship Id="rId436" Type="http://schemas.openxmlformats.org/officeDocument/2006/relationships/slide" Target="slides/slide435.xml"/><Relationship Id="rId437" Type="http://schemas.openxmlformats.org/officeDocument/2006/relationships/slide" Target="slides/slide436.xml"/><Relationship Id="rId438" Type="http://schemas.openxmlformats.org/officeDocument/2006/relationships/slide" Target="slides/slide437.xml"/><Relationship Id="rId439" Type="http://schemas.openxmlformats.org/officeDocument/2006/relationships/slide" Target="slides/slide438.xml"/><Relationship Id="rId440" Type="http://schemas.openxmlformats.org/officeDocument/2006/relationships/slide" Target="slides/slide439.xml"/><Relationship Id="rId441" Type="http://schemas.openxmlformats.org/officeDocument/2006/relationships/slide" Target="slides/slide440.xml"/><Relationship Id="rId442" Type="http://schemas.openxmlformats.org/officeDocument/2006/relationships/slide" Target="slides/slide441.xml"/><Relationship Id="rId443" Type="http://schemas.openxmlformats.org/officeDocument/2006/relationships/slide" Target="slides/slide442.xml"/><Relationship Id="rId444" Type="http://schemas.openxmlformats.org/officeDocument/2006/relationships/slide" Target="slides/slide443.xml"/><Relationship Id="rId445" Type="http://schemas.openxmlformats.org/officeDocument/2006/relationships/slide" Target="slides/slide444.xml"/><Relationship Id="rId446" Type="http://schemas.openxmlformats.org/officeDocument/2006/relationships/notesMaster" Target="notesMasters/notesMaster1.xml"/><Relationship Id="rId447" Type="http://schemas.openxmlformats.org/officeDocument/2006/relationships/presProps" Target="presProps.xml"/><Relationship Id="rId448" Type="http://schemas.openxmlformats.org/officeDocument/2006/relationships/viewProps" Target="viewProps.xml"/><Relationship Id="rId449" Type="http://schemas.openxmlformats.org/officeDocument/2006/relationships/theme" Target="theme/theme1.xml"/><Relationship Id="rId4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_rels/notesSlide2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7.xml"/>
		</Relationships>
</file>

<file path=ppt/notesSlides/_rels/notesSlide2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8.xml"/>
		</Relationships>
</file>

<file path=ppt/notesSlides/_rels/notesSlide2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9.xml"/>
		</Relationships>
</file>

<file path=ppt/notesSlides/_rels/notesSlide2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0.xml"/>
		</Relationships>
</file>

<file path=ppt/notesSlides/_rels/notesSlide2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1.xml"/>
		</Relationships>
</file>

<file path=ppt/notesSlides/_rels/notesSlide2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2.xml"/>
		</Relationships>
</file>

<file path=ppt/notesSlides/_rels/notesSlide2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3.xml"/>
		</Relationships>
</file>

<file path=ppt/notesSlides/_rels/notesSlide2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4.xml"/>
		</Relationships>
</file>

<file path=ppt/notesSlides/_rels/notesSlide2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5.xml"/>
		</Relationships>
</file>

<file path=ppt/notesSlides/_rels/notesSlide2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6.xml"/>
		</Relationships>
</file>

<file path=ppt/notesSlides/_rels/notesSlide2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7.xml"/>
		</Relationships>
</file>

<file path=ppt/notesSlides/_rels/notesSlide2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8.xml"/>
		</Relationships>
</file>

<file path=ppt/notesSlides/_rels/notesSlide2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9.xml"/>
		</Relationships>
</file>

<file path=ppt/notesSlides/_rels/notesSlide2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0.xml"/>
		</Relationships>
</file>

<file path=ppt/notesSlides/_rels/notesSlide2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1.xml"/>
		</Relationships>
</file>

<file path=ppt/notesSlides/_rels/notesSlide2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2.xml"/>
		</Relationships>
</file>

<file path=ppt/notesSlides/_rels/notesSlide2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3.xml"/>
		</Relationships>
</file>

<file path=ppt/notesSlides/_rels/notesSlide2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4.xml"/>
		</Relationships>
</file>

<file path=ppt/notesSlides/_rels/notesSlide2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5.xml"/>
		</Relationships>
</file>

<file path=ppt/notesSlides/_rels/notesSlide2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6.xml"/>
		</Relationships>
</file>

<file path=ppt/notesSlides/_rels/notesSlide2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7.xml"/>
		</Relationships>
</file>

<file path=ppt/notesSlides/_rels/notesSlide2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8.xml"/>
		</Relationships>
</file>

<file path=ppt/notesSlides/_rels/notesSlide2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9.xml"/>
		</Relationships>
</file>

<file path=ppt/notesSlides/_rels/notesSlide3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0.xml"/>
		</Relationships>
</file>

<file path=ppt/notesSlides/_rels/notesSlide3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1.xml"/>
		</Relationships>
</file>

<file path=ppt/notesSlides/_rels/notesSlide3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2.xml"/>
		</Relationships>
</file>

<file path=ppt/notesSlides/_rels/notesSlide3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3.xml"/>
		</Relationships>
</file>

<file path=ppt/notesSlides/_rels/notesSlide3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4.xml"/>
		</Relationships>
</file>

<file path=ppt/notesSlides/_rels/notesSlide3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5.xml"/>
		</Relationships>
</file>

<file path=ppt/notesSlides/_rels/notesSlide3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6.xml"/>
		</Relationships>
</file>

<file path=ppt/notesSlides/_rels/notesSlide3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7.xml"/>
		</Relationships>
</file>

<file path=ppt/notesSlides/_rels/notesSlide3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8.xml"/>
		</Relationships>
</file>

<file path=ppt/notesSlides/_rels/notesSlide3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9.xml"/>
		</Relationships>
</file>

<file path=ppt/notesSlides/_rels/notesSlide3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0.xml"/>
		</Relationships>
</file>

<file path=ppt/notesSlides/_rels/notesSlide3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1.xml"/>
		</Relationships>
</file>

<file path=ppt/notesSlides/_rels/notesSlide3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2.xml"/>
		</Relationships>
</file>

<file path=ppt/notesSlides/_rels/notesSlide3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3.xml"/>
		</Relationships>
</file>

<file path=ppt/notesSlides/_rels/notesSlide3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4.xml"/>
		</Relationships>
</file>

<file path=ppt/notesSlides/_rels/notesSlide3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5.xml"/>
		</Relationships>
</file>

<file path=ppt/notesSlides/_rels/notesSlide3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6.xml"/>
		</Relationships>
</file>

<file path=ppt/notesSlides/_rels/notesSlide3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7.xml"/>
		</Relationships>
</file>

<file path=ppt/notesSlides/_rels/notesSlide3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8.xml"/>
		</Relationships>
</file>

<file path=ppt/notesSlides/_rels/notesSlide3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9.xml"/>
		</Relationships>
</file>

<file path=ppt/notesSlides/_rels/notesSlide3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0.xml"/>
		</Relationships>
</file>

<file path=ppt/notesSlides/_rels/notesSlide3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1.xml"/>
		</Relationships>
</file>

<file path=ppt/notesSlides/_rels/notesSlide3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2.xml"/>
		</Relationships>
</file>

<file path=ppt/notesSlides/_rels/notesSlide3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3.xml"/>
		</Relationships>
</file>

<file path=ppt/notesSlides/_rels/notesSlide3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4.xml"/>
		</Relationships>
</file>

<file path=ppt/notesSlides/_rels/notesSlide3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5.xml"/>
		</Relationships>
</file>

<file path=ppt/notesSlides/_rels/notesSlide3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6.xml"/>
		</Relationships>
</file>

<file path=ppt/notesSlides/_rels/notesSlide3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7.xml"/>
		</Relationships>
</file>

<file path=ppt/notesSlides/_rels/notesSlide3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8.xml"/>
		</Relationships>
</file>

<file path=ppt/notesSlides/_rels/notesSlide3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9.xml"/>
		</Relationships>
</file>

<file path=ppt/notesSlides/_rels/notesSlide3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0.xml"/>
		</Relationships>
</file>

<file path=ppt/notesSlides/_rels/notesSlide3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1.xml"/>
		</Relationships>
</file>

<file path=ppt/notesSlides/_rels/notesSlide3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2.xml"/>
		</Relationships>
</file>

<file path=ppt/notesSlides/_rels/notesSlide3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3.xml"/>
		</Relationships>
</file>

<file path=ppt/notesSlides/_rels/notesSlide3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4.xml"/>
		</Relationships>
</file>

<file path=ppt/notesSlides/_rels/notesSlide3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5.xml"/>
		</Relationships>
</file>

<file path=ppt/notesSlides/_rels/notesSlide3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6.xml"/>
		</Relationships>
</file>

<file path=ppt/notesSlides/_rels/notesSlide3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7.xml"/>
		</Relationships>
</file>

<file path=ppt/notesSlides/_rels/notesSlide3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8.xml"/>
		</Relationships>
</file>

<file path=ppt/notesSlides/_rels/notesSlide3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9.xml"/>
		</Relationships>
</file>

<file path=ppt/notesSlides/_rels/notesSlide3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0.xml"/>
		</Relationships>
</file>

<file path=ppt/notesSlides/_rels/notesSlide3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1.xml"/>
		</Relationships>
</file>

<file path=ppt/notesSlides/_rels/notesSlide3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2.xml"/>
		</Relationships>
</file>

<file path=ppt/notesSlides/_rels/notesSlide3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3.xml"/>
		</Relationships>
</file>

<file path=ppt/notesSlides/_rels/notesSlide3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4.xml"/>
		</Relationships>
</file>

<file path=ppt/notesSlides/_rels/notesSlide3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5.xml"/>
		</Relationships>
</file>

<file path=ppt/notesSlides/_rels/notesSlide3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6.xml"/>
		</Relationships>
</file>

<file path=ppt/notesSlides/_rels/notesSlide3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7.xml"/>
		</Relationships>
</file>

<file path=ppt/notesSlides/_rels/notesSlide3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8.xml"/>
		</Relationships>
</file>

<file path=ppt/notesSlides/_rels/notesSlide3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9.xml"/>
		</Relationships>
</file>

<file path=ppt/notesSlides/_rels/notesSlide3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0.xml"/>
		</Relationships>
</file>

<file path=ppt/notesSlides/_rels/notesSlide3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1.xml"/>
		</Relationships>
</file>

<file path=ppt/notesSlides/_rels/notesSlide3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2.xml"/>
		</Relationships>
</file>

<file path=ppt/notesSlides/_rels/notesSlide3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3.xml"/>
		</Relationships>
</file>

<file path=ppt/notesSlides/_rels/notesSlide3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4.xml"/>
		</Relationships>
</file>

<file path=ppt/notesSlides/_rels/notesSlide3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5.xml"/>
		</Relationships>
</file>

<file path=ppt/notesSlides/_rels/notesSlide3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6.xml"/>
		</Relationships>
</file>

<file path=ppt/notesSlides/_rels/notesSlide3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7.xml"/>
		</Relationships>
</file>

<file path=ppt/notesSlides/_rels/notesSlide3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8.xml"/>
		</Relationships>
</file>

<file path=ppt/notesSlides/_rels/notesSlide3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9.xml"/>
		</Relationships>
</file>

<file path=ppt/notesSlides/_rels/notesSlide3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0.xml"/>
		</Relationships>
</file>

<file path=ppt/notesSlides/_rels/notesSlide3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1.xml"/>
		</Relationships>
</file>

<file path=ppt/notesSlides/_rels/notesSlide3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2.xml"/>
		</Relationships>
</file>

<file path=ppt/notesSlides/_rels/notesSlide3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3.xml"/>
		</Relationships>
</file>

<file path=ppt/notesSlides/_rels/notesSlide3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4.xml"/>
		</Relationships>
</file>

<file path=ppt/notesSlides/_rels/notesSlide3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5.xml"/>
		</Relationships>
</file>

<file path=ppt/notesSlides/_rels/notesSlide3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6.xml"/>
		</Relationships>
</file>

<file path=ppt/notesSlides/_rels/notesSlide3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7.xml"/>
		</Relationships>
</file>

<file path=ppt/notesSlides/_rels/notesSlide3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8.xml"/>
		</Relationships>
</file>

<file path=ppt/notesSlides/_rels/notesSlide3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9.xml"/>
		</Relationships>
</file>

<file path=ppt/notesSlides/_rels/notesSlide3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0.xml"/>
		</Relationships>
</file>

<file path=ppt/notesSlides/_rels/notesSlide3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1.xml"/>
		</Relationships>
</file>

<file path=ppt/notesSlides/_rels/notesSlide3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2.xml"/>
		</Relationships>
</file>

<file path=ppt/notesSlides/_rels/notesSlide3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3.xml"/>
		</Relationships>
</file>

<file path=ppt/notesSlides/_rels/notesSlide3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4.xml"/>
		</Relationships>
</file>

<file path=ppt/notesSlides/_rels/notesSlide3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5.xml"/>
		</Relationships>
</file>

<file path=ppt/notesSlides/_rels/notesSlide3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6.xml"/>
		</Relationships>
</file>

<file path=ppt/notesSlides/_rels/notesSlide3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7.xml"/>
		</Relationships>
</file>

<file path=ppt/notesSlides/_rels/notesSlide3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8.xml"/>
		</Relationships>
</file>

<file path=ppt/notesSlides/_rels/notesSlide3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9.xml"/>
		</Relationships>
</file>

<file path=ppt/notesSlides/_rels/notesSlide3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0.xml"/>
		</Relationships>
</file>

<file path=ppt/notesSlides/_rels/notesSlide3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1.xml"/>
		</Relationships>
</file>

<file path=ppt/notesSlides/_rels/notesSlide3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2.xml"/>
		</Relationships>
</file>

<file path=ppt/notesSlides/_rels/notesSlide3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3.xml"/>
		</Relationships>
</file>

<file path=ppt/notesSlides/_rels/notesSlide3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4.xml"/>
		</Relationships>
</file>

<file path=ppt/notesSlides/_rels/notesSlide3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5.xml"/>
		</Relationships>
</file>

<file path=ppt/notesSlides/_rels/notesSlide3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6.xml"/>
		</Relationships>
</file>

<file path=ppt/notesSlides/_rels/notesSlide3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7.xml"/>
		</Relationships>
</file>

<file path=ppt/notesSlides/_rels/notesSlide3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8.xml"/>
		</Relationships>
</file>

<file path=ppt/notesSlides/_rels/notesSlide3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9.xml"/>
		</Relationships>
</file>

<file path=ppt/notesSlides/_rels/notesSlide3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0.xml"/>
		</Relationships>
</file>

<file path=ppt/notesSlides/_rels/notesSlide3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1.xml"/>
		</Relationships>
</file>

<file path=ppt/notesSlides/_rels/notesSlide3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2.xml"/>
		</Relationships>
</file>

<file path=ppt/notesSlides/_rels/notesSlide3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3.xml"/>
		</Relationships>
</file>

<file path=ppt/notesSlides/_rels/notesSlide3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4.xml"/>
		</Relationships>
</file>

<file path=ppt/notesSlides/_rels/notesSlide3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5.xml"/>
		</Relationships>
</file>

<file path=ppt/notesSlides/_rels/notesSlide3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6.xml"/>
		</Relationships>
</file>

<file path=ppt/notesSlides/_rels/notesSlide3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7.xml"/>
		</Relationships>
</file>

<file path=ppt/notesSlides/_rels/notesSlide3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8.xml"/>
		</Relationships>
</file>

<file path=ppt/notesSlides/_rels/notesSlide3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9.xml"/>
		</Relationships>
</file>

<file path=ppt/notesSlides/_rels/notesSlide4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0.xml"/>
		</Relationships>
</file>

<file path=ppt/notesSlides/_rels/notesSlide4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1.xml"/>
		</Relationships>
</file>

<file path=ppt/notesSlides/_rels/notesSlide4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2.xml"/>
		</Relationships>
</file>

<file path=ppt/notesSlides/_rels/notesSlide4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3.xml"/>
		</Relationships>
</file>

<file path=ppt/notesSlides/_rels/notesSlide4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4.xml"/>
		</Relationships>
</file>

<file path=ppt/notesSlides/_rels/notesSlide4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5.xml"/>
		</Relationships>
</file>

<file path=ppt/notesSlides/_rels/notesSlide4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6.xml"/>
		</Relationships>
</file>

<file path=ppt/notesSlides/_rels/notesSlide4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7.xml"/>
		</Relationships>
</file>

<file path=ppt/notesSlides/_rels/notesSlide4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8.xml"/>
		</Relationships>
</file>

<file path=ppt/notesSlides/_rels/notesSlide4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9.xml"/>
		</Relationships>
</file>

<file path=ppt/notesSlides/_rels/notesSlide4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0.xml"/>
		</Relationships>
</file>

<file path=ppt/notesSlides/_rels/notesSlide4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1.xml"/>
		</Relationships>
</file>

<file path=ppt/notesSlides/_rels/notesSlide4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2.xml"/>
		</Relationships>
</file>

<file path=ppt/notesSlides/_rels/notesSlide4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3.xml"/>
		</Relationships>
</file>

<file path=ppt/notesSlides/_rels/notesSlide4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4.xml"/>
		</Relationships>
</file>

<file path=ppt/notesSlides/_rels/notesSlide4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5.xml"/>
		</Relationships>
</file>

<file path=ppt/notesSlides/_rels/notesSlide4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6.xml"/>
		</Relationships>
</file>

<file path=ppt/notesSlides/_rels/notesSlide4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7.xml"/>
		</Relationships>
</file>

<file path=ppt/notesSlides/_rels/notesSlide4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8.xml"/>
		</Relationships>
</file>

<file path=ppt/notesSlides/_rels/notesSlide4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9.xml"/>
		</Relationships>
</file>

<file path=ppt/notesSlides/_rels/notesSlide4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0.xml"/>
		</Relationships>
</file>

<file path=ppt/notesSlides/_rels/notesSlide4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1.xml"/>
		</Relationships>
</file>

<file path=ppt/notesSlides/_rels/notesSlide4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2.xml"/>
		</Relationships>
</file>

<file path=ppt/notesSlides/_rels/notesSlide4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3.xml"/>
		</Relationships>
</file>

<file path=ppt/notesSlides/_rels/notesSlide4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4.xml"/>
		</Relationships>
</file>

<file path=ppt/notesSlides/_rels/notesSlide4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5.xml"/>
		</Relationships>
</file>

<file path=ppt/notesSlides/_rels/notesSlide4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6.xml"/>
		</Relationships>
</file>

<file path=ppt/notesSlides/_rels/notesSlide4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7.xml"/>
		</Relationships>
</file>

<file path=ppt/notesSlides/_rels/notesSlide4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8.xml"/>
		</Relationships>
</file>

<file path=ppt/notesSlides/_rels/notesSlide4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9.xml"/>
		</Relationships>
</file>

<file path=ppt/notesSlides/_rels/notesSlide4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0.xml"/>
		</Relationships>
</file>

<file path=ppt/notesSlides/_rels/notesSlide4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1.xml"/>
		</Relationships>
</file>

<file path=ppt/notesSlides/_rels/notesSlide4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2.xml"/>
		</Relationships>
</file>

<file path=ppt/notesSlides/_rels/notesSlide4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3.xml"/>
		</Relationships>
</file>

<file path=ppt/notesSlides/_rels/notesSlide4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4.xml"/>
		</Relationships>
</file>

<file path=ppt/notesSlides/_rels/notesSlide4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5.xml"/>
		</Relationships>
</file>

<file path=ppt/notesSlides/_rels/notesSlide4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6.xml"/>
		</Relationships>
</file>

<file path=ppt/notesSlides/_rels/notesSlide4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7.xml"/>
		</Relationships>
</file>

<file path=ppt/notesSlides/_rels/notesSlide4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8.xml"/>
		</Relationships>
</file>

<file path=ppt/notesSlides/_rels/notesSlide4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9.xml"/>
		</Relationships>
</file>

<file path=ppt/notesSlides/_rels/notesSlide4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0.xml"/>
		</Relationships>
</file>

<file path=ppt/notesSlides/_rels/notesSlide4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1.xml"/>
		</Relationships>
</file>

<file path=ppt/notesSlides/_rels/notesSlide4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2.xml"/>
		</Relationships>
</file>

<file path=ppt/notesSlides/_rels/notesSlide4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3.xml"/>
		</Relationships>
</file>

<file path=ppt/notesSlides/_rels/notesSlide4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تنوين الكسر وتنوين الضم لا يحتاجان ألفاً: العلامة على الحرف الأخير، وتُقرأ «ـِنۡ» (تنوين الكسر) أو «ـُنۡ» (تنوين الضم). تنوين الفتح وحده يضيف ألفاً.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TrSnd" Type="http://schemas.openxmlformats.org/officeDocument/2006/relationships/audio" Target="../media/sparkle.wav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TrSnd" Type="http://schemas.openxmlformats.org/officeDocument/2006/relationships/audio" Target="../media/marimba.wav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TrSnd" Type="http://schemas.openxmlformats.org/officeDocument/2006/relationships/audio" Target="../media/harp.wav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TrSnd" Type="http://schemas.openxmlformats.org/officeDocument/2006/relationships/audio" Target="../media/chime.wav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TrSnd" Type="http://schemas.openxmlformats.org/officeDocument/2006/relationships/audio" Target="../media/whoosh.wav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TrSnd" Type="http://schemas.openxmlformats.org/officeDocument/2006/relationships/audio" Target="../media/bubbles.wav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TrSnd" Type="http://schemas.openxmlformats.org/officeDocument/2006/relationships/audio" Target="../media/sparkle.wav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TrSnd" Type="http://schemas.openxmlformats.org/officeDocument/2006/relationships/audio" Target="../media/marimba.wav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TrSnd" Type="http://schemas.openxmlformats.org/officeDocument/2006/relationships/audio" Target="../media/harp.wav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TrSnd" Type="http://schemas.openxmlformats.org/officeDocument/2006/relationships/audio" Target="../media/chime.wav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TrSnd" Type="http://schemas.openxmlformats.org/officeDocument/2006/relationships/audio" Target="../media/whoosh.wav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TrSnd" Type="http://schemas.openxmlformats.org/officeDocument/2006/relationships/audio" Target="../media/bubbles.wav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TrSnd" Type="http://schemas.openxmlformats.org/officeDocument/2006/relationships/audio" Target="../media/sparkle.wav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TrSnd" Type="http://schemas.openxmlformats.org/officeDocument/2006/relationships/audio" Target="../media/marimba.wav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TrSnd" Type="http://schemas.openxmlformats.org/officeDocument/2006/relationships/audio" Target="../media/harp.wav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TrSnd" Type="http://schemas.openxmlformats.org/officeDocument/2006/relationships/audio" Target="../media/chime.wav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TrSnd" Type="http://schemas.openxmlformats.org/officeDocument/2006/relationships/audio" Target="../media/whoosh.wav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TrSnd" Type="http://schemas.openxmlformats.org/officeDocument/2006/relationships/audio" Target="../media/bubbles.wav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TrSnd" Type="http://schemas.openxmlformats.org/officeDocument/2006/relationships/audio" Target="../media/sparkle.wav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TrSnd" Type="http://schemas.openxmlformats.org/officeDocument/2006/relationships/audio" Target="../media/marimba.wav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TrSnd" Type="http://schemas.openxmlformats.org/officeDocument/2006/relationships/audio" Target="../media/harp.wav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TrSnd" Type="http://schemas.openxmlformats.org/officeDocument/2006/relationships/audio" Target="../media/chime.wav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TrSnd" Type="http://schemas.openxmlformats.org/officeDocument/2006/relationships/audio" Target="../media/whoosh.wav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TrSnd" Type="http://schemas.openxmlformats.org/officeDocument/2006/relationships/audio" Target="../media/bubbles.wav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TrSnd" Type="http://schemas.openxmlformats.org/officeDocument/2006/relationships/audio" Target="../media/sparkle.wav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TrSnd" Type="http://schemas.openxmlformats.org/officeDocument/2006/relationships/audio" Target="../media/marimba.wav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TrSnd" Type="http://schemas.openxmlformats.org/officeDocument/2006/relationships/audio" Target="../media/harp.wav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TrSnd" Type="http://schemas.openxmlformats.org/officeDocument/2006/relationships/audio" Target="../media/chime.wav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TrSnd" Type="http://schemas.openxmlformats.org/officeDocument/2006/relationships/audio" Target="../media/whoosh.wav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TrSnd" Type="http://schemas.openxmlformats.org/officeDocument/2006/relationships/audio" Target="../media/bubbles.wav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TrSnd" Type="http://schemas.openxmlformats.org/officeDocument/2006/relationships/audio" Target="../media/sparkle.wav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TrSnd" Type="http://schemas.openxmlformats.org/officeDocument/2006/relationships/audio" Target="../media/marimba.wav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TrSnd" Type="http://schemas.openxmlformats.org/officeDocument/2006/relationships/audio" Target="../media/harp.wav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TrSnd" Type="http://schemas.openxmlformats.org/officeDocument/2006/relationships/audio" Target="../media/chime.wav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TrSnd" Type="http://schemas.openxmlformats.org/officeDocument/2006/relationships/audio" Target="../media/whoosh.wav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TrSnd" Type="http://schemas.openxmlformats.org/officeDocument/2006/relationships/audio" Target="../media/bubbles.wav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TrSnd" Type="http://schemas.openxmlformats.org/officeDocument/2006/relationships/audio" Target="../media/sparkle.wav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TrSnd" Type="http://schemas.openxmlformats.org/officeDocument/2006/relationships/audio" Target="../media/marimba.wav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TrSnd" Type="http://schemas.openxmlformats.org/officeDocument/2006/relationships/audio" Target="../media/harp.wav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TrSnd" Type="http://schemas.openxmlformats.org/officeDocument/2006/relationships/audio" Target="../media/chime.wav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TrSnd" Type="http://schemas.openxmlformats.org/officeDocument/2006/relationships/audio" Target="../media/whoosh.wav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TrSnd" Type="http://schemas.openxmlformats.org/officeDocument/2006/relationships/audio" Target="../media/bubbles.wav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TrSnd" Type="http://schemas.openxmlformats.org/officeDocument/2006/relationships/audio" Target="../media/sparkle.wav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TrSnd" Type="http://schemas.openxmlformats.org/officeDocument/2006/relationships/audio" Target="../media/marimba.wav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TrSnd" Type="http://schemas.openxmlformats.org/officeDocument/2006/relationships/audio" Target="../media/harp.wav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TrSnd" Type="http://schemas.openxmlformats.org/officeDocument/2006/relationships/audio" Target="../media/chime.wav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TrSnd" Type="http://schemas.openxmlformats.org/officeDocument/2006/relationships/audio" Target="../media/whoosh.wav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TrSnd" Type="http://schemas.openxmlformats.org/officeDocument/2006/relationships/audio" Target="../media/bubbles.wav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Relationship Id="rIdTrSnd" Type="http://schemas.openxmlformats.org/officeDocument/2006/relationships/audio" Target="../media/sparkle.wav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Relationship Id="rIdTrSnd" Type="http://schemas.openxmlformats.org/officeDocument/2006/relationships/audio" Target="../media/marimba.wav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Relationship Id="rIdTrSnd" Type="http://schemas.openxmlformats.org/officeDocument/2006/relationships/audio" Target="../media/harp.wav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Relationship Id="rIdTrSnd" Type="http://schemas.openxmlformats.org/officeDocument/2006/relationships/audio" Target="../media/chime.wav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Relationship Id="rIdTrSnd" Type="http://schemas.openxmlformats.org/officeDocument/2006/relationships/audio" Target="../media/whoosh.wav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TrSnd" Type="http://schemas.openxmlformats.org/officeDocument/2006/relationships/audio" Target="../media/bubbles.wav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TrSnd" Type="http://schemas.openxmlformats.org/officeDocument/2006/relationships/audio" Target="../media/sparkle.wav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TrSnd" Type="http://schemas.openxmlformats.org/officeDocument/2006/relationships/audio" Target="../media/marimba.wav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TrSnd" Type="http://schemas.openxmlformats.org/officeDocument/2006/relationships/audio" Target="../media/harp.wav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TrSnd" Type="http://schemas.openxmlformats.org/officeDocument/2006/relationships/audio" Target="../media/chime.wav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TrSnd" Type="http://schemas.openxmlformats.org/officeDocument/2006/relationships/audio" Target="../media/whoosh.wav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TrSnd" Type="http://schemas.openxmlformats.org/officeDocument/2006/relationships/audio" Target="../media/bubbles.wav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TrSnd" Type="http://schemas.openxmlformats.org/officeDocument/2006/relationships/audio" Target="../media/sparkle.wav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TrSnd" Type="http://schemas.openxmlformats.org/officeDocument/2006/relationships/audio" Target="../media/marimba.wav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TrSnd" Type="http://schemas.openxmlformats.org/officeDocument/2006/relationships/audio" Target="../media/harp.wav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TrSnd" Type="http://schemas.openxmlformats.org/officeDocument/2006/relationships/audio" Target="../media/chime.wav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TrSnd" Type="http://schemas.openxmlformats.org/officeDocument/2006/relationships/audio" Target="../media/whoosh.wav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TrSnd" Type="http://schemas.openxmlformats.org/officeDocument/2006/relationships/audio" Target="../media/bubbles.wav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TrSnd" Type="http://schemas.openxmlformats.org/officeDocument/2006/relationships/audio" Target="../media/sparkle.wav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TrSnd" Type="http://schemas.openxmlformats.org/officeDocument/2006/relationships/audio" Target="../media/marimba.wav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TrSnd" Type="http://schemas.openxmlformats.org/officeDocument/2006/relationships/audio" Target="../media/harp.wav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TrSnd" Type="http://schemas.openxmlformats.org/officeDocument/2006/relationships/audio" Target="../media/chime.wav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TrSnd" Type="http://schemas.openxmlformats.org/officeDocument/2006/relationships/audio" Target="../media/whoosh.wav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TrSnd" Type="http://schemas.openxmlformats.org/officeDocument/2006/relationships/audio" Target="../media/bubbles.wav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Relationship Id="rIdTrSnd" Type="http://schemas.openxmlformats.org/officeDocument/2006/relationships/audio" Target="../media/sparkle.wav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TrSnd" Type="http://schemas.openxmlformats.org/officeDocument/2006/relationships/audio" Target="../media/marimba.wav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TrSnd" Type="http://schemas.openxmlformats.org/officeDocument/2006/relationships/audio" Target="../media/harp.wav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Relationship Id="rIdTrSnd" Type="http://schemas.openxmlformats.org/officeDocument/2006/relationships/audio" Target="../media/chime.wav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Relationship Id="rIdTrSnd" Type="http://schemas.openxmlformats.org/officeDocument/2006/relationships/audio" Target="../media/whoosh.wav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Relationship Id="rIdTrSnd" Type="http://schemas.openxmlformats.org/officeDocument/2006/relationships/audio" Target="../media/bubbles.wav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TrSnd" Type="http://schemas.openxmlformats.org/officeDocument/2006/relationships/audio" Target="../media/sparkle.wav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Relationship Id="rIdTrSnd" Type="http://schemas.openxmlformats.org/officeDocument/2006/relationships/audio" Target="../media/marimba.wav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TrSnd" Type="http://schemas.openxmlformats.org/officeDocument/2006/relationships/audio" Target="../media/harp.wav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TrSnd" Type="http://schemas.openxmlformats.org/officeDocument/2006/relationships/audio" Target="../media/chime.wav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Relationship Id="rIdTrSnd" Type="http://schemas.openxmlformats.org/officeDocument/2006/relationships/audio" Target="../media/whoosh.wav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Relationship Id="rIdTrSnd" Type="http://schemas.openxmlformats.org/officeDocument/2006/relationships/audio" Target="../media/bubbles.wav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TrSnd" Type="http://schemas.openxmlformats.org/officeDocument/2006/relationships/audio" Target="../media/sparkle.wav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TrSnd" Type="http://schemas.openxmlformats.org/officeDocument/2006/relationships/audio" Target="../media/marimba.wav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TrSnd" Type="http://schemas.openxmlformats.org/officeDocument/2006/relationships/audio" Target="../media/harp.wav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TrSnd" Type="http://schemas.openxmlformats.org/officeDocument/2006/relationships/audio" Target="../media/chime.wav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TrSnd" Type="http://schemas.openxmlformats.org/officeDocument/2006/relationships/audio" Target="../media/whoosh.wav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TrSnd" Type="http://schemas.openxmlformats.org/officeDocument/2006/relationships/audio" Target="../media/bubbles.wav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Relationship Id="rIdTrSnd" Type="http://schemas.openxmlformats.org/officeDocument/2006/relationships/audio" Target="../media/sparkle.wav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Relationship Id="rIdTrSnd" Type="http://schemas.openxmlformats.org/officeDocument/2006/relationships/audio" Target="../media/marimba.wav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Relationship Id="rIdTrSnd" Type="http://schemas.openxmlformats.org/officeDocument/2006/relationships/audio" Target="../media/harp.wav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Relationship Id="rIdTrSnd" Type="http://schemas.openxmlformats.org/officeDocument/2006/relationships/audio" Target="../media/chime.wav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Relationship Id="rIdTrSnd" Type="http://schemas.openxmlformats.org/officeDocument/2006/relationships/audio" Target="../media/whoosh.wav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Relationship Id="rIdTrSnd" Type="http://schemas.openxmlformats.org/officeDocument/2006/relationships/audio" Target="../media/bubbles.wav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Relationship Id="rIdTrSnd" Type="http://schemas.openxmlformats.org/officeDocument/2006/relationships/audio" Target="../media/sparkle.wav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Relationship Id="rIdTrSnd" Type="http://schemas.openxmlformats.org/officeDocument/2006/relationships/audio" Target="../media/marimba.wav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Relationship Id="rIdTrSnd" Type="http://schemas.openxmlformats.org/officeDocument/2006/relationships/audio" Target="../media/harp.wav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Relationship Id="rIdTrSnd" Type="http://schemas.openxmlformats.org/officeDocument/2006/relationships/audio" Target="../media/chime.wav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Relationship Id="rIdTrSnd" Type="http://schemas.openxmlformats.org/officeDocument/2006/relationships/audio" Target="../media/whoosh.wav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Relationship Id="rIdTrSnd" Type="http://schemas.openxmlformats.org/officeDocument/2006/relationships/audio" Target="../media/bubbles.wav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Relationship Id="rIdTrSnd" Type="http://schemas.openxmlformats.org/officeDocument/2006/relationships/audio" Target="../media/sparkle.wav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Relationship Id="rIdTrSnd" Type="http://schemas.openxmlformats.org/officeDocument/2006/relationships/audio" Target="../media/marimba.wav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Relationship Id="rIdTrSnd" Type="http://schemas.openxmlformats.org/officeDocument/2006/relationships/audio" Target="../media/harp.wav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Relationship Id="rIdTrSnd" Type="http://schemas.openxmlformats.org/officeDocument/2006/relationships/audio" Target="../media/chime.wav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Relationship Id="rIdTrSnd" Type="http://schemas.openxmlformats.org/officeDocument/2006/relationships/audio" Target="../media/whoosh.wav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Relationship Id="rIdTrSnd" Type="http://schemas.openxmlformats.org/officeDocument/2006/relationships/audio" Target="../media/bubbles.wav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Relationship Id="rIdTrSnd" Type="http://schemas.openxmlformats.org/officeDocument/2006/relationships/audio" Target="../media/sparkle.wav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Relationship Id="rIdTrSnd" Type="http://schemas.openxmlformats.org/officeDocument/2006/relationships/audio" Target="../media/marimba.wav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Relationship Id="rIdTrSnd" Type="http://schemas.openxmlformats.org/officeDocument/2006/relationships/audio" Target="../media/harp.wav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Relationship Id="rIdTrSnd" Type="http://schemas.openxmlformats.org/officeDocument/2006/relationships/audio" Target="../media/chime.wav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Relationship Id="rIdTrSnd" Type="http://schemas.openxmlformats.org/officeDocument/2006/relationships/audio" Target="../media/whoosh.wav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Relationship Id="rIdTrSnd" Type="http://schemas.openxmlformats.org/officeDocument/2006/relationships/audio" Target="../media/bubbles.wav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Relationship Id="rIdTrSnd" Type="http://schemas.openxmlformats.org/officeDocument/2006/relationships/audio" Target="../media/sparkle.wav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Relationship Id="rIdTrSnd" Type="http://schemas.openxmlformats.org/officeDocument/2006/relationships/audio" Target="../media/marimba.wav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Relationship Id="rIdTrSnd" Type="http://schemas.openxmlformats.org/officeDocument/2006/relationships/audio" Target="../media/harp.wav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Relationship Id="rIdTrSnd" Type="http://schemas.openxmlformats.org/officeDocument/2006/relationships/audio" Target="../media/chime.wav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Relationship Id="rIdTrSnd" Type="http://schemas.openxmlformats.org/officeDocument/2006/relationships/audio" Target="../media/whoosh.wav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Relationship Id="rIdTrSnd" Type="http://schemas.openxmlformats.org/officeDocument/2006/relationships/audio" Target="../media/bubbles.wav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Relationship Id="rIdTrSnd" Type="http://schemas.openxmlformats.org/officeDocument/2006/relationships/audio" Target="../media/sparkle.wav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Relationship Id="rIdTrSnd" Type="http://schemas.openxmlformats.org/officeDocument/2006/relationships/audio" Target="../media/marimba.wav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Relationship Id="rIdTrSnd" Type="http://schemas.openxmlformats.org/officeDocument/2006/relationships/audio" Target="../media/harp.wav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Relationship Id="rIdTrSnd" Type="http://schemas.openxmlformats.org/officeDocument/2006/relationships/audio" Target="../media/chime.wav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Relationship Id="rIdTrSnd" Type="http://schemas.openxmlformats.org/officeDocument/2006/relationships/audio" Target="../media/whoosh.wav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Relationship Id="rIdTrSnd" Type="http://schemas.openxmlformats.org/officeDocument/2006/relationships/audio" Target="../media/bubbles.wav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Relationship Id="rIdTrSnd" Type="http://schemas.openxmlformats.org/officeDocument/2006/relationships/audio" Target="../media/sparkle.wav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Relationship Id="rIdTrSnd" Type="http://schemas.openxmlformats.org/officeDocument/2006/relationships/audio" Target="../media/marimba.wav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Relationship Id="rIdTrSnd" Type="http://schemas.openxmlformats.org/officeDocument/2006/relationships/audio" Target="../media/harp.wav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Relationship Id="rIdTrSnd" Type="http://schemas.openxmlformats.org/officeDocument/2006/relationships/audio" Target="../media/chime.wav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Relationship Id="rIdTrSnd" Type="http://schemas.openxmlformats.org/officeDocument/2006/relationships/audio" Target="../media/whoosh.wav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Relationship Id="rIdTrSnd" Type="http://schemas.openxmlformats.org/officeDocument/2006/relationships/audio" Target="../media/bubbles.wav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Relationship Id="rIdTrSnd" Type="http://schemas.openxmlformats.org/officeDocument/2006/relationships/audio" Target="../media/sparkle.wav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3.xml"/><Relationship Id="rIdTrSnd" Type="http://schemas.openxmlformats.org/officeDocument/2006/relationships/audio" Target="../media/marimba.wav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Relationship Id="rIdTrSnd" Type="http://schemas.openxmlformats.org/officeDocument/2006/relationships/audio" Target="../media/harp.wav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Relationship Id="rIdTrSnd" Type="http://schemas.openxmlformats.org/officeDocument/2006/relationships/audio" Target="../media/chime.wav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6.xml"/><Relationship Id="rIdTrSnd" Type="http://schemas.openxmlformats.org/officeDocument/2006/relationships/audio" Target="../media/whoosh.wav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7.xml"/><Relationship Id="rIdTrSnd" Type="http://schemas.openxmlformats.org/officeDocument/2006/relationships/audio" Target="../media/bubbles.wav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Relationship Id="rIdTrSnd" Type="http://schemas.openxmlformats.org/officeDocument/2006/relationships/audio" Target="../media/sparkle.wav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9.xml"/><Relationship Id="rIdTrSnd" Type="http://schemas.openxmlformats.org/officeDocument/2006/relationships/audio" Target="../media/marimba.wav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0.xml"/><Relationship Id="rIdTrSnd" Type="http://schemas.openxmlformats.org/officeDocument/2006/relationships/audio" Target="../media/harp.wav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1.xml"/><Relationship Id="rIdTrSnd" Type="http://schemas.openxmlformats.org/officeDocument/2006/relationships/audio" Target="../media/chime.wav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2.xml"/><Relationship Id="rIdTrSnd" Type="http://schemas.openxmlformats.org/officeDocument/2006/relationships/audio" Target="../media/whoosh.wav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3.xml"/><Relationship Id="rIdTrSnd" Type="http://schemas.openxmlformats.org/officeDocument/2006/relationships/audio" Target="../media/bubbles.wav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4.xml"/><Relationship Id="rIdTrSnd" Type="http://schemas.openxmlformats.org/officeDocument/2006/relationships/audio" Target="../media/sparkle.wav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5.xml"/><Relationship Id="rIdTrSnd" Type="http://schemas.openxmlformats.org/officeDocument/2006/relationships/audio" Target="../media/marimba.wav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6.xml"/><Relationship Id="rIdTrSnd" Type="http://schemas.openxmlformats.org/officeDocument/2006/relationships/audio" Target="../media/harp.wav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Relationship Id="rIdTrSnd" Type="http://schemas.openxmlformats.org/officeDocument/2006/relationships/audio" Target="../media/chime.wav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Relationship Id="rIdTrSnd" Type="http://schemas.openxmlformats.org/officeDocument/2006/relationships/audio" Target="../media/whoosh.wav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Relationship Id="rIdTrSnd" Type="http://schemas.openxmlformats.org/officeDocument/2006/relationships/audio" Target="../media/bubbles.wav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0.xml"/><Relationship Id="rIdTrSnd" Type="http://schemas.openxmlformats.org/officeDocument/2006/relationships/audio" Target="../media/sparkle.wav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1.xml"/><Relationship Id="rIdTrSnd" Type="http://schemas.openxmlformats.org/officeDocument/2006/relationships/audio" Target="../media/marimba.wav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2.xml"/><Relationship Id="rIdTrSnd" Type="http://schemas.openxmlformats.org/officeDocument/2006/relationships/audio" Target="../media/harp.wav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3.xml"/><Relationship Id="rIdTrSnd" Type="http://schemas.openxmlformats.org/officeDocument/2006/relationships/audio" Target="../media/chime.wav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4.xml"/><Relationship Id="rIdTrSnd" Type="http://schemas.openxmlformats.org/officeDocument/2006/relationships/audio" Target="../media/whoosh.wav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5.xml"/><Relationship Id="rIdTrSnd" Type="http://schemas.openxmlformats.org/officeDocument/2006/relationships/audio" Target="../media/bubbles.wav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6.xml"/><Relationship Id="rIdTrSnd" Type="http://schemas.openxmlformats.org/officeDocument/2006/relationships/audio" Target="../media/sparkle.wav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7.xml"/><Relationship Id="rIdTrSnd" Type="http://schemas.openxmlformats.org/officeDocument/2006/relationships/audio" Target="../media/marimba.wav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8.xml"/><Relationship Id="rIdTrSnd" Type="http://schemas.openxmlformats.org/officeDocument/2006/relationships/audio" Target="../media/harp.wav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9.xml"/><Relationship Id="rIdTrSnd" Type="http://schemas.openxmlformats.org/officeDocument/2006/relationships/audio" Target="../media/chime.wav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0.xml"/><Relationship Id="rIdTrSnd" Type="http://schemas.openxmlformats.org/officeDocument/2006/relationships/audio" Target="../media/whoosh.wav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1.xml"/><Relationship Id="rIdTrSnd" Type="http://schemas.openxmlformats.org/officeDocument/2006/relationships/audio" Target="../media/bubbles.wav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2.xml"/><Relationship Id="rIdTrSnd" Type="http://schemas.openxmlformats.org/officeDocument/2006/relationships/audio" Target="../media/sparkle.wav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3.xml"/><Relationship Id="rIdTrSnd" Type="http://schemas.openxmlformats.org/officeDocument/2006/relationships/audio" Target="../media/marimba.wav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4.xml"/><Relationship Id="rIdTrSnd" Type="http://schemas.openxmlformats.org/officeDocument/2006/relationships/audio" Target="../media/harp.wav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5.xml"/><Relationship Id="rIdTrSnd" Type="http://schemas.openxmlformats.org/officeDocument/2006/relationships/audio" Target="../media/chime.wav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6.xml"/><Relationship Id="rIdTrSnd" Type="http://schemas.openxmlformats.org/officeDocument/2006/relationships/audio" Target="../media/whoosh.wav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7.xml"/><Relationship Id="rIdTrSnd" Type="http://schemas.openxmlformats.org/officeDocument/2006/relationships/audio" Target="../media/bubbles.wav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8.xml"/><Relationship Id="rIdTrSnd" Type="http://schemas.openxmlformats.org/officeDocument/2006/relationships/audio" Target="../media/sparkle.wav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9.xml"/><Relationship Id="rIdTrSnd" Type="http://schemas.openxmlformats.org/officeDocument/2006/relationships/audio" Target="../media/marimba.wav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0.xml"/><Relationship Id="rIdTrSnd" Type="http://schemas.openxmlformats.org/officeDocument/2006/relationships/audio" Target="../media/harp.wav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1.xml"/><Relationship Id="rIdTrSnd" Type="http://schemas.openxmlformats.org/officeDocument/2006/relationships/audio" Target="../media/chime.wav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2.xml"/><Relationship Id="rIdTrSnd" Type="http://schemas.openxmlformats.org/officeDocument/2006/relationships/audio" Target="../media/whoosh.wav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3.xml"/><Relationship Id="rIdTrSnd" Type="http://schemas.openxmlformats.org/officeDocument/2006/relationships/audio" Target="../media/bubbles.wav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4.xml"/><Relationship Id="rIdTrSnd" Type="http://schemas.openxmlformats.org/officeDocument/2006/relationships/audio" Target="../media/sparkle.wav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5.xml"/><Relationship Id="rIdTrSnd" Type="http://schemas.openxmlformats.org/officeDocument/2006/relationships/audio" Target="../media/marimba.wav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6.xml"/><Relationship Id="rIdTrSnd" Type="http://schemas.openxmlformats.org/officeDocument/2006/relationships/audio" Target="../media/harp.wav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7.xml"/><Relationship Id="rIdTrSnd" Type="http://schemas.openxmlformats.org/officeDocument/2006/relationships/audio" Target="../media/chime.wav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8.xml"/><Relationship Id="rIdTrSnd" Type="http://schemas.openxmlformats.org/officeDocument/2006/relationships/audio" Target="../media/whoosh.wav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9.xml"/><Relationship Id="rIdTrSnd" Type="http://schemas.openxmlformats.org/officeDocument/2006/relationships/audio" Target="../media/bubbles.wav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0.xml"/><Relationship Id="rIdTrSnd" Type="http://schemas.openxmlformats.org/officeDocument/2006/relationships/audio" Target="../media/sparkle.wav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1.xml"/><Relationship Id="rIdTrSnd" Type="http://schemas.openxmlformats.org/officeDocument/2006/relationships/audio" Target="../media/marimba.wav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2.xml"/><Relationship Id="rIdTrSnd" Type="http://schemas.openxmlformats.org/officeDocument/2006/relationships/audio" Target="../media/harp.wav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3.xml"/><Relationship Id="rIdTrSnd" Type="http://schemas.openxmlformats.org/officeDocument/2006/relationships/audio" Target="../media/chime.wav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4.xml"/><Relationship Id="rIdTrSnd" Type="http://schemas.openxmlformats.org/officeDocument/2006/relationships/audio" Target="../media/whoosh.wav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5.xml"/><Relationship Id="rIdTrSnd" Type="http://schemas.openxmlformats.org/officeDocument/2006/relationships/audio" Target="../media/bubbles.wav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6.xml"/><Relationship Id="rIdTrSnd" Type="http://schemas.openxmlformats.org/officeDocument/2006/relationships/audio" Target="../media/sparkle.wav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7.xml"/><Relationship Id="rIdTrSnd" Type="http://schemas.openxmlformats.org/officeDocument/2006/relationships/audio" Target="../media/marimba.wav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8.xml"/><Relationship Id="rIdTrSnd" Type="http://schemas.openxmlformats.org/officeDocument/2006/relationships/audio" Target="../media/harp.wav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9.xml"/><Relationship Id="rIdTrSnd" Type="http://schemas.openxmlformats.org/officeDocument/2006/relationships/audio" Target="../media/chime.wav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0.xml"/><Relationship Id="rIdTrSnd" Type="http://schemas.openxmlformats.org/officeDocument/2006/relationships/audio" Target="../media/whoosh.wav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1.xml"/><Relationship Id="rIdTrSnd" Type="http://schemas.openxmlformats.org/officeDocument/2006/relationships/audio" Target="../media/bubbles.wav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2.xml"/><Relationship Id="rIdTrSnd" Type="http://schemas.openxmlformats.org/officeDocument/2006/relationships/audio" Target="../media/sparkle.wav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3.xml"/><Relationship Id="rIdTrSnd" Type="http://schemas.openxmlformats.org/officeDocument/2006/relationships/audio" Target="../media/marimba.wav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4.xml"/><Relationship Id="rIdTrSnd" Type="http://schemas.openxmlformats.org/officeDocument/2006/relationships/audio" Target="../media/harp.wav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5.xml"/><Relationship Id="rIdTrSnd" Type="http://schemas.openxmlformats.org/officeDocument/2006/relationships/audio" Target="../media/chime.wav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6.xml"/><Relationship Id="rIdTrSnd" Type="http://schemas.openxmlformats.org/officeDocument/2006/relationships/audio" Target="../media/whoosh.wav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7.xml"/><Relationship Id="rIdTrSnd" Type="http://schemas.openxmlformats.org/officeDocument/2006/relationships/audio" Target="../media/bubbles.wav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8.xml"/><Relationship Id="rIdTrSnd" Type="http://schemas.openxmlformats.org/officeDocument/2006/relationships/audio" Target="../media/sparkle.wav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9.xml"/><Relationship Id="rIdTrSnd" Type="http://schemas.openxmlformats.org/officeDocument/2006/relationships/audio" Target="../media/marimba.wav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0.xml"/><Relationship Id="rIdTrSnd" Type="http://schemas.openxmlformats.org/officeDocument/2006/relationships/audio" Target="../media/harp.wav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1.xml"/><Relationship Id="rIdTrSnd" Type="http://schemas.openxmlformats.org/officeDocument/2006/relationships/audio" Target="../media/chime.wav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2.xml"/><Relationship Id="rIdTrSnd" Type="http://schemas.openxmlformats.org/officeDocument/2006/relationships/audio" Target="../media/whoosh.wav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3.xml"/><Relationship Id="rIdTrSnd" Type="http://schemas.openxmlformats.org/officeDocument/2006/relationships/audio" Target="../media/bubbles.wav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4.xml"/><Relationship Id="rIdTrSnd" Type="http://schemas.openxmlformats.org/officeDocument/2006/relationships/audio" Target="../media/sparkle.wav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5.xml"/><Relationship Id="rIdTrSnd" Type="http://schemas.openxmlformats.org/officeDocument/2006/relationships/audio" Target="../media/marimba.wav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6.xml"/><Relationship Id="rIdTrSnd" Type="http://schemas.openxmlformats.org/officeDocument/2006/relationships/audio" Target="../media/harp.wav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7.xml"/><Relationship Id="rIdTrSnd" Type="http://schemas.openxmlformats.org/officeDocument/2006/relationships/audio" Target="../media/chime.wav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8.xml"/><Relationship Id="rIdTrSnd" Type="http://schemas.openxmlformats.org/officeDocument/2006/relationships/audio" Target="../media/whoosh.wav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9.xml"/><Relationship Id="rIdTrSnd" Type="http://schemas.openxmlformats.org/officeDocument/2006/relationships/audio" Target="../media/bubbles.wav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0.xml"/><Relationship Id="rIdTrSnd" Type="http://schemas.openxmlformats.org/officeDocument/2006/relationships/audio" Target="../media/sparkle.wav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1.xml"/><Relationship Id="rIdTrSnd" Type="http://schemas.openxmlformats.org/officeDocument/2006/relationships/audio" Target="../media/marimba.wav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2.xml"/><Relationship Id="rIdTrSnd" Type="http://schemas.openxmlformats.org/officeDocument/2006/relationships/audio" Target="../media/harp.wav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3.xml"/><Relationship Id="rIdTrSnd" Type="http://schemas.openxmlformats.org/officeDocument/2006/relationships/audio" Target="../media/chime.wav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4.xml"/><Relationship Id="rIdTrSnd" Type="http://schemas.openxmlformats.org/officeDocument/2006/relationships/audio" Target="../media/whoosh.wav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5.xml"/><Relationship Id="rIdTrSnd" Type="http://schemas.openxmlformats.org/officeDocument/2006/relationships/audio" Target="../media/bubbles.wav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6.xml"/><Relationship Id="rIdTrSnd" Type="http://schemas.openxmlformats.org/officeDocument/2006/relationships/audio" Target="../media/sparkle.wav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7.xml"/><Relationship Id="rIdTrSnd" Type="http://schemas.openxmlformats.org/officeDocument/2006/relationships/audio" Target="../media/marimba.wav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8.xml"/><Relationship Id="rIdTrSnd" Type="http://schemas.openxmlformats.org/officeDocument/2006/relationships/audio" Target="../media/harp.wav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9.xml"/><Relationship Id="rIdTrSnd" Type="http://schemas.openxmlformats.org/officeDocument/2006/relationships/audio" Target="../media/chime.wav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0.xml"/><Relationship Id="rIdTrSnd" Type="http://schemas.openxmlformats.org/officeDocument/2006/relationships/audio" Target="../media/whoosh.wav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1.xml"/><Relationship Id="rIdTrSnd" Type="http://schemas.openxmlformats.org/officeDocument/2006/relationships/audio" Target="../media/bubbles.wav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2.xml"/><Relationship Id="rIdTrSnd" Type="http://schemas.openxmlformats.org/officeDocument/2006/relationships/audio" Target="../media/sparkle.wav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3.xml"/><Relationship Id="rIdTrSnd" Type="http://schemas.openxmlformats.org/officeDocument/2006/relationships/audio" Target="../media/marimba.wav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4.xml"/><Relationship Id="rIdTrSnd" Type="http://schemas.openxmlformats.org/officeDocument/2006/relationships/audio" Target="../media/harp.wav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5.xml"/><Relationship Id="rIdTrSnd" Type="http://schemas.openxmlformats.org/officeDocument/2006/relationships/audio" Target="../media/chime.wav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6.xml"/><Relationship Id="rIdTrSnd" Type="http://schemas.openxmlformats.org/officeDocument/2006/relationships/audio" Target="../media/whoosh.wav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7.xml"/><Relationship Id="rIdTrSnd" Type="http://schemas.openxmlformats.org/officeDocument/2006/relationships/audio" Target="../media/bubbles.wav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8.xml"/><Relationship Id="rIdTrSnd" Type="http://schemas.openxmlformats.org/officeDocument/2006/relationships/audio" Target="../media/sparkle.wav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9.xml"/><Relationship Id="rIdTrSnd" Type="http://schemas.openxmlformats.org/officeDocument/2006/relationships/audio" Target="../media/marimba.wav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0.xml"/><Relationship Id="rIdTrSnd" Type="http://schemas.openxmlformats.org/officeDocument/2006/relationships/audio" Target="../media/harp.wav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1.xml"/><Relationship Id="rIdTrSnd" Type="http://schemas.openxmlformats.org/officeDocument/2006/relationships/audio" Target="../media/chime.wav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2.xml"/><Relationship Id="rIdTrSnd" Type="http://schemas.openxmlformats.org/officeDocument/2006/relationships/audio" Target="../media/whoosh.wav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3.xml"/><Relationship Id="rIdTrSnd" Type="http://schemas.openxmlformats.org/officeDocument/2006/relationships/audio" Target="../media/bubbles.wav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4.xml"/><Relationship Id="rIdTrSnd" Type="http://schemas.openxmlformats.org/officeDocument/2006/relationships/audio" Target="../media/sparkle.wav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5.xml"/><Relationship Id="rIdTrSnd" Type="http://schemas.openxmlformats.org/officeDocument/2006/relationships/audio" Target="../media/marimba.wav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6.xml"/><Relationship Id="rIdTrSnd" Type="http://schemas.openxmlformats.org/officeDocument/2006/relationships/audio" Target="../media/harp.wav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7.xml"/><Relationship Id="rIdTrSnd" Type="http://schemas.openxmlformats.org/officeDocument/2006/relationships/audio" Target="../media/chime.wav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8.xml"/><Relationship Id="rIdTrSnd" Type="http://schemas.openxmlformats.org/officeDocument/2006/relationships/audio" Target="../media/whoosh.wav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9.xml"/><Relationship Id="rIdTrSnd" Type="http://schemas.openxmlformats.org/officeDocument/2006/relationships/audio" Target="../media/bubbles.wav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0.xml"/><Relationship Id="rIdTrSnd" Type="http://schemas.openxmlformats.org/officeDocument/2006/relationships/audio" Target="../media/sparkle.wav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1.xml"/><Relationship Id="rIdTrSnd" Type="http://schemas.openxmlformats.org/officeDocument/2006/relationships/audio" Target="../media/marimba.wav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2.xml"/><Relationship Id="rIdTrSnd" Type="http://schemas.openxmlformats.org/officeDocument/2006/relationships/audio" Target="../media/harp.wav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3.xml"/><Relationship Id="rIdTrSnd" Type="http://schemas.openxmlformats.org/officeDocument/2006/relationships/audio" Target="../media/chime.wav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4.xml"/><Relationship Id="rIdTrSnd" Type="http://schemas.openxmlformats.org/officeDocument/2006/relationships/audio" Target="../media/whoosh.wav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5.xml"/><Relationship Id="rIdTrSnd" Type="http://schemas.openxmlformats.org/officeDocument/2006/relationships/audio" Target="../media/bubbles.wav"/></Relationships>
</file>

<file path=ppt/slides/_rels/slide4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6.xml"/><Relationship Id="rIdTrSnd" Type="http://schemas.openxmlformats.org/officeDocument/2006/relationships/audio" Target="../media/sparkle.wav"/></Relationships>
</file>

<file path=ppt/slides/_rels/slide4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7.xml"/><Relationship Id="rIdTrSnd" Type="http://schemas.openxmlformats.org/officeDocument/2006/relationships/audio" Target="../media/marimba.wav"/></Relationships>
</file>

<file path=ppt/slides/_rels/slide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8.xml"/><Relationship Id="rIdTrSnd" Type="http://schemas.openxmlformats.org/officeDocument/2006/relationships/audio" Target="../media/harp.wav"/></Relationships>
</file>

<file path=ppt/slides/_rels/slide4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9.xml"/><Relationship Id="rIdTrSnd" Type="http://schemas.openxmlformats.org/officeDocument/2006/relationships/audio" Target="../media/chime.wav"/></Relationships>
</file>

<file path=ppt/slides/_rels/slide4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0.xml"/><Relationship Id="rIdTrSnd" Type="http://schemas.openxmlformats.org/officeDocument/2006/relationships/audio" Target="../media/whoosh.wav"/></Relationships>
</file>

<file path=ppt/slides/_rels/slide4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1.xml"/><Relationship Id="rIdTrSnd" Type="http://schemas.openxmlformats.org/officeDocument/2006/relationships/audio" Target="../media/bubbles.wav"/></Relationships>
</file>

<file path=ppt/slides/_rels/slide4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2.xml"/><Relationship Id="rIdTrSnd" Type="http://schemas.openxmlformats.org/officeDocument/2006/relationships/audio" Target="../media/sparkle.wav"/></Relationships>
</file>

<file path=ppt/slides/_rels/slide4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3.xml"/><Relationship Id="rIdTrSnd" Type="http://schemas.openxmlformats.org/officeDocument/2006/relationships/audio" Target="../media/marimba.wav"/></Relationships>
</file>

<file path=ppt/slides/_rels/slide4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4.xml"/><Relationship Id="rIdTrSnd" Type="http://schemas.openxmlformats.org/officeDocument/2006/relationships/audio" Target="../media/harp.wav"/></Relationships>
</file>

<file path=ppt/slides/_rels/slide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5.xml"/><Relationship Id="rIdTrSnd" Type="http://schemas.openxmlformats.org/officeDocument/2006/relationships/audio" Target="../media/chime.wav"/></Relationships>
</file>

<file path=ppt/slides/_rels/slide4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6.xml"/><Relationship Id="rIdTrSnd" Type="http://schemas.openxmlformats.org/officeDocument/2006/relationships/audio" Target="../media/whoosh.wav"/></Relationships>
</file>

<file path=ppt/slides/_rels/slide4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7.xml"/><Relationship Id="rIdTrSnd" Type="http://schemas.openxmlformats.org/officeDocument/2006/relationships/audio" Target="../media/bubbles.wav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8.xml"/><Relationship Id="rIdTrSnd" Type="http://schemas.openxmlformats.org/officeDocument/2006/relationships/audio" Target="../media/sparkle.wav"/></Relationships>
</file>

<file path=ppt/slides/_rels/slide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9.xml"/><Relationship Id="rIdTrSnd" Type="http://schemas.openxmlformats.org/officeDocument/2006/relationships/audio" Target="../media/marimba.wav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0.xml"/><Relationship Id="rIdTrSnd" Type="http://schemas.openxmlformats.org/officeDocument/2006/relationships/audio" Target="../media/harp.wav"/></Relationships>
</file>

<file path=ppt/slides/_rels/slide4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1.xml"/><Relationship Id="rIdTrSnd" Type="http://schemas.openxmlformats.org/officeDocument/2006/relationships/audio" Target="../media/chime.wav"/></Relationships>
</file>

<file path=ppt/slides/_rels/slide4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2.xml"/><Relationship Id="rIdTrSnd" Type="http://schemas.openxmlformats.org/officeDocument/2006/relationships/audio" Target="../media/whoosh.wav"/></Relationships>
</file>

<file path=ppt/slides/_rels/slide4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3.xml"/><Relationship Id="rIdTrSnd" Type="http://schemas.openxmlformats.org/officeDocument/2006/relationships/audio" Target="../media/bubbles.wav"/></Relationships>
</file>

<file path=ppt/slides/_rels/slide4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4.xml"/><Relationship Id="rIdTrSnd" Type="http://schemas.openxmlformats.org/officeDocument/2006/relationships/audio" Target="../media/sparkle.wav"/></Relationships>
</file>

<file path=ppt/slides/_rels/slide4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5.xml"/><Relationship Id="rIdTrSnd" Type="http://schemas.openxmlformats.org/officeDocument/2006/relationships/audio" Target="../media/marimba.wav"/></Relationships>
</file>

<file path=ppt/slides/_rels/slide4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6.xml"/><Relationship Id="rIdTrSnd" Type="http://schemas.openxmlformats.org/officeDocument/2006/relationships/audio" Target="../media/harp.wav"/></Relationships>
</file>

<file path=ppt/slides/_rels/slide4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7.xml"/><Relationship Id="rIdTrSnd" Type="http://schemas.openxmlformats.org/officeDocument/2006/relationships/audio" Target="../media/chime.wav"/></Relationships>
</file>

<file path=ppt/slides/_rels/slide4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8.xml"/><Relationship Id="rIdTrSnd" Type="http://schemas.openxmlformats.org/officeDocument/2006/relationships/audio" Target="../media/whoosh.wav"/></Relationships>
</file>

<file path=ppt/slides/_rels/slide4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9.xml"/><Relationship Id="rIdTrSnd" Type="http://schemas.openxmlformats.org/officeDocument/2006/relationships/audio" Target="../media/bubbles.wav"/></Relationships>
</file>

<file path=ppt/slides/_rels/slide4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0.xml"/><Relationship Id="rIdTrSnd" Type="http://schemas.openxmlformats.org/officeDocument/2006/relationships/audio" Target="../media/sparkle.wav"/></Relationships>
</file>

<file path=ppt/slides/_rels/slide4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1.xml"/><Relationship Id="rIdTrSnd" Type="http://schemas.openxmlformats.org/officeDocument/2006/relationships/audio" Target="../media/marimba.wav"/></Relationships>
</file>

<file path=ppt/slides/_rels/slide4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2.xml"/><Relationship Id="rIdTrSnd" Type="http://schemas.openxmlformats.org/officeDocument/2006/relationships/audio" Target="../media/harp.wav"/></Relationships>
</file>

<file path=ppt/slides/_rels/slide4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3.xml"/><Relationship Id="rIdTrSnd" Type="http://schemas.openxmlformats.org/officeDocument/2006/relationships/audio" Target="../media/chime.wav"/></Relationships>
</file>

<file path=ppt/slides/_rels/slide4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4.xml"/><Relationship Id="rIdTrSnd" Type="http://schemas.openxmlformats.org/officeDocument/2006/relationships/audio" Target="../media/whoosh.wav"/></Relationships>
</file>

<file path=ppt/slides/_rels/slide4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5.xml"/><Relationship Id="rIdTrSnd" Type="http://schemas.openxmlformats.org/officeDocument/2006/relationships/audio" Target="../media/bubbles.wav"/></Relationships>
</file>

<file path=ppt/slides/_rels/slide4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6.xml"/><Relationship Id="rIdTrSnd" Type="http://schemas.openxmlformats.org/officeDocument/2006/relationships/audio" Target="../media/sparkle.wav"/></Relationships>
</file>

<file path=ppt/slides/_rels/slide4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7.xml"/><Relationship Id="rIdTrSnd" Type="http://schemas.openxmlformats.org/officeDocument/2006/relationships/audio" Target="../media/marimba.wav"/></Relationships>
</file>

<file path=ppt/slides/_rels/slide4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8.xml"/><Relationship Id="rIdTrSnd" Type="http://schemas.openxmlformats.org/officeDocument/2006/relationships/audio" Target="../media/harp.wav"/></Relationships>
</file>

<file path=ppt/slides/_rels/slide4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9.xml"/><Relationship Id="rIdTrSnd" Type="http://schemas.openxmlformats.org/officeDocument/2006/relationships/audio" Target="../media/chime.wav"/></Relationships>
</file>

<file path=ppt/slides/_rels/slide4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0.xml"/><Relationship Id="rIdTrSnd" Type="http://schemas.openxmlformats.org/officeDocument/2006/relationships/audio" Target="../media/whoosh.wav"/></Relationships>
</file>

<file path=ppt/slides/_rels/slide4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1.xml"/><Relationship Id="rIdTrSnd" Type="http://schemas.openxmlformats.org/officeDocument/2006/relationships/audio" Target="../media/bubbles.wav"/></Relationships>
</file>

<file path=ppt/slides/_rels/slide4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2.xml"/><Relationship Id="rIdTrSnd" Type="http://schemas.openxmlformats.org/officeDocument/2006/relationships/audio" Target="../media/sparkle.wav"/></Relationships>
</file>

<file path=ppt/slides/_rels/slide4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3.xml"/><Relationship Id="rIdTrSnd" Type="http://schemas.openxmlformats.org/officeDocument/2006/relationships/audio" Target="../media/marimba.wav"/></Relationships>
</file>

<file path=ppt/slides/_rels/slide4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4.xml"/><Relationship Id="rIdTrSnd" Type="http://schemas.openxmlformats.org/officeDocument/2006/relationships/audio" Target="../media/harp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564D8"/>
          </a:solidFill>
          <a:ln w="12700">
            <a:solidFill>
              <a:srgbClr val="C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347D1"/>
          </a:solidFill>
          <a:ln w="12700">
            <a:solidFill>
              <a:srgbClr val="A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25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12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2900" dirty="0"/>
          </a:p>
        </p:txBody>
      </p:sp>
      <p:sp>
        <p:nvSpPr>
          <p:cNvPr id="14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12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764"/>
          </a:solidFill>
          <a:ln w="12700">
            <a:solidFill>
              <a:srgbClr val="2B4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479"/>
          </a:solidFill>
          <a:ln w="12700">
            <a:solidFill>
              <a:srgbClr val="34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300" dirty="0"/>
          </a:p>
        </p:txBody>
      </p:sp>
      <p:sp>
        <p:nvSpPr>
          <p:cNvPr id="15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4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بَأٌ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9ED5E"/>
          </a:solidFill>
          <a:ln w="12700">
            <a:solidFill>
              <a:srgbClr val="C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4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تَأٌ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752E0"/>
          </a:solidFill>
          <a:ln w="12700">
            <a:solidFill>
              <a:srgbClr val="8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E70"/>
          </a:solidFill>
          <a:ln w="12700">
            <a:solidFill>
              <a:srgbClr val="DBC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4"/>
          </a:solidFill>
          <a:ln w="12700">
            <a:solidFill>
              <a:srgbClr val="478554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4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ثَأٌ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864"/>
          </a:solidFill>
          <a:ln w="12700">
            <a:solidFill>
              <a:srgbClr val="D8A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147"/>
          </a:solidFill>
          <a:ln w="12700">
            <a:solidFill>
              <a:srgbClr val="D18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4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جَأٌ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4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حَأٌ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5"/>
          </a:solidFill>
          <a:ln w="12700">
            <a:solidFill>
              <a:srgbClr val="793445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4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خَأٌ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4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دَأٌ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D"/>
          </a:solidFill>
          <a:ln w="12700">
            <a:solidFill>
              <a:srgbClr val="5EE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2500" dirty="0"/>
          </a:p>
        </p:txBody>
      </p:sp>
      <p:sp>
        <p:nvSpPr>
          <p:cNvPr id="21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12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452"/>
          </a:solidFill>
          <a:ln w="12700">
            <a:solidFill>
              <a:srgbClr val="E06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3"/>
          </a:solidFill>
          <a:ln w="12700">
            <a:solidFill>
              <a:srgbClr val="70DBB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A85"/>
          </a:solidFill>
          <a:ln w="12700">
            <a:solidFill>
              <a:srgbClr val="474A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أَبٌ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B"/>
          </a:solidFill>
          <a:ln w="12700">
            <a:solidFill>
              <a:srgbClr val="64D88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F"/>
          </a:solidFill>
          <a:ln w="12700">
            <a:solidFill>
              <a:srgbClr val="47D15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تَبٌ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ثَبٌ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42B"/>
          </a:solidFill>
          <a:ln w="12700">
            <a:solidFill>
              <a:srgbClr val="6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7934"/>
          </a:solidFill>
          <a:ln w="12700">
            <a:solidFill>
              <a:srgbClr val="57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جَبٌ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حَبٌ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A5EED"/>
          </a:solidFill>
          <a:ln w="12700">
            <a:solidFill>
              <a:srgbClr val="C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خَبٌ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3E052"/>
          </a:solidFill>
          <a:ln w="12700">
            <a:solidFill>
              <a:srgbClr val="6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970DB"/>
          </a:solidFill>
          <a:ln w="12700">
            <a:solidFill>
              <a:srgbClr val="9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9"/>
          </a:solidFill>
          <a:ln w="12700">
            <a:solidFill>
              <a:srgbClr val="854759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دَبٌ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E64D8"/>
          </a:solidFill>
          <a:ln w="12700">
            <a:solidFill>
              <a:srgbClr val="6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3D1"/>
          </a:solidFill>
          <a:ln w="12700">
            <a:solidFill>
              <a:srgbClr val="475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29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12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أَتٌ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6"/>
          </a:solidFill>
          <a:ln w="12700">
            <a:solidFill>
              <a:srgbClr val="2B64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879"/>
          </a:solidFill>
          <a:ln w="12700">
            <a:solidFill>
              <a:srgbClr val="3468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6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بَتٌ</a:t>
            </a:r>
            <a:endParaRPr lang="ar-SA" sz="9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ثَتٌ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65E"/>
          </a:solidFill>
          <a:ln w="12700">
            <a:solidFill>
              <a:srgbClr val="EDA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جَتٌ</a:t>
            </a:r>
            <a:endParaRPr lang="ar-SA" sz="9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7E0"/>
          </a:solidFill>
          <a:ln w="12700">
            <a:solidFill>
              <a:srgbClr val="528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E70"/>
          </a:solidFill>
          <a:ln w="12700">
            <a:solidFill>
              <a:srgbClr val="DB7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8547"/>
          </a:solidFill>
          <a:ln w="12700">
            <a:solidFill>
              <a:srgbClr val="68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حَتٌ</a:t>
            </a:r>
            <a:endParaRPr lang="ar-SA" sz="10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7"/>
          </a:solidFill>
          <a:ln w="12700">
            <a:solidFill>
              <a:srgbClr val="D8647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5"/>
          </a:solidFill>
          <a:ln w="12700">
            <a:solidFill>
              <a:srgbClr val="D1477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خَتٌ</a:t>
            </a:r>
            <a:endParaRPr lang="ar-SA" sz="10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دَتٌ</a:t>
            </a:r>
            <a:endParaRPr lang="ar-SA" sz="10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2B64"/>
          </a:solidFill>
          <a:ln w="12700">
            <a:solidFill>
              <a:srgbClr val="4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1500" dirty="0"/>
          </a:p>
        </p:txBody>
      </p:sp>
      <p:sp>
        <p:nvSpPr>
          <p:cNvPr id="15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11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أَثٌ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3"/>
          </a:solidFill>
          <a:ln w="12700">
            <a:solidFill>
              <a:srgbClr val="5EED8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60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بَثٌ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A"/>
          </a:solidFill>
          <a:ln w="12700">
            <a:solidFill>
              <a:srgbClr val="E052A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DDB70"/>
          </a:solidFill>
          <a:ln w="12700">
            <a:solidFill>
              <a:srgbClr val="7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885"/>
          </a:solidFill>
          <a:ln w="12700">
            <a:solidFill>
              <a:srgbClr val="4778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60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تَثٌ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4D864"/>
          </a:solidFill>
          <a:ln w="12700">
            <a:solidFill>
              <a:srgbClr val="9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7D147"/>
          </a:solidFill>
          <a:ln w="12700">
            <a:solidFill>
              <a:srgbClr val="9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جَثٌ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حَثٌ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92B"/>
          </a:solidFill>
          <a:ln w="12700">
            <a:solidFill>
              <a:srgbClr val="643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834"/>
          </a:solidFill>
          <a:ln w="12700">
            <a:solidFill>
              <a:srgbClr val="7968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خَثٌ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دَثٌ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F5EED"/>
          </a:solidFill>
          <a:ln w="12700">
            <a:solidFill>
              <a:srgbClr val="5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1100" dirty="0"/>
          </a:p>
        </p:txBody>
      </p:sp>
      <p:sp>
        <p:nvSpPr>
          <p:cNvPr id="21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11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EE052"/>
          </a:solidFill>
          <a:ln w="12700">
            <a:solidFill>
              <a:srgbClr val="C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8DB"/>
          </a:solidFill>
          <a:ln w="12700">
            <a:solidFill>
              <a:srgbClr val="709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4785"/>
          </a:solidFill>
          <a:ln w="12700">
            <a:solidFill>
              <a:srgbClr val="82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أَجٌ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1D8"/>
          </a:solidFill>
          <a:ln w="12700">
            <a:solidFill>
              <a:srgbClr val="64B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9D1"/>
          </a:solidFill>
          <a:ln w="12700">
            <a:solidFill>
              <a:srgbClr val="47B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بَجٌ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تَجٌ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B"/>
          </a:solidFill>
          <a:ln w="12700">
            <a:solidFill>
              <a:srgbClr val="2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7"/>
          </a:solidFill>
          <a:ln w="12700">
            <a:solidFill>
              <a:srgbClr val="347957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ثَجٌ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حَجٌ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1"/>
          </a:solidFill>
          <a:ln w="12700">
            <a:solidFill>
              <a:srgbClr val="ED5E8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خَجٌ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F"/>
          </a:solidFill>
          <a:ln w="12700">
            <a:solidFill>
              <a:srgbClr val="52E0C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3"/>
          </a:solidFill>
          <a:ln w="12700">
            <a:solidFill>
              <a:srgbClr val="DB70B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347"/>
          </a:solidFill>
          <a:ln w="12700">
            <a:solidFill>
              <a:srgbClr val="8573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دَجٌ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E"/>
          </a:solidFill>
          <a:ln w="12700">
            <a:solidFill>
              <a:srgbClr val="D864C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647D1"/>
          </a:solidFill>
          <a:ln w="12700">
            <a:solidFill>
              <a:srgbClr val="C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11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11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أَحٌ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964"/>
          </a:solidFill>
          <a:ln w="12700">
            <a:solidFill>
              <a:srgbClr val="2B3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63479"/>
          </a:solidFill>
          <a:ln w="12700">
            <a:solidFill>
              <a:srgbClr val="46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بَحٌ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تَحٌ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5ED5E"/>
          </a:solidFill>
          <a:ln w="12700">
            <a:solidFill>
              <a:srgbClr val="A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ثَحٌ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C52E0"/>
          </a:solidFill>
          <a:ln w="12700">
            <a:solidFill>
              <a:srgbClr val="A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DDB70"/>
          </a:solidFill>
          <a:ln w="12700">
            <a:solidFill>
              <a:srgbClr val="C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4"/>
          </a:solidFill>
          <a:ln w="12700">
            <a:solidFill>
              <a:srgbClr val="478564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جَحٌ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664"/>
          </a:solidFill>
          <a:ln w="12700">
            <a:solidFill>
              <a:srgbClr val="D8C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447"/>
          </a:solidFill>
          <a:ln w="12700">
            <a:solidFill>
              <a:srgbClr val="D1A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خَحٌ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دَحٌ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7"/>
          </a:solidFill>
          <a:ln w="12700">
            <a:solidFill>
              <a:srgbClr val="642B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4"/>
          </a:solidFill>
          <a:ln w="12700">
            <a:solidFill>
              <a:srgbClr val="7934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1100" dirty="0"/>
          </a:p>
        </p:txBody>
      </p:sp>
      <p:sp>
        <p:nvSpPr>
          <p:cNvPr id="15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11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أَخٌ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8ED"/>
          </a:solidFill>
          <a:ln w="12700">
            <a:solidFill>
              <a:srgbClr val="5EC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بَخٌ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852"/>
          </a:solidFill>
          <a:ln w="12700">
            <a:solidFill>
              <a:srgbClr val="E08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F"/>
          </a:solidFill>
          <a:ln w="12700">
            <a:solidFill>
              <a:srgbClr val="70DBC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4785"/>
          </a:solidFill>
          <a:ln w="12700">
            <a:solidFill>
              <a:srgbClr val="55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تَخٌ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9"/>
          </a:solidFill>
          <a:ln w="12700">
            <a:solidFill>
              <a:srgbClr val="64D8A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2"/>
          </a:solidFill>
          <a:ln w="12700">
            <a:solidFill>
              <a:srgbClr val="47D18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ثَخٌ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جَخٌ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5642B"/>
          </a:solidFill>
          <a:ln w="12700">
            <a:solidFill>
              <a:srgbClr val="5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57934"/>
          </a:solidFill>
          <a:ln w="12700">
            <a:solidFill>
              <a:srgbClr val="45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حَخٌ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دَخٌ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C"/>
          </a:solidFill>
          <a:ln w="12700">
            <a:solidFill>
              <a:srgbClr val="ED5EE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6200" dirty="0"/>
          </a:p>
        </p:txBody>
      </p:sp>
      <p:sp>
        <p:nvSpPr>
          <p:cNvPr id="21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1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5"/>
          </a:solidFill>
          <a:ln w="12700">
            <a:solidFill>
              <a:srgbClr val="52E06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470DB"/>
          </a:solidFill>
          <a:ln w="12700">
            <a:solidFill>
              <a:srgbClr val="B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9"/>
          </a:solidFill>
          <a:ln w="12700">
            <a:solidFill>
              <a:srgbClr val="854749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أَدٌ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C64D8"/>
          </a:solidFill>
          <a:ln w="12700">
            <a:solidFill>
              <a:srgbClr val="8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F47D1"/>
          </a:solidFill>
          <a:ln w="12700">
            <a:solidFill>
              <a:srgbClr val="5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بَدٌ</a:t>
            </a:r>
            <a:endParaRPr lang="ar-SA" sz="9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7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تَدٌ</a:t>
            </a:r>
            <a:endParaRPr lang="ar-SA" sz="10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364"/>
          </a:solidFill>
          <a:ln w="12700">
            <a:solidFill>
              <a:srgbClr val="2B6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679"/>
          </a:solidFill>
          <a:ln w="12700">
            <a:solidFill>
              <a:srgbClr val="3456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67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ثَدٌ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جَدٌ</a:t>
            </a:r>
            <a:endParaRPr lang="ar-SA" sz="9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B5E"/>
          </a:solidFill>
          <a:ln w="12700">
            <a:solidFill>
              <a:srgbClr val="EDC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حَدٌ</a:t>
            </a:r>
            <a:endParaRPr lang="ar-SA" sz="10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2E0"/>
          </a:solidFill>
          <a:ln w="12700">
            <a:solidFill>
              <a:srgbClr val="526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970"/>
          </a:solidFill>
          <a:ln w="12700">
            <a:solidFill>
              <a:srgbClr val="DB9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8547"/>
          </a:solidFill>
          <a:ln w="12700">
            <a:solidFill>
              <a:srgbClr val="59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خَدٌ</a:t>
            </a:r>
            <a:endParaRPr lang="ar-SA" sz="10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F64"/>
          </a:solidFill>
          <a:ln w="12700">
            <a:solidFill>
              <a:srgbClr val="D86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2"/>
          </a:solidFill>
          <a:ln w="12700">
            <a:solidFill>
              <a:srgbClr val="D1475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23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12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أَذٌ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62B64"/>
          </a:solidFill>
          <a:ln w="12700">
            <a:solidFill>
              <a:srgbClr val="5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7"/>
          </a:solidFill>
          <a:ln w="12700">
            <a:solidFill>
              <a:srgbClr val="793467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4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4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64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بَذٌ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6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تَذٌ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7"/>
          </a:solidFill>
          <a:ln w="12700">
            <a:solidFill>
              <a:srgbClr val="5EEDA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6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ثَذٌ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6"/>
          </a:solidFill>
          <a:ln w="12700">
            <a:solidFill>
              <a:srgbClr val="E0528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F"/>
          </a:solidFill>
          <a:ln w="12700">
            <a:solidFill>
              <a:srgbClr val="70DB7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885"/>
          </a:solidFill>
          <a:ln w="12700">
            <a:solidFill>
              <a:srgbClr val="4768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جَذٌ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6D864"/>
          </a:solidFill>
          <a:ln w="12700">
            <a:solidFill>
              <a:srgbClr val="7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4D147"/>
          </a:solidFill>
          <a:ln w="12700">
            <a:solidFill>
              <a:srgbClr val="7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حَذٌ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خَذٌ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82B"/>
          </a:solidFill>
          <a:ln w="12700">
            <a:solidFill>
              <a:srgbClr val="644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934"/>
          </a:solidFill>
          <a:ln w="12700">
            <a:solidFill>
              <a:srgbClr val="79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4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4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64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دَذٌ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33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13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35EED"/>
          </a:solidFill>
          <a:ln w="12700">
            <a:solidFill>
              <a:srgbClr val="8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أَرٌ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9E052"/>
          </a:solidFill>
          <a:ln w="12700">
            <a:solidFill>
              <a:srgbClr val="A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CDB"/>
          </a:solidFill>
          <a:ln w="12700">
            <a:solidFill>
              <a:srgbClr val="707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7"/>
          </a:solidFill>
          <a:ln w="12700">
            <a:solidFill>
              <a:srgbClr val="85477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6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بَرٌ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3D8"/>
          </a:solidFill>
          <a:ln w="12700">
            <a:solidFill>
              <a:srgbClr val="649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6D1"/>
          </a:solidFill>
          <a:ln w="12700">
            <a:solidFill>
              <a:srgbClr val="479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تَرٌ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ثَرٌ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A"/>
          </a:solidFill>
          <a:ln w="12700">
            <a:solidFill>
              <a:srgbClr val="2B64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9"/>
          </a:solidFill>
          <a:ln w="12700">
            <a:solidFill>
              <a:srgbClr val="34796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جَرٌ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حَرٌ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05E"/>
          </a:solidFill>
          <a:ln w="12700">
            <a:solidFill>
              <a:srgbClr val="ED6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خَرٌ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DE0"/>
          </a:solidFill>
          <a:ln w="12700">
            <a:solidFill>
              <a:srgbClr val="52C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7"/>
          </a:solidFill>
          <a:ln w="12700">
            <a:solidFill>
              <a:srgbClr val="DB70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347"/>
          </a:solidFill>
          <a:ln w="12700">
            <a:solidFill>
              <a:srgbClr val="8583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70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دَرٌ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0"/>
          </a:solidFill>
          <a:ln w="12700">
            <a:solidFill>
              <a:srgbClr val="D864B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9"/>
          </a:solidFill>
          <a:ln w="12700">
            <a:solidFill>
              <a:srgbClr val="D147B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ذَرٌ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3300" dirty="0"/>
          </a:p>
        </p:txBody>
      </p:sp>
      <p:sp>
        <p:nvSpPr>
          <p:cNvPr id="14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13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B64"/>
          </a:solidFill>
          <a:ln w="12700">
            <a:solidFill>
              <a:srgbClr val="2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3479"/>
          </a:solidFill>
          <a:ln w="12700">
            <a:solidFill>
              <a:srgbClr val="57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أَزٌ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بَزٌ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0ED5E"/>
          </a:solidFill>
          <a:ln w="12700">
            <a:solidFill>
              <a:srgbClr val="8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70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تَزٌ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052E0"/>
          </a:solidFill>
          <a:ln w="12700">
            <a:solidFill>
              <a:srgbClr val="D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2DB70"/>
          </a:solidFill>
          <a:ln w="12700">
            <a:solidFill>
              <a:srgbClr val="B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3"/>
          </a:solidFill>
          <a:ln w="12700">
            <a:solidFill>
              <a:srgbClr val="478573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7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67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ثَزٌ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DD864"/>
          </a:solidFill>
          <a:ln w="12700">
            <a:solidFill>
              <a:srgbClr val="C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747"/>
          </a:solidFill>
          <a:ln w="12700">
            <a:solidFill>
              <a:srgbClr val="D1C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جَزٌ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حَزٌ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8"/>
          </a:solidFill>
          <a:ln w="12700">
            <a:solidFill>
              <a:srgbClr val="642B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634"/>
          </a:solidFill>
          <a:ln w="12700">
            <a:solidFill>
              <a:srgbClr val="7946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خَزٌ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دَزٌ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4ED"/>
          </a:solidFill>
          <a:ln w="12700">
            <a:solidFill>
              <a:srgbClr val="5EA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70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ذَزٌ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D52"/>
          </a:solidFill>
          <a:ln w="12700">
            <a:solidFill>
              <a:srgbClr val="E0A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DDB"/>
          </a:solidFill>
          <a:ln w="12700">
            <a:solidFill>
              <a:srgbClr val="70C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4785"/>
          </a:solidFill>
          <a:ln w="12700">
            <a:solidFill>
              <a:srgbClr val="64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70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رَزٌ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6"/>
          </a:solidFill>
          <a:ln w="12700">
            <a:solidFill>
              <a:srgbClr val="64D8C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5"/>
          </a:solidFill>
          <a:ln w="12700">
            <a:solidFill>
              <a:srgbClr val="47D1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12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11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أَسٌ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642B"/>
          </a:solidFill>
          <a:ln w="12700">
            <a:solidFill>
              <a:srgbClr val="4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5"/>
          </a:solidFill>
          <a:ln w="12700">
            <a:solidFill>
              <a:srgbClr val="347935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بَسٌ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تَسٌ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8"/>
          </a:solidFill>
          <a:ln w="12700">
            <a:solidFill>
              <a:srgbClr val="ED5EC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ثَسٌ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9"/>
          </a:solidFill>
          <a:ln w="12700">
            <a:solidFill>
              <a:srgbClr val="52E08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F70DB"/>
          </a:solidFill>
          <a:ln w="12700">
            <a:solidFill>
              <a:srgbClr val="C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547"/>
          </a:solidFill>
          <a:ln w="12700">
            <a:solidFill>
              <a:srgbClr val="855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جَسٌ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964D8"/>
          </a:solidFill>
          <a:ln w="12700">
            <a:solidFill>
              <a:srgbClr val="A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347D1"/>
          </a:solidFill>
          <a:ln w="12700">
            <a:solidFill>
              <a:srgbClr val="8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حَسٌ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خَسٌ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564"/>
          </a:solidFill>
          <a:ln w="12700">
            <a:solidFill>
              <a:srgbClr val="2B5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479"/>
          </a:solidFill>
          <a:ln w="12700">
            <a:solidFill>
              <a:srgbClr val="344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دَسٌ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ذَسٌ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BED5E"/>
          </a:solidFill>
          <a:ln w="12700">
            <a:solidFill>
              <a:srgbClr val="E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رَسٌ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552E0"/>
          </a:solidFill>
          <a:ln w="12700">
            <a:solidFill>
              <a:srgbClr val="6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570"/>
          </a:solidFill>
          <a:ln w="12700">
            <a:solidFill>
              <a:srgbClr val="DBB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8547"/>
          </a:solidFill>
          <a:ln w="12700">
            <a:solidFill>
              <a:srgbClr val="49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زَسٌ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C64"/>
          </a:solidFill>
          <a:ln w="12700">
            <a:solidFill>
              <a:srgbClr val="D88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047"/>
          </a:solidFill>
          <a:ln w="12700">
            <a:solidFill>
              <a:srgbClr val="D16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05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10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أَشٌ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3"/>
          </a:solidFill>
          <a:ln w="12700">
            <a:solidFill>
              <a:srgbClr val="642B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6"/>
          </a:solidFill>
          <a:ln w="12700">
            <a:solidFill>
              <a:srgbClr val="793456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5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بَشٌ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تَشٌ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C"/>
          </a:solidFill>
          <a:ln w="12700">
            <a:solidFill>
              <a:srgbClr val="5EEDC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5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ثَشٌ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1"/>
          </a:solidFill>
          <a:ln w="12700">
            <a:solidFill>
              <a:srgbClr val="E0526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A"/>
          </a:solidFill>
          <a:ln w="12700">
            <a:solidFill>
              <a:srgbClr val="70DB9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885"/>
          </a:solidFill>
          <a:ln w="12700">
            <a:solidFill>
              <a:srgbClr val="4758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5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جَشٌ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F"/>
          </a:solidFill>
          <a:ln w="12700">
            <a:solidFill>
              <a:srgbClr val="64D86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1D147"/>
          </a:solidFill>
          <a:ln w="12700">
            <a:solidFill>
              <a:srgbClr val="5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حَشٌ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خَشٌ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72B"/>
          </a:solidFill>
          <a:ln w="12700">
            <a:solidFill>
              <a:srgbClr val="645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7934"/>
          </a:solidFill>
          <a:ln w="12700">
            <a:solidFill>
              <a:srgbClr val="67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5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دَشٌ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ذَشٌ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85EED"/>
          </a:solidFill>
          <a:ln w="12700">
            <a:solidFill>
              <a:srgbClr val="A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5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رَشٌ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5E052"/>
          </a:solidFill>
          <a:ln w="12700">
            <a:solidFill>
              <a:srgbClr val="8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F70DB"/>
          </a:solidFill>
          <a:ln w="12700">
            <a:solidFill>
              <a:srgbClr val="7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8"/>
          </a:solidFill>
          <a:ln w="12700">
            <a:solidFill>
              <a:srgbClr val="854768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5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زَشٌ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5D8"/>
          </a:solidFill>
          <a:ln w="12700">
            <a:solidFill>
              <a:srgbClr val="647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3D1"/>
          </a:solidFill>
          <a:ln w="12700">
            <a:solidFill>
              <a:srgbClr val="477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سَشٌ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0800" dirty="0"/>
          </a:p>
        </p:txBody>
      </p:sp>
      <p:sp>
        <p:nvSpPr>
          <p:cNvPr id="14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10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8"/>
          </a:solidFill>
          <a:ln w="12700">
            <a:solidFill>
              <a:srgbClr val="2B64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879"/>
          </a:solidFill>
          <a:ln w="12700">
            <a:solidFill>
              <a:srgbClr val="3478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أَصٌ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بَصٌ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45E"/>
          </a:solidFill>
          <a:ln w="12700">
            <a:solidFill>
              <a:srgbClr val="ED8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تَصٌ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8E0"/>
          </a:solidFill>
          <a:ln w="12700">
            <a:solidFill>
              <a:srgbClr val="52A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C"/>
          </a:solidFill>
          <a:ln w="12700">
            <a:solidFill>
              <a:srgbClr val="DB707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8547"/>
          </a:solidFill>
          <a:ln w="12700">
            <a:solidFill>
              <a:srgbClr val="77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ثَصٌ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2"/>
          </a:solidFill>
          <a:ln w="12700">
            <a:solidFill>
              <a:srgbClr val="D8649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5"/>
          </a:solidFill>
          <a:ln w="12700">
            <a:solidFill>
              <a:srgbClr val="D1479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جَصٌ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حَصٌ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2B64"/>
          </a:solidFill>
          <a:ln w="12700">
            <a:solidFill>
              <a:srgbClr val="3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3479"/>
          </a:solidFill>
          <a:ln w="12700">
            <a:solidFill>
              <a:srgbClr val="69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خَصٌ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دَصٌ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1"/>
          </a:solidFill>
          <a:ln w="12700">
            <a:solidFill>
              <a:srgbClr val="5EED6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ذَصٌ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C"/>
          </a:solidFill>
          <a:ln w="12700">
            <a:solidFill>
              <a:srgbClr val="E052C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6DB70"/>
          </a:solidFill>
          <a:ln w="12700">
            <a:solidFill>
              <a:srgbClr val="9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3"/>
          </a:solidFill>
          <a:ln w="12700">
            <a:solidFill>
              <a:srgbClr val="478583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رَصٌ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FD864"/>
          </a:solidFill>
          <a:ln w="12700">
            <a:solidFill>
              <a:srgbClr val="A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8D147"/>
          </a:solidFill>
          <a:ln w="12700">
            <a:solidFill>
              <a:srgbClr val="B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زَصٌ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سَصٌ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C2B"/>
          </a:solidFill>
          <a:ln w="12700">
            <a:solidFill>
              <a:srgbClr val="642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834"/>
          </a:solidFill>
          <a:ln w="12700">
            <a:solidFill>
              <a:srgbClr val="7958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شَصٌ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07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10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FED"/>
          </a:solidFill>
          <a:ln w="12700">
            <a:solidFill>
              <a:srgbClr val="5E7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أَضٌ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152"/>
          </a:solidFill>
          <a:ln w="12700">
            <a:solidFill>
              <a:srgbClr val="E0D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1DB"/>
          </a:solidFill>
          <a:ln w="12700">
            <a:solidFill>
              <a:srgbClr val="70B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4785"/>
          </a:solidFill>
          <a:ln w="12700">
            <a:solidFill>
              <a:srgbClr val="74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بَضٌ</a:t>
            </a:r>
            <a:endParaRPr lang="ar-SA" sz="8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CD8"/>
          </a:solidFill>
          <a:ln w="12700">
            <a:solidFill>
              <a:srgbClr val="64C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8"/>
          </a:solidFill>
          <a:ln w="12700">
            <a:solidFill>
              <a:srgbClr val="47D1C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تَضٌ</a:t>
            </a:r>
            <a:endParaRPr lang="ar-SA" sz="8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ثَضٌ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642B"/>
          </a:solidFill>
          <a:ln w="12700">
            <a:solidFill>
              <a:srgbClr val="3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7"/>
          </a:solidFill>
          <a:ln w="12700">
            <a:solidFill>
              <a:srgbClr val="347947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جَضٌ</a:t>
            </a:r>
            <a:endParaRPr lang="ar-SA" sz="8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حَضٌ</a:t>
            </a:r>
            <a:endParaRPr lang="ar-SA" sz="8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3"/>
          </a:solidFill>
          <a:ln w="12700">
            <a:solidFill>
              <a:srgbClr val="ED5EA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خَضٌ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E"/>
          </a:solidFill>
          <a:ln w="12700">
            <a:solidFill>
              <a:srgbClr val="52E0A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C"/>
          </a:solidFill>
          <a:ln w="12700">
            <a:solidFill>
              <a:srgbClr val="DB70C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547"/>
          </a:solidFill>
          <a:ln w="12700">
            <a:solidFill>
              <a:srgbClr val="856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دَضٌ</a:t>
            </a:r>
            <a:endParaRPr lang="ar-SA" sz="8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764D8"/>
          </a:solidFill>
          <a:ln w="12700">
            <a:solidFill>
              <a:srgbClr val="C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647D1"/>
          </a:solidFill>
          <a:ln w="12700">
            <a:solidFill>
              <a:srgbClr val="A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ذَضٌ</a:t>
            </a:r>
            <a:endParaRPr lang="ar-SA" sz="8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رَضٌ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664"/>
          </a:solidFill>
          <a:ln w="12700">
            <a:solidFill>
              <a:srgbClr val="2B4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3479"/>
          </a:solidFill>
          <a:ln w="12700">
            <a:solidFill>
              <a:srgbClr val="35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زَضٌ</a:t>
            </a:r>
            <a:endParaRPr lang="ar-SA" sz="8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سَضٌ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7ED5E"/>
          </a:solidFill>
          <a:ln w="12700">
            <a:solidFill>
              <a:srgbClr val="C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شَضٌ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419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A52E0"/>
          </a:solidFill>
          <a:ln w="12700">
            <a:solidFill>
              <a:srgbClr val="8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070"/>
          </a:solidFill>
          <a:ln w="12700">
            <a:solidFill>
              <a:srgbClr val="DBD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5"/>
          </a:solidFill>
          <a:ln w="12700">
            <a:solidFill>
              <a:srgbClr val="47855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صَضٌ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A64"/>
          </a:solidFill>
          <a:ln w="12700">
            <a:solidFill>
              <a:srgbClr val="D8A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447"/>
          </a:solidFill>
          <a:ln w="12700">
            <a:solidFill>
              <a:srgbClr val="D18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08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10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أَطٌ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5"/>
          </a:solidFill>
          <a:ln w="12700">
            <a:solidFill>
              <a:srgbClr val="642B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4"/>
          </a:solidFill>
          <a:ln w="12700">
            <a:solidFill>
              <a:srgbClr val="79344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بَطٌ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تَطٌ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AED"/>
          </a:solidFill>
          <a:ln w="12700">
            <a:solidFill>
              <a:srgbClr val="5EE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ثَطٌ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652"/>
          </a:solidFill>
          <a:ln w="12700">
            <a:solidFill>
              <a:srgbClr val="E06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5"/>
          </a:solidFill>
          <a:ln w="12700">
            <a:solidFill>
              <a:srgbClr val="70DBB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985"/>
          </a:solidFill>
          <a:ln w="12700">
            <a:solidFill>
              <a:srgbClr val="4749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جَطٌ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D"/>
          </a:solidFill>
          <a:ln w="12700">
            <a:solidFill>
              <a:srgbClr val="64D88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1"/>
          </a:solidFill>
          <a:ln w="12700">
            <a:solidFill>
              <a:srgbClr val="47D16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حَطٌ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خَطٌ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642B"/>
          </a:solidFill>
          <a:ln w="12700">
            <a:solidFill>
              <a:srgbClr val="6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7934"/>
          </a:solidFill>
          <a:ln w="12700">
            <a:solidFill>
              <a:srgbClr val="55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دَطٌ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ذَطٌ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6C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C5EED"/>
          </a:solidFill>
          <a:ln w="12700">
            <a:solidFill>
              <a:srgbClr val="C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رَطٌ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0E052"/>
          </a:solidFill>
          <a:ln w="12700">
            <a:solidFill>
              <a:srgbClr val="6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B70DB"/>
          </a:solidFill>
          <a:ln w="12700">
            <a:solidFill>
              <a:srgbClr val="9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8"/>
          </a:solidFill>
          <a:ln w="12700">
            <a:solidFill>
              <a:srgbClr val="854758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زَطٌ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064D8"/>
          </a:solidFill>
          <a:ln w="12700">
            <a:solidFill>
              <a:srgbClr val="7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0D1"/>
          </a:solidFill>
          <a:ln w="12700">
            <a:solidFill>
              <a:srgbClr val="475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سَطٌ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شَطٌ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144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7"/>
          </a:solidFill>
          <a:ln w="12700">
            <a:solidFill>
              <a:srgbClr val="2B64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779"/>
          </a:solidFill>
          <a:ln w="12700">
            <a:solidFill>
              <a:srgbClr val="3467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صَطٌ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ضَطٌ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95E"/>
          </a:solidFill>
          <a:ln w="12700">
            <a:solidFill>
              <a:srgbClr val="EDA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0800" dirty="0"/>
          </a:p>
        </p:txBody>
      </p:sp>
      <p:sp>
        <p:nvSpPr>
          <p:cNvPr id="21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10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4E0"/>
          </a:solidFill>
          <a:ln w="12700">
            <a:solidFill>
              <a:srgbClr val="528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070"/>
          </a:solidFill>
          <a:ln w="12700">
            <a:solidFill>
              <a:srgbClr val="DB8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8547"/>
          </a:solidFill>
          <a:ln w="12700">
            <a:solidFill>
              <a:srgbClr val="67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أَظٌ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5"/>
          </a:solidFill>
          <a:ln w="12700">
            <a:solidFill>
              <a:srgbClr val="D8647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2"/>
          </a:solidFill>
          <a:ln w="12700">
            <a:solidFill>
              <a:srgbClr val="D1477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بَظٌ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تَظٌ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2B64"/>
          </a:solidFill>
          <a:ln w="12700">
            <a:solidFill>
              <a:srgbClr val="4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8"/>
          </a:solidFill>
          <a:ln w="12700">
            <a:solidFill>
              <a:srgbClr val="793478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ثَظٌ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جَظٌ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5"/>
          </a:solidFill>
          <a:ln w="12700">
            <a:solidFill>
              <a:srgbClr val="5EED8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حَظٌ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8"/>
          </a:solidFill>
          <a:ln w="12700">
            <a:solidFill>
              <a:srgbClr val="E052A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BDB70"/>
          </a:solidFill>
          <a:ln w="12700">
            <a:solidFill>
              <a:srgbClr val="7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685"/>
          </a:solidFill>
          <a:ln w="12700">
            <a:solidFill>
              <a:srgbClr val="4776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خَظٌ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2D864"/>
          </a:solidFill>
          <a:ln w="12700">
            <a:solidFill>
              <a:srgbClr val="9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5D147"/>
          </a:solidFill>
          <a:ln w="12700">
            <a:solidFill>
              <a:srgbClr val="9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دَظٌ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ذَظٌ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A2B"/>
          </a:solidFill>
          <a:ln w="12700">
            <a:solidFill>
              <a:srgbClr val="643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A34"/>
          </a:solidFill>
          <a:ln w="12700">
            <a:solidFill>
              <a:srgbClr val="796A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رَظٌ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زَظٌ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25EED"/>
          </a:solidFill>
          <a:ln w="12700">
            <a:solidFill>
              <a:srgbClr val="6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سَظٌ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45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BE052"/>
          </a:solidFill>
          <a:ln w="12700">
            <a:solidFill>
              <a:srgbClr val="C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6DB"/>
          </a:solidFill>
          <a:ln w="12700">
            <a:solidFill>
              <a:srgbClr val="709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4785"/>
          </a:solidFill>
          <a:ln w="12700">
            <a:solidFill>
              <a:srgbClr val="84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شَظٌ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FD8"/>
          </a:solidFill>
          <a:ln w="12700">
            <a:solidFill>
              <a:srgbClr val="64A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7D1"/>
          </a:solidFill>
          <a:ln w="12700">
            <a:solidFill>
              <a:srgbClr val="47B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صَظٌ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ضَظٌ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C"/>
          </a:solidFill>
          <a:ln w="12700">
            <a:solidFill>
              <a:srgbClr val="2B64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8"/>
          </a:solidFill>
          <a:ln w="12700">
            <a:solidFill>
              <a:srgbClr val="347958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طَظٌ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11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11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F"/>
          </a:solidFill>
          <a:ln w="12700">
            <a:solidFill>
              <a:srgbClr val="ED5E7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أَعٌ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2"/>
          </a:solidFill>
          <a:ln w="12700">
            <a:solidFill>
              <a:srgbClr val="52E0D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0"/>
          </a:solidFill>
          <a:ln w="12700">
            <a:solidFill>
              <a:srgbClr val="DB70B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447"/>
          </a:solidFill>
          <a:ln w="12700">
            <a:solidFill>
              <a:srgbClr val="8574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بَعٌ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C"/>
          </a:solidFill>
          <a:ln w="12700">
            <a:solidFill>
              <a:srgbClr val="D864C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947D1"/>
          </a:solidFill>
          <a:ln w="12700">
            <a:solidFill>
              <a:srgbClr val="C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تَعٌ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ثَعٌ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864"/>
          </a:solidFill>
          <a:ln w="12700">
            <a:solidFill>
              <a:srgbClr val="2B3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73479"/>
          </a:solidFill>
          <a:ln w="12700">
            <a:solidFill>
              <a:srgbClr val="47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جَعٌ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6C3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حَعٌ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2ED5E"/>
          </a:solidFill>
          <a:ln w="12700">
            <a:solidFill>
              <a:srgbClr val="A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خَعٌ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E52E0"/>
          </a:solidFill>
          <a:ln w="12700">
            <a:solidFill>
              <a:srgbClr val="A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BDB70"/>
          </a:solidFill>
          <a:ln w="12700">
            <a:solidFill>
              <a:srgbClr val="C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5"/>
          </a:solidFill>
          <a:ln w="12700">
            <a:solidFill>
              <a:srgbClr val="47856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دَعٌ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864"/>
          </a:solidFill>
          <a:ln w="12700">
            <a:solidFill>
              <a:srgbClr val="D8C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747"/>
          </a:solidFill>
          <a:ln w="12700">
            <a:solidFill>
              <a:srgbClr val="D1A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ذَعٌ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C3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رَعٌ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6"/>
          </a:solidFill>
          <a:ln w="12700">
            <a:solidFill>
              <a:srgbClr val="642B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634"/>
          </a:solidFill>
          <a:ln w="12700">
            <a:solidFill>
              <a:srgbClr val="7936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زَعٌ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سَعٌ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6ED"/>
          </a:solidFill>
          <a:ln w="12700">
            <a:solidFill>
              <a:srgbClr val="5EC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شَعٌ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B52"/>
          </a:solidFill>
          <a:ln w="12700">
            <a:solidFill>
              <a:srgbClr val="E08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1"/>
          </a:solidFill>
          <a:ln w="12700">
            <a:solidFill>
              <a:srgbClr val="70DBD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4785"/>
          </a:solidFill>
          <a:ln w="12700">
            <a:solidFill>
              <a:srgbClr val="56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صَعٌ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B"/>
          </a:solidFill>
          <a:ln w="12700">
            <a:solidFill>
              <a:srgbClr val="64D8A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4"/>
          </a:solidFill>
          <a:ln w="12700">
            <a:solidFill>
              <a:srgbClr val="47D18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ضَعٌ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طَعٌ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642B"/>
          </a:solidFill>
          <a:ln w="12700">
            <a:solidFill>
              <a:srgbClr val="5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47934"/>
          </a:solidFill>
          <a:ln w="12700">
            <a:solidFill>
              <a:srgbClr val="44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ظَعٌ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11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11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9"/>
          </a:solidFill>
          <a:ln w="12700">
            <a:solidFill>
              <a:srgbClr val="ED5EE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أَغٌ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7"/>
          </a:solidFill>
          <a:ln w="12700">
            <a:solidFill>
              <a:srgbClr val="52E06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670DB"/>
          </a:solidFill>
          <a:ln w="12700">
            <a:solidFill>
              <a:srgbClr val="B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8"/>
          </a:solidFill>
          <a:ln w="12700">
            <a:solidFill>
              <a:srgbClr val="854748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بَغٌ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E64D8"/>
          </a:solidFill>
          <a:ln w="12700">
            <a:solidFill>
              <a:srgbClr val="8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247D1"/>
          </a:solidFill>
          <a:ln w="12700">
            <a:solidFill>
              <a:srgbClr val="6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تَغٌ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ثَغٌ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264"/>
          </a:solidFill>
          <a:ln w="12700">
            <a:solidFill>
              <a:srgbClr val="2B6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579"/>
          </a:solidFill>
          <a:ln w="12700">
            <a:solidFill>
              <a:srgbClr val="3455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جَغٌ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حَغٌ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D5E"/>
          </a:solidFill>
          <a:ln w="12700">
            <a:solidFill>
              <a:srgbClr val="EDC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خَغٌ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FE0"/>
          </a:solidFill>
          <a:ln w="12700">
            <a:solidFill>
              <a:srgbClr val="525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B70"/>
          </a:solidFill>
          <a:ln w="12700">
            <a:solidFill>
              <a:srgbClr val="DB9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8547"/>
          </a:solidFill>
          <a:ln w="12700">
            <a:solidFill>
              <a:srgbClr val="58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دَغٌ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164"/>
          </a:solidFill>
          <a:ln w="12700">
            <a:solidFill>
              <a:srgbClr val="D87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F"/>
          </a:solidFill>
          <a:ln w="12700">
            <a:solidFill>
              <a:srgbClr val="D1474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ذَغٌ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رَغٌ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72B64"/>
          </a:solidFill>
          <a:ln w="12700">
            <a:solidFill>
              <a:srgbClr val="5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6"/>
          </a:solidFill>
          <a:ln w="12700">
            <a:solidFill>
              <a:srgbClr val="793466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زَغٌ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سَغٌ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A"/>
          </a:solidFill>
          <a:ln w="12700">
            <a:solidFill>
              <a:srgbClr val="5EEDA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شَغٌ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3"/>
          </a:solidFill>
          <a:ln w="12700">
            <a:solidFill>
              <a:srgbClr val="E0528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1"/>
          </a:solidFill>
          <a:ln w="12700">
            <a:solidFill>
              <a:srgbClr val="70DB8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785"/>
          </a:solidFill>
          <a:ln w="12700">
            <a:solidFill>
              <a:srgbClr val="476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صَغٌ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4D864"/>
          </a:solidFill>
          <a:ln w="12700">
            <a:solidFill>
              <a:srgbClr val="7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1D147"/>
          </a:solidFill>
          <a:ln w="12700">
            <a:solidFill>
              <a:srgbClr val="7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ضَغٌ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طَغٌ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92B"/>
          </a:solidFill>
          <a:ln w="12700">
            <a:solidFill>
              <a:srgbClr val="644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77934"/>
          </a:solidFill>
          <a:ln w="12700">
            <a:solidFill>
              <a:srgbClr val="77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ظَغٌ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عَغٌ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65EED"/>
          </a:solidFill>
          <a:ln w="12700">
            <a:solidFill>
              <a:srgbClr val="8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0600" dirty="0"/>
          </a:p>
        </p:txBody>
      </p:sp>
      <p:sp>
        <p:nvSpPr>
          <p:cNvPr id="21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10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7E052"/>
          </a:solidFill>
          <a:ln w="12700">
            <a:solidFill>
              <a:srgbClr val="A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ADB"/>
          </a:solidFill>
          <a:ln w="12700">
            <a:solidFill>
              <a:srgbClr val="707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6"/>
          </a:solidFill>
          <a:ln w="12700">
            <a:solidFill>
              <a:srgbClr val="854776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أَفٌ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1D8"/>
          </a:solidFill>
          <a:ln w="12700">
            <a:solidFill>
              <a:srgbClr val="649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4D1"/>
          </a:solidFill>
          <a:ln w="12700">
            <a:solidFill>
              <a:srgbClr val="479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بَفٌ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تَفٌ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B"/>
          </a:solidFill>
          <a:ln w="12700">
            <a:solidFill>
              <a:srgbClr val="2B64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A"/>
          </a:solidFill>
          <a:ln w="12700">
            <a:solidFill>
              <a:srgbClr val="34796A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ثَفٌ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جَفٌ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35E"/>
          </a:solidFill>
          <a:ln w="12700">
            <a:solidFill>
              <a:srgbClr val="ED6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حَفٌ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AE0"/>
          </a:solidFill>
          <a:ln w="12700">
            <a:solidFill>
              <a:srgbClr val="52C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5"/>
          </a:solidFill>
          <a:ln w="12700">
            <a:solidFill>
              <a:srgbClr val="DB709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447"/>
          </a:solidFill>
          <a:ln w="12700">
            <a:solidFill>
              <a:srgbClr val="8584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خَفٌ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E"/>
          </a:solidFill>
          <a:ln w="12700">
            <a:solidFill>
              <a:srgbClr val="D864A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6"/>
          </a:solidFill>
          <a:ln w="12700">
            <a:solidFill>
              <a:srgbClr val="D147B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دَفٌ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ذَفٌ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2B64"/>
          </a:solidFill>
          <a:ln w="12700">
            <a:solidFill>
              <a:srgbClr val="2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3479"/>
          </a:solidFill>
          <a:ln w="12700">
            <a:solidFill>
              <a:srgbClr val="59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رَفٌ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زَفٌ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EED5E"/>
          </a:solidFill>
          <a:ln w="12700">
            <a:solidFill>
              <a:srgbClr val="7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سَفٌ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352E0"/>
          </a:solidFill>
          <a:ln w="12700">
            <a:solidFill>
              <a:srgbClr val="D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0DB70"/>
          </a:solidFill>
          <a:ln w="12700">
            <a:solidFill>
              <a:srgbClr val="B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5"/>
          </a:solidFill>
          <a:ln w="12700">
            <a:solidFill>
              <a:srgbClr val="47857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شَفٌ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F6E7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BD864"/>
          </a:solidFill>
          <a:ln w="12700">
            <a:solidFill>
              <a:srgbClr val="C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A47"/>
          </a:solidFill>
          <a:ln w="12700">
            <a:solidFill>
              <a:srgbClr val="D1C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صَفٌ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ضَفٌ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7"/>
          </a:solidFill>
          <a:ln w="12700">
            <a:solidFill>
              <a:srgbClr val="642B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834"/>
          </a:solidFill>
          <a:ln w="12700">
            <a:solidFill>
              <a:srgbClr val="7948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طَفٌ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D9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ظَفٌ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1ED"/>
          </a:solidFill>
          <a:ln w="12700">
            <a:solidFill>
              <a:srgbClr val="5EA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عَفٌ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F52"/>
          </a:solidFill>
          <a:ln w="12700">
            <a:solidFill>
              <a:srgbClr val="E0A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ADB"/>
          </a:solidFill>
          <a:ln w="12700">
            <a:solidFill>
              <a:srgbClr val="70C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4785"/>
          </a:solidFill>
          <a:ln w="12700">
            <a:solidFill>
              <a:srgbClr val="65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فٌ</a:t>
            </a:r>
            <a:endParaRPr lang="ar-SA" sz="5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غَفٌ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9"/>
          </a:solidFill>
          <a:ln w="12700">
            <a:solidFill>
              <a:srgbClr val="64D8C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8"/>
          </a:solidFill>
          <a:ln w="12700">
            <a:solidFill>
              <a:srgbClr val="47D1A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22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12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أَقٌ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6642B"/>
          </a:solidFill>
          <a:ln w="12700">
            <a:solidFill>
              <a:srgbClr val="4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6"/>
          </a:solidFill>
          <a:ln w="12700">
            <a:solidFill>
              <a:srgbClr val="347936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4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4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64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بَقٌ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6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تَقٌ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5"/>
          </a:solidFill>
          <a:ln w="12700">
            <a:solidFill>
              <a:srgbClr val="ED5EC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6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ثَقٌ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C"/>
          </a:solidFill>
          <a:ln w="12700">
            <a:solidFill>
              <a:srgbClr val="52E08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170DB"/>
          </a:solidFill>
          <a:ln w="12700">
            <a:solidFill>
              <a:srgbClr val="D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647"/>
          </a:solidFill>
          <a:ln w="12700">
            <a:solidFill>
              <a:srgbClr val="8556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جَقٌ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CD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C64D8"/>
          </a:solidFill>
          <a:ln w="12700">
            <a:solidFill>
              <a:srgbClr val="A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547D1"/>
          </a:solidFill>
          <a:ln w="12700">
            <a:solidFill>
              <a:srgbClr val="8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حَقٌ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خَقٌ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464"/>
          </a:solidFill>
          <a:ln w="12700">
            <a:solidFill>
              <a:srgbClr val="2B5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379"/>
          </a:solidFill>
          <a:ln w="12700">
            <a:solidFill>
              <a:srgbClr val="3443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4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4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64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دَقٌ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6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ذَقٌ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8ED5E"/>
          </a:solidFill>
          <a:ln w="12700">
            <a:solidFill>
              <a:srgbClr val="E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6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رَقٌ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852E0"/>
          </a:solidFill>
          <a:ln w="12700">
            <a:solidFill>
              <a:srgbClr val="6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770"/>
          </a:solidFill>
          <a:ln w="12700">
            <a:solidFill>
              <a:srgbClr val="DBB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8547"/>
          </a:solidFill>
          <a:ln w="12700">
            <a:solidFill>
              <a:srgbClr val="48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4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4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64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زَقٌ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F6C3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F64"/>
          </a:solidFill>
          <a:ln w="12700">
            <a:solidFill>
              <a:srgbClr val="D88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347"/>
          </a:solidFill>
          <a:ln w="12700">
            <a:solidFill>
              <a:srgbClr val="D16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سَقٌ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شَقٌ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2"/>
          </a:solidFill>
          <a:ln w="12700">
            <a:solidFill>
              <a:srgbClr val="642B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4"/>
          </a:solidFill>
          <a:ln w="12700">
            <a:solidFill>
              <a:srgbClr val="79345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صَقٌ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ضَقٌ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E"/>
          </a:solidFill>
          <a:ln w="12700">
            <a:solidFill>
              <a:srgbClr val="5EEDC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6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طَقٌ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F"/>
          </a:solidFill>
          <a:ln w="12700">
            <a:solidFill>
              <a:srgbClr val="E0525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C"/>
          </a:solidFill>
          <a:ln w="12700">
            <a:solidFill>
              <a:srgbClr val="70DB9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785"/>
          </a:solidFill>
          <a:ln w="12700">
            <a:solidFill>
              <a:srgbClr val="475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4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4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64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ظَقٌ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2"/>
          </a:solidFill>
          <a:ln w="12700">
            <a:solidFill>
              <a:srgbClr val="64D87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ED147"/>
          </a:solidFill>
          <a:ln w="12700">
            <a:solidFill>
              <a:srgbClr val="4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عَقٌ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غَقٌ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82B"/>
          </a:solidFill>
          <a:ln w="12700">
            <a:solidFill>
              <a:srgbClr val="645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7934"/>
          </a:solidFill>
          <a:ln w="12700">
            <a:solidFill>
              <a:srgbClr val="66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1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61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فَقٌ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C3F6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15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11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B5EED"/>
          </a:solidFill>
          <a:ln w="12700">
            <a:solidFill>
              <a:srgbClr val="A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أَكٌ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3D4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2E052"/>
          </a:solidFill>
          <a:ln w="12700">
            <a:solidFill>
              <a:srgbClr val="8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170DB"/>
          </a:solidFill>
          <a:ln w="12700">
            <a:solidFill>
              <a:srgbClr val="8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6"/>
          </a:solidFill>
          <a:ln w="12700">
            <a:solidFill>
              <a:srgbClr val="854766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60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بَكٌ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C3D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3D8"/>
          </a:solidFill>
          <a:ln w="12700">
            <a:solidFill>
              <a:srgbClr val="647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0D1"/>
          </a:solidFill>
          <a:ln w="12700">
            <a:solidFill>
              <a:srgbClr val="477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تَكٌ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ثَكٌ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9"/>
          </a:solidFill>
          <a:ln w="12700">
            <a:solidFill>
              <a:srgbClr val="2B644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779"/>
          </a:solidFill>
          <a:ln w="12700">
            <a:solidFill>
              <a:srgbClr val="3477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جَكٌ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حَكٌ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75E"/>
          </a:solidFill>
          <a:ln w="12700">
            <a:solidFill>
              <a:srgbClr val="ED8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خَكٌ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6E0"/>
          </a:solidFill>
          <a:ln w="12700">
            <a:solidFill>
              <a:srgbClr val="52A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A"/>
          </a:solidFill>
          <a:ln w="12700">
            <a:solidFill>
              <a:srgbClr val="DB707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8547"/>
          </a:solidFill>
          <a:ln w="12700">
            <a:solidFill>
              <a:srgbClr val="76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60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دَكٌ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0"/>
          </a:solidFill>
          <a:ln w="12700">
            <a:solidFill>
              <a:srgbClr val="D8649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3"/>
          </a:solidFill>
          <a:ln w="12700">
            <a:solidFill>
              <a:srgbClr val="D1479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ذَكٌ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رَكٌ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2B64"/>
          </a:solidFill>
          <a:ln w="12700">
            <a:solidFill>
              <a:srgbClr val="3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3479"/>
          </a:solidFill>
          <a:ln w="12700">
            <a:solidFill>
              <a:srgbClr val="6B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60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زَكٌ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F6C7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سَكٌ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4"/>
          </a:solidFill>
          <a:ln w="12700">
            <a:solidFill>
              <a:srgbClr val="5EED6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شَكٌ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9"/>
          </a:solidFill>
          <a:ln w="12700">
            <a:solidFill>
              <a:srgbClr val="E052C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4DB70"/>
          </a:solidFill>
          <a:ln w="12700">
            <a:solidFill>
              <a:srgbClr val="9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4"/>
          </a:solidFill>
          <a:ln w="12700">
            <a:solidFill>
              <a:srgbClr val="478584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صَكٌ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DD864"/>
          </a:solidFill>
          <a:ln w="12700">
            <a:solidFill>
              <a:srgbClr val="A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5D147"/>
          </a:solidFill>
          <a:ln w="12700">
            <a:solidFill>
              <a:srgbClr val="B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ضَكٌ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C3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طَكٌ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45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D2B"/>
          </a:solidFill>
          <a:ln w="12700">
            <a:solidFill>
              <a:srgbClr val="642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934"/>
          </a:solidFill>
          <a:ln w="12700">
            <a:solidFill>
              <a:srgbClr val="795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60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ظَكٌ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CC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عَكٌ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DED"/>
          </a:solidFill>
          <a:ln w="12700">
            <a:solidFill>
              <a:srgbClr val="5E7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غَكٌ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452"/>
          </a:solidFill>
          <a:ln w="12700">
            <a:solidFill>
              <a:srgbClr val="E0D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FDB"/>
          </a:solidFill>
          <a:ln w="12700">
            <a:solidFill>
              <a:srgbClr val="70A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4785"/>
          </a:solidFill>
          <a:ln w="12700">
            <a:solidFill>
              <a:srgbClr val="75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60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فَكٌ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AD8"/>
          </a:solidFill>
          <a:ln w="12700">
            <a:solidFill>
              <a:srgbClr val="64C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B"/>
          </a:solidFill>
          <a:ln w="12700">
            <a:solidFill>
              <a:srgbClr val="47D1C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قَكٌ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1100" dirty="0"/>
          </a:p>
        </p:txBody>
      </p:sp>
      <p:sp>
        <p:nvSpPr>
          <p:cNvPr id="14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11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642B"/>
          </a:solidFill>
          <a:ln w="12700">
            <a:solidFill>
              <a:srgbClr val="3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8"/>
          </a:solidFill>
          <a:ln w="12700">
            <a:solidFill>
              <a:srgbClr val="347948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أَلٌ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بَلٌ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0"/>
          </a:solidFill>
          <a:ln w="12700">
            <a:solidFill>
              <a:srgbClr val="ED5EA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تَلٌ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0"/>
          </a:solidFill>
          <a:ln w="12700">
            <a:solidFill>
              <a:srgbClr val="52E0B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A"/>
          </a:solidFill>
          <a:ln w="12700">
            <a:solidFill>
              <a:srgbClr val="DB70C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647"/>
          </a:solidFill>
          <a:ln w="12700">
            <a:solidFill>
              <a:srgbClr val="8566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ثَلٌ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DB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964D8"/>
          </a:solidFill>
          <a:ln w="12700">
            <a:solidFill>
              <a:srgbClr val="C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847D1"/>
          </a:solidFill>
          <a:ln w="12700">
            <a:solidFill>
              <a:srgbClr val="A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جَلٌ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حَلٌ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564"/>
          </a:solidFill>
          <a:ln w="12700">
            <a:solidFill>
              <a:srgbClr val="2B4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3479"/>
          </a:solidFill>
          <a:ln w="12700">
            <a:solidFill>
              <a:srgbClr val="37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خَلٌ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solidFill>
          <a:srgbClr val="F6C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دَلٌ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4ED5E"/>
          </a:solidFill>
          <a:ln w="12700">
            <a:solidFill>
              <a:srgbClr val="C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ذَلٌ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D52E0"/>
          </a:solidFill>
          <a:ln w="12700">
            <a:solidFill>
              <a:srgbClr val="8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270"/>
          </a:solidFill>
          <a:ln w="12700">
            <a:solidFill>
              <a:srgbClr val="DBD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7"/>
          </a:solidFill>
          <a:ln w="12700">
            <a:solidFill>
              <a:srgbClr val="47855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رَلٌ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C64"/>
          </a:solidFill>
          <a:ln w="12700">
            <a:solidFill>
              <a:srgbClr val="D8A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647"/>
          </a:solidFill>
          <a:ln w="12700">
            <a:solidFill>
              <a:srgbClr val="D18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زَلٌ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سَلٌ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3"/>
          </a:solidFill>
          <a:ln w="12700">
            <a:solidFill>
              <a:srgbClr val="642B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3"/>
          </a:solidFill>
          <a:ln w="12700">
            <a:solidFill>
              <a:srgbClr val="793443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شَلٌ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صَلٌ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7ED"/>
          </a:solidFill>
          <a:ln w="12700">
            <a:solidFill>
              <a:srgbClr val="5EE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ضَلٌ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952"/>
          </a:solidFill>
          <a:ln w="12700">
            <a:solidFill>
              <a:srgbClr val="E06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7"/>
          </a:solidFill>
          <a:ln w="12700">
            <a:solidFill>
              <a:srgbClr val="70DBB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885"/>
          </a:solidFill>
          <a:ln w="12700">
            <a:solidFill>
              <a:srgbClr val="4748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طَلٌ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solidFill>
          <a:srgbClr val="C5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F"/>
          </a:solidFill>
          <a:ln w="12700">
            <a:solidFill>
              <a:srgbClr val="64D88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4"/>
          </a:solidFill>
          <a:ln w="12700">
            <a:solidFill>
              <a:srgbClr val="47D1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ظَلٌ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عَلٌ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642B"/>
          </a:solidFill>
          <a:ln w="12700">
            <a:solidFill>
              <a:srgbClr val="6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7934"/>
          </a:solidFill>
          <a:ln w="12700">
            <a:solidFill>
              <a:srgbClr val="54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غَلٌ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فَلٌ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F5EED"/>
          </a:solidFill>
          <a:ln w="12700">
            <a:solidFill>
              <a:srgbClr val="C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قَلٌ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EE052"/>
          </a:solidFill>
          <a:ln w="12700">
            <a:solidFill>
              <a:srgbClr val="5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D70DB"/>
          </a:solidFill>
          <a:ln w="12700">
            <a:solidFill>
              <a:srgbClr val="9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7"/>
          </a:solidFill>
          <a:ln w="12700">
            <a:solidFill>
              <a:srgbClr val="85475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كَلٌ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solidFill>
          <a:srgbClr val="C3D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264D8"/>
          </a:solidFill>
          <a:ln w="12700">
            <a:solidFill>
              <a:srgbClr val="7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DD1"/>
          </a:solidFill>
          <a:ln w="12700">
            <a:solidFill>
              <a:srgbClr val="474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14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11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أَمٌ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60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بَمٌ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solidFill>
          <a:srgbClr val="E1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تَمٌ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solidFill>
          <a:srgbClr val="F6F0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C5E"/>
          </a:solidFill>
          <a:ln w="12700">
            <a:solidFill>
              <a:srgbClr val="EDA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60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ثَمٌ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1E0"/>
          </a:solidFill>
          <a:ln w="12700">
            <a:solidFill>
              <a:srgbClr val="528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270"/>
          </a:solidFill>
          <a:ln w="12700">
            <a:solidFill>
              <a:srgbClr val="DB8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جَمٌ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3"/>
          </a:solidFill>
          <a:ln w="12700">
            <a:solidFill>
              <a:srgbClr val="D8647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0"/>
          </a:solidFill>
          <a:ln w="12700">
            <a:solidFill>
              <a:srgbClr val="D1477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حَمٌ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خَمٌ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6"/>
          </a:solidFill>
          <a:ln w="12700">
            <a:solidFill>
              <a:srgbClr val="793476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60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دَمٌ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solidFill>
          <a:srgbClr val="F6D4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ذَمٌ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7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8"/>
          </a:solidFill>
          <a:ln w="12700">
            <a:solidFill>
              <a:srgbClr val="5EED8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60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رَمٌ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8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5"/>
          </a:solidFill>
          <a:ln w="12700">
            <a:solidFill>
              <a:srgbClr val="E052A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DB70"/>
          </a:solidFill>
          <a:ln w="12700">
            <a:solidFill>
              <a:srgbClr val="7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60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زَمٌ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9">
    <p:bg>
      <p:bgPr>
        <a:solidFill>
          <a:srgbClr val="EC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FD864"/>
          </a:solidFill>
          <a:ln w="12700">
            <a:solidFill>
              <a:srgbClr val="8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2D147"/>
          </a:solidFill>
          <a:ln w="12700">
            <a:solidFill>
              <a:srgbClr val="9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سَمٌ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0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شَمٌ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1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B34"/>
          </a:solidFill>
          <a:ln w="12700">
            <a:solidFill>
              <a:srgbClr val="796B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صَمٌ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2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ضَمٌ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3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45EED"/>
          </a:solidFill>
          <a:ln w="12700">
            <a:solidFill>
              <a:srgbClr val="6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60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طَمٌ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4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8E052"/>
          </a:solidFill>
          <a:ln w="12700">
            <a:solidFill>
              <a:srgbClr val="C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4DB"/>
          </a:solidFill>
          <a:ln w="12700">
            <a:solidFill>
              <a:srgbClr val="709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5"/>
          </a:solidFill>
          <a:ln w="12700">
            <a:solidFill>
              <a:srgbClr val="85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60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ظَمٌ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5">
    <p:bg>
      <p:bgPr>
        <a:solidFill>
          <a:srgbClr val="C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CD8"/>
          </a:solidFill>
          <a:ln w="12700">
            <a:solidFill>
              <a:srgbClr val="64A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4D1"/>
          </a:solidFill>
          <a:ln w="12700">
            <a:solidFill>
              <a:srgbClr val="47B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عَمٌ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6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غَمٌ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7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D"/>
          </a:solidFill>
          <a:ln w="12700">
            <a:solidFill>
              <a:srgbClr val="2B64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A"/>
          </a:solidFill>
          <a:ln w="12700">
            <a:solidFill>
              <a:srgbClr val="34795A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60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فَمٌ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8">
    <p:bg>
      <p:bgPr>
        <a:solidFill>
          <a:srgbClr val="C3C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قَمٌ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9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C"/>
          </a:solidFill>
          <a:ln w="12700">
            <a:solidFill>
              <a:srgbClr val="ED5E7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60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كَمٌ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0">
    <p:bg>
      <p:bgPr>
        <a:solidFill>
          <a:srgbClr val="144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5"/>
          </a:solidFill>
          <a:ln w="12700">
            <a:solidFill>
              <a:srgbClr val="52E0D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E"/>
          </a:solidFill>
          <a:ln w="12700">
            <a:solidFill>
              <a:srgbClr val="DB70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547"/>
          </a:solidFill>
          <a:ln w="12700">
            <a:solidFill>
              <a:srgbClr val="857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60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لَمٌ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1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9"/>
          </a:solidFill>
          <a:ln w="12700">
            <a:solidFill>
              <a:srgbClr val="D864C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C47D1"/>
          </a:solidFill>
          <a:ln w="12700">
            <a:solidFill>
              <a:srgbClr val="C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35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13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2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أَنٌ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3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764"/>
          </a:solidFill>
          <a:ln w="12700">
            <a:solidFill>
              <a:srgbClr val="2B3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3479"/>
          </a:solidFill>
          <a:ln w="12700">
            <a:solidFill>
              <a:srgbClr val="48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5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65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بَنٌ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4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7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تَنٌ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5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FED5E"/>
          </a:solidFill>
          <a:ln w="12700">
            <a:solidFill>
              <a:srgbClr val="9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7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67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ثَنٌ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6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152E0"/>
          </a:solidFill>
          <a:ln w="12700">
            <a:solidFill>
              <a:srgbClr val="B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9DB70"/>
          </a:solidFill>
          <a:ln w="12700">
            <a:solidFill>
              <a:srgbClr val="C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6"/>
          </a:solidFill>
          <a:ln w="12700">
            <a:solidFill>
              <a:srgbClr val="478566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58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جَنٌ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7">
    <p:bg>
      <p:bgPr>
        <a:solidFill>
          <a:srgbClr val="F6DB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A64"/>
          </a:solidFill>
          <a:ln w="12700">
            <a:solidFill>
              <a:srgbClr val="D8C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947"/>
          </a:solidFill>
          <a:ln w="12700">
            <a:solidFill>
              <a:srgbClr val="D1A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حَنٌ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8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خَنٌ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9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5"/>
          </a:solidFill>
          <a:ln w="12700">
            <a:solidFill>
              <a:srgbClr val="642B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734"/>
          </a:solidFill>
          <a:ln w="12700">
            <a:solidFill>
              <a:srgbClr val="7937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1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1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71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دَنٌ</a:t>
            </a:r>
            <a:endParaRPr lang="ar-SA" sz="9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0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7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ذَنٌ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1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3ED"/>
          </a:solidFill>
          <a:ln w="12700">
            <a:solidFill>
              <a:srgbClr val="5EC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70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رَنٌ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2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E52"/>
          </a:solidFill>
          <a:ln w="12700">
            <a:solidFill>
              <a:srgbClr val="E08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3"/>
          </a:solidFill>
          <a:ln w="12700">
            <a:solidFill>
              <a:srgbClr val="70DBD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4785"/>
          </a:solidFill>
          <a:ln w="12700">
            <a:solidFill>
              <a:srgbClr val="57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70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زَنٌ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3">
    <p:bg>
      <p:bgPr>
        <a:solidFill>
          <a:srgbClr val="C3F6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D"/>
          </a:solidFill>
          <a:ln w="12700">
            <a:solidFill>
              <a:srgbClr val="64D8A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7"/>
          </a:solidFill>
          <a:ln w="12700">
            <a:solidFill>
              <a:srgbClr val="47D18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سَنٌ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4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شَنٌ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5">
    <p:bg>
      <p:bgPr>
        <a:solidFill>
          <a:srgbClr val="45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642B"/>
          </a:solidFill>
          <a:ln w="12700">
            <a:solidFill>
              <a:srgbClr val="5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7934"/>
          </a:solidFill>
          <a:ln w="12700">
            <a:solidFill>
              <a:srgbClr val="42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صَنٌ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6">
    <p:bg>
      <p:bgPr>
        <a:solidFill>
          <a:srgbClr val="C3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ضَنٌ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7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7"/>
          </a:solidFill>
          <a:ln w="12700">
            <a:solidFill>
              <a:srgbClr val="ED5EE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7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67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طَنٌ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8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A"/>
          </a:solidFill>
          <a:ln w="12700">
            <a:solidFill>
              <a:srgbClr val="52E06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870DB"/>
          </a:solidFill>
          <a:ln w="12700">
            <a:solidFill>
              <a:srgbClr val="B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847"/>
          </a:solidFill>
          <a:ln w="12700">
            <a:solidFill>
              <a:srgbClr val="8548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7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67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ظَنٌ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9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064D8"/>
          </a:solidFill>
          <a:ln w="12700">
            <a:solidFill>
              <a:srgbClr val="9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547D1"/>
          </a:solidFill>
          <a:ln w="12700">
            <a:solidFill>
              <a:srgbClr val="6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عَنٌ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0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غَنٌ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1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164"/>
          </a:solidFill>
          <a:ln w="12700">
            <a:solidFill>
              <a:srgbClr val="2B6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379"/>
          </a:solidFill>
          <a:ln w="12700">
            <a:solidFill>
              <a:srgbClr val="3453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1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61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فَنٌ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2">
    <p:bg>
      <p:bgPr>
        <a:solidFill>
          <a:srgbClr val="EE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قَنٌ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3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05E"/>
          </a:solidFill>
          <a:ln w="12700">
            <a:solidFill>
              <a:srgbClr val="EDD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1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1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71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كَنٌ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4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DE0"/>
          </a:solidFill>
          <a:ln w="12700">
            <a:solidFill>
              <a:srgbClr val="525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D70"/>
          </a:solidFill>
          <a:ln w="12700">
            <a:solidFill>
              <a:srgbClr val="DB9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8547"/>
          </a:solidFill>
          <a:ln w="12700">
            <a:solidFill>
              <a:srgbClr val="56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6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لَنٌ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5">
    <p:bg>
      <p:bgPr>
        <a:solidFill>
          <a:srgbClr val="F6C3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364"/>
          </a:solidFill>
          <a:ln w="12700">
            <a:solidFill>
              <a:srgbClr val="D87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C"/>
          </a:solidFill>
          <a:ln w="12700">
            <a:solidFill>
              <a:srgbClr val="D1474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مَنٌ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6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5000" dirty="0"/>
          </a:p>
        </p:txBody>
      </p:sp>
      <p:sp>
        <p:nvSpPr>
          <p:cNvPr id="14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15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7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82B64"/>
          </a:solidFill>
          <a:ln w="12700">
            <a:solidFill>
              <a:srgbClr val="5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5"/>
          </a:solidFill>
          <a:ln w="12700">
            <a:solidFill>
              <a:srgbClr val="793465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أَهٌ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8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بَهٌ</a:t>
            </a:r>
            <a:endParaRPr lang="ar-SA" sz="9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9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D"/>
          </a:solidFill>
          <a:ln w="12700">
            <a:solidFill>
              <a:srgbClr val="5EEDA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5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5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75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تَهٌ</a:t>
            </a:r>
            <a:endParaRPr lang="ar-SA" sz="9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0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0"/>
          </a:solidFill>
          <a:ln w="12700">
            <a:solidFill>
              <a:srgbClr val="E0528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3"/>
          </a:solidFill>
          <a:ln w="12700">
            <a:solidFill>
              <a:srgbClr val="70DB8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685"/>
          </a:solidFill>
          <a:ln w="12700">
            <a:solidFill>
              <a:srgbClr val="4766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7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67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ثَهٌ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1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2D864"/>
          </a:solidFill>
          <a:ln w="12700">
            <a:solidFill>
              <a:srgbClr val="7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FD147"/>
          </a:solidFill>
          <a:ln w="12700">
            <a:solidFill>
              <a:srgbClr val="6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جَهٌ</a:t>
            </a:r>
            <a:endParaRPr lang="ar-SA" sz="9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2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حَهٌ</a:t>
            </a:r>
            <a:endParaRPr lang="ar-SA" sz="9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3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A2B"/>
          </a:solidFill>
          <a:ln w="12700">
            <a:solidFill>
              <a:srgbClr val="644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67934"/>
          </a:solidFill>
          <a:ln w="12700">
            <a:solidFill>
              <a:srgbClr val="76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خَهٌ</a:t>
            </a:r>
            <a:endParaRPr lang="ar-SA" sz="9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4">
    <p:bg>
      <p:bgPr>
        <a:solidFill>
          <a:srgbClr val="C3F6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7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دَهٌ</a:t>
            </a:r>
            <a:endParaRPr lang="ar-SA" sz="10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5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95EED"/>
          </a:solidFill>
          <a:ln w="12700">
            <a:solidFill>
              <a:srgbClr val="8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4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4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4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74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ذَهٌ</a:t>
            </a:r>
            <a:endParaRPr lang="ar-SA" sz="9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6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4E052"/>
          </a:solidFill>
          <a:ln w="12700">
            <a:solidFill>
              <a:srgbClr val="A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8DB"/>
          </a:solidFill>
          <a:ln w="12700">
            <a:solidFill>
              <a:srgbClr val="707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5"/>
          </a:solidFill>
          <a:ln w="12700">
            <a:solidFill>
              <a:srgbClr val="85477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70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رَهٌ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7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FD8"/>
          </a:solidFill>
          <a:ln w="12700">
            <a:solidFill>
              <a:srgbClr val="648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1D1"/>
          </a:solidFill>
          <a:ln w="12700">
            <a:solidFill>
              <a:srgbClr val="479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زَهٌ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8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سَهٌ</a:t>
            </a:r>
            <a:endParaRPr lang="ar-SA" sz="9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9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C"/>
          </a:solidFill>
          <a:ln w="12700">
            <a:solidFill>
              <a:srgbClr val="2B64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B"/>
          </a:solidFill>
          <a:ln w="12700">
            <a:solidFill>
              <a:srgbClr val="34796B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شَهٌ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0">
    <p:bg>
      <p:bgPr>
        <a:solidFill>
          <a:srgbClr val="C8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صَهٌ</a:t>
            </a:r>
            <a:endParaRPr lang="ar-SA" sz="9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1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55E"/>
          </a:solidFill>
          <a:ln w="12700">
            <a:solidFill>
              <a:srgbClr val="ED6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ضَهٌ</a:t>
            </a:r>
            <a:endParaRPr lang="ar-SA" sz="9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2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7E0"/>
          </a:solidFill>
          <a:ln w="12700">
            <a:solidFill>
              <a:srgbClr val="52C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3"/>
          </a:solidFill>
          <a:ln w="12700">
            <a:solidFill>
              <a:srgbClr val="DB709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8547"/>
          </a:solidFill>
          <a:ln w="12700">
            <a:solidFill>
              <a:srgbClr val="84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7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67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طَهٌ</a:t>
            </a:r>
            <a:endParaRPr lang="ar-SA" sz="9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3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C"/>
          </a:solidFill>
          <a:ln w="12700">
            <a:solidFill>
              <a:srgbClr val="D864A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3"/>
          </a:solidFill>
          <a:ln w="12700">
            <a:solidFill>
              <a:srgbClr val="D147B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ظَهٌ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4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عَهٌ</a:t>
            </a:r>
            <a:endParaRPr lang="ar-SA" sz="9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5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2B64"/>
          </a:solidFill>
          <a:ln w="12700">
            <a:solidFill>
              <a:srgbClr val="2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3479"/>
          </a:solidFill>
          <a:ln w="12700">
            <a:solidFill>
              <a:srgbClr val="5A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غَهٌ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6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فَهٌ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7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BED5E"/>
          </a:solidFill>
          <a:ln w="12700">
            <a:solidFill>
              <a:srgbClr val="7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70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قَهٌ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8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652E0"/>
          </a:solidFill>
          <a:ln w="12700">
            <a:solidFill>
              <a:srgbClr val="D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EDB70"/>
          </a:solidFill>
          <a:ln w="12700">
            <a:solidFill>
              <a:srgbClr val="A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6"/>
          </a:solidFill>
          <a:ln w="12700">
            <a:solidFill>
              <a:srgbClr val="478576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2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72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كَهٌ</a:t>
            </a:r>
            <a:endParaRPr lang="ar-SA" sz="9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9">
    <p:bg>
      <p:bgPr>
        <a:solidFill>
          <a:srgbClr val="F6E8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9D864"/>
          </a:solidFill>
          <a:ln w="12700">
            <a:solidFill>
              <a:srgbClr val="C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D47"/>
          </a:solidFill>
          <a:ln w="12700">
            <a:solidFill>
              <a:srgbClr val="D1C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6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لَهٌ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0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مَهٌ</a:t>
            </a:r>
            <a:endParaRPr lang="ar-SA" sz="9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1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6"/>
          </a:solidFill>
          <a:ln w="12700">
            <a:solidFill>
              <a:srgbClr val="642B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934"/>
          </a:solidFill>
          <a:ln w="12700">
            <a:solidFill>
              <a:srgbClr val="794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1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71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نَهٌ</a:t>
            </a:r>
            <a:endParaRPr lang="ar-SA" sz="9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2">
    <p:bg>
      <p:bgPr>
        <a:solidFill>
          <a:srgbClr val="D8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33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13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3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EED"/>
          </a:solidFill>
          <a:ln w="12700">
            <a:solidFill>
              <a:srgbClr val="5E9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أَوٌ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4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252"/>
          </a:solidFill>
          <a:ln w="12700">
            <a:solidFill>
              <a:srgbClr val="E0B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8DB"/>
          </a:solidFill>
          <a:ln w="12700">
            <a:solidFill>
              <a:srgbClr val="70C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4785"/>
          </a:solidFill>
          <a:ln w="12700">
            <a:solidFill>
              <a:srgbClr val="67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5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65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بَوٌ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5">
    <p:bg>
      <p:bgPr>
        <a:solidFill>
          <a:srgbClr val="C3F6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A"/>
          </a:solidFill>
          <a:ln w="12700">
            <a:solidFill>
              <a:srgbClr val="47D1A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تَوٌ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6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ثَوٌ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7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4642B"/>
          </a:solidFill>
          <a:ln w="12700">
            <a:solidFill>
              <a:srgbClr val="4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8"/>
          </a:solidFill>
          <a:ln w="12700">
            <a:solidFill>
              <a:srgbClr val="347938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58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جَوٌ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8">
    <p:bg>
      <p:bgPr>
        <a:solidFill>
          <a:srgbClr val="C3E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حَوٌ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9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2"/>
          </a:solidFill>
          <a:ln w="12700">
            <a:solidFill>
              <a:srgbClr val="ED5EC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خَوٌ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0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F"/>
          </a:solidFill>
          <a:ln w="12700">
            <a:solidFill>
              <a:srgbClr val="52E08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370DB"/>
          </a:solidFill>
          <a:ln w="12700">
            <a:solidFill>
              <a:srgbClr val="D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747"/>
          </a:solidFill>
          <a:ln w="12700">
            <a:solidFill>
              <a:srgbClr val="8557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70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دَوٌ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1">
    <p:bg>
      <p:bgPr>
        <a:solidFill>
          <a:srgbClr val="CE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E64D8"/>
          </a:solidFill>
          <a:ln w="12700">
            <a:solidFill>
              <a:srgbClr val="A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847D1"/>
          </a:solidFill>
          <a:ln w="12700">
            <a:solidFill>
              <a:srgbClr val="8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ذَوٌ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2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رَوٌ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3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364"/>
          </a:solidFill>
          <a:ln w="12700">
            <a:solidFill>
              <a:srgbClr val="2B5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279"/>
          </a:solidFill>
          <a:ln w="12700">
            <a:solidFill>
              <a:srgbClr val="3442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70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زَوٌ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4">
    <p:bg>
      <p:bgPr>
        <a:solidFill>
          <a:srgbClr val="F6C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سَوٌ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5">
    <p:bg>
      <p:bgPr>
        <a:solidFill>
          <a:srgbClr val="E3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6ED5E"/>
          </a:solidFill>
          <a:ln w="12700">
            <a:solidFill>
              <a:srgbClr val="E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شَوٌ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6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B52E0"/>
          </a:solidFill>
          <a:ln w="12700">
            <a:solidFill>
              <a:srgbClr val="6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970"/>
          </a:solidFill>
          <a:ln w="12700">
            <a:solidFill>
              <a:srgbClr val="DBB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8"/>
          </a:solidFill>
          <a:ln w="12700">
            <a:solidFill>
              <a:srgbClr val="478548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صَوٌ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7">
    <p:bg>
      <p:bgPr>
        <a:solidFill>
          <a:srgbClr val="F6C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164"/>
          </a:solidFill>
          <a:ln w="12700">
            <a:solidFill>
              <a:srgbClr val="D89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647"/>
          </a:solidFill>
          <a:ln w="12700">
            <a:solidFill>
              <a:srgbClr val="D16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ضَوٌ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8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طَوٌ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9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1"/>
          </a:solidFill>
          <a:ln w="12700">
            <a:solidFill>
              <a:srgbClr val="642B6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3"/>
          </a:solidFill>
          <a:ln w="12700">
            <a:solidFill>
              <a:srgbClr val="793453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7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67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ظَوٌ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0">
    <p:bg>
      <p:bgPr>
        <a:solidFill>
          <a:srgbClr val="F6EF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عَوٌ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1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1"/>
          </a:solidFill>
          <a:ln w="12700">
            <a:solidFill>
              <a:srgbClr val="5EEDD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58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غَوٌ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2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C"/>
          </a:solidFill>
          <a:ln w="12700">
            <a:solidFill>
              <a:srgbClr val="E0525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E"/>
          </a:solidFill>
          <a:ln w="12700">
            <a:solidFill>
              <a:srgbClr val="70DB9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685"/>
          </a:solidFill>
          <a:ln w="12700">
            <a:solidFill>
              <a:srgbClr val="4756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61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فَوٌ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3">
    <p:bg>
      <p:bgPr>
        <a:solidFill>
          <a:srgbClr val="D2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4"/>
          </a:solidFill>
          <a:ln w="12700">
            <a:solidFill>
              <a:srgbClr val="64D87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BD147"/>
          </a:solidFill>
          <a:ln w="12700">
            <a:solidFill>
              <a:srgbClr val="4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قَوٌ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4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كَوٌ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5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92B"/>
          </a:solidFill>
          <a:ln w="12700">
            <a:solidFill>
              <a:srgbClr val="645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7934"/>
          </a:solidFill>
          <a:ln w="12700">
            <a:solidFill>
              <a:srgbClr val="6479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6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لَوٌ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6">
    <p:bg>
      <p:bgPr>
        <a:solidFill>
          <a:srgbClr val="C3F6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مَوٌ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7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D5EED"/>
          </a:solidFill>
          <a:ln w="12700">
            <a:solidFill>
              <a:srgbClr val="A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70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نَوٌ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8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FE052"/>
          </a:solidFill>
          <a:ln w="12700">
            <a:solidFill>
              <a:srgbClr val="7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370DB"/>
          </a:solidFill>
          <a:ln w="12700">
            <a:solidFill>
              <a:srgbClr val="8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5"/>
          </a:solidFill>
          <a:ln w="12700">
            <a:solidFill>
              <a:srgbClr val="85476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70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هَوٌ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9">
    <p:bg>
      <p:bgPr>
        <a:solidFill>
          <a:srgbClr val="C3D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1D8"/>
          </a:solidFill>
          <a:ln w="12700">
            <a:solidFill>
              <a:srgbClr val="647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ED1"/>
          </a:solidFill>
          <a:ln w="12700">
            <a:solidFill>
              <a:srgbClr val="476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0700" dirty="0"/>
          </a:p>
        </p:txBody>
      </p:sp>
      <p:sp>
        <p:nvSpPr>
          <p:cNvPr id="13" name="C2 T1 tanween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10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0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أَيٌ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1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B"/>
          </a:solidFill>
          <a:ln w="12700">
            <a:solidFill>
              <a:srgbClr val="2B64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679"/>
          </a:solidFill>
          <a:ln w="12700">
            <a:solidFill>
              <a:srgbClr val="3476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بَيٌ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2">
    <p:bg>
      <p:bgPr>
        <a:solidFill>
          <a:srgbClr val="D5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تَيٌ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3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A5E"/>
          </a:solidFill>
          <a:ln w="12700">
            <a:solidFill>
              <a:srgbClr val="ED8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ثَيٌ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4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3E0"/>
          </a:solidFill>
          <a:ln w="12700">
            <a:solidFill>
              <a:srgbClr val="52A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8"/>
          </a:solidFill>
          <a:ln w="12700">
            <a:solidFill>
              <a:srgbClr val="DB707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8547"/>
          </a:solidFill>
          <a:ln w="12700">
            <a:solidFill>
              <a:srgbClr val="7485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جَيٌ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5">
    <p:bg>
      <p:bgPr>
        <a:solidFill>
          <a:srgbClr val="F6C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E"/>
          </a:solidFill>
          <a:ln w="12700">
            <a:solidFill>
              <a:srgbClr val="D8648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0"/>
          </a:solidFill>
          <a:ln w="12700">
            <a:solidFill>
              <a:srgbClr val="D1479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حَيٌ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6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خَيٌ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7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2B64"/>
          </a:solidFill>
          <a:ln w="12700">
            <a:solidFill>
              <a:srgbClr val="3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3479"/>
          </a:solidFill>
          <a:ln w="12700">
            <a:solidFill>
              <a:srgbClr val="6C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دَيٌ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8">
    <p:bg>
      <p:bgPr>
        <a:solidFill>
          <a:srgbClr val="F6C8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ذَيٌ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9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6"/>
          </a:solidFill>
          <a:ln w="12700">
            <a:solidFill>
              <a:srgbClr val="5EED6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رَيٌ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0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7"/>
          </a:solidFill>
          <a:ln w="12700">
            <a:solidFill>
              <a:srgbClr val="E052C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2DB70"/>
          </a:solidFill>
          <a:ln w="12700">
            <a:solidFill>
              <a:srgbClr val="9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485"/>
          </a:solidFill>
          <a:ln w="12700">
            <a:solidFill>
              <a:srgbClr val="4784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زَيٌ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1">
    <p:bg>
      <p:bgPr>
        <a:solidFill>
          <a:srgbClr val="F6F5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BD864"/>
          </a:solidFill>
          <a:ln w="12700">
            <a:solidFill>
              <a:srgbClr val="A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2D147"/>
          </a:solidFill>
          <a:ln w="12700">
            <a:solidFill>
              <a:srgbClr val="B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سَيٌ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2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شَيٌ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3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E2B"/>
          </a:solidFill>
          <a:ln w="12700">
            <a:solidFill>
              <a:srgbClr val="642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B34"/>
          </a:solidFill>
          <a:ln w="12700">
            <a:solidFill>
              <a:srgbClr val="795B34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صَيٌ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4">
    <p:bg>
      <p:bgPr>
        <a:solidFill>
          <a:srgbClr val="CB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ضَيٌ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5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AED"/>
          </a:solidFill>
          <a:ln w="12700">
            <a:solidFill>
              <a:srgbClr val="5E7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طَيٌ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6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752"/>
          </a:solidFill>
          <a:ln w="12700">
            <a:solidFill>
              <a:srgbClr val="E0D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DDB"/>
          </a:solidFill>
          <a:ln w="12700">
            <a:solidFill>
              <a:srgbClr val="70A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4785"/>
          </a:solidFill>
          <a:ln w="12700">
            <a:solidFill>
              <a:srgbClr val="764785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ظَيٌ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7">
    <p:bg>
      <p:bgPr>
        <a:solidFill>
          <a:srgbClr val="C3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8D8"/>
          </a:solidFill>
          <a:ln w="12700">
            <a:solidFill>
              <a:srgbClr val="64C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D"/>
          </a:solidFill>
          <a:ln w="12700">
            <a:solidFill>
              <a:srgbClr val="47D1C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عَيٌ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8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غَيٌ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9">
    <p:bg>
      <p:bgPr>
        <a:solidFill>
          <a:srgbClr val="364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9"/>
          </a:solidFill>
          <a:ln w="12700">
            <a:solidFill>
              <a:srgbClr val="34794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فَيٌ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0">
    <p:bg>
      <p:bgPr>
        <a:solidFill>
          <a:srgbClr val="C3D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قَيٌ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1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E"/>
          </a:solidFill>
          <a:ln w="12700">
            <a:solidFill>
              <a:srgbClr val="ED5E9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0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23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600" dirty="0"/>
          </a:p>
        </p:txBody>
      </p:sp>
      <p:sp>
        <p:nvSpPr>
          <p:cNvPr id="24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6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7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كَيٌ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2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3"/>
          </a:solidFill>
          <a:ln w="12700">
            <a:solidFill>
              <a:srgbClr val="52E0B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8"/>
          </a:solidFill>
          <a:ln w="12700">
            <a:solidFill>
              <a:srgbClr val="DB70C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747"/>
          </a:solidFill>
          <a:ln w="12700">
            <a:solidFill>
              <a:srgbClr val="856747"/>
            </a:solidFill>
            <a:prstDash val="solid"/>
          </a:ln>
        </p:spPr>
      </p:sp>
      <p:sp>
        <p:nvSpPr>
          <p:cNvPr id="16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7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20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600" dirty="0"/>
          </a:p>
        </p:txBody>
      </p:sp>
      <p:sp>
        <p:nvSpPr>
          <p:cNvPr id="21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3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4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لَيٌ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3">
    <p:bg>
      <p:bgPr>
        <a:solidFill>
          <a:srgbClr val="DC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C64D8"/>
          </a:solidFill>
          <a:ln w="12700">
            <a:solidFill>
              <a:srgbClr val="C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B47D1"/>
          </a:solidFill>
          <a:ln w="12700">
            <a:solidFill>
              <a:srgbClr val="A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مَيٌ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4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نَيٌ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5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464"/>
          </a:solidFill>
          <a:ln w="12700">
            <a:solidFill>
              <a:srgbClr val="2B4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3479"/>
          </a:solidFill>
          <a:ln w="12700">
            <a:solidFill>
              <a:srgbClr val="383479"/>
            </a:solidFill>
            <a:prstDash val="solid"/>
          </a:ln>
        </p:spPr>
      </p:sp>
      <p:sp>
        <p:nvSpPr>
          <p:cNvPr id="13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4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7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600" dirty="0"/>
          </a:p>
        </p:txBody>
      </p:sp>
      <p:sp>
        <p:nvSpPr>
          <p:cNvPr id="18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0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21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هَيٌ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6">
    <p:bg>
      <p:bgPr>
        <a:solidFill>
          <a:srgbClr val="F6C3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وَيٌ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7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1ED5E"/>
          </a:solidFill>
          <a:ln w="12700">
            <a:solidFill>
              <a:srgbClr val="C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55788" y="896112"/>
            <a:ext cx="17873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B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55788" y="896112"/>
            <a:ext cx="17873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</a:t>
            </a:r>
            <a:endParaRPr lang="ar-SA" sz="5300" dirty="0"/>
          </a:p>
        </p:txBody>
      </p:sp>
      <p:sp>
        <p:nvSpPr>
          <p:cNvPr id="20" name="C2 W2 pill"/>
          <p:cNvSpPr/>
          <p:nvPr/>
        </p:nvSpPr>
        <p:spPr>
          <a:xfrm>
            <a:off x="2500830" y="896112"/>
            <a:ext cx="20349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B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00830" y="896112"/>
            <a:ext cx="20349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مَطَرٌ</a:t>
            </a:r>
            <a:endParaRPr lang="ar-SA" sz="53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94668" y="2834640"/>
            <a:ext cx="355466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94668" y="2834640"/>
            <a:ext cx="355466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 مَطَرٌ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8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F52E0"/>
          </a:solidFill>
          <a:ln w="12700">
            <a:solidFill>
              <a:srgbClr val="8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470"/>
          </a:solidFill>
          <a:ln w="12700">
            <a:solidFill>
              <a:srgbClr val="DBD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8"/>
          </a:solidFill>
          <a:ln w="12700">
            <a:solidFill>
              <a:srgbClr val="478558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62476" y="896112"/>
            <a:ext cx="199752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D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62476" y="896112"/>
            <a:ext cx="19975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ظَهَرَ</a:t>
            </a:r>
            <a:endParaRPr lang="ar-SA" sz="5400" dirty="0"/>
          </a:p>
        </p:txBody>
      </p:sp>
      <p:sp>
        <p:nvSpPr>
          <p:cNvPr id="17" name="C2 W2 pill"/>
          <p:cNvSpPr/>
          <p:nvPr/>
        </p:nvSpPr>
        <p:spPr>
          <a:xfrm>
            <a:off x="2483998" y="896112"/>
            <a:ext cx="185843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D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83998" y="896112"/>
            <a:ext cx="185843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قَمَرٌ</a:t>
            </a:r>
            <a:endParaRPr lang="ar-SA" sz="5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16122" y="2834640"/>
            <a:ext cx="351175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16122" y="2834640"/>
            <a:ext cx="351175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ظَهَرَ قَمَرٌ</a:t>
            </a:r>
            <a:endParaRPr lang="ar-SA" sz="5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9">
    <p:bg>
      <p:bgPr>
        <a:solidFill>
          <a:srgbClr val="F6CF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F64"/>
          </a:solidFill>
          <a:ln w="12700">
            <a:solidFill>
              <a:srgbClr val="D8A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947"/>
          </a:solidFill>
          <a:ln w="12700">
            <a:solidFill>
              <a:srgbClr val="D18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65465" y="896112"/>
            <a:ext cx="192877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0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65465" y="896112"/>
            <a:ext cx="192877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نَبَتَ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349762" y="896112"/>
            <a:ext cx="219566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0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49762" y="896112"/>
            <a:ext cx="219566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شَجَرٌ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73256" y="2834640"/>
            <a:ext cx="379748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73256" y="2834640"/>
            <a:ext cx="379748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نَبَتَ شَجَرٌ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0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428560" y="896112"/>
            <a:ext cx="21788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3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428560" y="896112"/>
            <a:ext cx="21788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endParaRPr lang="ar-SA" sz="5300" dirty="0"/>
          </a:p>
        </p:txBody>
      </p:sp>
      <p:sp>
        <p:nvSpPr>
          <p:cNvPr id="13" name="C2 W2 pill"/>
          <p:cNvSpPr/>
          <p:nvPr/>
        </p:nvSpPr>
        <p:spPr>
          <a:xfrm>
            <a:off x="2536556" y="896112"/>
            <a:ext cx="15719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3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536556" y="896112"/>
            <a:ext cx="15719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وَلَدٌ</a:t>
            </a:r>
            <a:endParaRPr lang="ar-SA" sz="53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32006" y="2834640"/>
            <a:ext cx="347998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32006" y="2834640"/>
            <a:ext cx="347998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 وَلَدٌ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1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2"/>
          </a:solidFill>
          <a:ln w="12700">
            <a:solidFill>
              <a:srgbClr val="642B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1"/>
          </a:solidFill>
          <a:ln w="12700">
            <a:solidFill>
              <a:srgbClr val="793441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52590" y="896112"/>
            <a:ext cx="155476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0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52590" y="896112"/>
            <a:ext cx="155476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قَلَمٌ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636641" y="896112"/>
            <a:ext cx="19959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0E2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36641" y="896112"/>
            <a:ext cx="19959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وَوَرَقٌ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951125" y="2834640"/>
            <a:ext cx="324175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951125" y="2834640"/>
            <a:ext cx="324175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قَلَمٌ وَوَرَقٌ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2">
    <p:bg>
      <p:bgPr>
        <a:solidFill>
          <a:srgbClr val="F1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53189" y="896112"/>
            <a:ext cx="14414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E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53189" y="896112"/>
            <a:ext cx="14414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أَبٌ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949390" y="896112"/>
            <a:ext cx="14837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E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949390" y="896112"/>
            <a:ext cx="14837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وَأَخٌ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308818" y="2834640"/>
            <a:ext cx="252636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308818" y="2834640"/>
            <a:ext cx="252636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أَبٌ وَأَخٌ</a:t>
            </a:r>
            <a:endParaRPr lang="ar-SA" sz="4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3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5ED"/>
          </a:solidFill>
          <a:ln w="12700">
            <a:solidFill>
              <a:srgbClr val="5EE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89739" y="896112"/>
            <a:ext cx="21094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0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89739" y="896112"/>
            <a:ext cx="21094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عِنَبٌ</a:t>
            </a:r>
            <a:endParaRPr lang="ar-SA" sz="5600" dirty="0"/>
          </a:p>
        </p:txBody>
      </p:sp>
      <p:sp>
        <p:nvSpPr>
          <p:cNvPr id="20" name="C2 W2 pill"/>
          <p:cNvSpPr/>
          <p:nvPr/>
        </p:nvSpPr>
        <p:spPr>
          <a:xfrm>
            <a:off x="2044843" y="896112"/>
            <a:ext cx="26248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0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044843" y="896112"/>
            <a:ext cx="26248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وَرُطَبٌ</a:t>
            </a:r>
            <a:endParaRPr lang="ar-SA" sz="5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382791" y="2834640"/>
            <a:ext cx="437841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382791" y="2834640"/>
            <a:ext cx="437841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عِنَبٌ وَرُطَبٌ</a:t>
            </a:r>
            <a:endParaRPr lang="ar-SA" sz="5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4">
    <p:bg>
      <p:bgPr>
        <a:solidFill>
          <a:srgbClr val="45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C52"/>
          </a:solidFill>
          <a:ln w="12700">
            <a:solidFill>
              <a:srgbClr val="E06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9"/>
          </a:solidFill>
          <a:ln w="12700">
            <a:solidFill>
              <a:srgbClr val="70DBB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4785"/>
          </a:solidFill>
          <a:ln w="12700">
            <a:solidFill>
              <a:srgbClr val="48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19495" y="896112"/>
            <a:ext cx="20152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3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19495" y="896112"/>
            <a:ext cx="20152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عَسَلٌ</a:t>
            </a:r>
            <a:endParaRPr lang="ar-SA" sz="4700" dirty="0"/>
          </a:p>
        </p:txBody>
      </p:sp>
      <p:sp>
        <p:nvSpPr>
          <p:cNvPr id="17" name="C2 W2 pill"/>
          <p:cNvSpPr/>
          <p:nvPr/>
        </p:nvSpPr>
        <p:spPr>
          <a:xfrm>
            <a:off x="2509238" y="896112"/>
            <a:ext cx="179021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3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09238" y="896112"/>
            <a:ext cx="179021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وَلَبَنٌ</a:t>
            </a:r>
            <a:endParaRPr lang="ar-SA" sz="47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47023" y="2834640"/>
            <a:ext cx="344995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47023" y="2834640"/>
            <a:ext cx="344995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عَسَلٌ وَلَبَنٌ</a:t>
            </a:r>
            <a:endParaRPr lang="ar-SA" sz="4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444</Slides>
  <Notes>444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444</vt:i4>
      </vt:variant>
    </vt:vector>
  </HeadingPairs>
  <TitlesOfParts>
    <vt:vector size="4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  <vt:lpstr>Slide 277</vt:lpstr>
      <vt:lpstr>Slide 278</vt:lpstr>
      <vt:lpstr>Slide 279</vt:lpstr>
      <vt:lpstr>Slide 280</vt:lpstr>
      <vt:lpstr>Slide 281</vt:lpstr>
      <vt:lpstr>Slide 282</vt:lpstr>
      <vt:lpstr>Slide 283</vt:lpstr>
      <vt:lpstr>Slide 284</vt:lpstr>
      <vt:lpstr>Slide 285</vt:lpstr>
      <vt:lpstr>Slide 286</vt:lpstr>
      <vt:lpstr>Slide 287</vt:lpstr>
      <vt:lpstr>Slide 288</vt:lpstr>
      <vt:lpstr>Slide 289</vt:lpstr>
      <vt:lpstr>Slide 290</vt:lpstr>
      <vt:lpstr>Slide 291</vt:lpstr>
      <vt:lpstr>Slide 292</vt:lpstr>
      <vt:lpstr>Slide 293</vt:lpstr>
      <vt:lpstr>Slide 294</vt:lpstr>
      <vt:lpstr>Slide 295</vt:lpstr>
      <vt:lpstr>Slide 296</vt:lpstr>
      <vt:lpstr>Slide 297</vt:lpstr>
      <vt:lpstr>Slide 298</vt:lpstr>
      <vt:lpstr>Slide 299</vt:lpstr>
      <vt:lpstr>Slide 300</vt:lpstr>
      <vt:lpstr>Slide 301</vt:lpstr>
      <vt:lpstr>Slide 302</vt:lpstr>
      <vt:lpstr>Slide 303</vt:lpstr>
      <vt:lpstr>Slide 304</vt:lpstr>
      <vt:lpstr>Slide 305</vt:lpstr>
      <vt:lpstr>Slide 306</vt:lpstr>
      <vt:lpstr>Slide 307</vt:lpstr>
      <vt:lpstr>Slide 308</vt:lpstr>
      <vt:lpstr>Slide 309</vt:lpstr>
      <vt:lpstr>Slide 310</vt:lpstr>
      <vt:lpstr>Slide 311</vt:lpstr>
      <vt:lpstr>Slide 312</vt:lpstr>
      <vt:lpstr>Slide 313</vt:lpstr>
      <vt:lpstr>Slide 314</vt:lpstr>
      <vt:lpstr>Slide 315</vt:lpstr>
      <vt:lpstr>Slide 316</vt:lpstr>
      <vt:lpstr>Slide 317</vt:lpstr>
      <vt:lpstr>Slide 318</vt:lpstr>
      <vt:lpstr>Slide 319</vt:lpstr>
      <vt:lpstr>Slide 320</vt:lpstr>
      <vt:lpstr>Slide 321</vt:lpstr>
      <vt:lpstr>Slide 322</vt:lpstr>
      <vt:lpstr>Slide 323</vt:lpstr>
      <vt:lpstr>Slide 324</vt:lpstr>
      <vt:lpstr>Slide 325</vt:lpstr>
      <vt:lpstr>Slide 326</vt:lpstr>
      <vt:lpstr>Slide 327</vt:lpstr>
      <vt:lpstr>Slide 328</vt:lpstr>
      <vt:lpstr>Slide 329</vt:lpstr>
      <vt:lpstr>Slide 330</vt:lpstr>
      <vt:lpstr>Slide 331</vt:lpstr>
      <vt:lpstr>Slide 332</vt:lpstr>
      <vt:lpstr>Slide 333</vt:lpstr>
      <vt:lpstr>Slide 334</vt:lpstr>
      <vt:lpstr>Slide 335</vt:lpstr>
      <vt:lpstr>Slide 336</vt:lpstr>
      <vt:lpstr>Slide 337</vt:lpstr>
      <vt:lpstr>Slide 338</vt:lpstr>
      <vt:lpstr>Slide 339</vt:lpstr>
      <vt:lpstr>Slide 340</vt:lpstr>
      <vt:lpstr>Slide 341</vt:lpstr>
      <vt:lpstr>Slide 342</vt:lpstr>
      <vt:lpstr>Slide 343</vt:lpstr>
      <vt:lpstr>Slide 344</vt:lpstr>
      <vt:lpstr>Slide 345</vt:lpstr>
      <vt:lpstr>Slide 346</vt:lpstr>
      <vt:lpstr>Slide 347</vt:lpstr>
      <vt:lpstr>Slide 348</vt:lpstr>
      <vt:lpstr>Slide 349</vt:lpstr>
      <vt:lpstr>Slide 350</vt:lpstr>
      <vt:lpstr>Slide 351</vt:lpstr>
      <vt:lpstr>Slide 352</vt:lpstr>
      <vt:lpstr>Slide 353</vt:lpstr>
      <vt:lpstr>Slide 354</vt:lpstr>
      <vt:lpstr>Slide 355</vt:lpstr>
      <vt:lpstr>Slide 356</vt:lpstr>
      <vt:lpstr>Slide 357</vt:lpstr>
      <vt:lpstr>Slide 358</vt:lpstr>
      <vt:lpstr>Slide 359</vt:lpstr>
      <vt:lpstr>Slide 360</vt:lpstr>
      <vt:lpstr>Slide 361</vt:lpstr>
      <vt:lpstr>Slide 362</vt:lpstr>
      <vt:lpstr>Slide 363</vt:lpstr>
      <vt:lpstr>Slide 364</vt:lpstr>
      <vt:lpstr>Slide 365</vt:lpstr>
      <vt:lpstr>Slide 366</vt:lpstr>
      <vt:lpstr>Slide 367</vt:lpstr>
      <vt:lpstr>Slide 368</vt:lpstr>
      <vt:lpstr>Slide 369</vt:lpstr>
      <vt:lpstr>Slide 370</vt:lpstr>
      <vt:lpstr>Slide 371</vt:lpstr>
      <vt:lpstr>Slide 372</vt:lpstr>
      <vt:lpstr>Slide 373</vt:lpstr>
      <vt:lpstr>Slide 374</vt:lpstr>
      <vt:lpstr>Slide 375</vt:lpstr>
      <vt:lpstr>Slide 376</vt:lpstr>
      <vt:lpstr>Slide 377</vt:lpstr>
      <vt:lpstr>Slide 378</vt:lpstr>
      <vt:lpstr>Slide 379</vt:lpstr>
      <vt:lpstr>Slide 380</vt:lpstr>
      <vt:lpstr>Slide 381</vt:lpstr>
      <vt:lpstr>Slide 382</vt:lpstr>
      <vt:lpstr>Slide 383</vt:lpstr>
      <vt:lpstr>Slide 384</vt:lpstr>
      <vt:lpstr>Slide 385</vt:lpstr>
      <vt:lpstr>Slide 386</vt:lpstr>
      <vt:lpstr>Slide 387</vt:lpstr>
      <vt:lpstr>Slide 388</vt:lpstr>
      <vt:lpstr>Slide 389</vt:lpstr>
      <vt:lpstr>Slide 390</vt:lpstr>
      <vt:lpstr>Slide 391</vt:lpstr>
      <vt:lpstr>Slide 392</vt:lpstr>
      <vt:lpstr>Slide 393</vt:lpstr>
      <vt:lpstr>Slide 394</vt:lpstr>
      <vt:lpstr>Slide 395</vt:lpstr>
      <vt:lpstr>Slide 396</vt:lpstr>
      <vt:lpstr>Slide 397</vt:lpstr>
      <vt:lpstr>Slide 398</vt:lpstr>
      <vt:lpstr>Slide 399</vt:lpstr>
      <vt:lpstr>Slide 400</vt:lpstr>
      <vt:lpstr>Slide 401</vt:lpstr>
      <vt:lpstr>Slide 402</vt:lpstr>
      <vt:lpstr>Slide 403</vt:lpstr>
      <vt:lpstr>Slide 404</vt:lpstr>
      <vt:lpstr>Slide 405</vt:lpstr>
      <vt:lpstr>Slide 406</vt:lpstr>
      <vt:lpstr>Slide 407</vt:lpstr>
      <vt:lpstr>Slide 408</vt:lpstr>
      <vt:lpstr>Slide 409</vt:lpstr>
      <vt:lpstr>Slide 410</vt:lpstr>
      <vt:lpstr>Slide 411</vt:lpstr>
      <vt:lpstr>Slide 412</vt:lpstr>
      <vt:lpstr>Slide 413</vt:lpstr>
      <vt:lpstr>Slide 414</vt:lpstr>
      <vt:lpstr>Slide 415</vt:lpstr>
      <vt:lpstr>Slide 416</vt:lpstr>
      <vt:lpstr>Slide 417</vt:lpstr>
      <vt:lpstr>Slide 418</vt:lpstr>
      <vt:lpstr>Slide 419</vt:lpstr>
      <vt:lpstr>Slide 420</vt:lpstr>
      <vt:lpstr>Slide 421</vt:lpstr>
      <vt:lpstr>Slide 422</vt:lpstr>
      <vt:lpstr>Slide 423</vt:lpstr>
      <vt:lpstr>Slide 424</vt:lpstr>
      <vt:lpstr>Slide 425</vt:lpstr>
      <vt:lpstr>Slide 426</vt:lpstr>
      <vt:lpstr>Slide 427</vt:lpstr>
      <vt:lpstr>Slide 428</vt:lpstr>
      <vt:lpstr>Slide 429</vt:lpstr>
      <vt:lpstr>Slide 430</vt:lpstr>
      <vt:lpstr>Slide 431</vt:lpstr>
      <vt:lpstr>Slide 432</vt:lpstr>
      <vt:lpstr>Slide 433</vt:lpstr>
      <vt:lpstr>Slide 434</vt:lpstr>
      <vt:lpstr>Slide 435</vt:lpstr>
      <vt:lpstr>Slide 436</vt:lpstr>
      <vt:lpstr>Slide 437</vt:lpstr>
      <vt:lpstr>Slide 438</vt:lpstr>
      <vt:lpstr>Slide 439</vt:lpstr>
      <vt:lpstr>Slide 440</vt:lpstr>
      <vt:lpstr>Slide 441</vt:lpstr>
      <vt:lpstr>Slide 442</vt:lpstr>
      <vt:lpstr>Slide 443</vt:lpstr>
      <vt:lpstr>Slide 444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Tanween-3-Dammatan</dc:title>
  <dc:subject>PptxGenJS Presentation</dc:subject>
  <dc:creator>PptxGenJS</dc:creator>
  <cp:lastModifiedBy>PptxGenJS</cp:lastModifiedBy>
  <cp:revision>1</cp:revision>
  <dcterms:created xsi:type="dcterms:W3CDTF">2026-10-21T18:02:32Z</dcterms:created>
  <dcterms:modified xsi:type="dcterms:W3CDTF">2026-10-21T18:02:32Z</dcterms:modified>
</cp:coreProperties>
</file>