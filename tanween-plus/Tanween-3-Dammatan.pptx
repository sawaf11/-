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</p:sldIdLst>
  <p:notesMasterIdLst>
    <p:notesMasterId r:id="rId4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notesMaster" Target="notesMasters/notesMaster1.xml"/><Relationship Id="rId447" Type="http://schemas.openxmlformats.org/officeDocument/2006/relationships/presProps" Target="presProps.xml"/><Relationship Id="rId448" Type="http://schemas.openxmlformats.org/officeDocument/2006/relationships/viewProps" Target="viewProps.xml"/><Relationship Id="rId449" Type="http://schemas.openxmlformats.org/officeDocument/2006/relationships/theme" Target="theme/theme1.xml"/><Relationship Id="rId4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بَأٌ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ثَأٌ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جَأٌ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خَأٌ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دَأٌ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ثَبٌ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خَبٌ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دَبٌ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5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1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دَثٌ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1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2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بَدٌ</a:t>
            </a:r>
            <a:endParaRPr lang="ar-SA" sz="9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جَدٌ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970"/>
          </a:solidFill>
          <a:ln w="12700">
            <a:solidFill>
              <a:srgbClr val="DB9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خَدٌ</a:t>
            </a:r>
            <a:endParaRPr lang="ar-SA" sz="10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2"/>
          </a:solidFill>
          <a:ln w="12700">
            <a:solidFill>
              <a:srgbClr val="D147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2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جَذٌ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خَذٌ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5EED"/>
          </a:solidFill>
          <a:ln w="12700">
            <a:solidFill>
              <a:srgbClr val="8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3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1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0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0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شَصٌ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0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بَضٌ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جَضٌ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خَضٌ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دَضٌ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رَضٌ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زَضٌ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شَضٌ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19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صَضٌ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0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6C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445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45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1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6C3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3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1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5EED"/>
          </a:solidFill>
          <a:ln w="12700">
            <a:solidFill>
              <a:srgbClr val="8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6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0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6E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A47"/>
          </a:solidFill>
          <a:ln w="12700">
            <a:solidFill>
              <a:srgbClr val="D1C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D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2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خَقٌ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6C3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ظَقٌ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C3F6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1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3D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3D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6C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C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1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D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6C3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C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3D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1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E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F0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6D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E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3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3C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144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3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6D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C3F6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45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3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فَنٌ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E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6C3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خَهٌ</a:t>
            </a:r>
            <a:endParaRPr lang="ar-SA" sz="9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C3F6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دَهٌ</a:t>
            </a:r>
            <a:endParaRPr lang="ar-SA" sz="10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شَهٌ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طَهٌ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ظَهٌ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فَهٌ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6E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نَهٌ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D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C3F6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6C3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6C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6E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D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C3F6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C3D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D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F6C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6C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C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C3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36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3D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D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6C3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5788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5788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500830" y="896112"/>
            <a:ext cx="20349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0830" y="896112"/>
            <a:ext cx="20349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مَطَرٌ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4668" y="2834640"/>
            <a:ext cx="355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4668" y="2834640"/>
            <a:ext cx="355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مَطَرٌ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476" y="896112"/>
            <a:ext cx="19975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476" y="896112"/>
            <a:ext cx="19975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83998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D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3998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6122" y="2834640"/>
            <a:ext cx="35117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6122" y="2834640"/>
            <a:ext cx="35117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قَمَرٌ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F6C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5465" y="896112"/>
            <a:ext cx="19287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5465" y="896112"/>
            <a:ext cx="19287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9762" y="896112"/>
            <a:ext cx="21956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9762" y="896112"/>
            <a:ext cx="21956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3256" y="2834640"/>
            <a:ext cx="37974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3256" y="2834640"/>
            <a:ext cx="37974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شَجَرٌ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2856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2856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5365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3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5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2006" y="2834640"/>
            <a:ext cx="3479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2006" y="2834640"/>
            <a:ext cx="3479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وَلَدٌ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590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590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36641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0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6641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وَوَرَقٌ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1125" y="2834640"/>
            <a:ext cx="32417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1125" y="2834640"/>
            <a:ext cx="32417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 وَوَرَقٌ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1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3189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3189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949390" y="896112"/>
            <a:ext cx="14837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49390" y="896112"/>
            <a:ext cx="14837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308818" y="2834640"/>
            <a:ext cx="2526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308818" y="2834640"/>
            <a:ext cx="2526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 وَأَخٌ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89739" y="896112"/>
            <a:ext cx="210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89739" y="896112"/>
            <a:ext cx="210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044843" y="896112"/>
            <a:ext cx="2624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44843" y="896112"/>
            <a:ext cx="2624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وَرُطَبٌ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82791" y="2834640"/>
            <a:ext cx="43784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82791" y="2834640"/>
            <a:ext cx="43784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 وَرُطَبٌ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45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19495" y="896112"/>
            <a:ext cx="2015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3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19495" y="896112"/>
            <a:ext cx="2015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09238" y="896112"/>
            <a:ext cx="17902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9238" y="896112"/>
            <a:ext cx="17902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وَلَبَنٌ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7023" y="2834640"/>
            <a:ext cx="34499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7023" y="2834640"/>
            <a:ext cx="34499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 وَلَبَنٌ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444</Slides>
  <Notes>444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444</vt:i4>
      </vt:variant>
    </vt:vector>
  </HeadingPairs>
  <TitlesOfParts>
    <vt:vector size="4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Tanween-3-Dammatan</dc:title>
  <dc:subject>PptxGenJS Presentation</dc:subject>
  <dc:creator>PptxGenJS</dc:creator>
  <cp:lastModifiedBy>PptxGenJS</cp:lastModifiedBy>
  <cp:revision>1</cp:revision>
  <dcterms:created xsi:type="dcterms:W3CDTF">2026-10-21T17:39:12Z</dcterms:created>
  <dcterms:modified xsi:type="dcterms:W3CDTF">2026-10-21T17:39:12Z</dcterms:modified>
</cp:coreProperties>
</file>