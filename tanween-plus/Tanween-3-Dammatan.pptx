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slideMasters/slideMaster389.xml" ContentType="application/vnd.openxmlformats-officedocument.presentationml.slideMaster+xml"/>
  <Override PartName="/ppt/slides/slide389.xml" ContentType="application/vnd.openxmlformats-officedocument.presentationml.slide+xml"/>
  <Override PartName="/ppt/slideMasters/slideMaster390.xml" ContentType="application/vnd.openxmlformats-officedocument.presentationml.slideMaster+xml"/>
  <Override PartName="/ppt/slides/slide390.xml" ContentType="application/vnd.openxmlformats-officedocument.presentationml.slide+xml"/>
  <Override PartName="/ppt/slideMasters/slideMaster391.xml" ContentType="application/vnd.openxmlformats-officedocument.presentationml.slideMaster+xml"/>
  <Override PartName="/ppt/slides/slide391.xml" ContentType="application/vnd.openxmlformats-officedocument.presentationml.slide+xml"/>
  <Override PartName="/ppt/slideMasters/slideMaster392.xml" ContentType="application/vnd.openxmlformats-officedocument.presentationml.slideMaster+xml"/>
  <Override PartName="/ppt/slides/slide392.xml" ContentType="application/vnd.openxmlformats-officedocument.presentationml.slide+xml"/>
  <Override PartName="/ppt/slideMasters/slideMaster393.xml" ContentType="application/vnd.openxmlformats-officedocument.presentationml.slideMaster+xml"/>
  <Override PartName="/ppt/slides/slide393.xml" ContentType="application/vnd.openxmlformats-officedocument.presentationml.slide+xml"/>
  <Override PartName="/ppt/slideMasters/slideMaster394.xml" ContentType="application/vnd.openxmlformats-officedocument.presentationml.slideMaster+xml"/>
  <Override PartName="/ppt/slides/slide394.xml" ContentType="application/vnd.openxmlformats-officedocument.presentationml.slide+xml"/>
  <Override PartName="/ppt/slideMasters/slideMaster395.xml" ContentType="application/vnd.openxmlformats-officedocument.presentationml.slideMaster+xml"/>
  <Override PartName="/ppt/slides/slide395.xml" ContentType="application/vnd.openxmlformats-officedocument.presentationml.slide+xml"/>
  <Override PartName="/ppt/slideMasters/slideMaster396.xml" ContentType="application/vnd.openxmlformats-officedocument.presentationml.slideMaster+xml"/>
  <Override PartName="/ppt/slides/slide396.xml" ContentType="application/vnd.openxmlformats-officedocument.presentationml.slide+xml"/>
  <Override PartName="/ppt/slideMasters/slideMaster397.xml" ContentType="application/vnd.openxmlformats-officedocument.presentationml.slideMaster+xml"/>
  <Override PartName="/ppt/slides/slide397.xml" ContentType="application/vnd.openxmlformats-officedocument.presentationml.slide+xml"/>
  <Override PartName="/ppt/slideMasters/slideMaster398.xml" ContentType="application/vnd.openxmlformats-officedocument.presentationml.slideMaster+xml"/>
  <Override PartName="/ppt/slides/slide398.xml" ContentType="application/vnd.openxmlformats-officedocument.presentationml.slide+xml"/>
  <Override PartName="/ppt/slideMasters/slideMaster399.xml" ContentType="application/vnd.openxmlformats-officedocument.presentationml.slideMaster+xml"/>
  <Override PartName="/ppt/slides/slide399.xml" ContentType="application/vnd.openxmlformats-officedocument.presentationml.slide+xml"/>
  <Override PartName="/ppt/slideMasters/slideMaster400.xml" ContentType="application/vnd.openxmlformats-officedocument.presentationml.slideMaster+xml"/>
  <Override PartName="/ppt/slides/slide400.xml" ContentType="application/vnd.openxmlformats-officedocument.presentationml.slide+xml"/>
  <Override PartName="/ppt/slideMasters/slideMaster401.xml" ContentType="application/vnd.openxmlformats-officedocument.presentationml.slideMaster+xml"/>
  <Override PartName="/ppt/slides/slide401.xml" ContentType="application/vnd.openxmlformats-officedocument.presentationml.slide+xml"/>
  <Override PartName="/ppt/slideMasters/slideMaster402.xml" ContentType="application/vnd.openxmlformats-officedocument.presentationml.slideMaster+xml"/>
  <Override PartName="/ppt/slides/slide402.xml" ContentType="application/vnd.openxmlformats-officedocument.presentationml.slide+xml"/>
  <Override PartName="/ppt/slideMasters/slideMaster403.xml" ContentType="application/vnd.openxmlformats-officedocument.presentationml.slideMaster+xml"/>
  <Override PartName="/ppt/slides/slide403.xml" ContentType="application/vnd.openxmlformats-officedocument.presentationml.slide+xml"/>
  <Override PartName="/ppt/slideMasters/slideMaster404.xml" ContentType="application/vnd.openxmlformats-officedocument.presentationml.slideMaster+xml"/>
  <Override PartName="/ppt/slides/slide404.xml" ContentType="application/vnd.openxmlformats-officedocument.presentationml.slide+xml"/>
  <Override PartName="/ppt/slideMasters/slideMaster405.xml" ContentType="application/vnd.openxmlformats-officedocument.presentationml.slideMaster+xml"/>
  <Override PartName="/ppt/slides/slide405.xml" ContentType="application/vnd.openxmlformats-officedocument.presentationml.slide+xml"/>
  <Override PartName="/ppt/slideMasters/slideMaster406.xml" ContentType="application/vnd.openxmlformats-officedocument.presentationml.slideMaster+xml"/>
  <Override PartName="/ppt/slides/slide406.xml" ContentType="application/vnd.openxmlformats-officedocument.presentationml.slide+xml"/>
  <Override PartName="/ppt/slideMasters/slideMaster407.xml" ContentType="application/vnd.openxmlformats-officedocument.presentationml.slideMaster+xml"/>
  <Override PartName="/ppt/slides/slide407.xml" ContentType="application/vnd.openxmlformats-officedocument.presentationml.slide+xml"/>
  <Override PartName="/ppt/slideMasters/slideMaster408.xml" ContentType="application/vnd.openxmlformats-officedocument.presentationml.slideMaster+xml"/>
  <Override PartName="/ppt/slides/slide408.xml" ContentType="application/vnd.openxmlformats-officedocument.presentationml.slide+xml"/>
  <Override PartName="/ppt/slideMasters/slideMaster409.xml" ContentType="application/vnd.openxmlformats-officedocument.presentationml.slideMaster+xml"/>
  <Override PartName="/ppt/slides/slide409.xml" ContentType="application/vnd.openxmlformats-officedocument.presentationml.slide+xml"/>
  <Override PartName="/ppt/slideMasters/slideMaster410.xml" ContentType="application/vnd.openxmlformats-officedocument.presentationml.slideMaster+xml"/>
  <Override PartName="/ppt/slides/slide410.xml" ContentType="application/vnd.openxmlformats-officedocument.presentationml.slide+xml"/>
  <Override PartName="/ppt/slideMasters/slideMaster411.xml" ContentType="application/vnd.openxmlformats-officedocument.presentationml.slideMaster+xml"/>
  <Override PartName="/ppt/slides/slide411.xml" ContentType="application/vnd.openxmlformats-officedocument.presentationml.slide+xml"/>
  <Override PartName="/ppt/slideMasters/slideMaster412.xml" ContentType="application/vnd.openxmlformats-officedocument.presentationml.slideMaster+xml"/>
  <Override PartName="/ppt/slides/slide412.xml" ContentType="application/vnd.openxmlformats-officedocument.presentationml.slide+xml"/>
  <Override PartName="/ppt/slideMasters/slideMaster413.xml" ContentType="application/vnd.openxmlformats-officedocument.presentationml.slideMaster+xml"/>
  <Override PartName="/ppt/slides/slide413.xml" ContentType="application/vnd.openxmlformats-officedocument.presentationml.slide+xml"/>
  <Override PartName="/ppt/slideMasters/slideMaster414.xml" ContentType="application/vnd.openxmlformats-officedocument.presentationml.slideMaster+xml"/>
  <Override PartName="/ppt/slides/slide414.xml" ContentType="application/vnd.openxmlformats-officedocument.presentationml.slide+xml"/>
  <Override PartName="/ppt/slideMasters/slideMaster415.xml" ContentType="application/vnd.openxmlformats-officedocument.presentationml.slideMaster+xml"/>
  <Override PartName="/ppt/slides/slide415.xml" ContentType="application/vnd.openxmlformats-officedocument.presentationml.slide+xml"/>
  <Override PartName="/ppt/slideMasters/slideMaster416.xml" ContentType="application/vnd.openxmlformats-officedocument.presentationml.slideMaster+xml"/>
  <Override PartName="/ppt/slides/slide416.xml" ContentType="application/vnd.openxmlformats-officedocument.presentationml.slide+xml"/>
  <Override PartName="/ppt/slideMasters/slideMaster417.xml" ContentType="application/vnd.openxmlformats-officedocument.presentationml.slideMaster+xml"/>
  <Override PartName="/ppt/slides/slide417.xml" ContentType="application/vnd.openxmlformats-officedocument.presentationml.slide+xml"/>
  <Override PartName="/ppt/slideMasters/slideMaster418.xml" ContentType="application/vnd.openxmlformats-officedocument.presentationml.slideMaster+xml"/>
  <Override PartName="/ppt/slides/slide418.xml" ContentType="application/vnd.openxmlformats-officedocument.presentationml.slide+xml"/>
  <Override PartName="/ppt/slideMasters/slideMaster419.xml" ContentType="application/vnd.openxmlformats-officedocument.presentationml.slideMaster+xml"/>
  <Override PartName="/ppt/slides/slide419.xml" ContentType="application/vnd.openxmlformats-officedocument.presentationml.slide+xml"/>
  <Override PartName="/ppt/slideMasters/slideMaster420.xml" ContentType="application/vnd.openxmlformats-officedocument.presentationml.slideMaster+xml"/>
  <Override PartName="/ppt/slides/slide420.xml" ContentType="application/vnd.openxmlformats-officedocument.presentationml.slide+xml"/>
  <Override PartName="/ppt/slideMasters/slideMaster421.xml" ContentType="application/vnd.openxmlformats-officedocument.presentationml.slideMaster+xml"/>
  <Override PartName="/ppt/slides/slide421.xml" ContentType="application/vnd.openxmlformats-officedocument.presentationml.slide+xml"/>
  <Override PartName="/ppt/slideMasters/slideMaster422.xml" ContentType="application/vnd.openxmlformats-officedocument.presentationml.slideMaster+xml"/>
  <Override PartName="/ppt/slides/slide422.xml" ContentType="application/vnd.openxmlformats-officedocument.presentationml.slide+xml"/>
  <Override PartName="/ppt/slideMasters/slideMaster423.xml" ContentType="application/vnd.openxmlformats-officedocument.presentationml.slideMaster+xml"/>
  <Override PartName="/ppt/slides/slide423.xml" ContentType="application/vnd.openxmlformats-officedocument.presentationml.slide+xml"/>
  <Override PartName="/ppt/slideMasters/slideMaster424.xml" ContentType="application/vnd.openxmlformats-officedocument.presentationml.slideMaster+xml"/>
  <Override PartName="/ppt/slides/slide424.xml" ContentType="application/vnd.openxmlformats-officedocument.presentationml.slide+xml"/>
  <Override PartName="/ppt/slideMasters/slideMaster425.xml" ContentType="application/vnd.openxmlformats-officedocument.presentationml.slideMaster+xml"/>
  <Override PartName="/ppt/slides/slide425.xml" ContentType="application/vnd.openxmlformats-officedocument.presentationml.slide+xml"/>
  <Override PartName="/ppt/slideMasters/slideMaster426.xml" ContentType="application/vnd.openxmlformats-officedocument.presentationml.slideMaster+xml"/>
  <Override PartName="/ppt/slides/slide426.xml" ContentType="application/vnd.openxmlformats-officedocument.presentationml.slide+xml"/>
  <Override PartName="/ppt/slideMasters/slideMaster427.xml" ContentType="application/vnd.openxmlformats-officedocument.presentationml.slideMaster+xml"/>
  <Override PartName="/ppt/slides/slide427.xml" ContentType="application/vnd.openxmlformats-officedocument.presentationml.slide+xml"/>
  <Override PartName="/ppt/slideMasters/slideMaster428.xml" ContentType="application/vnd.openxmlformats-officedocument.presentationml.slideMaster+xml"/>
  <Override PartName="/ppt/slides/slide428.xml" ContentType="application/vnd.openxmlformats-officedocument.presentationml.slide+xml"/>
  <Override PartName="/ppt/slideMasters/slideMaster429.xml" ContentType="application/vnd.openxmlformats-officedocument.presentationml.slideMaster+xml"/>
  <Override PartName="/ppt/slides/slide429.xml" ContentType="application/vnd.openxmlformats-officedocument.presentationml.slide+xml"/>
  <Override PartName="/ppt/slideMasters/slideMaster430.xml" ContentType="application/vnd.openxmlformats-officedocument.presentationml.slideMaster+xml"/>
  <Override PartName="/ppt/slides/slide430.xml" ContentType="application/vnd.openxmlformats-officedocument.presentationml.slide+xml"/>
  <Override PartName="/ppt/slideMasters/slideMaster431.xml" ContentType="application/vnd.openxmlformats-officedocument.presentationml.slideMaster+xml"/>
  <Override PartName="/ppt/slides/slide431.xml" ContentType="application/vnd.openxmlformats-officedocument.presentationml.slide+xml"/>
  <Override PartName="/ppt/slideMasters/slideMaster432.xml" ContentType="application/vnd.openxmlformats-officedocument.presentationml.slideMaster+xml"/>
  <Override PartName="/ppt/slides/slide432.xml" ContentType="application/vnd.openxmlformats-officedocument.presentationml.slide+xml"/>
  <Override PartName="/ppt/slideMasters/slideMaster433.xml" ContentType="application/vnd.openxmlformats-officedocument.presentationml.slideMaster+xml"/>
  <Override PartName="/ppt/slides/slide433.xml" ContentType="application/vnd.openxmlformats-officedocument.presentationml.slide+xml"/>
  <Override PartName="/ppt/slideMasters/slideMaster434.xml" ContentType="application/vnd.openxmlformats-officedocument.presentationml.slideMaster+xml"/>
  <Override PartName="/ppt/slides/slide434.xml" ContentType="application/vnd.openxmlformats-officedocument.presentationml.slide+xml"/>
  <Override PartName="/ppt/slideMasters/slideMaster435.xml" ContentType="application/vnd.openxmlformats-officedocument.presentationml.slideMaster+xml"/>
  <Override PartName="/ppt/slides/slide435.xml" ContentType="application/vnd.openxmlformats-officedocument.presentationml.slide+xml"/>
  <Override PartName="/ppt/slideMasters/slideMaster436.xml" ContentType="application/vnd.openxmlformats-officedocument.presentationml.slideMaster+xml"/>
  <Override PartName="/ppt/slides/slide436.xml" ContentType="application/vnd.openxmlformats-officedocument.presentationml.slide+xml"/>
  <Override PartName="/ppt/slideMasters/slideMaster437.xml" ContentType="application/vnd.openxmlformats-officedocument.presentationml.slideMaster+xml"/>
  <Override PartName="/ppt/slides/slide437.xml" ContentType="application/vnd.openxmlformats-officedocument.presentationml.slide+xml"/>
  <Override PartName="/ppt/slideMasters/slideMaster438.xml" ContentType="application/vnd.openxmlformats-officedocument.presentationml.slideMaster+xml"/>
  <Override PartName="/ppt/slides/slide438.xml" ContentType="application/vnd.openxmlformats-officedocument.presentationml.slide+xml"/>
  <Override PartName="/ppt/slideMasters/slideMaster439.xml" ContentType="application/vnd.openxmlformats-officedocument.presentationml.slideMaster+xml"/>
  <Override PartName="/ppt/slides/slide439.xml" ContentType="application/vnd.openxmlformats-officedocument.presentationml.slide+xml"/>
  <Override PartName="/ppt/slideMasters/slideMaster440.xml" ContentType="application/vnd.openxmlformats-officedocument.presentationml.slideMaster+xml"/>
  <Override PartName="/ppt/slides/slide440.xml" ContentType="application/vnd.openxmlformats-officedocument.presentationml.slide+xml"/>
  <Override PartName="/ppt/slideMasters/slideMaster441.xml" ContentType="application/vnd.openxmlformats-officedocument.presentationml.slideMaster+xml"/>
  <Override PartName="/ppt/slides/slide441.xml" ContentType="application/vnd.openxmlformats-officedocument.presentationml.slide+xml"/>
  <Override PartName="/ppt/slideMasters/slideMaster442.xml" ContentType="application/vnd.openxmlformats-officedocument.presentationml.slideMaster+xml"/>
  <Override PartName="/ppt/slides/slide442.xml" ContentType="application/vnd.openxmlformats-officedocument.presentationml.slide+xml"/>
  <Override PartName="/ppt/slideMasters/slideMaster443.xml" ContentType="application/vnd.openxmlformats-officedocument.presentationml.slideMaster+xml"/>
  <Override PartName="/ppt/slides/slide443.xml" ContentType="application/vnd.openxmlformats-officedocument.presentationml.slide+xml"/>
  <Override PartName="/ppt/slideMasters/slideMaster444.xml" ContentType="application/vnd.openxmlformats-officedocument.presentationml.slideMaster+xml"/>
  <Override PartName="/ppt/slides/slide444.xml" ContentType="application/vnd.openxmlformats-officedocument.presentationml.slide+xml"/>
  <Override PartName="/ppt/slideMasters/slideMaster445.xml" ContentType="application/vnd.openxmlformats-officedocument.presentationml.slideMaster+xml"/>
  <Override PartName="/ppt/slides/slide445.xml" ContentType="application/vnd.openxmlformats-officedocument.presentationml.slide+xml"/>
  <Override PartName="/ppt/slideMasters/slideMaster446.xml" ContentType="application/vnd.openxmlformats-officedocument.presentationml.slideMaster+xml"/>
  <Override PartName="/ppt/slides/slide446.xml" ContentType="application/vnd.openxmlformats-officedocument.presentationml.slide+xml"/>
  <Override PartName="/ppt/slideMasters/slideMaster447.xml" ContentType="application/vnd.openxmlformats-officedocument.presentationml.slideMaster+xml"/>
  <Override PartName="/ppt/slides/slide447.xml" ContentType="application/vnd.openxmlformats-officedocument.presentationml.slide+xml"/>
  <Override PartName="/ppt/slideMasters/slideMaster448.xml" ContentType="application/vnd.openxmlformats-officedocument.presentationml.slideMaster+xml"/>
  <Override PartName="/ppt/slides/slide448.xml" ContentType="application/vnd.openxmlformats-officedocument.presentationml.slide+xml"/>
  <Override PartName="/ppt/slideMasters/slideMaster449.xml" ContentType="application/vnd.openxmlformats-officedocument.presentationml.slideMaster+xml"/>
  <Override PartName="/ppt/slides/slide449.xml" ContentType="application/vnd.openxmlformats-officedocument.presentationml.slide+xml"/>
  <Override PartName="/ppt/slideMasters/slideMaster450.xml" ContentType="application/vnd.openxmlformats-officedocument.presentationml.slideMaster+xml"/>
  <Override PartName="/ppt/slides/slide4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ppt/notesSlides/notesSlide389.xml" ContentType="application/vnd.openxmlformats-officedocument.presentationml.notesSlide+xml"/>
  <Override PartName="/ppt/notesSlides/notesSlide390.xml" ContentType="application/vnd.openxmlformats-officedocument.presentationml.notesSlide+xml"/>
  <Override PartName="/ppt/notesSlides/notesSlide391.xml" ContentType="application/vnd.openxmlformats-officedocument.presentationml.notesSlide+xml"/>
  <Override PartName="/ppt/notesSlides/notesSlide392.xml" ContentType="application/vnd.openxmlformats-officedocument.presentationml.notesSlide+xml"/>
  <Override PartName="/ppt/notesSlides/notesSlide393.xml" ContentType="application/vnd.openxmlformats-officedocument.presentationml.notesSlide+xml"/>
  <Override PartName="/ppt/notesSlides/notesSlide394.xml" ContentType="application/vnd.openxmlformats-officedocument.presentationml.notesSlide+xml"/>
  <Override PartName="/ppt/notesSlides/notesSlide395.xml" ContentType="application/vnd.openxmlformats-officedocument.presentationml.notesSlide+xml"/>
  <Override PartName="/ppt/notesSlides/notesSlide396.xml" ContentType="application/vnd.openxmlformats-officedocument.presentationml.notesSlide+xml"/>
  <Override PartName="/ppt/notesSlides/notesSlide397.xml" ContentType="application/vnd.openxmlformats-officedocument.presentationml.notesSlide+xml"/>
  <Override PartName="/ppt/notesSlides/notesSlide398.xml" ContentType="application/vnd.openxmlformats-officedocument.presentationml.notesSlide+xml"/>
  <Override PartName="/ppt/notesSlides/notesSlide399.xml" ContentType="application/vnd.openxmlformats-officedocument.presentationml.notesSlide+xml"/>
  <Override PartName="/ppt/notesSlides/notesSlide40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02.xml" ContentType="application/vnd.openxmlformats-officedocument.presentationml.notesSlide+xml"/>
  <Override PartName="/ppt/notesSlides/notesSlide403.xml" ContentType="application/vnd.openxmlformats-officedocument.presentationml.notesSlide+xml"/>
  <Override PartName="/ppt/notesSlides/notesSlide404.xml" ContentType="application/vnd.openxmlformats-officedocument.presentationml.notesSlide+xml"/>
  <Override PartName="/ppt/notesSlides/notesSlide405.xml" ContentType="application/vnd.openxmlformats-officedocument.presentationml.notesSlide+xml"/>
  <Override PartName="/ppt/notesSlides/notesSlide406.xml" ContentType="application/vnd.openxmlformats-officedocument.presentationml.notesSlide+xml"/>
  <Override PartName="/ppt/notesSlides/notesSlide407.xml" ContentType="application/vnd.openxmlformats-officedocument.presentationml.notesSlide+xml"/>
  <Override PartName="/ppt/notesSlides/notesSlide408.xml" ContentType="application/vnd.openxmlformats-officedocument.presentationml.notesSlide+xml"/>
  <Override PartName="/ppt/notesSlides/notesSlide409.xml" ContentType="application/vnd.openxmlformats-officedocument.presentationml.notesSlide+xml"/>
  <Override PartName="/ppt/notesSlides/notesSlide410.xml" ContentType="application/vnd.openxmlformats-officedocument.presentationml.notesSlide+xml"/>
  <Override PartName="/ppt/notesSlides/notesSlide411.xml" ContentType="application/vnd.openxmlformats-officedocument.presentationml.notesSlide+xml"/>
  <Override PartName="/ppt/notesSlides/notesSlide412.xml" ContentType="application/vnd.openxmlformats-officedocument.presentationml.notesSlide+xml"/>
  <Override PartName="/ppt/notesSlides/notesSlide413.xml" ContentType="application/vnd.openxmlformats-officedocument.presentationml.notesSlide+xml"/>
  <Override PartName="/ppt/notesSlides/notesSlide414.xml" ContentType="application/vnd.openxmlformats-officedocument.presentationml.notesSlide+xml"/>
  <Override PartName="/ppt/notesSlides/notesSlide415.xml" ContentType="application/vnd.openxmlformats-officedocument.presentationml.notesSlide+xml"/>
  <Override PartName="/ppt/notesSlides/notesSlide416.xml" ContentType="application/vnd.openxmlformats-officedocument.presentationml.notesSlide+xml"/>
  <Override PartName="/ppt/notesSlides/notesSlide417.xml" ContentType="application/vnd.openxmlformats-officedocument.presentationml.notesSlide+xml"/>
  <Override PartName="/ppt/notesSlides/notesSlide418.xml" ContentType="application/vnd.openxmlformats-officedocument.presentationml.notesSlide+xml"/>
  <Override PartName="/ppt/notesSlides/notesSlide419.xml" ContentType="application/vnd.openxmlformats-officedocument.presentationml.notesSlide+xml"/>
  <Override PartName="/ppt/notesSlides/notesSlide420.xml" ContentType="application/vnd.openxmlformats-officedocument.presentationml.notesSlide+xml"/>
  <Override PartName="/ppt/notesSlides/notesSlide421.xml" ContentType="application/vnd.openxmlformats-officedocument.presentationml.notesSlide+xml"/>
  <Override PartName="/ppt/notesSlides/notesSlide422.xml" ContentType="application/vnd.openxmlformats-officedocument.presentationml.notesSlide+xml"/>
  <Override PartName="/ppt/notesSlides/notesSlide423.xml" ContentType="application/vnd.openxmlformats-officedocument.presentationml.notesSlide+xml"/>
  <Override PartName="/ppt/notesSlides/notesSlide424.xml" ContentType="application/vnd.openxmlformats-officedocument.presentationml.notesSlide+xml"/>
  <Override PartName="/ppt/notesSlides/notesSlide425.xml" ContentType="application/vnd.openxmlformats-officedocument.presentationml.notesSlide+xml"/>
  <Override PartName="/ppt/notesSlides/notesSlide426.xml" ContentType="application/vnd.openxmlformats-officedocument.presentationml.notesSlide+xml"/>
  <Override PartName="/ppt/notesSlides/notesSlide427.xml" ContentType="application/vnd.openxmlformats-officedocument.presentationml.notesSlide+xml"/>
  <Override PartName="/ppt/notesSlides/notesSlide428.xml" ContentType="application/vnd.openxmlformats-officedocument.presentationml.notesSlide+xml"/>
  <Override PartName="/ppt/notesSlides/notesSlide429.xml" ContentType="application/vnd.openxmlformats-officedocument.presentationml.notesSlide+xml"/>
  <Override PartName="/ppt/notesSlides/notesSlide430.xml" ContentType="application/vnd.openxmlformats-officedocument.presentationml.notesSlide+xml"/>
  <Override PartName="/ppt/notesSlides/notesSlide431.xml" ContentType="application/vnd.openxmlformats-officedocument.presentationml.notesSlide+xml"/>
  <Override PartName="/ppt/notesSlides/notesSlide432.xml" ContentType="application/vnd.openxmlformats-officedocument.presentationml.notesSlide+xml"/>
  <Override PartName="/ppt/notesSlides/notesSlide433.xml" ContentType="application/vnd.openxmlformats-officedocument.presentationml.notesSlide+xml"/>
  <Override PartName="/ppt/notesSlides/notesSlide434.xml" ContentType="application/vnd.openxmlformats-officedocument.presentationml.notesSlide+xml"/>
  <Override PartName="/ppt/notesSlides/notesSlide435.xml" ContentType="application/vnd.openxmlformats-officedocument.presentationml.notesSlide+xml"/>
  <Override PartName="/ppt/notesSlides/notesSlide436.xml" ContentType="application/vnd.openxmlformats-officedocument.presentationml.notesSlide+xml"/>
  <Override PartName="/ppt/notesSlides/notesSlide437.xml" ContentType="application/vnd.openxmlformats-officedocument.presentationml.notesSlide+xml"/>
  <Override PartName="/ppt/notesSlides/notesSlide438.xml" ContentType="application/vnd.openxmlformats-officedocument.presentationml.notesSlide+xml"/>
  <Override PartName="/ppt/notesSlides/notesSlide439.xml" ContentType="application/vnd.openxmlformats-officedocument.presentationml.notesSlide+xml"/>
  <Override PartName="/ppt/notesSlides/notesSlide440.xml" ContentType="application/vnd.openxmlformats-officedocument.presentationml.notesSlide+xml"/>
  <Override PartName="/ppt/notesSlides/notesSlide441.xml" ContentType="application/vnd.openxmlformats-officedocument.presentationml.notesSlide+xml"/>
  <Override PartName="/ppt/notesSlides/notesSlide442.xml" ContentType="application/vnd.openxmlformats-officedocument.presentationml.notesSlide+xml"/>
  <Override PartName="/ppt/notesSlides/notesSlide443.xml" ContentType="application/vnd.openxmlformats-officedocument.presentationml.notesSlide+xml"/>
  <Override PartName="/ppt/notesSlides/notesSlide444.xml" ContentType="application/vnd.openxmlformats-officedocument.presentationml.notesSlide+xml"/>
  <Override PartName="/ppt/notesSlides/notesSlide445.xml" ContentType="application/vnd.openxmlformats-officedocument.presentationml.notesSlide+xml"/>
  <Override PartName="/ppt/notesSlides/notesSlide446.xml" ContentType="application/vnd.openxmlformats-officedocument.presentationml.notesSlide+xml"/>
  <Override PartName="/ppt/notesSlides/notesSlide447.xml" ContentType="application/vnd.openxmlformats-officedocument.presentationml.notesSlide+xml"/>
  <Override PartName="/ppt/notesSlides/notesSlide448.xml" ContentType="application/vnd.openxmlformats-officedocument.presentationml.notesSlide+xml"/>
  <Override PartName="/ppt/notesSlides/notesSlide449.xml" ContentType="application/vnd.openxmlformats-officedocument.presentationml.notesSlide+xml"/>
  <Override PartName="/ppt/notesSlides/notesSlide4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  <p:sldId id="644" r:id="rId390"/>
    <p:sldId id="645" r:id="rId391"/>
    <p:sldId id="646" r:id="rId392"/>
    <p:sldId id="647" r:id="rId393"/>
    <p:sldId id="648" r:id="rId394"/>
    <p:sldId id="649" r:id="rId395"/>
    <p:sldId id="650" r:id="rId396"/>
    <p:sldId id="651" r:id="rId397"/>
    <p:sldId id="652" r:id="rId398"/>
    <p:sldId id="653" r:id="rId399"/>
    <p:sldId id="654" r:id="rId400"/>
    <p:sldId id="655" r:id="rId401"/>
    <p:sldId id="656" r:id="rId402"/>
    <p:sldId id="657" r:id="rId403"/>
    <p:sldId id="658" r:id="rId404"/>
    <p:sldId id="659" r:id="rId405"/>
    <p:sldId id="660" r:id="rId406"/>
    <p:sldId id="661" r:id="rId407"/>
    <p:sldId id="662" r:id="rId408"/>
    <p:sldId id="663" r:id="rId409"/>
    <p:sldId id="664" r:id="rId410"/>
    <p:sldId id="665" r:id="rId411"/>
    <p:sldId id="666" r:id="rId412"/>
    <p:sldId id="667" r:id="rId413"/>
    <p:sldId id="668" r:id="rId414"/>
    <p:sldId id="669" r:id="rId415"/>
    <p:sldId id="670" r:id="rId416"/>
    <p:sldId id="671" r:id="rId417"/>
    <p:sldId id="672" r:id="rId418"/>
    <p:sldId id="673" r:id="rId419"/>
    <p:sldId id="674" r:id="rId420"/>
    <p:sldId id="675" r:id="rId421"/>
    <p:sldId id="676" r:id="rId422"/>
    <p:sldId id="677" r:id="rId423"/>
    <p:sldId id="678" r:id="rId424"/>
    <p:sldId id="679" r:id="rId425"/>
    <p:sldId id="680" r:id="rId426"/>
    <p:sldId id="681" r:id="rId427"/>
    <p:sldId id="682" r:id="rId428"/>
    <p:sldId id="683" r:id="rId429"/>
    <p:sldId id="684" r:id="rId430"/>
    <p:sldId id="685" r:id="rId431"/>
    <p:sldId id="686" r:id="rId432"/>
    <p:sldId id="687" r:id="rId433"/>
    <p:sldId id="688" r:id="rId434"/>
    <p:sldId id="689" r:id="rId435"/>
    <p:sldId id="690" r:id="rId436"/>
    <p:sldId id="691" r:id="rId437"/>
    <p:sldId id="692" r:id="rId438"/>
    <p:sldId id="693" r:id="rId439"/>
    <p:sldId id="694" r:id="rId440"/>
    <p:sldId id="695" r:id="rId441"/>
    <p:sldId id="696" r:id="rId442"/>
    <p:sldId id="697" r:id="rId443"/>
    <p:sldId id="698" r:id="rId444"/>
    <p:sldId id="699" r:id="rId445"/>
    <p:sldId id="700" r:id="rId446"/>
    <p:sldId id="701" r:id="rId447"/>
    <p:sldId id="702" r:id="rId448"/>
    <p:sldId id="703" r:id="rId449"/>
    <p:sldId id="704" r:id="rId450"/>
    <p:sldId id="705" r:id="rId45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slide" Target="slides/slide389.xml"/><Relationship Id="rId391" Type="http://schemas.openxmlformats.org/officeDocument/2006/relationships/slide" Target="slides/slide390.xml"/><Relationship Id="rId392" Type="http://schemas.openxmlformats.org/officeDocument/2006/relationships/slide" Target="slides/slide391.xml"/><Relationship Id="rId393" Type="http://schemas.openxmlformats.org/officeDocument/2006/relationships/slide" Target="slides/slide392.xml"/><Relationship Id="rId394" Type="http://schemas.openxmlformats.org/officeDocument/2006/relationships/slide" Target="slides/slide393.xml"/><Relationship Id="rId395" Type="http://schemas.openxmlformats.org/officeDocument/2006/relationships/slide" Target="slides/slide394.xml"/><Relationship Id="rId396" Type="http://schemas.openxmlformats.org/officeDocument/2006/relationships/slide" Target="slides/slide395.xml"/><Relationship Id="rId397" Type="http://schemas.openxmlformats.org/officeDocument/2006/relationships/slide" Target="slides/slide396.xml"/><Relationship Id="rId398" Type="http://schemas.openxmlformats.org/officeDocument/2006/relationships/slide" Target="slides/slide397.xml"/><Relationship Id="rId399" Type="http://schemas.openxmlformats.org/officeDocument/2006/relationships/slide" Target="slides/slide398.xml"/><Relationship Id="rId400" Type="http://schemas.openxmlformats.org/officeDocument/2006/relationships/slide" Target="slides/slide399.xml"/><Relationship Id="rId401" Type="http://schemas.openxmlformats.org/officeDocument/2006/relationships/slide" Target="slides/slide400.xml"/><Relationship Id="rId402" Type="http://schemas.openxmlformats.org/officeDocument/2006/relationships/slide" Target="slides/slide401.xml"/><Relationship Id="rId403" Type="http://schemas.openxmlformats.org/officeDocument/2006/relationships/slide" Target="slides/slide402.xml"/><Relationship Id="rId404" Type="http://schemas.openxmlformats.org/officeDocument/2006/relationships/slide" Target="slides/slide403.xml"/><Relationship Id="rId405" Type="http://schemas.openxmlformats.org/officeDocument/2006/relationships/slide" Target="slides/slide404.xml"/><Relationship Id="rId406" Type="http://schemas.openxmlformats.org/officeDocument/2006/relationships/slide" Target="slides/slide405.xml"/><Relationship Id="rId407" Type="http://schemas.openxmlformats.org/officeDocument/2006/relationships/slide" Target="slides/slide406.xml"/><Relationship Id="rId408" Type="http://schemas.openxmlformats.org/officeDocument/2006/relationships/slide" Target="slides/slide407.xml"/><Relationship Id="rId409" Type="http://schemas.openxmlformats.org/officeDocument/2006/relationships/slide" Target="slides/slide408.xml"/><Relationship Id="rId410" Type="http://schemas.openxmlformats.org/officeDocument/2006/relationships/slide" Target="slides/slide409.xml"/><Relationship Id="rId411" Type="http://schemas.openxmlformats.org/officeDocument/2006/relationships/slide" Target="slides/slide410.xml"/><Relationship Id="rId412" Type="http://schemas.openxmlformats.org/officeDocument/2006/relationships/slide" Target="slides/slide411.xml"/><Relationship Id="rId413" Type="http://schemas.openxmlformats.org/officeDocument/2006/relationships/slide" Target="slides/slide412.xml"/><Relationship Id="rId414" Type="http://schemas.openxmlformats.org/officeDocument/2006/relationships/slide" Target="slides/slide413.xml"/><Relationship Id="rId415" Type="http://schemas.openxmlformats.org/officeDocument/2006/relationships/slide" Target="slides/slide414.xml"/><Relationship Id="rId416" Type="http://schemas.openxmlformats.org/officeDocument/2006/relationships/slide" Target="slides/slide415.xml"/><Relationship Id="rId417" Type="http://schemas.openxmlformats.org/officeDocument/2006/relationships/slide" Target="slides/slide416.xml"/><Relationship Id="rId418" Type="http://schemas.openxmlformats.org/officeDocument/2006/relationships/slide" Target="slides/slide417.xml"/><Relationship Id="rId419" Type="http://schemas.openxmlformats.org/officeDocument/2006/relationships/slide" Target="slides/slide418.xml"/><Relationship Id="rId420" Type="http://schemas.openxmlformats.org/officeDocument/2006/relationships/slide" Target="slides/slide419.xml"/><Relationship Id="rId421" Type="http://schemas.openxmlformats.org/officeDocument/2006/relationships/slide" Target="slides/slide420.xml"/><Relationship Id="rId422" Type="http://schemas.openxmlformats.org/officeDocument/2006/relationships/slide" Target="slides/slide421.xml"/><Relationship Id="rId423" Type="http://schemas.openxmlformats.org/officeDocument/2006/relationships/slide" Target="slides/slide422.xml"/><Relationship Id="rId424" Type="http://schemas.openxmlformats.org/officeDocument/2006/relationships/slide" Target="slides/slide423.xml"/><Relationship Id="rId425" Type="http://schemas.openxmlformats.org/officeDocument/2006/relationships/slide" Target="slides/slide424.xml"/><Relationship Id="rId426" Type="http://schemas.openxmlformats.org/officeDocument/2006/relationships/slide" Target="slides/slide425.xml"/><Relationship Id="rId427" Type="http://schemas.openxmlformats.org/officeDocument/2006/relationships/slide" Target="slides/slide426.xml"/><Relationship Id="rId428" Type="http://schemas.openxmlformats.org/officeDocument/2006/relationships/slide" Target="slides/slide427.xml"/><Relationship Id="rId429" Type="http://schemas.openxmlformats.org/officeDocument/2006/relationships/slide" Target="slides/slide428.xml"/><Relationship Id="rId430" Type="http://schemas.openxmlformats.org/officeDocument/2006/relationships/slide" Target="slides/slide429.xml"/><Relationship Id="rId431" Type="http://schemas.openxmlformats.org/officeDocument/2006/relationships/slide" Target="slides/slide430.xml"/><Relationship Id="rId432" Type="http://schemas.openxmlformats.org/officeDocument/2006/relationships/slide" Target="slides/slide431.xml"/><Relationship Id="rId433" Type="http://schemas.openxmlformats.org/officeDocument/2006/relationships/slide" Target="slides/slide432.xml"/><Relationship Id="rId434" Type="http://schemas.openxmlformats.org/officeDocument/2006/relationships/slide" Target="slides/slide433.xml"/><Relationship Id="rId435" Type="http://schemas.openxmlformats.org/officeDocument/2006/relationships/slide" Target="slides/slide434.xml"/><Relationship Id="rId436" Type="http://schemas.openxmlformats.org/officeDocument/2006/relationships/slide" Target="slides/slide435.xml"/><Relationship Id="rId437" Type="http://schemas.openxmlformats.org/officeDocument/2006/relationships/slide" Target="slides/slide436.xml"/><Relationship Id="rId438" Type="http://schemas.openxmlformats.org/officeDocument/2006/relationships/slide" Target="slides/slide437.xml"/><Relationship Id="rId439" Type="http://schemas.openxmlformats.org/officeDocument/2006/relationships/slide" Target="slides/slide438.xml"/><Relationship Id="rId440" Type="http://schemas.openxmlformats.org/officeDocument/2006/relationships/slide" Target="slides/slide439.xml"/><Relationship Id="rId441" Type="http://schemas.openxmlformats.org/officeDocument/2006/relationships/slide" Target="slides/slide440.xml"/><Relationship Id="rId442" Type="http://schemas.openxmlformats.org/officeDocument/2006/relationships/slide" Target="slides/slide441.xml"/><Relationship Id="rId443" Type="http://schemas.openxmlformats.org/officeDocument/2006/relationships/slide" Target="slides/slide442.xml"/><Relationship Id="rId444" Type="http://schemas.openxmlformats.org/officeDocument/2006/relationships/slide" Target="slides/slide443.xml"/><Relationship Id="rId445" Type="http://schemas.openxmlformats.org/officeDocument/2006/relationships/slide" Target="slides/slide444.xml"/><Relationship Id="rId446" Type="http://schemas.openxmlformats.org/officeDocument/2006/relationships/slide" Target="slides/slide445.xml"/><Relationship Id="rId447" Type="http://schemas.openxmlformats.org/officeDocument/2006/relationships/slide" Target="slides/slide446.xml"/><Relationship Id="rId448" Type="http://schemas.openxmlformats.org/officeDocument/2006/relationships/slide" Target="slides/slide447.xml"/><Relationship Id="rId449" Type="http://schemas.openxmlformats.org/officeDocument/2006/relationships/slide" Target="slides/slide448.xml"/><Relationship Id="rId450" Type="http://schemas.openxmlformats.org/officeDocument/2006/relationships/slide" Target="slides/slide449.xml"/><Relationship Id="rId451" Type="http://schemas.openxmlformats.org/officeDocument/2006/relationships/slide" Target="slides/slide450.xml"/><Relationship Id="rId452" Type="http://schemas.openxmlformats.org/officeDocument/2006/relationships/notesMaster" Target="notesMasters/notesMaster1.xml"/><Relationship Id="rId453" Type="http://schemas.openxmlformats.org/officeDocument/2006/relationships/presProps" Target="presProps.xml"/><Relationship Id="rId454" Type="http://schemas.openxmlformats.org/officeDocument/2006/relationships/viewProps" Target="viewProps.xml"/><Relationship Id="rId455" Type="http://schemas.openxmlformats.org/officeDocument/2006/relationships/theme" Target="theme/theme1.xml"/><Relationship Id="rId4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_rels/notesSlide3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9.xml"/>
		</Relationships>
</file>

<file path=ppt/notesSlides/_rels/notesSlide3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0.xml"/>
		</Relationships>
</file>

<file path=ppt/notesSlides/_rels/notesSlide3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1.xml"/>
		</Relationships>
</file>

<file path=ppt/notesSlides/_rels/notesSlide3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2.xml"/>
		</Relationships>
</file>

<file path=ppt/notesSlides/_rels/notesSlide3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3.xml"/>
		</Relationships>
</file>

<file path=ppt/notesSlides/_rels/notesSlide3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4.xml"/>
		</Relationships>
</file>

<file path=ppt/notesSlides/_rels/notesSlide3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5.xml"/>
		</Relationships>
</file>

<file path=ppt/notesSlides/_rels/notesSlide3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6.xml"/>
		</Relationships>
</file>

<file path=ppt/notesSlides/_rels/notesSlide3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7.xml"/>
		</Relationships>
</file>

<file path=ppt/notesSlides/_rels/notesSlide3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8.xml"/>
		</Relationships>
</file>

<file path=ppt/notesSlides/_rels/notesSlide3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9.xml"/>
		</Relationships>
</file>

<file path=ppt/notesSlides/_rels/notesSlide4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0.xml"/>
		</Relationships>
</file>

<file path=ppt/notesSlides/_rels/notesSlide4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1.xml"/>
		</Relationships>
</file>

<file path=ppt/notesSlides/_rels/notesSlide4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2.xml"/>
		</Relationships>
</file>

<file path=ppt/notesSlides/_rels/notesSlide4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3.xml"/>
		</Relationships>
</file>

<file path=ppt/notesSlides/_rels/notesSlide4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4.xml"/>
		</Relationships>
</file>

<file path=ppt/notesSlides/_rels/notesSlide4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5.xml"/>
		</Relationships>
</file>

<file path=ppt/notesSlides/_rels/notesSlide4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6.xml"/>
		</Relationships>
</file>

<file path=ppt/notesSlides/_rels/notesSlide4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7.xml"/>
		</Relationships>
</file>

<file path=ppt/notesSlides/_rels/notesSlide4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8.xml"/>
		</Relationships>
</file>

<file path=ppt/notesSlides/_rels/notesSlide4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9.xml"/>
		</Relationships>
</file>

<file path=ppt/notesSlides/_rels/notesSlide4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0.xml"/>
		</Relationships>
</file>

<file path=ppt/notesSlides/_rels/notesSlide4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1.xml"/>
		</Relationships>
</file>

<file path=ppt/notesSlides/_rels/notesSlide4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2.xml"/>
		</Relationships>
</file>

<file path=ppt/notesSlides/_rels/notesSlide4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3.xml"/>
		</Relationships>
</file>

<file path=ppt/notesSlides/_rels/notesSlide4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4.xml"/>
		</Relationships>
</file>

<file path=ppt/notesSlides/_rels/notesSlide4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5.xml"/>
		</Relationships>
</file>

<file path=ppt/notesSlides/_rels/notesSlide4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6.xml"/>
		</Relationships>
</file>

<file path=ppt/notesSlides/_rels/notesSlide4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7.xml"/>
		</Relationships>
</file>

<file path=ppt/notesSlides/_rels/notesSlide4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8.xml"/>
		</Relationships>
</file>

<file path=ppt/notesSlides/_rels/notesSlide4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9.xml"/>
		</Relationships>
</file>

<file path=ppt/notesSlides/_rels/notesSlide4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0.xml"/>
		</Relationships>
</file>

<file path=ppt/notesSlides/_rels/notesSlide4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1.xml"/>
		</Relationships>
</file>

<file path=ppt/notesSlides/_rels/notesSlide4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2.xml"/>
		</Relationships>
</file>

<file path=ppt/notesSlides/_rels/notesSlide4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3.xml"/>
		</Relationships>
</file>

<file path=ppt/notesSlides/_rels/notesSlide4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4.xml"/>
		</Relationships>
</file>

<file path=ppt/notesSlides/_rels/notesSlide4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5.xml"/>
		</Relationships>
</file>

<file path=ppt/notesSlides/_rels/notesSlide4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6.xml"/>
		</Relationships>
</file>

<file path=ppt/notesSlides/_rels/notesSlide4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7.xml"/>
		</Relationships>
</file>

<file path=ppt/notesSlides/_rels/notesSlide4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8.xml"/>
		</Relationships>
</file>

<file path=ppt/notesSlides/_rels/notesSlide4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9.xml"/>
		</Relationships>
</file>

<file path=ppt/notesSlides/_rels/notesSlide4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0.xml"/>
		</Relationships>
</file>

<file path=ppt/notesSlides/_rels/notesSlide4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1.xml"/>
		</Relationships>
</file>

<file path=ppt/notesSlides/_rels/notesSlide4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2.xml"/>
		</Relationships>
</file>

<file path=ppt/notesSlides/_rels/notesSlide4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3.xml"/>
		</Relationships>
</file>

<file path=ppt/notesSlides/_rels/notesSlide4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4.xml"/>
		</Relationships>
</file>

<file path=ppt/notesSlides/_rels/notesSlide4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5.xml"/>
		</Relationships>
</file>

<file path=ppt/notesSlides/_rels/notesSlide4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6.xml"/>
		</Relationships>
</file>

<file path=ppt/notesSlides/_rels/notesSlide4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7.xml"/>
		</Relationships>
</file>

<file path=ppt/notesSlides/_rels/notesSlide4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8.xml"/>
		</Relationships>
</file>

<file path=ppt/notesSlides/_rels/notesSlide4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9.xml"/>
		</Relationships>
</file>

<file path=ppt/notesSlides/_rels/notesSlide4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0.xml"/>
		</Relationships>
</file>

<file path=ppt/notesSlides/_rels/notesSlide4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1.xml"/>
		</Relationships>
</file>

<file path=ppt/notesSlides/_rels/notesSlide4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2.xml"/>
		</Relationships>
</file>

<file path=ppt/notesSlides/_rels/notesSlide4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3.xml"/>
		</Relationships>
</file>

<file path=ppt/notesSlides/_rels/notesSlide4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4.xml"/>
		</Relationships>
</file>

<file path=ppt/notesSlides/_rels/notesSlide4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5.xml"/>
		</Relationships>
</file>

<file path=ppt/notesSlides/_rels/notesSlide4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6.xml"/>
		</Relationships>
</file>

<file path=ppt/notesSlides/_rels/notesSlide4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7.xml"/>
		</Relationships>
</file>

<file path=ppt/notesSlides/_rels/notesSlide4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8.xml"/>
		</Relationships>
</file>

<file path=ppt/notesSlides/_rels/notesSlide4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9.xml"/>
		</Relationships>
</file>

<file path=ppt/notesSlides/_rels/notesSlide4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التنوين حرفان في الصوت: حركة على الحرف ثم نون ساكنة. علامة تنوين الضم «ـٌ» ضمتان: الضمة الأولى هي حركة الحرف، والثانية تدل على نون ساكنة «نۡ» نسمعها ولا نكتبها.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نجمع الحرف بضمته مع نون ساكنة: بُ + نۡ = بُنۡ. هذا هو صوت التنوين.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نكتب «بٌ» ونقرأ «بُنۡ»: النون الساكنة لا تُكتب، لكننا ننطقها.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نجمع الحرف بضمته مع نون ساكنة: تُ + نۡ = تُنۡ. هذا هو صوت التنوين.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نكتب «تٌ» ونقرأ «تُنۡ»: النون الساكنة لا تُكتب، لكننا ننطقها.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في الكلمة أيضاً: نكتب «وَلَدٌ» ونقرأ «وَلَدُنۡ». التنوين في آخر الكلمة = حركة + نون ساكنة.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«ـِنۡ» (تنوين الكسر) أو «ـُنۡ»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TrSnd" Type="http://schemas.openxmlformats.org/officeDocument/2006/relationships/audio" Target="../media/sparkle.wav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TrSnd" Type="http://schemas.openxmlformats.org/officeDocument/2006/relationships/audio" Target="../media/marimba.wav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Relationship Id="rIdTrSnd" Type="http://schemas.openxmlformats.org/officeDocument/2006/relationships/audio" Target="../media/harp.wav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TrSnd" Type="http://schemas.openxmlformats.org/officeDocument/2006/relationships/audio" Target="../media/chime.wav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TrSnd" Type="http://schemas.openxmlformats.org/officeDocument/2006/relationships/audio" Target="../media/whoosh.wav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Relationship Id="rIdTrSnd" Type="http://schemas.openxmlformats.org/officeDocument/2006/relationships/audio" Target="../media/bubbles.wav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TrSnd" Type="http://schemas.openxmlformats.org/officeDocument/2006/relationships/audio" Target="../media/sparkle.wav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TrSnd" Type="http://schemas.openxmlformats.org/officeDocument/2006/relationships/audio" Target="../media/marimba.wav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TrSnd" Type="http://schemas.openxmlformats.org/officeDocument/2006/relationships/audio" Target="../media/harp.wav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TrSnd" Type="http://schemas.openxmlformats.org/officeDocument/2006/relationships/audio" Target="../media/chime.wav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TrSnd" Type="http://schemas.openxmlformats.org/officeDocument/2006/relationships/audio" Target="../media/whoosh.wav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TrSnd" Type="http://schemas.openxmlformats.org/officeDocument/2006/relationships/audio" Target="../media/bubbles.wav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TrSnd" Type="http://schemas.openxmlformats.org/officeDocument/2006/relationships/audio" Target="../media/sparkle.wav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TrSnd" Type="http://schemas.openxmlformats.org/officeDocument/2006/relationships/audio" Target="../media/marimba.wav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TrSnd" Type="http://schemas.openxmlformats.org/officeDocument/2006/relationships/audio" Target="../media/harp.wav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TrSnd" Type="http://schemas.openxmlformats.org/officeDocument/2006/relationships/audio" Target="../media/chime.wav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TrSnd" Type="http://schemas.openxmlformats.org/officeDocument/2006/relationships/audio" Target="../media/whoosh.wav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TrSnd" Type="http://schemas.openxmlformats.org/officeDocument/2006/relationships/audio" Target="../media/bubbles.wav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TrSnd" Type="http://schemas.openxmlformats.org/officeDocument/2006/relationships/audio" Target="../media/sparkle.wav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TrSnd" Type="http://schemas.openxmlformats.org/officeDocument/2006/relationships/audio" Target="../media/marimba.wav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TrSnd" Type="http://schemas.openxmlformats.org/officeDocument/2006/relationships/audio" Target="../media/harp.wav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TrSnd" Type="http://schemas.openxmlformats.org/officeDocument/2006/relationships/audio" Target="../media/chime.wav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TrSnd" Type="http://schemas.openxmlformats.org/officeDocument/2006/relationships/audio" Target="../media/whoosh.wav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TrSnd" Type="http://schemas.openxmlformats.org/officeDocument/2006/relationships/audio" Target="../media/bubbles.wav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TrSnd" Type="http://schemas.openxmlformats.org/officeDocument/2006/relationships/audio" Target="../media/sparkle.wav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TrSnd" Type="http://schemas.openxmlformats.org/officeDocument/2006/relationships/audio" Target="../media/marimba.wav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TrSnd" Type="http://schemas.openxmlformats.org/officeDocument/2006/relationships/audio" Target="../media/harp.wav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TrSnd" Type="http://schemas.openxmlformats.org/officeDocument/2006/relationships/audio" Target="../media/chime.wav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TrSnd" Type="http://schemas.openxmlformats.org/officeDocument/2006/relationships/audio" Target="../media/whoosh.wav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TrSnd" Type="http://schemas.openxmlformats.org/officeDocument/2006/relationships/audio" Target="../media/bubbles.wav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TrSnd" Type="http://schemas.openxmlformats.org/officeDocument/2006/relationships/audio" Target="../media/sparkle.wav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TrSnd" Type="http://schemas.openxmlformats.org/officeDocument/2006/relationships/audio" Target="../media/marimba.wav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TrSnd" Type="http://schemas.openxmlformats.org/officeDocument/2006/relationships/audio" Target="../media/harp.wav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TrSnd" Type="http://schemas.openxmlformats.org/officeDocument/2006/relationships/audio" Target="../media/chime.wav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TrSnd" Type="http://schemas.openxmlformats.org/officeDocument/2006/relationships/audio" Target="../media/whoosh.wav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TrSnd" Type="http://schemas.openxmlformats.org/officeDocument/2006/relationships/audio" Target="../media/bubbles.wav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TrSnd" Type="http://schemas.openxmlformats.org/officeDocument/2006/relationships/audio" Target="../media/sparkle.wav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TrSnd" Type="http://schemas.openxmlformats.org/officeDocument/2006/relationships/audio" Target="../media/marimba.wav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TrSnd" Type="http://schemas.openxmlformats.org/officeDocument/2006/relationships/audio" Target="../media/harp.wav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TrSnd" Type="http://schemas.openxmlformats.org/officeDocument/2006/relationships/audio" Target="../media/chime.wav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TrSnd" Type="http://schemas.openxmlformats.org/officeDocument/2006/relationships/audio" Target="../media/whoosh.wav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TrSnd" Type="http://schemas.openxmlformats.org/officeDocument/2006/relationships/audio" Target="../media/bubbles.wav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TrSnd" Type="http://schemas.openxmlformats.org/officeDocument/2006/relationships/audio" Target="../media/sparkle.wav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TrSnd" Type="http://schemas.openxmlformats.org/officeDocument/2006/relationships/audio" Target="../media/marimba.wav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TrSnd" Type="http://schemas.openxmlformats.org/officeDocument/2006/relationships/audio" Target="../media/harp.wav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TrSnd" Type="http://schemas.openxmlformats.org/officeDocument/2006/relationships/audio" Target="../media/chime.wav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TrSnd" Type="http://schemas.openxmlformats.org/officeDocument/2006/relationships/audio" Target="../media/whoosh.wav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TrSnd" Type="http://schemas.openxmlformats.org/officeDocument/2006/relationships/audio" Target="../media/bubbles.wav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Relationship Id="rIdTrSnd" Type="http://schemas.openxmlformats.org/officeDocument/2006/relationships/audio" Target="../media/sparkle.wav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Relationship Id="rIdTrSnd" Type="http://schemas.openxmlformats.org/officeDocument/2006/relationships/audio" Target="../media/marimba.wav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Relationship Id="rIdTrSnd" Type="http://schemas.openxmlformats.org/officeDocument/2006/relationships/audio" Target="../media/harp.wav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Relationship Id="rIdTrSnd" Type="http://schemas.openxmlformats.org/officeDocument/2006/relationships/audio" Target="../media/chime.wav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Relationship Id="rIdTrSnd" Type="http://schemas.openxmlformats.org/officeDocument/2006/relationships/audio" Target="../media/whoosh.wav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TrSnd" Type="http://schemas.openxmlformats.org/officeDocument/2006/relationships/audio" Target="../media/bubbles.wav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TrSnd" Type="http://schemas.openxmlformats.org/officeDocument/2006/relationships/audio" Target="../media/sparkle.wav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TrSnd" Type="http://schemas.openxmlformats.org/officeDocument/2006/relationships/audio" Target="../media/marimba.wav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TrSnd" Type="http://schemas.openxmlformats.org/officeDocument/2006/relationships/audio" Target="../media/harp.wav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TrSnd" Type="http://schemas.openxmlformats.org/officeDocument/2006/relationships/audio" Target="../media/chime.wav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TrSnd" Type="http://schemas.openxmlformats.org/officeDocument/2006/relationships/audio" Target="../media/whoosh.wav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TrSnd" Type="http://schemas.openxmlformats.org/officeDocument/2006/relationships/audio" Target="../media/bubbles.wav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TrSnd" Type="http://schemas.openxmlformats.org/officeDocument/2006/relationships/audio" Target="../media/sparkle.wav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TrSnd" Type="http://schemas.openxmlformats.org/officeDocument/2006/relationships/audio" Target="../media/marimba.wav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TrSnd" Type="http://schemas.openxmlformats.org/officeDocument/2006/relationships/audio" Target="../media/harp.wav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TrSnd" Type="http://schemas.openxmlformats.org/officeDocument/2006/relationships/audio" Target="../media/chime.wav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TrSnd" Type="http://schemas.openxmlformats.org/officeDocument/2006/relationships/audio" Target="../media/whoosh.wav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TrSnd" Type="http://schemas.openxmlformats.org/officeDocument/2006/relationships/audio" Target="../media/bubbles.wav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TrSnd" Type="http://schemas.openxmlformats.org/officeDocument/2006/relationships/audio" Target="../media/sparkle.wav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TrSnd" Type="http://schemas.openxmlformats.org/officeDocument/2006/relationships/audio" Target="../media/marimba.wav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TrSnd" Type="http://schemas.openxmlformats.org/officeDocument/2006/relationships/audio" Target="../media/harp.wav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TrSnd" Type="http://schemas.openxmlformats.org/officeDocument/2006/relationships/audio" Target="../media/chime.wav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TrSnd" Type="http://schemas.openxmlformats.org/officeDocument/2006/relationships/audio" Target="../media/whoosh.wav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TrSnd" Type="http://schemas.openxmlformats.org/officeDocument/2006/relationships/audio" Target="../media/bubbles.wav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Relationship Id="rIdTrSnd" Type="http://schemas.openxmlformats.org/officeDocument/2006/relationships/audio" Target="../media/sparkle.wav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TrSnd" Type="http://schemas.openxmlformats.org/officeDocument/2006/relationships/audio" Target="../media/marimba.wav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TrSnd" Type="http://schemas.openxmlformats.org/officeDocument/2006/relationships/audio" Target="../media/harp.wav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Relationship Id="rIdTrSnd" Type="http://schemas.openxmlformats.org/officeDocument/2006/relationships/audio" Target="../media/chime.wav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Relationship Id="rIdTrSnd" Type="http://schemas.openxmlformats.org/officeDocument/2006/relationships/audio" Target="../media/whoosh.wav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Relationship Id="rIdTrSnd" Type="http://schemas.openxmlformats.org/officeDocument/2006/relationships/audio" Target="../media/bubbles.wav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TrSnd" Type="http://schemas.openxmlformats.org/officeDocument/2006/relationships/audio" Target="../media/sparkle.wav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Relationship Id="rIdTrSnd" Type="http://schemas.openxmlformats.org/officeDocument/2006/relationships/audio" Target="../media/marimba.wav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TrSnd" Type="http://schemas.openxmlformats.org/officeDocument/2006/relationships/audio" Target="../media/harp.wav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TrSnd" Type="http://schemas.openxmlformats.org/officeDocument/2006/relationships/audio" Target="../media/chime.wav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Relationship Id="rIdTrSnd" Type="http://schemas.openxmlformats.org/officeDocument/2006/relationships/audio" Target="../media/whoosh.wav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Relationship Id="rIdTrSnd" Type="http://schemas.openxmlformats.org/officeDocument/2006/relationships/audio" Target="../media/bubbles.wav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TrSnd" Type="http://schemas.openxmlformats.org/officeDocument/2006/relationships/audio" Target="../media/sparkle.wav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TrSnd" Type="http://schemas.openxmlformats.org/officeDocument/2006/relationships/audio" Target="../media/marimba.wav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TrSnd" Type="http://schemas.openxmlformats.org/officeDocument/2006/relationships/audio" Target="../media/harp.wav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TrSnd" Type="http://schemas.openxmlformats.org/officeDocument/2006/relationships/audio" Target="../media/chime.wav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TrSnd" Type="http://schemas.openxmlformats.org/officeDocument/2006/relationships/audio" Target="../media/whoosh.wav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TrSnd" Type="http://schemas.openxmlformats.org/officeDocument/2006/relationships/audio" Target="../media/bubbles.wav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Relationship Id="rIdTrSnd" Type="http://schemas.openxmlformats.org/officeDocument/2006/relationships/audio" Target="../media/sparkle.wav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Relationship Id="rIdTrSnd" Type="http://schemas.openxmlformats.org/officeDocument/2006/relationships/audio" Target="../media/marimba.wav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Relationship Id="rIdTrSnd" Type="http://schemas.openxmlformats.org/officeDocument/2006/relationships/audio" Target="../media/harp.wav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Relationship Id="rIdTrSnd" Type="http://schemas.openxmlformats.org/officeDocument/2006/relationships/audio" Target="../media/chime.wav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Relationship Id="rIdTrSnd" Type="http://schemas.openxmlformats.org/officeDocument/2006/relationships/audio" Target="../media/whoosh.wav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Relationship Id="rIdTrSnd" Type="http://schemas.openxmlformats.org/officeDocument/2006/relationships/audio" Target="../media/bubbles.wav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Relationship Id="rIdTrSnd" Type="http://schemas.openxmlformats.org/officeDocument/2006/relationships/audio" Target="../media/sparkle.wav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Relationship Id="rIdTrSnd" Type="http://schemas.openxmlformats.org/officeDocument/2006/relationships/audio" Target="../media/marimba.wav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Relationship Id="rIdTrSnd" Type="http://schemas.openxmlformats.org/officeDocument/2006/relationships/audio" Target="../media/harp.wav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Relationship Id="rIdTrSnd" Type="http://schemas.openxmlformats.org/officeDocument/2006/relationships/audio" Target="../media/chime.wav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Relationship Id="rIdTrSnd" Type="http://schemas.openxmlformats.org/officeDocument/2006/relationships/audio" Target="../media/whoosh.wav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Relationship Id="rIdTrSnd" Type="http://schemas.openxmlformats.org/officeDocument/2006/relationships/audio" Target="../media/bubbles.wav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Relationship Id="rIdTrSnd" Type="http://schemas.openxmlformats.org/officeDocument/2006/relationships/audio" Target="../media/sparkle.wav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Relationship Id="rIdTrSnd" Type="http://schemas.openxmlformats.org/officeDocument/2006/relationships/audio" Target="../media/marimba.wav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Relationship Id="rIdTrSnd" Type="http://schemas.openxmlformats.org/officeDocument/2006/relationships/audio" Target="../media/harp.wav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Relationship Id="rIdTrSnd" Type="http://schemas.openxmlformats.org/officeDocument/2006/relationships/audio" Target="../media/chime.wav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Relationship Id="rIdTrSnd" Type="http://schemas.openxmlformats.org/officeDocument/2006/relationships/audio" Target="../media/whoosh.wav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Relationship Id="rIdTrSnd" Type="http://schemas.openxmlformats.org/officeDocument/2006/relationships/audio" Target="../media/bubbles.wav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Relationship Id="rIdTrSnd" Type="http://schemas.openxmlformats.org/officeDocument/2006/relationships/audio" Target="../media/sparkle.wav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Relationship Id="rIdTrSnd" Type="http://schemas.openxmlformats.org/officeDocument/2006/relationships/audio" Target="../media/marimba.wav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Relationship Id="rIdTrSnd" Type="http://schemas.openxmlformats.org/officeDocument/2006/relationships/audio" Target="../media/harp.wav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Relationship Id="rIdTrSnd" Type="http://schemas.openxmlformats.org/officeDocument/2006/relationships/audio" Target="../media/chime.wav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Relationship Id="rIdTrSnd" Type="http://schemas.openxmlformats.org/officeDocument/2006/relationships/audio" Target="../media/whoosh.wav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Relationship Id="rIdTrSnd" Type="http://schemas.openxmlformats.org/officeDocument/2006/relationships/audio" Target="../media/bubbles.wav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Relationship Id="rIdTrSnd" Type="http://schemas.openxmlformats.org/officeDocument/2006/relationships/audio" Target="../media/sparkle.wav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Relationship Id="rIdTrSnd" Type="http://schemas.openxmlformats.org/officeDocument/2006/relationships/audio" Target="../media/marimba.wav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Relationship Id="rIdTrSnd" Type="http://schemas.openxmlformats.org/officeDocument/2006/relationships/audio" Target="../media/harp.wav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Relationship Id="rIdTrSnd" Type="http://schemas.openxmlformats.org/officeDocument/2006/relationships/audio" Target="../media/chime.wav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Relationship Id="rIdTrSnd" Type="http://schemas.openxmlformats.org/officeDocument/2006/relationships/audio" Target="../media/whoosh.wav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Relationship Id="rIdTrSnd" Type="http://schemas.openxmlformats.org/officeDocument/2006/relationships/audio" Target="../media/bubbles.wav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Relationship Id="rIdTrSnd" Type="http://schemas.openxmlformats.org/officeDocument/2006/relationships/audio" Target="../media/sparkle.wav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Relationship Id="rIdTrSnd" Type="http://schemas.openxmlformats.org/officeDocument/2006/relationships/audio" Target="../media/marimba.wav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Relationship Id="rIdTrSnd" Type="http://schemas.openxmlformats.org/officeDocument/2006/relationships/audio" Target="../media/harp.wav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Relationship Id="rIdTrSnd" Type="http://schemas.openxmlformats.org/officeDocument/2006/relationships/audio" Target="../media/chime.wav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Relationship Id="rIdTrSnd" Type="http://schemas.openxmlformats.org/officeDocument/2006/relationships/audio" Target="../media/whoosh.wav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Relationship Id="rIdTrSnd" Type="http://schemas.openxmlformats.org/officeDocument/2006/relationships/audio" Target="../media/bubbles.wav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Relationship Id="rIdTrSnd" Type="http://schemas.openxmlformats.org/officeDocument/2006/relationships/audio" Target="../media/sparkle.wav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Relationship Id="rIdTrSnd" Type="http://schemas.openxmlformats.org/officeDocument/2006/relationships/audio" Target="../media/marimba.wav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Relationship Id="rIdTrSnd" Type="http://schemas.openxmlformats.org/officeDocument/2006/relationships/audio" Target="../media/harp.wav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Relationship Id="rIdTrSnd" Type="http://schemas.openxmlformats.org/officeDocument/2006/relationships/audio" Target="../media/chime.wav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Relationship Id="rIdTrSnd" Type="http://schemas.openxmlformats.org/officeDocument/2006/relationships/audio" Target="../media/whoosh.wav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Relationship Id="rIdTrSnd" Type="http://schemas.openxmlformats.org/officeDocument/2006/relationships/audio" Target="../media/bubbles.wav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Relationship Id="rIdTrSnd" Type="http://schemas.openxmlformats.org/officeDocument/2006/relationships/audio" Target="../media/sparkle.wav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3.xml"/><Relationship Id="rIdTrSnd" Type="http://schemas.openxmlformats.org/officeDocument/2006/relationships/audio" Target="../media/marimba.wav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Relationship Id="rIdTrSnd" Type="http://schemas.openxmlformats.org/officeDocument/2006/relationships/audio" Target="../media/harp.wav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Relationship Id="rIdTrSnd" Type="http://schemas.openxmlformats.org/officeDocument/2006/relationships/audio" Target="../media/chime.wav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Relationship Id="rIdTrSnd" Type="http://schemas.openxmlformats.org/officeDocument/2006/relationships/audio" Target="../media/whoosh.wav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Relationship Id="rIdTrSnd" Type="http://schemas.openxmlformats.org/officeDocument/2006/relationships/audio" Target="../media/bubbles.wav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Relationship Id="rIdTrSnd" Type="http://schemas.openxmlformats.org/officeDocument/2006/relationships/audio" Target="../media/sparkle.wav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Relationship Id="rIdTrSnd" Type="http://schemas.openxmlformats.org/officeDocument/2006/relationships/audio" Target="../media/marimba.wav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Relationship Id="rIdTrSnd" Type="http://schemas.openxmlformats.org/officeDocument/2006/relationships/audio" Target="../media/harp.wav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Relationship Id="rIdTrSnd" Type="http://schemas.openxmlformats.org/officeDocument/2006/relationships/audio" Target="../media/chime.wav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2.xml"/><Relationship Id="rIdTrSnd" Type="http://schemas.openxmlformats.org/officeDocument/2006/relationships/audio" Target="../media/whoosh.wav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Relationship Id="rIdTrSnd" Type="http://schemas.openxmlformats.org/officeDocument/2006/relationships/audio" Target="../media/bubbles.wav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Relationship Id="rIdTrSnd" Type="http://schemas.openxmlformats.org/officeDocument/2006/relationships/audio" Target="../media/sparkle.wav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Relationship Id="rIdTrSnd" Type="http://schemas.openxmlformats.org/officeDocument/2006/relationships/audio" Target="../media/marimba.wav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Relationship Id="rIdTrSnd" Type="http://schemas.openxmlformats.org/officeDocument/2006/relationships/audio" Target="../media/harp.wav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Relationship Id="rIdTrSnd" Type="http://schemas.openxmlformats.org/officeDocument/2006/relationships/audio" Target="../media/chime.wav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Relationship Id="rIdTrSnd" Type="http://schemas.openxmlformats.org/officeDocument/2006/relationships/audio" Target="../media/whoosh.wav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Relationship Id="rIdTrSnd" Type="http://schemas.openxmlformats.org/officeDocument/2006/relationships/audio" Target="../media/bubbles.wav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Relationship Id="rIdTrSnd" Type="http://schemas.openxmlformats.org/officeDocument/2006/relationships/audio" Target="../media/sparkle.wav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Relationship Id="rIdTrSnd" Type="http://schemas.openxmlformats.org/officeDocument/2006/relationships/audio" Target="../media/marimba.wav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2.xml"/><Relationship Id="rIdTrSnd" Type="http://schemas.openxmlformats.org/officeDocument/2006/relationships/audio" Target="../media/harp.wav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Relationship Id="rIdTrSnd" Type="http://schemas.openxmlformats.org/officeDocument/2006/relationships/audio" Target="../media/chime.wav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Relationship Id="rIdTrSnd" Type="http://schemas.openxmlformats.org/officeDocument/2006/relationships/audio" Target="../media/whoosh.wav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Relationship Id="rIdTrSnd" Type="http://schemas.openxmlformats.org/officeDocument/2006/relationships/audio" Target="../media/bubbles.wav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Relationship Id="rIdTrSnd" Type="http://schemas.openxmlformats.org/officeDocument/2006/relationships/audio" Target="../media/sparkle.wav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Relationship Id="rIdTrSnd" Type="http://schemas.openxmlformats.org/officeDocument/2006/relationships/audio" Target="../media/marimba.wav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Relationship Id="rIdTrSnd" Type="http://schemas.openxmlformats.org/officeDocument/2006/relationships/audio" Target="../media/harp.wav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Relationship Id="rIdTrSnd" Type="http://schemas.openxmlformats.org/officeDocument/2006/relationships/audio" Target="../media/chime.wav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Relationship Id="rIdTrSnd" Type="http://schemas.openxmlformats.org/officeDocument/2006/relationships/audio" Target="../media/whoosh.wav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1.xml"/><Relationship Id="rIdTrSnd" Type="http://schemas.openxmlformats.org/officeDocument/2006/relationships/audio" Target="../media/bubbles.wav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Relationship Id="rIdTrSnd" Type="http://schemas.openxmlformats.org/officeDocument/2006/relationships/audio" Target="../media/sparkle.wav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Relationship Id="rIdTrSnd" Type="http://schemas.openxmlformats.org/officeDocument/2006/relationships/audio" Target="../media/marimba.wav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Relationship Id="rIdTrSnd" Type="http://schemas.openxmlformats.org/officeDocument/2006/relationships/audio" Target="../media/harp.wav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Relationship Id="rIdTrSnd" Type="http://schemas.openxmlformats.org/officeDocument/2006/relationships/audio" Target="../media/chime.wav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Relationship Id="rIdTrSnd" Type="http://schemas.openxmlformats.org/officeDocument/2006/relationships/audio" Target="../media/whoosh.wav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Relationship Id="rIdTrSnd" Type="http://schemas.openxmlformats.org/officeDocument/2006/relationships/audio" Target="../media/bubbles.wav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Relationship Id="rIdTrSnd" Type="http://schemas.openxmlformats.org/officeDocument/2006/relationships/audio" Target="../media/sparkle.wav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Relationship Id="rIdTrSnd" Type="http://schemas.openxmlformats.org/officeDocument/2006/relationships/audio" Target="../media/marimba.wav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Relationship Id="rIdTrSnd" Type="http://schemas.openxmlformats.org/officeDocument/2006/relationships/audio" Target="../media/harp.wav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Relationship Id="rIdTrSnd" Type="http://schemas.openxmlformats.org/officeDocument/2006/relationships/audio" Target="../media/chime.wav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Relationship Id="rIdTrSnd" Type="http://schemas.openxmlformats.org/officeDocument/2006/relationships/audio" Target="../media/whoosh.wav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Relationship Id="rIdTrSnd" Type="http://schemas.openxmlformats.org/officeDocument/2006/relationships/audio" Target="../media/bubbles.wav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Relationship Id="rIdTrSnd" Type="http://schemas.openxmlformats.org/officeDocument/2006/relationships/audio" Target="../media/sparkle.wav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Relationship Id="rIdTrSnd" Type="http://schemas.openxmlformats.org/officeDocument/2006/relationships/audio" Target="../media/marimba.wav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6.xml"/><Relationship Id="rIdTrSnd" Type="http://schemas.openxmlformats.org/officeDocument/2006/relationships/audio" Target="../media/harp.wav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Relationship Id="rIdTrSnd" Type="http://schemas.openxmlformats.org/officeDocument/2006/relationships/audio" Target="../media/chime.wav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Relationship Id="rIdTrSnd" Type="http://schemas.openxmlformats.org/officeDocument/2006/relationships/audio" Target="../media/whoosh.wav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Relationship Id="rIdTrSnd" Type="http://schemas.openxmlformats.org/officeDocument/2006/relationships/audio" Target="../media/bubbles.wav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Relationship Id="rIdTrSnd" Type="http://schemas.openxmlformats.org/officeDocument/2006/relationships/audio" Target="../media/sparkle.wav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Relationship Id="rIdTrSnd" Type="http://schemas.openxmlformats.org/officeDocument/2006/relationships/audio" Target="../media/marimba.wav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Relationship Id="rIdTrSnd" Type="http://schemas.openxmlformats.org/officeDocument/2006/relationships/audio" Target="../media/harp.wav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3.xml"/><Relationship Id="rIdTrSnd" Type="http://schemas.openxmlformats.org/officeDocument/2006/relationships/audio" Target="../media/chime.wav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Relationship Id="rIdTrSnd" Type="http://schemas.openxmlformats.org/officeDocument/2006/relationships/audio" Target="../media/whoosh.wav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Relationship Id="rIdTrSnd" Type="http://schemas.openxmlformats.org/officeDocument/2006/relationships/audio" Target="../media/bubbles.wav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Relationship Id="rIdTrSnd" Type="http://schemas.openxmlformats.org/officeDocument/2006/relationships/audio" Target="../media/sparkle.wav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7.xml"/><Relationship Id="rIdTrSnd" Type="http://schemas.openxmlformats.org/officeDocument/2006/relationships/audio" Target="../media/marimba.wav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8.xml"/><Relationship Id="rIdTrSnd" Type="http://schemas.openxmlformats.org/officeDocument/2006/relationships/audio" Target="../media/harp.wav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9.xml"/><Relationship Id="rIdTrSnd" Type="http://schemas.openxmlformats.org/officeDocument/2006/relationships/audio" Target="../media/chime.wav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0.xml"/><Relationship Id="rIdTrSnd" Type="http://schemas.openxmlformats.org/officeDocument/2006/relationships/audio" Target="../media/whoosh.wav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1.xml"/><Relationship Id="rIdTrSnd" Type="http://schemas.openxmlformats.org/officeDocument/2006/relationships/audio" Target="../media/bubbles.wav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2.xml"/><Relationship Id="rIdTrSnd" Type="http://schemas.openxmlformats.org/officeDocument/2006/relationships/audio" Target="../media/sparkle.wav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3.xml"/><Relationship Id="rIdTrSnd" Type="http://schemas.openxmlformats.org/officeDocument/2006/relationships/audio" Target="../media/marimba.wav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4.xml"/><Relationship Id="rIdTrSnd" Type="http://schemas.openxmlformats.org/officeDocument/2006/relationships/audio" Target="../media/harp.wav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5.xml"/><Relationship Id="rIdTrSnd" Type="http://schemas.openxmlformats.org/officeDocument/2006/relationships/audio" Target="../media/chime.wav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6.xml"/><Relationship Id="rIdTrSnd" Type="http://schemas.openxmlformats.org/officeDocument/2006/relationships/audio" Target="../media/whoosh.wav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7.xml"/><Relationship Id="rIdTrSnd" Type="http://schemas.openxmlformats.org/officeDocument/2006/relationships/audio" Target="../media/bubbles.wav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8.xml"/><Relationship Id="rIdTrSnd" Type="http://schemas.openxmlformats.org/officeDocument/2006/relationships/audio" Target="../media/sparkle.wav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9.xml"/><Relationship Id="rIdTrSnd" Type="http://schemas.openxmlformats.org/officeDocument/2006/relationships/audio" Target="../media/marimba.wav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0.xml"/><Relationship Id="rIdTrSnd" Type="http://schemas.openxmlformats.org/officeDocument/2006/relationships/audio" Target="../media/harp.wav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1.xml"/><Relationship Id="rIdTrSnd" Type="http://schemas.openxmlformats.org/officeDocument/2006/relationships/audio" Target="../media/chime.wav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2.xml"/><Relationship Id="rIdTrSnd" Type="http://schemas.openxmlformats.org/officeDocument/2006/relationships/audio" Target="../media/whoosh.wav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3.xml"/><Relationship Id="rIdTrSnd" Type="http://schemas.openxmlformats.org/officeDocument/2006/relationships/audio" Target="../media/bubbles.wav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4.xml"/><Relationship Id="rIdTrSnd" Type="http://schemas.openxmlformats.org/officeDocument/2006/relationships/audio" Target="../media/sparkle.wav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5.xml"/><Relationship Id="rIdTrSnd" Type="http://schemas.openxmlformats.org/officeDocument/2006/relationships/audio" Target="../media/marimba.wav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6.xml"/><Relationship Id="rIdTrSnd" Type="http://schemas.openxmlformats.org/officeDocument/2006/relationships/audio" Target="../media/harp.wav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7.xml"/><Relationship Id="rIdTrSnd" Type="http://schemas.openxmlformats.org/officeDocument/2006/relationships/audio" Target="../media/chime.wav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8.xml"/><Relationship Id="rIdTrSnd" Type="http://schemas.openxmlformats.org/officeDocument/2006/relationships/audio" Target="../media/whoosh.wav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9.xml"/><Relationship Id="rIdTrSnd" Type="http://schemas.openxmlformats.org/officeDocument/2006/relationships/audio" Target="../media/bubbles.wav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0.xml"/><Relationship Id="rIdTrSnd" Type="http://schemas.openxmlformats.org/officeDocument/2006/relationships/audio" Target="../media/sparkle.wav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1.xml"/><Relationship Id="rIdTrSnd" Type="http://schemas.openxmlformats.org/officeDocument/2006/relationships/audio" Target="../media/marimba.wav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2.xml"/><Relationship Id="rIdTrSnd" Type="http://schemas.openxmlformats.org/officeDocument/2006/relationships/audio" Target="../media/harp.wav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3.xml"/><Relationship Id="rIdTrSnd" Type="http://schemas.openxmlformats.org/officeDocument/2006/relationships/audio" Target="../media/chime.wav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4.xml"/><Relationship Id="rIdTrSnd" Type="http://schemas.openxmlformats.org/officeDocument/2006/relationships/audio" Target="../media/whoosh.wav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5.xml"/><Relationship Id="rIdTrSnd" Type="http://schemas.openxmlformats.org/officeDocument/2006/relationships/audio" Target="../media/bubbles.wav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6.xml"/><Relationship Id="rIdTrSnd" Type="http://schemas.openxmlformats.org/officeDocument/2006/relationships/audio" Target="../media/sparkle.wav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7.xml"/><Relationship Id="rIdTrSnd" Type="http://schemas.openxmlformats.org/officeDocument/2006/relationships/audio" Target="../media/marimba.wav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8.xml"/><Relationship Id="rIdTrSnd" Type="http://schemas.openxmlformats.org/officeDocument/2006/relationships/audio" Target="../media/harp.wav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9.xml"/><Relationship Id="rIdTrSnd" Type="http://schemas.openxmlformats.org/officeDocument/2006/relationships/audio" Target="../media/chime.wav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0.xml"/><Relationship Id="rIdTrSnd" Type="http://schemas.openxmlformats.org/officeDocument/2006/relationships/audio" Target="../media/whoosh.wav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1.xml"/><Relationship Id="rIdTrSnd" Type="http://schemas.openxmlformats.org/officeDocument/2006/relationships/audio" Target="../media/bubbles.wav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2.xml"/><Relationship Id="rIdTrSnd" Type="http://schemas.openxmlformats.org/officeDocument/2006/relationships/audio" Target="../media/sparkle.wav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3.xml"/><Relationship Id="rIdTrSnd" Type="http://schemas.openxmlformats.org/officeDocument/2006/relationships/audio" Target="../media/marimba.wav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4.xml"/><Relationship Id="rIdTrSnd" Type="http://schemas.openxmlformats.org/officeDocument/2006/relationships/audio" Target="../media/harp.wav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5.xml"/><Relationship Id="rIdTrSnd" Type="http://schemas.openxmlformats.org/officeDocument/2006/relationships/audio" Target="../media/chime.wav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6.xml"/><Relationship Id="rIdTrSnd" Type="http://schemas.openxmlformats.org/officeDocument/2006/relationships/audio" Target="../media/whoosh.wav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7.xml"/><Relationship Id="rIdTrSnd" Type="http://schemas.openxmlformats.org/officeDocument/2006/relationships/audio" Target="../media/bubbles.wav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8.xml"/><Relationship Id="rIdTrSnd" Type="http://schemas.openxmlformats.org/officeDocument/2006/relationships/audio" Target="../media/sparkle.wav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9.xml"/><Relationship Id="rIdTrSnd" Type="http://schemas.openxmlformats.org/officeDocument/2006/relationships/audio" Target="../media/marimba.wav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0.xml"/><Relationship Id="rIdTrSnd" Type="http://schemas.openxmlformats.org/officeDocument/2006/relationships/audio" Target="../media/harp.wav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1.xml"/><Relationship Id="rIdTrSnd" Type="http://schemas.openxmlformats.org/officeDocument/2006/relationships/audio" Target="../media/chime.wav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2.xml"/><Relationship Id="rIdTrSnd" Type="http://schemas.openxmlformats.org/officeDocument/2006/relationships/audio" Target="../media/whoosh.wav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3.xml"/><Relationship Id="rIdTrSnd" Type="http://schemas.openxmlformats.org/officeDocument/2006/relationships/audio" Target="../media/bubbles.wav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4.xml"/><Relationship Id="rIdTrSnd" Type="http://schemas.openxmlformats.org/officeDocument/2006/relationships/audio" Target="../media/sparkle.wav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5.xml"/><Relationship Id="rIdTrSnd" Type="http://schemas.openxmlformats.org/officeDocument/2006/relationships/audio" Target="../media/marimba.wav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6.xml"/><Relationship Id="rIdTrSnd" Type="http://schemas.openxmlformats.org/officeDocument/2006/relationships/audio" Target="../media/harp.wav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7.xml"/><Relationship Id="rIdTrSnd" Type="http://schemas.openxmlformats.org/officeDocument/2006/relationships/audio" Target="../media/chime.wav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8.xml"/><Relationship Id="rIdTrSnd" Type="http://schemas.openxmlformats.org/officeDocument/2006/relationships/audio" Target="../media/whoosh.wav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9.xml"/><Relationship Id="rIdTrSnd" Type="http://schemas.openxmlformats.org/officeDocument/2006/relationships/audio" Target="../media/bubbles.wav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0.xml"/><Relationship Id="rIdTrSnd" Type="http://schemas.openxmlformats.org/officeDocument/2006/relationships/audio" Target="../media/sparkle.wav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1.xml"/><Relationship Id="rIdTrSnd" Type="http://schemas.openxmlformats.org/officeDocument/2006/relationships/audio" Target="../media/marimba.wav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2.xml"/><Relationship Id="rIdTrSnd" Type="http://schemas.openxmlformats.org/officeDocument/2006/relationships/audio" Target="../media/harp.wav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3.xml"/><Relationship Id="rIdTrSnd" Type="http://schemas.openxmlformats.org/officeDocument/2006/relationships/audio" Target="../media/chime.wav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4.xml"/><Relationship Id="rIdTrSnd" Type="http://schemas.openxmlformats.org/officeDocument/2006/relationships/audio" Target="../media/whoosh.wav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5.xml"/><Relationship Id="rIdTrSnd" Type="http://schemas.openxmlformats.org/officeDocument/2006/relationships/audio" Target="../media/bubbles.wav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6.xml"/><Relationship Id="rIdTrSnd" Type="http://schemas.openxmlformats.org/officeDocument/2006/relationships/audio" Target="../media/sparkle.wav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7.xml"/><Relationship Id="rIdTrSnd" Type="http://schemas.openxmlformats.org/officeDocument/2006/relationships/audio" Target="../media/marimba.wav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8.xml"/><Relationship Id="rIdTrSnd" Type="http://schemas.openxmlformats.org/officeDocument/2006/relationships/audio" Target="../media/harp.wav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9.xml"/><Relationship Id="rIdTrSnd" Type="http://schemas.openxmlformats.org/officeDocument/2006/relationships/audio" Target="../media/chime.wav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0.xml"/><Relationship Id="rIdTrSnd" Type="http://schemas.openxmlformats.org/officeDocument/2006/relationships/audio" Target="../media/whoosh.wav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1.xml"/><Relationship Id="rIdTrSnd" Type="http://schemas.openxmlformats.org/officeDocument/2006/relationships/audio" Target="../media/bubbles.wav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2.xml"/><Relationship Id="rIdTrSnd" Type="http://schemas.openxmlformats.org/officeDocument/2006/relationships/audio" Target="../media/sparkle.wav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3.xml"/><Relationship Id="rIdTrSnd" Type="http://schemas.openxmlformats.org/officeDocument/2006/relationships/audio" Target="../media/marimba.wav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4.xml"/><Relationship Id="rIdTrSnd" Type="http://schemas.openxmlformats.org/officeDocument/2006/relationships/audio" Target="../media/harp.wav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5.xml"/><Relationship Id="rIdTrSnd" Type="http://schemas.openxmlformats.org/officeDocument/2006/relationships/audio" Target="../media/chime.wav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6.xml"/><Relationship Id="rIdTrSnd" Type="http://schemas.openxmlformats.org/officeDocument/2006/relationships/audio" Target="../media/whoosh.wav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7.xml"/><Relationship Id="rIdTrSnd" Type="http://schemas.openxmlformats.org/officeDocument/2006/relationships/audio" Target="../media/bubbles.wav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8.xml"/><Relationship Id="rIdTrSnd" Type="http://schemas.openxmlformats.org/officeDocument/2006/relationships/audio" Target="../media/sparkle.wav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9.xml"/><Relationship Id="rIdTrSnd" Type="http://schemas.openxmlformats.org/officeDocument/2006/relationships/audio" Target="../media/marimba.wav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0.xml"/><Relationship Id="rIdTrSnd" Type="http://schemas.openxmlformats.org/officeDocument/2006/relationships/audio" Target="../media/harp.wav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1.xml"/><Relationship Id="rIdTrSnd" Type="http://schemas.openxmlformats.org/officeDocument/2006/relationships/audio" Target="../media/chime.wav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2.xml"/><Relationship Id="rIdTrSnd" Type="http://schemas.openxmlformats.org/officeDocument/2006/relationships/audio" Target="../media/whoosh.wav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3.xml"/><Relationship Id="rIdTrSnd" Type="http://schemas.openxmlformats.org/officeDocument/2006/relationships/audio" Target="../media/bubbles.wav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4.xml"/><Relationship Id="rIdTrSnd" Type="http://schemas.openxmlformats.org/officeDocument/2006/relationships/audio" Target="../media/sparkle.wav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5.xml"/><Relationship Id="rIdTrSnd" Type="http://schemas.openxmlformats.org/officeDocument/2006/relationships/audio" Target="../media/marimba.wav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6.xml"/><Relationship Id="rIdTrSnd" Type="http://schemas.openxmlformats.org/officeDocument/2006/relationships/audio" Target="../media/harp.wav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7.xml"/><Relationship Id="rIdTrSnd" Type="http://schemas.openxmlformats.org/officeDocument/2006/relationships/audio" Target="../media/chime.wav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8.xml"/><Relationship Id="rIdTrSnd" Type="http://schemas.openxmlformats.org/officeDocument/2006/relationships/audio" Target="../media/whoosh.wav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9.xml"/><Relationship Id="rIdTrSnd" Type="http://schemas.openxmlformats.org/officeDocument/2006/relationships/audio" Target="../media/bubbles.wav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0.xml"/><Relationship Id="rIdTrSnd" Type="http://schemas.openxmlformats.org/officeDocument/2006/relationships/audio" Target="../media/sparkle.wav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1.xml"/><Relationship Id="rIdTrSnd" Type="http://schemas.openxmlformats.org/officeDocument/2006/relationships/audio" Target="../media/marimba.wav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2.xml"/><Relationship Id="rIdTrSnd" Type="http://schemas.openxmlformats.org/officeDocument/2006/relationships/audio" Target="../media/harp.wav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3.xml"/><Relationship Id="rIdTrSnd" Type="http://schemas.openxmlformats.org/officeDocument/2006/relationships/audio" Target="../media/chime.wav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4.xml"/><Relationship Id="rIdTrSnd" Type="http://schemas.openxmlformats.org/officeDocument/2006/relationships/audio" Target="../media/whoosh.wav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5.xml"/><Relationship Id="rIdTrSnd" Type="http://schemas.openxmlformats.org/officeDocument/2006/relationships/audio" Target="../media/bubbles.wav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6.xml"/><Relationship Id="rIdTrSnd" Type="http://schemas.openxmlformats.org/officeDocument/2006/relationships/audio" Target="../media/sparkle.wav"/></Relationships>
</file>

<file path=ppt/slides/_rels/slide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7.xml"/><Relationship Id="rIdTrSnd" Type="http://schemas.openxmlformats.org/officeDocument/2006/relationships/audio" Target="../media/marimba.wav"/></Relationships>
</file>

<file path=ppt/slides/_rels/slide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8.xml"/><Relationship Id="rIdTrSnd" Type="http://schemas.openxmlformats.org/officeDocument/2006/relationships/audio" Target="../media/harp.wav"/></Relationships>
</file>

<file path=ppt/slides/_rels/slide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9.xml"/><Relationship Id="rIdTrSnd" Type="http://schemas.openxmlformats.org/officeDocument/2006/relationships/audio" Target="../media/chime.wav"/></Relationships>
</file>

<file path=ppt/slides/_rels/slide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0.xml"/><Relationship Id="rIdTrSnd" Type="http://schemas.openxmlformats.org/officeDocument/2006/relationships/audio" Target="../media/whoosh.wav"/></Relationships>
</file>

<file path=ppt/slides/_rels/slide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1.xml"/><Relationship Id="rIdTrSnd" Type="http://schemas.openxmlformats.org/officeDocument/2006/relationships/audio" Target="../media/bubbles.wav"/></Relationships>
</file>

<file path=ppt/slides/_rels/slide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2.xml"/><Relationship Id="rIdTrSnd" Type="http://schemas.openxmlformats.org/officeDocument/2006/relationships/audio" Target="../media/sparkle.wav"/></Relationships>
</file>

<file path=ppt/slides/_rels/slide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3.xml"/><Relationship Id="rIdTrSnd" Type="http://schemas.openxmlformats.org/officeDocument/2006/relationships/audio" Target="../media/marimba.wav"/></Relationships>
</file>

<file path=ppt/slides/_rels/slide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4.xml"/><Relationship Id="rIdTrSnd" Type="http://schemas.openxmlformats.org/officeDocument/2006/relationships/audio" Target="../media/harp.wav"/></Relationships>
</file>

<file path=ppt/slides/_rels/slide4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5.xml"/><Relationship Id="rIdTrSnd" Type="http://schemas.openxmlformats.org/officeDocument/2006/relationships/audio" Target="../media/chime.wav"/></Relationships>
</file>

<file path=ppt/slides/_rels/slide4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6.xml"/><Relationship Id="rIdTrSnd" Type="http://schemas.openxmlformats.org/officeDocument/2006/relationships/audio" Target="../media/whoosh.wav"/></Relationships>
</file>

<file path=ppt/slides/_rels/slide4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7.xml"/><Relationship Id="rIdTrSnd" Type="http://schemas.openxmlformats.org/officeDocument/2006/relationships/audio" Target="../media/bubbles.wav"/></Relationships>
</file>

<file path=ppt/slides/_rels/slide4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8.xml"/><Relationship Id="rIdTrSnd" Type="http://schemas.openxmlformats.org/officeDocument/2006/relationships/audio" Target="../media/sparkle.wav"/></Relationships>
</file>

<file path=ppt/slides/_rels/slide4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9.xml"/><Relationship Id="rIdTrSnd" Type="http://schemas.openxmlformats.org/officeDocument/2006/relationships/audio" Target="../media/marimba.wav"/></Relationships>
</file>

<file path=ppt/slides/_rels/slide4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0.xml"/><Relationship Id="rIdTrSnd" Type="http://schemas.openxmlformats.org/officeDocument/2006/relationships/audio" Target="../media/harp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64D8"/>
          </a:solidFill>
          <a:ln w="12700">
            <a:solidFill>
              <a:srgbClr val="C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6492240" y="1097280"/>
            <a:ext cx="2286000" cy="19202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0">
            <a:solidFill>
              <a:srgbClr val="1971C2"/>
            </a:solidFill>
            <a:prstDash val="solid"/>
          </a:ln>
        </p:spPr>
      </p:sp>
      <p:sp>
        <p:nvSpPr>
          <p:cNvPr id="11" name="C1 T1 sign"/>
          <p:cNvSpPr txBox="1"/>
          <p:nvPr/>
        </p:nvSpPr>
        <p:spPr>
          <a:xfrm>
            <a:off x="6492240" y="1193356"/>
            <a:ext cx="2286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ـٌ</a:t>
            </a:r>
            <a:endParaRPr lang="ar-SA" sz="8900" dirty="0"/>
          </a:p>
        </p:txBody>
      </p:sp>
      <p:sp>
        <p:nvSpPr>
          <p:cNvPr id="12" name="C1 L1 label box"/>
          <p:cNvSpPr/>
          <p:nvPr/>
        </p:nvSpPr>
        <p:spPr>
          <a:xfrm>
            <a:off x="6492240" y="3182112"/>
            <a:ext cx="2286000" cy="566928"/>
          </a:xfrm>
          <a:prstGeom prst="roundRect">
            <a:avLst>
              <a:gd name="adj" fmla="val 32258"/>
            </a:avLst>
          </a:prstGeom>
          <a:solidFill>
            <a:srgbClr val="1971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C1 L1 label"/>
          <p:cNvSpPr txBox="1"/>
          <p:nvPr/>
        </p:nvSpPr>
        <p:spPr>
          <a:xfrm>
            <a:off x="6492240" y="3123819"/>
            <a:ext cx="228600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تنوين الضم</a:t>
            </a:r>
            <a:endParaRPr lang="ar-SA" sz="2700" dirty="0"/>
          </a:p>
        </p:txBody>
      </p:sp>
      <p:sp>
        <p:nvSpPr>
          <p:cNvPr id="14" name="Panel 2"/>
          <p:cNvSpPr/>
          <p:nvPr/>
        </p:nvSpPr>
        <p:spPr>
          <a:xfrm>
            <a:off x="3429000" y="1097280"/>
            <a:ext cx="2286000" cy="19202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5" name="C3 T2 sign"/>
          <p:cNvSpPr txBox="1"/>
          <p:nvPr/>
        </p:nvSpPr>
        <p:spPr>
          <a:xfrm>
            <a:off x="3429000" y="1193356"/>
            <a:ext cx="2286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ـُ</a:t>
            </a:r>
            <a:endParaRPr lang="ar-SA" sz="8900" dirty="0"/>
          </a:p>
        </p:txBody>
      </p:sp>
      <p:sp>
        <p:nvSpPr>
          <p:cNvPr id="16" name="C3 L2 label box"/>
          <p:cNvSpPr/>
          <p:nvPr/>
        </p:nvSpPr>
        <p:spPr>
          <a:xfrm>
            <a:off x="3429000" y="3182112"/>
            <a:ext cx="2286000" cy="566928"/>
          </a:xfrm>
          <a:prstGeom prst="roundRect">
            <a:avLst>
              <a:gd name="adj" fmla="val 32258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L2 label"/>
          <p:cNvSpPr txBox="1"/>
          <p:nvPr/>
        </p:nvSpPr>
        <p:spPr>
          <a:xfrm>
            <a:off x="3429000" y="3183192"/>
            <a:ext cx="228600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ضمة</a:t>
            </a:r>
            <a:endParaRPr lang="ar-SA" sz="3400" dirty="0"/>
          </a:p>
        </p:txBody>
      </p:sp>
      <p:sp>
        <p:nvSpPr>
          <p:cNvPr id="18" name="Panel 3"/>
          <p:cNvSpPr/>
          <p:nvPr/>
        </p:nvSpPr>
        <p:spPr>
          <a:xfrm>
            <a:off x="365760" y="1097280"/>
            <a:ext cx="2286000" cy="19202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9" name="C4 T3 sign"/>
          <p:cNvSpPr txBox="1"/>
          <p:nvPr/>
        </p:nvSpPr>
        <p:spPr>
          <a:xfrm>
            <a:off x="365760" y="1057154"/>
            <a:ext cx="2286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900" dirty="0"/>
          </a:p>
        </p:txBody>
      </p:sp>
      <p:sp>
        <p:nvSpPr>
          <p:cNvPr id="20" name="C4 L3 label box"/>
          <p:cNvSpPr/>
          <p:nvPr/>
        </p:nvSpPr>
        <p:spPr>
          <a:xfrm>
            <a:off x="365760" y="3182112"/>
            <a:ext cx="2286000" cy="566928"/>
          </a:xfrm>
          <a:prstGeom prst="roundRect">
            <a:avLst>
              <a:gd name="adj" fmla="val 32258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3 label"/>
          <p:cNvSpPr txBox="1"/>
          <p:nvPr/>
        </p:nvSpPr>
        <p:spPr>
          <a:xfrm>
            <a:off x="365760" y="3145917"/>
            <a:ext cx="228600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نون ساكنة</a:t>
            </a:r>
            <a:endParaRPr lang="ar-SA" sz="3000" dirty="0"/>
          </a:p>
        </p:txBody>
      </p:sp>
      <p:sp>
        <p:nvSpPr>
          <p:cNvPr id="22" name="C2 E equals"/>
          <p:cNvSpPr/>
          <p:nvPr/>
        </p:nvSpPr>
        <p:spPr>
          <a:xfrm>
            <a:off x="5833872" y="1783080"/>
            <a:ext cx="548640" cy="548640"/>
          </a:xfrm>
          <a:prstGeom prst="mathEqual">
            <a:avLst/>
          </a:prstGeom>
          <a:solidFill>
            <a:srgbClr val="8ED92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3 P plus"/>
          <p:cNvSpPr/>
          <p:nvPr/>
        </p:nvSpPr>
        <p:spPr>
          <a:xfrm>
            <a:off x="2770632" y="1783080"/>
            <a:ext cx="548640" cy="54864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22" grpId="0" animBg="1"/>
      <p:bldP spid="15" grpId="0" animBg="1"/>
      <p:bldP spid="16" grpId="0" animBg="1"/>
      <p:bldP spid="17" grpId="0" animBg="1"/>
      <p:bldP spid="23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40080" y="1554480"/>
            <a:ext cx="26517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4269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900" dirty="0"/>
          </a:p>
        </p:txBody>
      </p:sp>
      <p:sp>
        <p:nvSpPr>
          <p:cNvPr id="15" name="C2 V1 mark"/>
          <p:cNvSpPr txBox="1"/>
          <p:nvPr/>
        </p:nvSpPr>
        <p:spPr>
          <a:xfrm>
            <a:off x="6720840" y="164269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900" dirty="0"/>
          </a:p>
        </p:txBody>
      </p:sp>
      <p:sp>
        <p:nvSpPr>
          <p:cNvPr id="16" name="C3 P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650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900" dirty="0"/>
          </a:p>
        </p:txBody>
      </p:sp>
      <p:sp>
        <p:nvSpPr>
          <p:cNvPr id="18" name="C5 V2 mark"/>
          <p:cNvSpPr txBox="1"/>
          <p:nvPr/>
        </p:nvSpPr>
        <p:spPr>
          <a:xfrm>
            <a:off x="4343400" y="16650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2044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sound"/>
          <p:cNvSpPr txBox="1"/>
          <p:nvPr/>
        </p:nvSpPr>
        <p:spPr>
          <a:xfrm>
            <a:off x="640080" y="1499006"/>
            <a:ext cx="26517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بُنۡ</a:t>
            </a:r>
            <a:endParaRPr lang="ar-SA" sz="9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1971C2"/>
            </a:solidFill>
            <a:prstDash val="solid"/>
          </a:ln>
        </p:spPr>
      </p:sp>
      <p:sp>
        <p:nvSpPr>
          <p:cNvPr id="13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4" name="C1 W written"/>
          <p:cNvSpPr txBox="1"/>
          <p:nvPr/>
        </p:nvSpPr>
        <p:spPr>
          <a:xfrm>
            <a:off x="5120640" y="974401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بٌ</a:t>
            </a:r>
            <a:endParaRPr lang="ar-SA" sz="9300" dirty="0"/>
          </a:p>
        </p:txBody>
      </p:sp>
      <p:sp>
        <p:nvSpPr>
          <p:cNvPr id="15" name="C1 L1 label box"/>
          <p:cNvSpPr/>
          <p:nvPr/>
        </p:nvSpPr>
        <p:spPr>
          <a:xfrm>
            <a:off x="512064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1971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L1 label"/>
          <p:cNvSpPr txBox="1"/>
          <p:nvPr/>
        </p:nvSpPr>
        <p:spPr>
          <a:xfrm>
            <a:off x="5120640" y="3197714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نكتب</a:t>
            </a:r>
            <a:endParaRPr lang="ar-SA" sz="3100" dirty="0"/>
          </a:p>
        </p:txBody>
      </p:sp>
      <p:sp>
        <p:nvSpPr>
          <p:cNvPr id="17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R read"/>
          <p:cNvSpPr txBox="1"/>
          <p:nvPr/>
        </p:nvSpPr>
        <p:spPr>
          <a:xfrm>
            <a:off x="457200" y="997820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بُنۡ</a:t>
            </a:r>
            <a:endParaRPr lang="ar-SA" sz="9300" dirty="0"/>
          </a:p>
        </p:txBody>
      </p:sp>
      <p:sp>
        <p:nvSpPr>
          <p:cNvPr id="19" name="C3 L2 label box"/>
          <p:cNvSpPr/>
          <p:nvPr/>
        </p:nvSpPr>
        <p:spPr>
          <a:xfrm>
            <a:off x="45720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L2 label"/>
          <p:cNvSpPr txBox="1"/>
          <p:nvPr/>
        </p:nvSpPr>
        <p:spPr>
          <a:xfrm>
            <a:off x="457200" y="3235770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نقرأ</a:t>
            </a:r>
            <a:endParaRPr lang="ar-SA" sz="2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143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40080" y="1554480"/>
            <a:ext cx="26517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448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900" dirty="0"/>
          </a:p>
        </p:txBody>
      </p:sp>
      <p:sp>
        <p:nvSpPr>
          <p:cNvPr id="14" name="C2 V1 mark"/>
          <p:cNvSpPr txBox="1"/>
          <p:nvPr/>
        </p:nvSpPr>
        <p:spPr>
          <a:xfrm>
            <a:off x="6720840" y="17448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5900" dirty="0"/>
          </a:p>
        </p:txBody>
      </p:sp>
      <p:sp>
        <p:nvSpPr>
          <p:cNvPr id="15" name="C3 P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0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900" dirty="0"/>
          </a:p>
        </p:txBody>
      </p:sp>
      <p:sp>
        <p:nvSpPr>
          <p:cNvPr id="17" name="C5 V2 mark"/>
          <p:cNvSpPr txBox="1"/>
          <p:nvPr/>
        </p:nvSpPr>
        <p:spPr>
          <a:xfrm>
            <a:off x="4343400" y="16650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2044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sound"/>
          <p:cNvSpPr txBox="1"/>
          <p:nvPr/>
        </p:nvSpPr>
        <p:spPr>
          <a:xfrm>
            <a:off x="640080" y="1570126"/>
            <a:ext cx="26517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تُنۡ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ED5E"/>
          </a:solidFill>
          <a:ln w="12700">
            <a:solidFill>
              <a:srgbClr val="C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1971C2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20" name="C1 W written"/>
          <p:cNvSpPr txBox="1"/>
          <p:nvPr/>
        </p:nvSpPr>
        <p:spPr>
          <a:xfrm>
            <a:off x="5120640" y="1133602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تٌ</a:t>
            </a:r>
            <a:endParaRPr lang="ar-SA" sz="8500" dirty="0"/>
          </a:p>
        </p:txBody>
      </p:sp>
      <p:sp>
        <p:nvSpPr>
          <p:cNvPr id="21" name="C1 L1 label box"/>
          <p:cNvSpPr/>
          <p:nvPr/>
        </p:nvSpPr>
        <p:spPr>
          <a:xfrm>
            <a:off x="512064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1971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1 label"/>
          <p:cNvSpPr txBox="1"/>
          <p:nvPr/>
        </p:nvSpPr>
        <p:spPr>
          <a:xfrm>
            <a:off x="5120640" y="3197714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نكتب</a:t>
            </a:r>
            <a:endParaRPr lang="ar-SA" sz="3100" dirty="0"/>
          </a:p>
        </p:txBody>
      </p:sp>
      <p:sp>
        <p:nvSpPr>
          <p:cNvPr id="23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3 R read"/>
          <p:cNvSpPr txBox="1"/>
          <p:nvPr/>
        </p:nvSpPr>
        <p:spPr>
          <a:xfrm>
            <a:off x="457200" y="1066673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تُنۡ</a:t>
            </a:r>
            <a:endParaRPr lang="ar-SA" sz="8500" dirty="0"/>
          </a:p>
        </p:txBody>
      </p:sp>
      <p:sp>
        <p:nvSpPr>
          <p:cNvPr id="25" name="C3 L2 label box"/>
          <p:cNvSpPr/>
          <p:nvPr/>
        </p:nvSpPr>
        <p:spPr>
          <a:xfrm>
            <a:off x="45720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3 L2 label"/>
          <p:cNvSpPr txBox="1"/>
          <p:nvPr/>
        </p:nvSpPr>
        <p:spPr>
          <a:xfrm>
            <a:off x="457200" y="3235770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نقرأ</a:t>
            </a:r>
            <a:endParaRPr lang="ar-SA" sz="2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512064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1600">
            <a:solidFill>
              <a:srgbClr val="1971C2"/>
            </a:solidFill>
            <a:prstDash val="solid"/>
          </a:ln>
        </p:spPr>
      </p:sp>
      <p:sp>
        <p:nvSpPr>
          <p:cNvPr id="16" name="Panel read"/>
          <p:cNvSpPr/>
          <p:nvPr/>
        </p:nvSpPr>
        <p:spPr>
          <a:xfrm>
            <a:off x="457200" y="1051560"/>
            <a:ext cx="356616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7" name="C1 W written"/>
          <p:cNvSpPr txBox="1"/>
          <p:nvPr/>
        </p:nvSpPr>
        <p:spPr>
          <a:xfrm>
            <a:off x="5120640" y="1070991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وَلَدٌ</a:t>
            </a:r>
            <a:endParaRPr lang="ar-SA" sz="8500" dirty="0"/>
          </a:p>
        </p:txBody>
      </p:sp>
      <p:sp>
        <p:nvSpPr>
          <p:cNvPr id="18" name="C1 L1 label box"/>
          <p:cNvSpPr/>
          <p:nvPr/>
        </p:nvSpPr>
        <p:spPr>
          <a:xfrm>
            <a:off x="512064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1971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1 L1 label"/>
          <p:cNvSpPr txBox="1"/>
          <p:nvPr/>
        </p:nvSpPr>
        <p:spPr>
          <a:xfrm>
            <a:off x="5120640" y="3197714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نكتب</a:t>
            </a:r>
            <a:endParaRPr lang="ar-SA" sz="3100" dirty="0"/>
          </a:p>
        </p:txBody>
      </p:sp>
      <p:sp>
        <p:nvSpPr>
          <p:cNvPr id="20" name="C2 A arrow"/>
          <p:cNvSpPr/>
          <p:nvPr/>
        </p:nvSpPr>
        <p:spPr>
          <a:xfrm>
            <a:off x="4206240" y="1783080"/>
            <a:ext cx="731520" cy="548640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3 R read"/>
          <p:cNvSpPr txBox="1"/>
          <p:nvPr/>
        </p:nvSpPr>
        <p:spPr>
          <a:xfrm>
            <a:off x="457200" y="1070991"/>
            <a:ext cx="356616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وَلَدُنۡ</a:t>
            </a:r>
            <a:endParaRPr lang="ar-SA" sz="8500" dirty="0"/>
          </a:p>
        </p:txBody>
      </p:sp>
      <p:sp>
        <p:nvSpPr>
          <p:cNvPr id="22" name="C3 L2 label box"/>
          <p:cNvSpPr/>
          <p:nvPr/>
        </p:nvSpPr>
        <p:spPr>
          <a:xfrm>
            <a:off x="457200" y="3227832"/>
            <a:ext cx="3566160" cy="566928"/>
          </a:xfrm>
          <a:prstGeom prst="roundRect">
            <a:avLst>
              <a:gd name="adj" fmla="val 32258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L2 label"/>
          <p:cNvSpPr txBox="1"/>
          <p:nvPr/>
        </p:nvSpPr>
        <p:spPr>
          <a:xfrm>
            <a:off x="457200" y="3235770"/>
            <a:ext cx="356616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FFFFFF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نقرأ</a:t>
            </a:r>
            <a:endParaRPr lang="ar-SA" sz="2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864"/>
          </a:solidFill>
          <a:ln w="12700">
            <a:solidFill>
              <a:srgbClr val="D8A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147"/>
          </a:solidFill>
          <a:ln w="12700">
            <a:solidFill>
              <a:srgbClr val="D18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25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12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29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12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5"/>
          </a:solidFill>
          <a:ln w="12700">
            <a:solidFill>
              <a:srgbClr val="793445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3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9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بَأٌ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D"/>
          </a:solidFill>
          <a:ln w="12700">
            <a:solidFill>
              <a:srgbClr val="5EE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تَأٌ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452"/>
          </a:solidFill>
          <a:ln w="12700">
            <a:solidFill>
              <a:srgbClr val="E06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3"/>
          </a:solidFill>
          <a:ln w="12700">
            <a:solidFill>
              <a:srgbClr val="70DB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A85"/>
          </a:solidFill>
          <a:ln w="12700">
            <a:solidFill>
              <a:srgbClr val="474A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ثَأٌ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B"/>
          </a:solidFill>
          <a:ln w="12700">
            <a:solidFill>
              <a:srgbClr val="64D8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F"/>
          </a:solidFill>
          <a:ln w="12700">
            <a:solidFill>
              <a:srgbClr val="47D1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جَأٌ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حَأٌ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42B"/>
          </a:solidFill>
          <a:ln w="12700">
            <a:solidFill>
              <a:srgbClr val="6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خَأٌ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4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دَأٌ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5EED"/>
          </a:solidFill>
          <a:ln w="12700">
            <a:solidFill>
              <a:srgbClr val="C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25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12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3E052"/>
          </a:solidFill>
          <a:ln w="12700">
            <a:solidFill>
              <a:srgbClr val="6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70DB"/>
          </a:solidFill>
          <a:ln w="12700">
            <a:solidFill>
              <a:srgbClr val="9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64D8"/>
          </a:solidFill>
          <a:ln w="12700">
            <a:solidFill>
              <a:srgbClr val="6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3D1"/>
          </a:solidFill>
          <a:ln w="12700">
            <a:solidFill>
              <a:srgbClr val="475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تَبٌ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ثَبٌ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879"/>
          </a:solidFill>
          <a:ln w="12700">
            <a:solidFill>
              <a:srgbClr val="3468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جَبٌ</a:t>
            </a:r>
            <a:endParaRPr lang="ar-SA" sz="9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حَبٌ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65E"/>
          </a:solidFill>
          <a:ln w="12700">
            <a:solidFill>
              <a:srgbClr val="EDA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خَبٌ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7E0"/>
          </a:solidFill>
          <a:ln w="12700">
            <a:solidFill>
              <a:srgbClr val="528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E70"/>
          </a:solidFill>
          <a:ln w="12700">
            <a:solidFill>
              <a:srgbClr val="DB7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دَبٌ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7"/>
          </a:solidFill>
          <a:ln w="12700">
            <a:solidFill>
              <a:srgbClr val="D864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5"/>
          </a:solidFill>
          <a:ln w="12700">
            <a:solidFill>
              <a:srgbClr val="D147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29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12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أَتٌ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6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بَتٌ</a:t>
            </a:r>
            <a:endParaRPr lang="ar-SA" sz="9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ثَتٌ</a:t>
            </a:r>
            <a:endParaRPr lang="ar-SA" sz="8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3"/>
          </a:solidFill>
          <a:ln w="12700">
            <a:solidFill>
              <a:srgbClr val="5EED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جَتٌ</a:t>
            </a:r>
            <a:endParaRPr lang="ar-SA" sz="9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A"/>
          </a:solidFill>
          <a:ln w="12700">
            <a:solidFill>
              <a:srgbClr val="E052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DB70"/>
          </a:solidFill>
          <a:ln w="12700">
            <a:solidFill>
              <a:srgbClr val="7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حَتٌ</a:t>
            </a:r>
            <a:endParaRPr lang="ar-SA" sz="10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D864"/>
          </a:solidFill>
          <a:ln w="12700">
            <a:solidFill>
              <a:srgbClr val="9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D147"/>
          </a:solidFill>
          <a:ln w="12700">
            <a:solidFill>
              <a:srgbClr val="9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خَتٌ</a:t>
            </a:r>
            <a:endParaRPr lang="ar-SA" sz="10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دَتٌ</a:t>
            </a:r>
            <a:endParaRPr lang="ar-SA" sz="10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15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11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أَثٌ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5EED"/>
          </a:solidFill>
          <a:ln w="12700">
            <a:solidFill>
              <a:srgbClr val="5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بَثٌ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E052"/>
          </a:solidFill>
          <a:ln w="12700">
            <a:solidFill>
              <a:srgbClr val="C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8DB"/>
          </a:solidFill>
          <a:ln w="12700">
            <a:solidFill>
              <a:srgbClr val="709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تَثٌ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1D8"/>
          </a:solidFill>
          <a:ln w="12700">
            <a:solidFill>
              <a:srgbClr val="64B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9D1"/>
          </a:solidFill>
          <a:ln w="12700">
            <a:solidFill>
              <a:srgbClr val="47B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جَثٌ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حَثٌ</a:t>
            </a:r>
            <a:endParaRPr lang="ar-SA" sz="8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7"/>
          </a:solidFill>
          <a:ln w="12700">
            <a:solidFill>
              <a:srgbClr val="347957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خَثٌ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دَثٌ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1"/>
          </a:solidFill>
          <a:ln w="12700">
            <a:solidFill>
              <a:srgbClr val="ED5E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11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11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F"/>
          </a:solidFill>
          <a:ln w="12700">
            <a:solidFill>
              <a:srgbClr val="52E0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3"/>
          </a:solidFill>
          <a:ln w="12700">
            <a:solidFill>
              <a:srgbClr val="DB70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347"/>
          </a:solidFill>
          <a:ln w="12700">
            <a:solidFill>
              <a:srgbClr val="8573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أَجٌ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E"/>
          </a:solidFill>
          <a:ln w="12700">
            <a:solidFill>
              <a:srgbClr val="D864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47D1"/>
          </a:solidFill>
          <a:ln w="12700">
            <a:solidFill>
              <a:srgbClr val="C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3479"/>
          </a:solidFill>
          <a:ln w="12700">
            <a:solidFill>
              <a:srgbClr val="46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ED5E"/>
          </a:solidFill>
          <a:ln w="12700">
            <a:solidFill>
              <a:srgbClr val="A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C52E0"/>
          </a:solidFill>
          <a:ln w="12700">
            <a:solidFill>
              <a:srgbClr val="A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DB70"/>
          </a:solidFill>
          <a:ln w="12700">
            <a:solidFill>
              <a:srgbClr val="C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4"/>
          </a:solidFill>
          <a:ln w="12700">
            <a:solidFill>
              <a:srgbClr val="478564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664"/>
          </a:solidFill>
          <a:ln w="12700">
            <a:solidFill>
              <a:srgbClr val="D8C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447"/>
          </a:solidFill>
          <a:ln w="12700">
            <a:solidFill>
              <a:srgbClr val="D1A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11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11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أَحٌ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7"/>
          </a:solidFill>
          <a:ln w="12700">
            <a:solidFill>
              <a:srgbClr val="642B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8ED"/>
          </a:solidFill>
          <a:ln w="12700">
            <a:solidFill>
              <a:srgbClr val="5EC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852"/>
          </a:solidFill>
          <a:ln w="12700">
            <a:solidFill>
              <a:srgbClr val="E08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F"/>
          </a:solidFill>
          <a:ln w="12700">
            <a:solidFill>
              <a:srgbClr val="70DB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9"/>
          </a:solidFill>
          <a:ln w="12700">
            <a:solidFill>
              <a:srgbClr val="64D8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2"/>
          </a:solidFill>
          <a:ln w="12700">
            <a:solidFill>
              <a:srgbClr val="47D1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642B"/>
          </a:solidFill>
          <a:ln w="12700">
            <a:solidFill>
              <a:srgbClr val="5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7934"/>
          </a:solidFill>
          <a:ln w="12700">
            <a:solidFill>
              <a:srgbClr val="45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11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11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C"/>
          </a:solidFill>
          <a:ln w="12700">
            <a:solidFill>
              <a:srgbClr val="ED5E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5"/>
          </a:solidFill>
          <a:ln w="12700">
            <a:solidFill>
              <a:srgbClr val="52E0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70DB"/>
          </a:solidFill>
          <a:ln w="12700">
            <a:solidFill>
              <a:srgbClr val="B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64D8"/>
          </a:solidFill>
          <a:ln w="12700">
            <a:solidFill>
              <a:srgbClr val="8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F47D1"/>
          </a:solidFill>
          <a:ln w="12700">
            <a:solidFill>
              <a:srgbClr val="5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679"/>
          </a:solidFill>
          <a:ln w="12700">
            <a:solidFill>
              <a:srgbClr val="3456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B5E"/>
          </a:solidFill>
          <a:ln w="12700">
            <a:solidFill>
              <a:srgbClr val="EDC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62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16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2E0"/>
          </a:solidFill>
          <a:ln w="12700">
            <a:solidFill>
              <a:srgbClr val="526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970"/>
          </a:solidFill>
          <a:ln w="12700">
            <a:solidFill>
              <a:srgbClr val="DB9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8547"/>
          </a:solidFill>
          <a:ln w="12700">
            <a:solidFill>
              <a:srgbClr val="59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أَدٌ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F64"/>
          </a:solidFill>
          <a:ln w="12700">
            <a:solidFill>
              <a:srgbClr val="D86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2"/>
          </a:solidFill>
          <a:ln w="12700">
            <a:solidFill>
              <a:srgbClr val="D1475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بَدٌ</a:t>
            </a:r>
            <a:endParaRPr lang="ar-SA" sz="9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7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تَدٌ</a:t>
            </a:r>
            <a:endParaRPr lang="ar-SA" sz="10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2B64"/>
          </a:solidFill>
          <a:ln w="12700">
            <a:solidFill>
              <a:srgbClr val="5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7"/>
          </a:solidFill>
          <a:ln w="12700">
            <a:solidFill>
              <a:srgbClr val="793467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67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ثَدٌ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جَدٌ</a:t>
            </a:r>
            <a:endParaRPr lang="ar-SA" sz="9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7"/>
          </a:solidFill>
          <a:ln w="12700">
            <a:solidFill>
              <a:srgbClr val="5EEDA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حَدٌ</a:t>
            </a:r>
            <a:endParaRPr lang="ar-SA" sz="10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6"/>
          </a:solidFill>
          <a:ln w="12700">
            <a:solidFill>
              <a:srgbClr val="E052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F"/>
          </a:solidFill>
          <a:ln w="12700">
            <a:solidFill>
              <a:srgbClr val="70DB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885"/>
          </a:solidFill>
          <a:ln w="12700">
            <a:solidFill>
              <a:srgbClr val="4768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خَدٌ</a:t>
            </a:r>
            <a:endParaRPr lang="ar-SA" sz="10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6D864"/>
          </a:solidFill>
          <a:ln w="12700">
            <a:solidFill>
              <a:srgbClr val="7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D147"/>
          </a:solidFill>
          <a:ln w="12700">
            <a:solidFill>
              <a:srgbClr val="7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23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12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أَذٌ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82B"/>
          </a:solidFill>
          <a:ln w="12700">
            <a:solidFill>
              <a:srgbClr val="644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بَذٌ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تَذٌ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35EED"/>
          </a:solidFill>
          <a:ln w="12700">
            <a:solidFill>
              <a:srgbClr val="8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ثَذٌ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9E052"/>
          </a:solidFill>
          <a:ln w="12700">
            <a:solidFill>
              <a:srgbClr val="A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CDB"/>
          </a:solidFill>
          <a:ln w="12700">
            <a:solidFill>
              <a:srgbClr val="707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7"/>
          </a:solidFill>
          <a:ln w="12700">
            <a:solidFill>
              <a:srgbClr val="85477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جَذٌ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3D8"/>
          </a:solidFill>
          <a:ln w="12700">
            <a:solidFill>
              <a:srgbClr val="649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6D1"/>
          </a:solidFill>
          <a:ln w="12700">
            <a:solidFill>
              <a:srgbClr val="479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حَذٌ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خَذٌ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A"/>
          </a:solidFill>
          <a:ln w="12700">
            <a:solidFill>
              <a:srgbClr val="2B64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9"/>
          </a:solidFill>
          <a:ln w="12700">
            <a:solidFill>
              <a:srgbClr val="34796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دَذٌ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3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13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05E"/>
          </a:solidFill>
          <a:ln w="12700">
            <a:solidFill>
              <a:srgbClr val="ED6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أَرٌ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DE0"/>
          </a:solidFill>
          <a:ln w="12700">
            <a:solidFill>
              <a:srgbClr val="52C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7"/>
          </a:solidFill>
          <a:ln w="12700">
            <a:solidFill>
              <a:srgbClr val="DB70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347"/>
          </a:solidFill>
          <a:ln w="12700">
            <a:solidFill>
              <a:srgbClr val="8583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6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0"/>
          </a:solidFill>
          <a:ln w="12700">
            <a:solidFill>
              <a:srgbClr val="D864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9"/>
          </a:solidFill>
          <a:ln w="12700">
            <a:solidFill>
              <a:srgbClr val="D147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ثَرٌ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B64"/>
          </a:solidFill>
          <a:ln w="12700">
            <a:solidFill>
              <a:srgbClr val="2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3479"/>
          </a:solidFill>
          <a:ln w="12700">
            <a:solidFill>
              <a:srgbClr val="57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ED5E"/>
          </a:solidFill>
          <a:ln w="12700">
            <a:solidFill>
              <a:srgbClr val="8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052E0"/>
          </a:solidFill>
          <a:ln w="12700">
            <a:solidFill>
              <a:srgbClr val="D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2DB70"/>
          </a:solidFill>
          <a:ln w="12700">
            <a:solidFill>
              <a:srgbClr val="B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3"/>
          </a:solidFill>
          <a:ln w="12700">
            <a:solidFill>
              <a:srgbClr val="47857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DD864"/>
          </a:solidFill>
          <a:ln w="12700">
            <a:solidFill>
              <a:srgbClr val="C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747"/>
          </a:solidFill>
          <a:ln w="12700">
            <a:solidFill>
              <a:srgbClr val="D1C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3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13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8"/>
          </a:solidFill>
          <a:ln w="12700">
            <a:solidFill>
              <a:srgbClr val="642B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634"/>
          </a:solidFill>
          <a:ln w="12700">
            <a:solidFill>
              <a:srgbClr val="7946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أَزٌ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4ED"/>
          </a:solidFill>
          <a:ln w="12700">
            <a:solidFill>
              <a:srgbClr val="5EA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7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D52"/>
          </a:solidFill>
          <a:ln w="12700">
            <a:solidFill>
              <a:srgbClr val="E0A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DDB"/>
          </a:solidFill>
          <a:ln w="12700">
            <a:solidFill>
              <a:srgbClr val="70C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4785"/>
          </a:solidFill>
          <a:ln w="12700">
            <a:solidFill>
              <a:srgbClr val="64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67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ثَزٌ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6"/>
          </a:solidFill>
          <a:ln w="12700">
            <a:solidFill>
              <a:srgbClr val="64D8C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5"/>
          </a:solidFill>
          <a:ln w="12700">
            <a:solidFill>
              <a:srgbClr val="47D1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5"/>
          </a:solidFill>
          <a:ln w="12700">
            <a:solidFill>
              <a:srgbClr val="347935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8"/>
          </a:solidFill>
          <a:ln w="12700">
            <a:solidFill>
              <a:srgbClr val="ED5E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7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9"/>
          </a:solidFill>
          <a:ln w="12700">
            <a:solidFill>
              <a:srgbClr val="52E0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F70DB"/>
          </a:solidFill>
          <a:ln w="12700">
            <a:solidFill>
              <a:srgbClr val="C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547"/>
          </a:solidFill>
          <a:ln w="12700">
            <a:solidFill>
              <a:srgbClr val="855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964D8"/>
          </a:solidFill>
          <a:ln w="12700">
            <a:solidFill>
              <a:srgbClr val="A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47D1"/>
          </a:solidFill>
          <a:ln w="12700">
            <a:solidFill>
              <a:srgbClr val="8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12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11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أَسٌ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564"/>
          </a:solidFill>
          <a:ln w="12700">
            <a:solidFill>
              <a:srgbClr val="2B5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479"/>
          </a:solidFill>
          <a:ln w="12700">
            <a:solidFill>
              <a:srgbClr val="344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ED5E"/>
          </a:solidFill>
          <a:ln w="12700">
            <a:solidFill>
              <a:srgbClr val="E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ثَسٌ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52E0"/>
          </a:solidFill>
          <a:ln w="12700">
            <a:solidFill>
              <a:srgbClr val="6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570"/>
          </a:solidFill>
          <a:ln w="12700">
            <a:solidFill>
              <a:srgbClr val="DBB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8547"/>
          </a:solidFill>
          <a:ln w="12700">
            <a:solidFill>
              <a:srgbClr val="49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C64"/>
          </a:solidFill>
          <a:ln w="12700">
            <a:solidFill>
              <a:srgbClr val="D88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047"/>
          </a:solidFill>
          <a:ln w="12700">
            <a:solidFill>
              <a:srgbClr val="D16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3"/>
          </a:solidFill>
          <a:ln w="12700">
            <a:solidFill>
              <a:srgbClr val="642B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6"/>
          </a:solidFill>
          <a:ln w="12700">
            <a:solidFill>
              <a:srgbClr val="793456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C"/>
          </a:solidFill>
          <a:ln w="12700">
            <a:solidFill>
              <a:srgbClr val="5EED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1"/>
          </a:solidFill>
          <a:ln w="12700">
            <a:solidFill>
              <a:srgbClr val="E052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A"/>
          </a:solidFill>
          <a:ln w="12700">
            <a:solidFill>
              <a:srgbClr val="70DB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885"/>
          </a:solidFill>
          <a:ln w="12700">
            <a:solidFill>
              <a:srgbClr val="4758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F"/>
          </a:solidFill>
          <a:ln w="12700">
            <a:solidFill>
              <a:srgbClr val="64D86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1D147"/>
          </a:solidFill>
          <a:ln w="12700">
            <a:solidFill>
              <a:srgbClr val="5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05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10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أَشٌ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7934"/>
          </a:solidFill>
          <a:ln w="12700">
            <a:solidFill>
              <a:srgbClr val="67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بَشٌ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تَشٌ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85EED"/>
          </a:solidFill>
          <a:ln w="12700">
            <a:solidFill>
              <a:srgbClr val="A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ثَشٌ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E052"/>
          </a:solidFill>
          <a:ln w="12700">
            <a:solidFill>
              <a:srgbClr val="8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F70DB"/>
          </a:solidFill>
          <a:ln w="12700">
            <a:solidFill>
              <a:srgbClr val="7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8"/>
          </a:solidFill>
          <a:ln w="12700">
            <a:solidFill>
              <a:srgbClr val="85476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جَشٌ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5D8"/>
          </a:solidFill>
          <a:ln w="12700">
            <a:solidFill>
              <a:srgbClr val="647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3D1"/>
          </a:solidFill>
          <a:ln w="12700">
            <a:solidFill>
              <a:srgbClr val="477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حَشٌ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خَشٌ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879"/>
          </a:solidFill>
          <a:ln w="12700">
            <a:solidFill>
              <a:srgbClr val="3478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دَشٌ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ذَشٌ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45E"/>
          </a:solidFill>
          <a:ln w="12700">
            <a:solidFill>
              <a:srgbClr val="ED8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رَشٌ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8E0"/>
          </a:solidFill>
          <a:ln w="12700">
            <a:solidFill>
              <a:srgbClr val="52A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C"/>
          </a:solidFill>
          <a:ln w="12700">
            <a:solidFill>
              <a:srgbClr val="DB70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زَشٌ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2"/>
          </a:solidFill>
          <a:ln w="12700">
            <a:solidFill>
              <a:srgbClr val="D864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5"/>
          </a:solidFill>
          <a:ln w="12700">
            <a:solidFill>
              <a:srgbClr val="D147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سَشٌ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08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10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أَصٌ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1"/>
          </a:solidFill>
          <a:ln w="12700">
            <a:solidFill>
              <a:srgbClr val="5EED6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C"/>
          </a:solidFill>
          <a:ln w="12700">
            <a:solidFill>
              <a:srgbClr val="E052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DB70"/>
          </a:solidFill>
          <a:ln w="12700">
            <a:solidFill>
              <a:srgbClr val="9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ثَصٌ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FD864"/>
          </a:solidFill>
          <a:ln w="12700">
            <a:solidFill>
              <a:srgbClr val="A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8D147"/>
          </a:solidFill>
          <a:ln w="12700">
            <a:solidFill>
              <a:srgbClr val="B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C2B"/>
          </a:solidFill>
          <a:ln w="12700">
            <a:solidFill>
              <a:srgbClr val="642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834"/>
          </a:solidFill>
          <a:ln w="12700">
            <a:solidFill>
              <a:srgbClr val="7958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FED"/>
          </a:solidFill>
          <a:ln w="12700">
            <a:solidFill>
              <a:srgbClr val="5E7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152"/>
          </a:solidFill>
          <a:ln w="12700">
            <a:solidFill>
              <a:srgbClr val="E0D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1DB"/>
          </a:solidFill>
          <a:ln w="12700">
            <a:solidFill>
              <a:srgbClr val="70B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4785"/>
          </a:solidFill>
          <a:ln w="12700">
            <a:solidFill>
              <a:srgbClr val="74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CD8"/>
          </a:solidFill>
          <a:ln w="12700">
            <a:solidFill>
              <a:srgbClr val="64C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8"/>
          </a:solidFill>
          <a:ln w="12700">
            <a:solidFill>
              <a:srgbClr val="47D1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سَصٌ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7"/>
          </a:solidFill>
          <a:ln w="12700">
            <a:solidFill>
              <a:srgbClr val="347947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شَصٌ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07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10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3"/>
          </a:solidFill>
          <a:ln w="12700">
            <a:solidFill>
              <a:srgbClr val="ED5EA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أَضٌ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E"/>
          </a:solidFill>
          <a:ln w="12700">
            <a:solidFill>
              <a:srgbClr val="52E0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C"/>
          </a:solidFill>
          <a:ln w="12700">
            <a:solidFill>
              <a:srgbClr val="DB70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547"/>
          </a:solidFill>
          <a:ln w="12700">
            <a:solidFill>
              <a:srgbClr val="856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بَضٌ</a:t>
            </a:r>
            <a:endParaRPr lang="ar-SA" sz="8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64D8"/>
          </a:solidFill>
          <a:ln w="12700">
            <a:solidFill>
              <a:srgbClr val="C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647D1"/>
          </a:solidFill>
          <a:ln w="12700">
            <a:solidFill>
              <a:srgbClr val="A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تَضٌ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ثَضٌ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664"/>
          </a:solidFill>
          <a:ln w="12700">
            <a:solidFill>
              <a:srgbClr val="2B4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جَضٌ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حَضٌ</a:t>
            </a:r>
            <a:endParaRPr lang="ar-SA" sz="8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7ED5E"/>
          </a:solidFill>
          <a:ln w="12700">
            <a:solidFill>
              <a:srgbClr val="C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خَضٌ</a:t>
            </a:r>
            <a:endParaRPr lang="ar-SA" sz="8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1419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A52E0"/>
          </a:solidFill>
          <a:ln w="12700">
            <a:solidFill>
              <a:srgbClr val="8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070"/>
          </a:solidFill>
          <a:ln w="12700">
            <a:solidFill>
              <a:srgbClr val="DBD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دَضٌ</a:t>
            </a:r>
            <a:endParaRPr lang="ar-SA" sz="8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A64"/>
          </a:solidFill>
          <a:ln w="12700">
            <a:solidFill>
              <a:srgbClr val="D8A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447"/>
          </a:solidFill>
          <a:ln w="12700">
            <a:solidFill>
              <a:srgbClr val="D18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ذَضٌ</a:t>
            </a:r>
            <a:endParaRPr lang="ar-SA" sz="8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رَضٌ</a:t>
            </a:r>
            <a:endParaRPr lang="ar-SA" sz="8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زَضٌ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سَضٌ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AED"/>
          </a:solidFill>
          <a:ln w="12700">
            <a:solidFill>
              <a:srgbClr val="5EE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شَضٌ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652"/>
          </a:solidFill>
          <a:ln w="12700">
            <a:solidFill>
              <a:srgbClr val="E06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5"/>
          </a:solidFill>
          <a:ln w="12700">
            <a:solidFill>
              <a:srgbClr val="70DB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صَضٌ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D"/>
          </a:solidFill>
          <a:ln w="12700">
            <a:solidFill>
              <a:srgbClr val="64D8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1"/>
          </a:solidFill>
          <a:ln w="12700">
            <a:solidFill>
              <a:srgbClr val="47D16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08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10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7934"/>
          </a:solidFill>
          <a:ln w="12700">
            <a:solidFill>
              <a:srgbClr val="55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6C3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C5EED"/>
          </a:solidFill>
          <a:ln w="12700">
            <a:solidFill>
              <a:srgbClr val="C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E052"/>
          </a:solidFill>
          <a:ln w="12700">
            <a:solidFill>
              <a:srgbClr val="6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70DB"/>
          </a:solidFill>
          <a:ln w="12700">
            <a:solidFill>
              <a:srgbClr val="9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064D8"/>
          </a:solidFill>
          <a:ln w="12700">
            <a:solidFill>
              <a:srgbClr val="7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0D1"/>
          </a:solidFill>
          <a:ln w="12700">
            <a:solidFill>
              <a:srgbClr val="475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1445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779"/>
          </a:solidFill>
          <a:ln w="12700">
            <a:solidFill>
              <a:srgbClr val="3467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95E"/>
          </a:solidFill>
          <a:ln w="12700">
            <a:solidFill>
              <a:srgbClr val="EDA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4E0"/>
          </a:solidFill>
          <a:ln w="12700">
            <a:solidFill>
              <a:srgbClr val="528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070"/>
          </a:solidFill>
          <a:ln w="12700">
            <a:solidFill>
              <a:srgbClr val="DB8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8547"/>
          </a:solidFill>
          <a:ln w="12700">
            <a:solidFill>
              <a:srgbClr val="67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5"/>
          </a:solidFill>
          <a:ln w="12700">
            <a:solidFill>
              <a:srgbClr val="D8647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2"/>
          </a:solidFill>
          <a:ln w="12700">
            <a:solidFill>
              <a:srgbClr val="D1477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2B64"/>
          </a:solidFill>
          <a:ln w="12700">
            <a:solidFill>
              <a:srgbClr val="4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5"/>
          </a:solidFill>
          <a:ln w="12700">
            <a:solidFill>
              <a:srgbClr val="5EED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08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10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8"/>
          </a:solidFill>
          <a:ln w="12700">
            <a:solidFill>
              <a:srgbClr val="E052A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DB70"/>
          </a:solidFill>
          <a:ln w="12700">
            <a:solidFill>
              <a:srgbClr val="7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685"/>
          </a:solidFill>
          <a:ln w="12700">
            <a:solidFill>
              <a:srgbClr val="4776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أَظٌ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D864"/>
          </a:solidFill>
          <a:ln w="12700">
            <a:solidFill>
              <a:srgbClr val="9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D147"/>
          </a:solidFill>
          <a:ln w="12700">
            <a:solidFill>
              <a:srgbClr val="9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A34"/>
          </a:solidFill>
          <a:ln w="12700">
            <a:solidFill>
              <a:srgbClr val="796A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5EED"/>
          </a:solidFill>
          <a:ln w="12700">
            <a:solidFill>
              <a:srgbClr val="6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45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E052"/>
          </a:solidFill>
          <a:ln w="12700">
            <a:solidFill>
              <a:srgbClr val="C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6DB"/>
          </a:solidFill>
          <a:ln w="12700">
            <a:solidFill>
              <a:srgbClr val="709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FD8"/>
          </a:solidFill>
          <a:ln w="12700">
            <a:solidFill>
              <a:srgbClr val="64A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7D1"/>
          </a:solidFill>
          <a:ln w="12700">
            <a:solidFill>
              <a:srgbClr val="47B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8"/>
          </a:solidFill>
          <a:ln w="12700">
            <a:solidFill>
              <a:srgbClr val="347958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F"/>
          </a:solidFill>
          <a:ln w="12700">
            <a:solidFill>
              <a:srgbClr val="ED5E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2"/>
          </a:solidFill>
          <a:ln w="12700">
            <a:solidFill>
              <a:srgbClr val="52E0D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0"/>
          </a:solidFill>
          <a:ln w="12700">
            <a:solidFill>
              <a:srgbClr val="DB70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447"/>
          </a:solidFill>
          <a:ln w="12700">
            <a:solidFill>
              <a:srgbClr val="8574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C"/>
          </a:solidFill>
          <a:ln w="12700">
            <a:solidFill>
              <a:srgbClr val="D864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947D1"/>
          </a:solidFill>
          <a:ln w="12700">
            <a:solidFill>
              <a:srgbClr val="C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864"/>
          </a:solidFill>
          <a:ln w="12700">
            <a:solidFill>
              <a:srgbClr val="2B3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F6C3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11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11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2ED5E"/>
          </a:solidFill>
          <a:ln w="12700">
            <a:solidFill>
              <a:srgbClr val="A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أَعٌ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E52E0"/>
          </a:solidFill>
          <a:ln w="12700">
            <a:solidFill>
              <a:srgbClr val="A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DB70"/>
          </a:solidFill>
          <a:ln w="12700">
            <a:solidFill>
              <a:srgbClr val="C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864"/>
          </a:solidFill>
          <a:ln w="12700">
            <a:solidFill>
              <a:srgbClr val="D8C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747"/>
          </a:solidFill>
          <a:ln w="12700">
            <a:solidFill>
              <a:srgbClr val="D1A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C3F6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634"/>
          </a:solidFill>
          <a:ln w="12700">
            <a:solidFill>
              <a:srgbClr val="7936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6ED"/>
          </a:solidFill>
          <a:ln w="12700">
            <a:solidFill>
              <a:srgbClr val="5EC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B52"/>
          </a:solidFill>
          <a:ln w="12700">
            <a:solidFill>
              <a:srgbClr val="E08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1"/>
          </a:solidFill>
          <a:ln w="12700">
            <a:solidFill>
              <a:srgbClr val="70DB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4785"/>
          </a:solidFill>
          <a:ln w="12700">
            <a:solidFill>
              <a:srgbClr val="56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B"/>
          </a:solidFill>
          <a:ln w="12700">
            <a:solidFill>
              <a:srgbClr val="64D8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4"/>
          </a:solidFill>
          <a:ln w="12700">
            <a:solidFill>
              <a:srgbClr val="47D1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642B"/>
          </a:solidFill>
          <a:ln w="12700">
            <a:solidFill>
              <a:srgbClr val="5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7934"/>
          </a:solidFill>
          <a:ln w="12700">
            <a:solidFill>
              <a:srgbClr val="44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9"/>
          </a:solidFill>
          <a:ln w="12700">
            <a:solidFill>
              <a:srgbClr val="ED5E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7"/>
          </a:solidFill>
          <a:ln w="12700">
            <a:solidFill>
              <a:srgbClr val="52E06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70DB"/>
          </a:solidFill>
          <a:ln w="12700">
            <a:solidFill>
              <a:srgbClr val="B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8"/>
          </a:solidFill>
          <a:ln w="12700">
            <a:solidFill>
              <a:srgbClr val="85474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64D8"/>
          </a:solidFill>
          <a:ln w="12700">
            <a:solidFill>
              <a:srgbClr val="8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247D1"/>
          </a:solidFill>
          <a:ln w="12700">
            <a:solidFill>
              <a:srgbClr val="6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264"/>
          </a:solidFill>
          <a:ln w="12700">
            <a:solidFill>
              <a:srgbClr val="2B6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579"/>
          </a:solidFill>
          <a:ln w="12700">
            <a:solidFill>
              <a:srgbClr val="3455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11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11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D5E"/>
          </a:solidFill>
          <a:ln w="12700">
            <a:solidFill>
              <a:srgbClr val="EDC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أَغٌ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FE0"/>
          </a:solidFill>
          <a:ln w="12700">
            <a:solidFill>
              <a:srgbClr val="525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B70"/>
          </a:solidFill>
          <a:ln w="12700">
            <a:solidFill>
              <a:srgbClr val="DB9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8547"/>
          </a:solidFill>
          <a:ln w="12700">
            <a:solidFill>
              <a:srgbClr val="58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164"/>
          </a:solidFill>
          <a:ln w="12700">
            <a:solidFill>
              <a:srgbClr val="D87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F"/>
          </a:solidFill>
          <a:ln w="12700">
            <a:solidFill>
              <a:srgbClr val="D147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2B64"/>
          </a:solidFill>
          <a:ln w="12700">
            <a:solidFill>
              <a:srgbClr val="5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6"/>
          </a:solidFill>
          <a:ln w="12700">
            <a:solidFill>
              <a:srgbClr val="793466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A"/>
          </a:solidFill>
          <a:ln w="12700">
            <a:solidFill>
              <a:srgbClr val="5EED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3"/>
          </a:solidFill>
          <a:ln w="12700">
            <a:solidFill>
              <a:srgbClr val="E0528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1"/>
          </a:solidFill>
          <a:ln w="12700">
            <a:solidFill>
              <a:srgbClr val="70DB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785"/>
          </a:solidFill>
          <a:ln w="12700">
            <a:solidFill>
              <a:srgbClr val="476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4D864"/>
          </a:solidFill>
          <a:ln w="12700">
            <a:solidFill>
              <a:srgbClr val="7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1D147"/>
          </a:solidFill>
          <a:ln w="12700">
            <a:solidFill>
              <a:srgbClr val="7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92B"/>
          </a:solidFill>
          <a:ln w="12700">
            <a:solidFill>
              <a:srgbClr val="644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7934"/>
          </a:solidFill>
          <a:ln w="12700">
            <a:solidFill>
              <a:srgbClr val="77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65EED"/>
          </a:solidFill>
          <a:ln w="12700">
            <a:solidFill>
              <a:srgbClr val="8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7E052"/>
          </a:solidFill>
          <a:ln w="12700">
            <a:solidFill>
              <a:srgbClr val="A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ADB"/>
          </a:solidFill>
          <a:ln w="12700">
            <a:solidFill>
              <a:srgbClr val="707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6"/>
          </a:solidFill>
          <a:ln w="12700">
            <a:solidFill>
              <a:srgbClr val="854776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1D8"/>
          </a:solidFill>
          <a:ln w="12700">
            <a:solidFill>
              <a:srgbClr val="649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4D1"/>
          </a:solidFill>
          <a:ln w="12700">
            <a:solidFill>
              <a:srgbClr val="479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B"/>
          </a:solidFill>
          <a:ln w="12700">
            <a:solidFill>
              <a:srgbClr val="2B64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A"/>
          </a:solidFill>
          <a:ln w="12700">
            <a:solidFill>
              <a:srgbClr val="34796A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35E"/>
          </a:solidFill>
          <a:ln w="12700">
            <a:solidFill>
              <a:srgbClr val="ED6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0600" dirty="0"/>
          </a:p>
        </p:txBody>
      </p:sp>
      <p:sp>
        <p:nvSpPr>
          <p:cNvPr id="21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10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AE0"/>
          </a:solidFill>
          <a:ln w="12700">
            <a:solidFill>
              <a:srgbClr val="52C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5"/>
          </a:solidFill>
          <a:ln w="12700">
            <a:solidFill>
              <a:srgbClr val="DB70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E"/>
          </a:solidFill>
          <a:ln w="12700">
            <a:solidFill>
              <a:srgbClr val="D864A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6"/>
          </a:solidFill>
          <a:ln w="12700">
            <a:solidFill>
              <a:srgbClr val="D147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بَفٌ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تَفٌ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2B64"/>
          </a:solidFill>
          <a:ln w="12700">
            <a:solidFill>
              <a:srgbClr val="2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3479"/>
          </a:solidFill>
          <a:ln w="12700">
            <a:solidFill>
              <a:srgbClr val="59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ثَفٌ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جَفٌ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ED5E"/>
          </a:solidFill>
          <a:ln w="12700">
            <a:solidFill>
              <a:srgbClr val="7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حَفٌ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352E0"/>
          </a:solidFill>
          <a:ln w="12700">
            <a:solidFill>
              <a:srgbClr val="D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DB70"/>
          </a:solidFill>
          <a:ln w="12700">
            <a:solidFill>
              <a:srgbClr val="B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5"/>
          </a:solidFill>
          <a:ln w="12700">
            <a:solidFill>
              <a:srgbClr val="47857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خَفٌ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F6E7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BD864"/>
          </a:solidFill>
          <a:ln w="12700">
            <a:solidFill>
              <a:srgbClr val="C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A47"/>
          </a:solidFill>
          <a:ln w="12700">
            <a:solidFill>
              <a:srgbClr val="D1C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دَفٌ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ذَفٌ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7"/>
          </a:solidFill>
          <a:ln w="12700">
            <a:solidFill>
              <a:srgbClr val="642B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834"/>
          </a:solidFill>
          <a:ln w="12700">
            <a:solidFill>
              <a:srgbClr val="7948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رَفٌ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D9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زَفٌ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1ED"/>
          </a:solidFill>
          <a:ln w="12700">
            <a:solidFill>
              <a:srgbClr val="5EA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سَفٌ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F52"/>
          </a:solidFill>
          <a:ln w="12700">
            <a:solidFill>
              <a:srgbClr val="E0A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ADB"/>
          </a:solidFill>
          <a:ln w="12700">
            <a:solidFill>
              <a:srgbClr val="70C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4785"/>
          </a:solidFill>
          <a:ln w="12700">
            <a:solidFill>
              <a:srgbClr val="65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شَفٌ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9"/>
          </a:solidFill>
          <a:ln w="12700">
            <a:solidFill>
              <a:srgbClr val="64D8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8"/>
          </a:solidFill>
          <a:ln w="12700">
            <a:solidFill>
              <a:srgbClr val="47D1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صَفٌ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ضَفٌ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642B"/>
          </a:solidFill>
          <a:ln w="12700">
            <a:solidFill>
              <a:srgbClr val="4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6"/>
          </a:solidFill>
          <a:ln w="12700">
            <a:solidFill>
              <a:srgbClr val="347936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طَفٌ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ظَفٌ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5"/>
          </a:solidFill>
          <a:ln w="12700">
            <a:solidFill>
              <a:srgbClr val="ED5E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عَفٌ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C"/>
          </a:solidFill>
          <a:ln w="12700">
            <a:solidFill>
              <a:srgbClr val="52E08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70DB"/>
          </a:solidFill>
          <a:ln w="12700">
            <a:solidFill>
              <a:srgbClr val="D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5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غَفٌ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CD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64D8"/>
          </a:solidFill>
          <a:ln w="12700">
            <a:solidFill>
              <a:srgbClr val="A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547D1"/>
          </a:solidFill>
          <a:ln w="12700">
            <a:solidFill>
              <a:srgbClr val="8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22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12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بَقٌ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تَقٌ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8ED5E"/>
          </a:solidFill>
          <a:ln w="12700">
            <a:solidFill>
              <a:srgbClr val="E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ثَقٌ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852E0"/>
          </a:solidFill>
          <a:ln w="12700">
            <a:solidFill>
              <a:srgbClr val="6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770"/>
          </a:solidFill>
          <a:ln w="12700">
            <a:solidFill>
              <a:srgbClr val="DBB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جَقٌ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F6C3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F64"/>
          </a:solidFill>
          <a:ln w="12700">
            <a:solidFill>
              <a:srgbClr val="D88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347"/>
          </a:solidFill>
          <a:ln w="12700">
            <a:solidFill>
              <a:srgbClr val="D16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حَقٌ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خَقٌ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4"/>
          </a:solidFill>
          <a:ln w="12700">
            <a:solidFill>
              <a:srgbClr val="79345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دَقٌ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ذَقٌ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E"/>
          </a:solidFill>
          <a:ln w="12700">
            <a:solidFill>
              <a:srgbClr val="5EED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رَقٌ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F"/>
          </a:solidFill>
          <a:ln w="12700">
            <a:solidFill>
              <a:srgbClr val="E0525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C"/>
          </a:solidFill>
          <a:ln w="12700">
            <a:solidFill>
              <a:srgbClr val="70DB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زَقٌ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2"/>
          </a:solidFill>
          <a:ln w="12700">
            <a:solidFill>
              <a:srgbClr val="64D8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ED147"/>
          </a:solidFill>
          <a:ln w="12700">
            <a:solidFill>
              <a:srgbClr val="4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سَقٌ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شَقٌ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82B"/>
          </a:solidFill>
          <a:ln w="12700">
            <a:solidFill>
              <a:srgbClr val="645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7934"/>
          </a:solidFill>
          <a:ln w="12700">
            <a:solidFill>
              <a:srgbClr val="66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صَقٌ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C3F6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ضَقٌ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B5EED"/>
          </a:solidFill>
          <a:ln w="12700">
            <a:solidFill>
              <a:srgbClr val="A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طَقٌ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3D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E052"/>
          </a:solidFill>
          <a:ln w="12700">
            <a:solidFill>
              <a:srgbClr val="8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70DB"/>
          </a:solidFill>
          <a:ln w="12700">
            <a:solidFill>
              <a:srgbClr val="8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6"/>
          </a:solidFill>
          <a:ln w="12700">
            <a:solidFill>
              <a:srgbClr val="854766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ظَقٌ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C3DF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3D8"/>
          </a:solidFill>
          <a:ln w="12700">
            <a:solidFill>
              <a:srgbClr val="647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0D1"/>
          </a:solidFill>
          <a:ln w="12700">
            <a:solidFill>
              <a:srgbClr val="477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عَقٌ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غَقٌ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9"/>
          </a:solidFill>
          <a:ln w="12700">
            <a:solidFill>
              <a:srgbClr val="2B64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779"/>
          </a:solidFill>
          <a:ln w="12700">
            <a:solidFill>
              <a:srgbClr val="3477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فَقٌ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15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11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75E"/>
          </a:solidFill>
          <a:ln w="12700">
            <a:solidFill>
              <a:srgbClr val="ED8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أَكٌ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6E0"/>
          </a:solidFill>
          <a:ln w="12700">
            <a:solidFill>
              <a:srgbClr val="52A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A"/>
          </a:solidFill>
          <a:ln w="12700">
            <a:solidFill>
              <a:srgbClr val="DB70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8547"/>
          </a:solidFill>
          <a:ln w="12700">
            <a:solidFill>
              <a:srgbClr val="76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بَكٌ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0"/>
          </a:solidFill>
          <a:ln w="12700">
            <a:solidFill>
              <a:srgbClr val="D864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3"/>
          </a:solidFill>
          <a:ln w="12700">
            <a:solidFill>
              <a:srgbClr val="D147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تَكٌ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ثَكٌ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2B64"/>
          </a:solidFill>
          <a:ln w="12700">
            <a:solidFill>
              <a:srgbClr val="3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3479"/>
          </a:solidFill>
          <a:ln w="12700">
            <a:solidFill>
              <a:srgbClr val="6B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جَكٌ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F6C7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حَكٌ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4"/>
          </a:solidFill>
          <a:ln w="12700">
            <a:solidFill>
              <a:srgbClr val="5EED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خَكٌ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9"/>
          </a:solidFill>
          <a:ln w="12700">
            <a:solidFill>
              <a:srgbClr val="E052C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DB70"/>
          </a:solidFill>
          <a:ln w="12700">
            <a:solidFill>
              <a:srgbClr val="9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4"/>
          </a:solidFill>
          <a:ln w="12700">
            <a:solidFill>
              <a:srgbClr val="478584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دَكٌ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DD864"/>
          </a:solidFill>
          <a:ln w="12700">
            <a:solidFill>
              <a:srgbClr val="A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D147"/>
          </a:solidFill>
          <a:ln w="12700">
            <a:solidFill>
              <a:srgbClr val="B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ذَكٌ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C3E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رَكٌ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45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934"/>
          </a:solidFill>
          <a:ln w="12700">
            <a:solidFill>
              <a:srgbClr val="795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زَكٌ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CC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سَكٌ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DED"/>
          </a:solidFill>
          <a:ln w="12700">
            <a:solidFill>
              <a:srgbClr val="5E7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شَكٌ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452"/>
          </a:solidFill>
          <a:ln w="12700">
            <a:solidFill>
              <a:srgbClr val="E0D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FDB"/>
          </a:solidFill>
          <a:ln w="12700">
            <a:solidFill>
              <a:srgbClr val="70A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صَكٌ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AD8"/>
          </a:solidFill>
          <a:ln w="12700">
            <a:solidFill>
              <a:srgbClr val="64C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B"/>
          </a:solidFill>
          <a:ln w="12700">
            <a:solidFill>
              <a:srgbClr val="47D1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ضَكٌ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طَكٌ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ظَكٌ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عَكٌ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0"/>
          </a:solidFill>
          <a:ln w="12700">
            <a:solidFill>
              <a:srgbClr val="ED5E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غَكٌ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0"/>
          </a:solidFill>
          <a:ln w="12700">
            <a:solidFill>
              <a:srgbClr val="52E0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A"/>
          </a:solidFill>
          <a:ln w="12700">
            <a:solidFill>
              <a:srgbClr val="DB70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فَكٌ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DB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64D8"/>
          </a:solidFill>
          <a:ln w="12700">
            <a:solidFill>
              <a:srgbClr val="C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47D1"/>
          </a:solidFill>
          <a:ln w="12700">
            <a:solidFill>
              <a:srgbClr val="A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قَكٌ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11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11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3479"/>
          </a:solidFill>
          <a:ln w="12700">
            <a:solidFill>
              <a:srgbClr val="37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أَلٌ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F6C3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بَلٌ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ED5E"/>
          </a:solidFill>
          <a:ln w="12700">
            <a:solidFill>
              <a:srgbClr val="C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تَلٌ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52E0"/>
          </a:solidFill>
          <a:ln w="12700">
            <a:solidFill>
              <a:srgbClr val="8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270"/>
          </a:solidFill>
          <a:ln w="12700">
            <a:solidFill>
              <a:srgbClr val="DBD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ثَلٌ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C64"/>
          </a:solidFill>
          <a:ln w="12700">
            <a:solidFill>
              <a:srgbClr val="D8A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647"/>
          </a:solidFill>
          <a:ln w="12700">
            <a:solidFill>
              <a:srgbClr val="D18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جَلٌ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حَلٌ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3"/>
          </a:solidFill>
          <a:ln w="12700">
            <a:solidFill>
              <a:srgbClr val="79344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خَلٌ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7ED"/>
          </a:solidFill>
          <a:ln w="12700">
            <a:solidFill>
              <a:srgbClr val="5EE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952"/>
          </a:solidFill>
          <a:ln w="12700">
            <a:solidFill>
              <a:srgbClr val="E06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7"/>
          </a:solidFill>
          <a:ln w="12700">
            <a:solidFill>
              <a:srgbClr val="70DB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C5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F"/>
          </a:solidFill>
          <a:ln w="12700">
            <a:solidFill>
              <a:srgbClr val="64D8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4"/>
          </a:solidFill>
          <a:ln w="12700">
            <a:solidFill>
              <a:srgbClr val="47D1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سَلٌ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شَلٌ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صَلٌ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5EED"/>
          </a:solidFill>
          <a:ln w="12700">
            <a:solidFill>
              <a:srgbClr val="C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ضَلٌ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E052"/>
          </a:solidFill>
          <a:ln w="12700">
            <a:solidFill>
              <a:srgbClr val="5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70DB"/>
          </a:solidFill>
          <a:ln w="12700">
            <a:solidFill>
              <a:srgbClr val="9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طَلٌ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C3D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64D8"/>
          </a:solidFill>
          <a:ln w="12700">
            <a:solidFill>
              <a:srgbClr val="7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DD1"/>
          </a:solidFill>
          <a:ln w="12700">
            <a:solidFill>
              <a:srgbClr val="474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ظَلٌ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عَلٌ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غَلٌ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E1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فَلٌ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F6F0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C5E"/>
          </a:solidFill>
          <a:ln w="12700">
            <a:solidFill>
              <a:srgbClr val="EDA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قَلٌ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1E0"/>
          </a:solidFill>
          <a:ln w="12700">
            <a:solidFill>
              <a:srgbClr val="528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كَلٌ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3"/>
          </a:solidFill>
          <a:ln w="12700">
            <a:solidFill>
              <a:srgbClr val="D864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0"/>
          </a:solidFill>
          <a:ln w="12700">
            <a:solidFill>
              <a:srgbClr val="D147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14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11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أَمٌ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F6D4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EC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5EED"/>
          </a:solidFill>
          <a:ln w="12700">
            <a:solidFill>
              <a:srgbClr val="6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E052"/>
          </a:solidFill>
          <a:ln w="12700">
            <a:solidFill>
              <a:srgbClr val="C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5"/>
          </a:solidFill>
          <a:ln w="12700">
            <a:solidFill>
              <a:srgbClr val="85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C3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صَمٌ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C3C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144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ظَمٌ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9"/>
          </a:solidFill>
          <a:ln w="12700">
            <a:solidFill>
              <a:srgbClr val="D864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عَمٌ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غَمٌ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فَمٌ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قَمٌ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FED5E"/>
          </a:solidFill>
          <a:ln w="12700">
            <a:solidFill>
              <a:srgbClr val="9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كَمٌ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6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F6DB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947"/>
          </a:solidFill>
          <a:ln w="12700">
            <a:solidFill>
              <a:srgbClr val="D1A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13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7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ثَنٌ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E52"/>
          </a:solidFill>
          <a:ln w="12700">
            <a:solidFill>
              <a:srgbClr val="E08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3"/>
          </a:solidFill>
          <a:ln w="12700">
            <a:solidFill>
              <a:srgbClr val="70DB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C3F6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45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دَنٌ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C3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ذَنٌ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7"/>
          </a:solidFill>
          <a:ln w="12700">
            <a:solidFill>
              <a:srgbClr val="ED5EE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A"/>
          </a:solidFill>
          <a:ln w="12700">
            <a:solidFill>
              <a:srgbClr val="52E0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70DB"/>
          </a:solidFill>
          <a:ln w="12700">
            <a:solidFill>
              <a:srgbClr val="B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64D8"/>
          </a:solidFill>
          <a:ln w="12700">
            <a:solidFill>
              <a:srgbClr val="9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47D1"/>
          </a:solidFill>
          <a:ln w="12700">
            <a:solidFill>
              <a:srgbClr val="6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solidFill>
          <a:srgbClr val="EE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05E"/>
          </a:solidFill>
          <a:ln w="12700">
            <a:solidFill>
              <a:srgbClr val="EDD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7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DE0"/>
          </a:solidFill>
          <a:ln w="12700">
            <a:solidFill>
              <a:srgbClr val="525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D70"/>
          </a:solidFill>
          <a:ln w="12700">
            <a:solidFill>
              <a:srgbClr val="DB9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7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solidFill>
          <a:srgbClr val="F6C3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C"/>
          </a:solidFill>
          <a:ln w="12700">
            <a:solidFill>
              <a:srgbClr val="D147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فَنٌ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قَنٌ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D"/>
          </a:solidFill>
          <a:ln w="12700">
            <a:solidFill>
              <a:srgbClr val="5EED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7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0"/>
          </a:solidFill>
          <a:ln w="12700">
            <a:solidFill>
              <a:srgbClr val="E052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3"/>
          </a:solidFill>
          <a:ln w="12700">
            <a:solidFill>
              <a:srgbClr val="70DB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لَنٌ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D864"/>
          </a:solidFill>
          <a:ln w="12700">
            <a:solidFill>
              <a:srgbClr val="7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D147"/>
          </a:solidFill>
          <a:ln w="12700">
            <a:solidFill>
              <a:srgbClr val="6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50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15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أَهٌ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solidFill>
          <a:srgbClr val="C3F6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بَهٌ</a:t>
            </a:r>
            <a:endParaRPr lang="ar-SA" sz="9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تَهٌ</a:t>
            </a:r>
            <a:endParaRPr lang="ar-SA" sz="9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8DB"/>
          </a:solidFill>
          <a:ln w="12700">
            <a:solidFill>
              <a:srgbClr val="707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7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ثَهٌ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FD8"/>
          </a:solidFill>
          <a:ln w="12700">
            <a:solidFill>
              <a:srgbClr val="648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جَهٌ</a:t>
            </a:r>
            <a:endParaRPr lang="ar-SA" sz="9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حَهٌ</a:t>
            </a:r>
            <a:endParaRPr lang="ar-SA" sz="9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خَهٌ</a:t>
            </a:r>
            <a:endParaRPr lang="ar-SA" sz="9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solidFill>
          <a:srgbClr val="C8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دَهٌ</a:t>
            </a:r>
            <a:endParaRPr lang="ar-SA" sz="10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55E"/>
          </a:solidFill>
          <a:ln w="12700">
            <a:solidFill>
              <a:srgbClr val="ED6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ذَهٌ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7E0"/>
          </a:solidFill>
          <a:ln w="12700">
            <a:solidFill>
              <a:srgbClr val="52C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C"/>
          </a:solidFill>
          <a:ln w="12700">
            <a:solidFill>
              <a:srgbClr val="D864A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3"/>
          </a:solidFill>
          <a:ln w="12700">
            <a:solidFill>
              <a:srgbClr val="D147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سَهٌ</a:t>
            </a:r>
            <a:endParaRPr lang="ar-SA" sz="9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شَهٌ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صَهٌ</a:t>
            </a:r>
            <a:endParaRPr lang="ar-SA" sz="9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ED5E"/>
          </a:solidFill>
          <a:ln w="12700">
            <a:solidFill>
              <a:srgbClr val="7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ضَهٌ</a:t>
            </a:r>
            <a:endParaRPr lang="ar-SA" sz="9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652E0"/>
          </a:solidFill>
          <a:ln w="12700">
            <a:solidFill>
              <a:srgbClr val="D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EDB70"/>
          </a:solidFill>
          <a:ln w="12700">
            <a:solidFill>
              <a:srgbClr val="A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7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طَهٌ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solidFill>
          <a:srgbClr val="F6E8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D864"/>
          </a:solidFill>
          <a:ln w="12700">
            <a:solidFill>
              <a:srgbClr val="C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D47"/>
          </a:solidFill>
          <a:ln w="12700">
            <a:solidFill>
              <a:srgbClr val="D1C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ظَهٌ</a:t>
            </a:r>
            <a:endParaRPr lang="ar-SA" sz="9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عَهٌ</a:t>
            </a:r>
            <a:endParaRPr lang="ar-SA" sz="9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غَهٌ</a:t>
            </a:r>
            <a:endParaRPr lang="ar-SA" sz="9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solidFill>
          <a:srgbClr val="D8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فَهٌ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EED"/>
          </a:solidFill>
          <a:ln w="12700">
            <a:solidFill>
              <a:srgbClr val="5E9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قَهٌ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252"/>
          </a:solidFill>
          <a:ln w="12700">
            <a:solidFill>
              <a:srgbClr val="E0B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8DB"/>
          </a:solidFill>
          <a:ln w="12700">
            <a:solidFill>
              <a:srgbClr val="70C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كَهٌ</a:t>
            </a:r>
            <a:endParaRPr lang="ar-SA" sz="9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solidFill>
          <a:srgbClr val="C3F6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B"/>
          </a:solidFill>
          <a:ln w="12700">
            <a:solidFill>
              <a:srgbClr val="64D8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A"/>
          </a:solidFill>
          <a:ln w="12700">
            <a:solidFill>
              <a:srgbClr val="47D1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لَهٌ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مَهٌ</a:t>
            </a:r>
            <a:endParaRPr lang="ar-SA" sz="9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8"/>
          </a:solidFill>
          <a:ln w="12700">
            <a:solidFill>
              <a:srgbClr val="347938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7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نَهٌ</a:t>
            </a:r>
            <a:endParaRPr lang="ar-SA" sz="9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solidFill>
          <a:srgbClr val="C3E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3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13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9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2"/>
          </a:solidFill>
          <a:ln w="12700">
            <a:solidFill>
              <a:srgbClr val="ED5E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أَوٌ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0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F"/>
          </a:solidFill>
          <a:ln w="12700">
            <a:solidFill>
              <a:srgbClr val="52E08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70DB"/>
          </a:solidFill>
          <a:ln w="12700">
            <a:solidFill>
              <a:srgbClr val="D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747"/>
          </a:solidFill>
          <a:ln w="12700">
            <a:solidFill>
              <a:srgbClr val="8557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1">
    <p:bg>
      <p:bgPr>
        <a:solidFill>
          <a:srgbClr val="CE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64D8"/>
          </a:solidFill>
          <a:ln w="12700">
            <a:solidFill>
              <a:srgbClr val="A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847D1"/>
          </a:solidFill>
          <a:ln w="12700">
            <a:solidFill>
              <a:srgbClr val="8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ثَوٌ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3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364"/>
          </a:solidFill>
          <a:ln w="12700">
            <a:solidFill>
              <a:srgbClr val="2B5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279"/>
          </a:solidFill>
          <a:ln w="12700">
            <a:solidFill>
              <a:srgbClr val="3442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4">
    <p:bg>
      <p:bgPr>
        <a:solidFill>
          <a:srgbClr val="F6C3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5">
    <p:bg>
      <p:bgPr>
        <a:solidFill>
          <a:srgbClr val="E3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6ED5E"/>
          </a:solidFill>
          <a:ln w="12700">
            <a:solidFill>
              <a:srgbClr val="E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6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B52E0"/>
          </a:solidFill>
          <a:ln w="12700">
            <a:solidFill>
              <a:srgbClr val="6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970"/>
          </a:solidFill>
          <a:ln w="12700">
            <a:solidFill>
              <a:srgbClr val="DBB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8"/>
          </a:solidFill>
          <a:ln w="12700">
            <a:solidFill>
              <a:srgbClr val="47854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7">
    <p:bg>
      <p:bgPr>
        <a:solidFill>
          <a:srgbClr val="F6C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164"/>
          </a:solidFill>
          <a:ln w="12700">
            <a:solidFill>
              <a:srgbClr val="D89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647"/>
          </a:solidFill>
          <a:ln w="12700">
            <a:solidFill>
              <a:srgbClr val="D16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8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رَوٌ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9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1"/>
          </a:solidFill>
          <a:ln w="12700">
            <a:solidFill>
              <a:srgbClr val="642B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3"/>
          </a:solidFill>
          <a:ln w="12700">
            <a:solidFill>
              <a:srgbClr val="79345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زَوٌ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0">
    <p:bg>
      <p:bgPr>
        <a:solidFill>
          <a:srgbClr val="F6EF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1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1"/>
          </a:solidFill>
          <a:ln w="12700">
            <a:solidFill>
              <a:srgbClr val="5EEDD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شَوٌ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2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C"/>
          </a:solidFill>
          <a:ln w="12700">
            <a:solidFill>
              <a:srgbClr val="E0525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E"/>
          </a:solidFill>
          <a:ln w="12700">
            <a:solidFill>
              <a:srgbClr val="70DB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685"/>
          </a:solidFill>
          <a:ln w="12700">
            <a:solidFill>
              <a:srgbClr val="4756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3">
    <p:bg>
      <p:bgPr>
        <a:solidFill>
          <a:srgbClr val="D2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4"/>
          </a:solidFill>
          <a:ln w="12700">
            <a:solidFill>
              <a:srgbClr val="64D8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BD147"/>
          </a:solidFill>
          <a:ln w="12700">
            <a:solidFill>
              <a:srgbClr val="4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4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5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7934"/>
          </a:solidFill>
          <a:ln w="12700">
            <a:solidFill>
              <a:srgbClr val="64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7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ظَوٌ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6">
    <p:bg>
      <p:bgPr>
        <a:solidFill>
          <a:srgbClr val="C3F6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عَوٌ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7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D5EED"/>
          </a:solidFill>
          <a:ln w="12700">
            <a:solidFill>
              <a:srgbClr val="A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غَوٌ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8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FE052"/>
          </a:solidFill>
          <a:ln w="12700">
            <a:solidFill>
              <a:srgbClr val="7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370DB"/>
          </a:solidFill>
          <a:ln w="12700">
            <a:solidFill>
              <a:srgbClr val="8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فَوٌ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9">
    <p:bg>
      <p:bgPr>
        <a:solidFill>
          <a:srgbClr val="C3DE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1D8"/>
          </a:solidFill>
          <a:ln w="12700">
            <a:solidFill>
              <a:srgbClr val="647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ED1"/>
          </a:solidFill>
          <a:ln w="12700">
            <a:solidFill>
              <a:srgbClr val="476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قَوٌ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0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كَوٌ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1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679"/>
          </a:solidFill>
          <a:ln w="12700">
            <a:solidFill>
              <a:srgbClr val="3476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لَوٌ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2">
    <p:bg>
      <p:bgPr>
        <a:solidFill>
          <a:srgbClr val="D5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مَوٌ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3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A5E"/>
          </a:solidFill>
          <a:ln w="12700">
            <a:solidFill>
              <a:srgbClr val="ED8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نَوٌ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4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3E0"/>
          </a:solidFill>
          <a:ln w="12700">
            <a:solidFill>
              <a:srgbClr val="52A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8"/>
          </a:solidFill>
          <a:ln w="12700">
            <a:solidFill>
              <a:srgbClr val="DB707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7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هَوٌ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5">
    <p:bg>
      <p:bgPr>
        <a:solidFill>
          <a:srgbClr val="F6C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E"/>
          </a:solidFill>
          <a:ln w="12700">
            <a:solidFill>
              <a:srgbClr val="D864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0"/>
          </a:solidFill>
          <a:ln w="12700">
            <a:solidFill>
              <a:srgbClr val="D147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07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10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6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أَيٌ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7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3479"/>
          </a:solidFill>
          <a:ln w="12700">
            <a:solidFill>
              <a:srgbClr val="6C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بَيٌ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8">
    <p:bg>
      <p:bgPr>
        <a:solidFill>
          <a:srgbClr val="F6C8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تَيٌ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9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6"/>
          </a:solidFill>
          <a:ln w="12700">
            <a:solidFill>
              <a:srgbClr val="5EED6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ثَيٌ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0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7"/>
          </a:solidFill>
          <a:ln w="12700">
            <a:solidFill>
              <a:srgbClr val="E052C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DB70"/>
          </a:solidFill>
          <a:ln w="12700">
            <a:solidFill>
              <a:srgbClr val="9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جَيٌ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1">
    <p:bg>
      <p:bgPr>
        <a:solidFill>
          <a:srgbClr val="F6F5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BD864"/>
          </a:solidFill>
          <a:ln w="12700">
            <a:solidFill>
              <a:srgbClr val="A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D147"/>
          </a:solidFill>
          <a:ln w="12700">
            <a:solidFill>
              <a:srgbClr val="B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حَيٌ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خَيٌ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3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دَيٌ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4">
    <p:bg>
      <p:bgPr>
        <a:solidFill>
          <a:srgbClr val="CB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ذَيٌ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5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AED"/>
          </a:solidFill>
          <a:ln w="12700">
            <a:solidFill>
              <a:srgbClr val="5E7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رَيٌ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6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752"/>
          </a:solidFill>
          <a:ln w="12700">
            <a:solidFill>
              <a:srgbClr val="E0D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DDB"/>
          </a:solidFill>
          <a:ln w="12700">
            <a:solidFill>
              <a:srgbClr val="70A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زَيٌ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7">
    <p:bg>
      <p:bgPr>
        <a:solidFill>
          <a:srgbClr val="C3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8D8"/>
          </a:solidFill>
          <a:ln w="12700">
            <a:solidFill>
              <a:srgbClr val="64C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D"/>
          </a:solidFill>
          <a:ln w="12700">
            <a:solidFill>
              <a:srgbClr val="47D1C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سَيٌ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8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شَيٌ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9">
    <p:bg>
      <p:bgPr>
        <a:solidFill>
          <a:srgbClr val="36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صَيٌ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0">
    <p:bg>
      <p:bgPr>
        <a:solidFill>
          <a:srgbClr val="C3D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ضَيٌ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1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E"/>
          </a:solidFill>
          <a:ln w="12700">
            <a:solidFill>
              <a:srgbClr val="ED5E9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طَيٌ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2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3"/>
          </a:solidFill>
          <a:ln w="12700">
            <a:solidFill>
              <a:srgbClr val="52E0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8"/>
          </a:solidFill>
          <a:ln w="12700">
            <a:solidFill>
              <a:srgbClr val="DB70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ظَيٌ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3">
    <p:bg>
      <p:bgPr>
        <a:solidFill>
          <a:srgbClr val="DC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47D1"/>
          </a:solidFill>
          <a:ln w="12700">
            <a:solidFill>
              <a:srgbClr val="A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عَيٌ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4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غَيٌ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5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فَيٌ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6">
    <p:bg>
      <p:bgPr>
        <a:solidFill>
          <a:srgbClr val="F6C3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قَيٌ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7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ED5E"/>
          </a:solidFill>
          <a:ln w="12700">
            <a:solidFill>
              <a:srgbClr val="C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كَيٌ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8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52E0"/>
          </a:solidFill>
          <a:ln w="12700">
            <a:solidFill>
              <a:srgbClr val="8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470"/>
          </a:solidFill>
          <a:ln w="12700">
            <a:solidFill>
              <a:srgbClr val="DBD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لَيٌ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9">
    <p:bg>
      <p:bgPr>
        <a:solidFill>
          <a:srgbClr val="F6CF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F64"/>
          </a:solidFill>
          <a:ln w="12700">
            <a:solidFill>
              <a:srgbClr val="D8A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947"/>
          </a:solidFill>
          <a:ln w="12700">
            <a:solidFill>
              <a:srgbClr val="D18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مَيٌ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0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نَيٌ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1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هَيٌ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2">
    <p:bg>
      <p:bgPr>
        <a:solidFill>
          <a:srgbClr val="F1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وَيٌ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3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5ED"/>
          </a:solidFill>
          <a:ln w="12700">
            <a:solidFill>
              <a:srgbClr val="5EE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55788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0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55788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2500830" y="896112"/>
            <a:ext cx="20349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0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00830" y="896112"/>
            <a:ext cx="20349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مَطَرٌ</a:t>
            </a:r>
            <a:endParaRPr lang="ar-SA" sz="53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94668" y="2834640"/>
            <a:ext cx="35546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94668" y="2834640"/>
            <a:ext cx="35546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مَطَرٌ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4">
    <p:bg>
      <p:bgPr>
        <a:solidFill>
          <a:srgbClr val="45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C52"/>
          </a:solidFill>
          <a:ln w="12700">
            <a:solidFill>
              <a:srgbClr val="E06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9"/>
          </a:solidFill>
          <a:ln w="12700">
            <a:solidFill>
              <a:srgbClr val="70DB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62476" y="896112"/>
            <a:ext cx="19975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3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62476" y="896112"/>
            <a:ext cx="19975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483998" y="896112"/>
            <a:ext cx="18584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3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83998" y="896112"/>
            <a:ext cx="18584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قَمَرٌ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6122" y="2834640"/>
            <a:ext cx="351175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6122" y="2834640"/>
            <a:ext cx="351175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 قَمَرٌ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5">
    <p:bg>
      <p:bgPr>
        <a:solidFill>
          <a:srgbClr val="C4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2"/>
          </a:solidFill>
          <a:ln w="12700">
            <a:solidFill>
              <a:srgbClr val="64D8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7"/>
          </a:solidFill>
          <a:ln w="12700">
            <a:solidFill>
              <a:srgbClr val="47D1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65465" y="896112"/>
            <a:ext cx="192877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65465" y="896112"/>
            <a:ext cx="192877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349762" y="896112"/>
            <a:ext cx="219566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5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49762" y="896112"/>
            <a:ext cx="219566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شَجَرٌ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73256" y="2834640"/>
            <a:ext cx="37974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73256" y="2834640"/>
            <a:ext cx="37974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 شَجَرٌ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428560" y="896112"/>
            <a:ext cx="21788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7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428560" y="896112"/>
            <a:ext cx="21788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536556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7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36556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32006" y="2834640"/>
            <a:ext cx="347998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32006" y="2834640"/>
            <a:ext cx="347998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وَلَدٌ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4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7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2590" y="896112"/>
            <a:ext cx="15547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B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2590" y="896112"/>
            <a:ext cx="15547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636641" y="896112"/>
            <a:ext cx="19959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B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36641" y="896112"/>
            <a:ext cx="19959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وَوَرَقٌ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51125" y="2834640"/>
            <a:ext cx="32417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51125" y="2834640"/>
            <a:ext cx="32417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قَلَمٌ وَوَرَقٌ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8">
    <p:bg>
      <p:bgPr>
        <a:solidFill>
          <a:srgbClr val="C3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53189" y="896112"/>
            <a:ext cx="14414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9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53189" y="896112"/>
            <a:ext cx="14414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949390" y="896112"/>
            <a:ext cx="14837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9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949390" y="896112"/>
            <a:ext cx="14837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وَأَخٌ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308818" y="2834640"/>
            <a:ext cx="25263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308818" y="2834640"/>
            <a:ext cx="25263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أَبٌ وَأَخٌ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9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5EED"/>
          </a:solidFill>
          <a:ln w="12700">
            <a:solidFill>
              <a:srgbClr val="D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89739" y="896112"/>
            <a:ext cx="21094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7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89739" y="896112"/>
            <a:ext cx="21094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عِنَبٌ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044843" y="896112"/>
            <a:ext cx="26248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7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044843" y="896112"/>
            <a:ext cx="26248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وَرُطَبٌ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382791" y="2834640"/>
            <a:ext cx="437841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382791" y="2834640"/>
            <a:ext cx="437841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عِنَبٌ وَرُطَبٌ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0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E052"/>
          </a:solidFill>
          <a:ln w="12700">
            <a:solidFill>
              <a:srgbClr val="5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19495" y="896112"/>
            <a:ext cx="20152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8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19495" y="896112"/>
            <a:ext cx="20152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عَسَلٌ</a:t>
            </a:r>
            <a:endParaRPr lang="ar-SA" sz="4700" dirty="0"/>
          </a:p>
        </p:txBody>
      </p:sp>
      <p:sp>
        <p:nvSpPr>
          <p:cNvPr id="17" name="C2 W2 pill"/>
          <p:cNvSpPr/>
          <p:nvPr/>
        </p:nvSpPr>
        <p:spPr>
          <a:xfrm>
            <a:off x="2509238" y="896112"/>
            <a:ext cx="17902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8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09238" y="896112"/>
            <a:ext cx="17902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وَلَبَنٌ</a:t>
            </a:r>
            <a:endParaRPr lang="ar-SA" sz="47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47023" y="2834640"/>
            <a:ext cx="344995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47023" y="2834640"/>
            <a:ext cx="344995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عَسَلٌ وَلَبَنٌ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450</Slides>
  <Notes>450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450</vt:i4>
      </vt:variant>
    </vt:vector>
  </HeadingPairs>
  <TitlesOfParts>
    <vt:vector size="4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  <vt:lpstr>Slide 389</vt:lpstr>
      <vt:lpstr>Slide 390</vt:lpstr>
      <vt:lpstr>Slide 391</vt:lpstr>
      <vt:lpstr>Slide 392</vt:lpstr>
      <vt:lpstr>Slide 393</vt:lpstr>
      <vt:lpstr>Slide 394</vt:lpstr>
      <vt:lpstr>Slide 395</vt:lpstr>
      <vt:lpstr>Slide 396</vt:lpstr>
      <vt:lpstr>Slide 397</vt:lpstr>
      <vt:lpstr>Slide 398</vt:lpstr>
      <vt:lpstr>Slide 399</vt:lpstr>
      <vt:lpstr>Slide 400</vt:lpstr>
      <vt:lpstr>Slide 401</vt:lpstr>
      <vt:lpstr>Slide 402</vt:lpstr>
      <vt:lpstr>Slide 403</vt:lpstr>
      <vt:lpstr>Slide 404</vt:lpstr>
      <vt:lpstr>Slide 405</vt:lpstr>
      <vt:lpstr>Slide 406</vt:lpstr>
      <vt:lpstr>Slide 407</vt:lpstr>
      <vt:lpstr>Slide 408</vt:lpstr>
      <vt:lpstr>Slide 409</vt:lpstr>
      <vt:lpstr>Slide 410</vt:lpstr>
      <vt:lpstr>Slide 411</vt:lpstr>
      <vt:lpstr>Slide 412</vt:lpstr>
      <vt:lpstr>Slide 413</vt:lpstr>
      <vt:lpstr>Slide 414</vt:lpstr>
      <vt:lpstr>Slide 415</vt:lpstr>
      <vt:lpstr>Slide 416</vt:lpstr>
      <vt:lpstr>Slide 417</vt:lpstr>
      <vt:lpstr>Slide 418</vt:lpstr>
      <vt:lpstr>Slide 419</vt:lpstr>
      <vt:lpstr>Slide 420</vt:lpstr>
      <vt:lpstr>Slide 421</vt:lpstr>
      <vt:lpstr>Slide 422</vt:lpstr>
      <vt:lpstr>Slide 423</vt:lpstr>
      <vt:lpstr>Slide 424</vt:lpstr>
      <vt:lpstr>Slide 425</vt:lpstr>
      <vt:lpstr>Slide 426</vt:lpstr>
      <vt:lpstr>Slide 427</vt:lpstr>
      <vt:lpstr>Slide 428</vt:lpstr>
      <vt:lpstr>Slide 429</vt:lpstr>
      <vt:lpstr>Slide 430</vt:lpstr>
      <vt:lpstr>Slide 431</vt:lpstr>
      <vt:lpstr>Slide 432</vt:lpstr>
      <vt:lpstr>Slide 433</vt:lpstr>
      <vt:lpstr>Slide 434</vt:lpstr>
      <vt:lpstr>Slide 435</vt:lpstr>
      <vt:lpstr>Slide 436</vt:lpstr>
      <vt:lpstr>Slide 437</vt:lpstr>
      <vt:lpstr>Slide 438</vt:lpstr>
      <vt:lpstr>Slide 439</vt:lpstr>
      <vt:lpstr>Slide 440</vt:lpstr>
      <vt:lpstr>Slide 441</vt:lpstr>
      <vt:lpstr>Slide 442</vt:lpstr>
      <vt:lpstr>Slide 443</vt:lpstr>
      <vt:lpstr>Slide 444</vt:lpstr>
      <vt:lpstr>Slide 445</vt:lpstr>
      <vt:lpstr>Slide 446</vt:lpstr>
      <vt:lpstr>Slide 447</vt:lpstr>
      <vt:lpstr>Slide 448</vt:lpstr>
      <vt:lpstr>Slide 449</vt:lpstr>
      <vt:lpstr>Slide 450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Tanween-3-Dammatan</dc:title>
  <dc:subject>PptxGenJS Presentation</dc:subject>
  <dc:creator>PptxGenJS</dc:creator>
  <cp:lastModifiedBy>PptxGenJS</cp:lastModifiedBy>
  <cp:revision>1</cp:revision>
  <dcterms:created xsi:type="dcterms:W3CDTF">2026-10-21T18:18:01Z</dcterms:created>
  <dcterms:modified xsi:type="dcterms:W3CDTF">2026-10-21T18:18:01Z</dcterms:modified>
</cp:coreProperties>
</file>