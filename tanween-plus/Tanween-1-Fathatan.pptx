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slideMasters/slideMaster445.xml" ContentType="application/vnd.openxmlformats-officedocument.presentationml.slideMaster+xml"/>
  <Override PartName="/ppt/slides/slide445.xml" ContentType="application/vnd.openxmlformats-officedocument.presentationml.slide+xml"/>
  <Override PartName="/ppt/slideMasters/slideMaster446.xml" ContentType="application/vnd.openxmlformats-officedocument.presentationml.slideMaster+xml"/>
  <Override PartName="/ppt/slides/slide446.xml" ContentType="application/vnd.openxmlformats-officedocument.presentationml.slide+xml"/>
  <Override PartName="/ppt/slideMasters/slideMaster447.xml" ContentType="application/vnd.openxmlformats-officedocument.presentationml.slideMaster+xml"/>
  <Override PartName="/ppt/slides/slide447.xml" ContentType="application/vnd.openxmlformats-officedocument.presentationml.slide+xml"/>
  <Override PartName="/ppt/slideMasters/slideMaster448.xml" ContentType="application/vnd.openxmlformats-officedocument.presentationml.slideMaster+xml"/>
  <Override PartName="/ppt/slides/slide448.xml" ContentType="application/vnd.openxmlformats-officedocument.presentationml.slide+xml"/>
  <Override PartName="/ppt/slideMasters/slideMaster449.xml" ContentType="application/vnd.openxmlformats-officedocument.presentationml.slideMaster+xml"/>
  <Override PartName="/ppt/slides/slide4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ppt/notesSlides/notesSlide445.xml" ContentType="application/vnd.openxmlformats-officedocument.presentationml.notesSlide+xml"/>
  <Override PartName="/ppt/notesSlides/notesSlide446.xml" ContentType="application/vnd.openxmlformats-officedocument.presentationml.notesSlide+xml"/>
  <Override PartName="/ppt/notesSlides/notesSlide447.xml" ContentType="application/vnd.openxmlformats-officedocument.presentationml.notesSlide+xml"/>
  <Override PartName="/ppt/notesSlides/notesSlide448.xml" ContentType="application/vnd.openxmlformats-officedocument.presentationml.notesSlide+xml"/>
  <Override PartName="/ppt/notesSlides/notesSlide4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  <p:sldId id="700" r:id="rId446"/>
    <p:sldId id="701" r:id="rId447"/>
    <p:sldId id="702" r:id="rId448"/>
    <p:sldId id="703" r:id="rId449"/>
    <p:sldId id="704" r:id="rId450"/>
  </p:sldIdLst>
  <p:notesMasterIdLst>
    <p:notesMasterId r:id="rId4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slide" Target="slides/slide445.xml"/><Relationship Id="rId447" Type="http://schemas.openxmlformats.org/officeDocument/2006/relationships/slide" Target="slides/slide446.xml"/><Relationship Id="rId448" Type="http://schemas.openxmlformats.org/officeDocument/2006/relationships/slide" Target="slides/slide447.xml"/><Relationship Id="rId449" Type="http://schemas.openxmlformats.org/officeDocument/2006/relationships/slide" Target="slides/slide448.xml"/><Relationship Id="rId450" Type="http://schemas.openxmlformats.org/officeDocument/2006/relationships/slide" Target="slides/slide449.xml"/><Relationship Id="rId451" Type="http://schemas.openxmlformats.org/officeDocument/2006/relationships/notesMaster" Target="notesMasters/notesMaster1.xml"/><Relationship Id="rId452" Type="http://schemas.openxmlformats.org/officeDocument/2006/relationships/presProps" Target="presProps.xml"/><Relationship Id="rId453" Type="http://schemas.openxmlformats.org/officeDocument/2006/relationships/viewProps" Target="viewProps.xml"/><Relationship Id="rId454" Type="http://schemas.openxmlformats.org/officeDocument/2006/relationships/theme" Target="theme/theme1.xml"/><Relationship Id="rId4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_rels/notesSlide4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5.xml"/>
		</Relationships>
</file>

<file path=ppt/notesSlides/_rels/notesSlide4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6.xml"/>
		</Relationships>
</file>

<file path=ppt/notesSlides/_rels/notesSlide4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7.xml"/>
		</Relationships>
</file>

<file path=ppt/notesSlides/_rels/notesSlide4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8.xml"/>
		</Relationships>
</file>

<file path=ppt/notesSlides/_rels/notesSlide4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قاعدة تنوين الفتح: «بً» وحدها خطأ (العلامة الحمراء)، والصحيح «بًا» بألف فارغة بعدها (العلامة الخضراء). الألف لا تُقرأ، والصوت «بَنْ».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قاعدة تنوين الفتح: «بً» وحدها خطأ (العلامة الحمراء)، والصحيح «بًا» بألف فارغة بعدها (العلامة الخضراء). الألف لا تُقرأ، والصوت «بَنْ».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الاستثناءات: لا نضيف ألفاً بعد تنوين الفتح في حرفين: التاء المربوطة (ةً) مثل «شَجَرَةً»، والهمزة على الألف (أً) مثل «خَطَأً». ويأتي لاحقاً: الهمزة بعد الألف (سَمَاءً) والألف المقصورة (هُدًى).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«ـَنْ» (بَ + نْ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5.xml"/><Relationship Id="rIdTrSnd" Type="http://schemas.openxmlformats.org/officeDocument/2006/relationships/audio" Target="../media/chime.wav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6.xml"/><Relationship Id="rIdTrSnd" Type="http://schemas.openxmlformats.org/officeDocument/2006/relationships/audio" Target="../media/whoosh.wav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7.xml"/><Relationship Id="rIdTrSnd" Type="http://schemas.openxmlformats.org/officeDocument/2006/relationships/audio" Target="../media/bubbles.wav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8.xml"/><Relationship Id="rIdTrSnd" Type="http://schemas.openxmlformats.org/officeDocument/2006/relationships/audio" Target="../media/sparkle.wav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9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C"/>
          </a:solidFill>
          <a:ln w="12700">
            <a:solidFill>
              <a:srgbClr val="5EED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97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7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5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88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88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4846320" y="914400"/>
            <a:ext cx="3200400" cy="3200400"/>
          </a:xfrm>
          <a:prstGeom prst="roundRect">
            <a:avLst>
              <a:gd name="adj" fmla="val 8571"/>
            </a:avLst>
          </a:prstGeom>
          <a:solidFill>
            <a:srgbClr val="FFFBE3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C1 E1 ending"/>
          <p:cNvSpPr txBox="1"/>
          <p:nvPr/>
        </p:nvSpPr>
        <p:spPr>
          <a:xfrm>
            <a:off x="4846320" y="914400"/>
            <a:ext cx="3200400" cy="1856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ةً</a:t>
            </a:r>
            <a:endParaRPr lang="ar-SA" sz="5700" dirty="0"/>
          </a:p>
        </p:txBody>
      </p:sp>
      <p:sp>
        <p:nvSpPr>
          <p:cNvPr id="14" name="C2 E1 word"/>
          <p:cNvSpPr txBox="1"/>
          <p:nvPr/>
        </p:nvSpPr>
        <p:spPr>
          <a:xfrm>
            <a:off x="4846320" y="2770632"/>
            <a:ext cx="3200400" cy="1344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شَجَرَةً</a:t>
            </a:r>
            <a:endParaRPr lang="ar-SA" sz="3600" dirty="0"/>
          </a:p>
        </p:txBody>
      </p:sp>
      <p:sp>
        <p:nvSpPr>
          <p:cNvPr id="15" name="C3 V tick a"/>
          <p:cNvSpPr/>
          <p:nvPr/>
        </p:nvSpPr>
        <p:spPr>
          <a:xfrm>
            <a:off x="8321040" y="251460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3 V tick b"/>
          <p:cNvSpPr/>
          <p:nvPr/>
        </p:nvSpPr>
        <p:spPr>
          <a:xfrm flipV="1">
            <a:off x="8522208" y="225856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Panel 2"/>
          <p:cNvSpPr/>
          <p:nvPr/>
        </p:nvSpPr>
        <p:spPr>
          <a:xfrm>
            <a:off x="1097280" y="914400"/>
            <a:ext cx="3200400" cy="3200400"/>
          </a:xfrm>
          <a:prstGeom prst="roundRect">
            <a:avLst>
              <a:gd name="adj" fmla="val 8571"/>
            </a:avLst>
          </a:prstGeom>
          <a:solidFill>
            <a:srgbClr val="FFFBE3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8" name="C4 E2 ending"/>
          <p:cNvSpPr txBox="1"/>
          <p:nvPr/>
        </p:nvSpPr>
        <p:spPr>
          <a:xfrm>
            <a:off x="1097280" y="914400"/>
            <a:ext cx="3200400" cy="1856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700" dirty="0"/>
          </a:p>
        </p:txBody>
      </p:sp>
      <p:sp>
        <p:nvSpPr>
          <p:cNvPr id="19" name="C5 E2 word"/>
          <p:cNvSpPr txBox="1"/>
          <p:nvPr/>
        </p:nvSpPr>
        <p:spPr>
          <a:xfrm>
            <a:off x="1097280" y="2770632"/>
            <a:ext cx="3200400" cy="1344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خَطَأً</a:t>
            </a:r>
            <a:endParaRPr lang="ar-SA" sz="3600" dirty="0"/>
          </a:p>
        </p:txBody>
      </p:sp>
      <p:sp>
        <p:nvSpPr>
          <p:cNvPr id="20" name="C6 V tick a"/>
          <p:cNvSpPr/>
          <p:nvPr/>
        </p:nvSpPr>
        <p:spPr>
          <a:xfrm>
            <a:off x="274320" y="251460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6 V tick b"/>
          <p:cNvSpPr/>
          <p:nvPr/>
        </p:nvSpPr>
        <p:spPr>
          <a:xfrm flipV="1">
            <a:off x="475488" y="225856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بَأً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تَأً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ثَأً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جَأً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حَأً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خَأً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دَأً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5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جَبًا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حَبًا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دَبًا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FED"/>
          </a:solidFill>
          <a:ln w="12700">
            <a:solidFill>
              <a:srgbClr val="5EB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جَتًا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دَتًا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E"/>
          </a:solidFill>
          <a:ln w="12700">
            <a:solidFill>
              <a:srgbClr val="52E0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بَثًا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تَثًا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جَثًا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حَثًا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خَثًا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دَثًا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9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تَجًا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حَجًا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خَجًا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دَجًا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حًا</a:t>
            </a:r>
            <a:endParaRPr lang="ar-SA" sz="11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بَحًا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تَحًا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جَحًا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جَخًا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حَخًا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دَخًا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8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10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تَدًا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ثَدًا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جَدًا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5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بَذًا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تَذًا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ثَذًا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جَذًا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حَذًا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خَذًا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دَذًا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7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FE0"/>
          </a:solidFill>
          <a:ln w="12700">
            <a:solidFill>
              <a:srgbClr val="529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11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بَسًا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تَسًا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جَسًا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حَسًا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C34"/>
          </a:solidFill>
          <a:ln w="12700">
            <a:solidFill>
              <a:srgbClr val="795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ذَسًا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A52"/>
          </a:solidFill>
          <a:ln w="12700">
            <a:solidFill>
              <a:srgbClr val="E0D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بَشًا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تَشًا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ثَشًا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64D8"/>
          </a:solidFill>
          <a:ln w="12700">
            <a:solidFill>
              <a:srgbClr val="C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جَشًا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حَشًا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خَشًا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دَشًا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ذَشًا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رَشًا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زَشًا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سَشًا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تَصًا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جَصًا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حَصًا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5EED"/>
          </a:solidFill>
          <a:ln w="12700">
            <a:solidFill>
              <a:srgbClr val="D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ذَصًا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شَصًا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ضًا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BE0"/>
          </a:solidFill>
          <a:ln w="12700">
            <a:solidFill>
              <a:srgbClr val="527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A"/>
          </a:solidFill>
          <a:ln w="12700">
            <a:solidFill>
              <a:srgbClr val="D147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E"/>
          </a:solidFill>
          <a:ln w="12700">
            <a:solidFill>
              <a:srgbClr val="5EED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F"/>
          </a:solidFill>
          <a:ln w="12700">
            <a:solidFill>
              <a:srgbClr val="E0529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D147"/>
          </a:solidFill>
          <a:ln w="12700">
            <a:solidFill>
              <a:srgbClr val="8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45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صَضًا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6CC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6"/>
          </a:solidFill>
          <a:ln w="12700">
            <a:solidFill>
              <a:srgbClr val="ED5E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تَطًا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B"/>
          </a:solidFill>
          <a:ln w="12700">
            <a:solidFill>
              <a:srgbClr val="52E0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A"/>
          </a:solidFill>
          <a:ln w="12700">
            <a:solidFill>
              <a:srgbClr val="DB70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حَطًا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ED5E"/>
          </a:solidFill>
          <a:ln w="12700">
            <a:solidFill>
              <a:srgbClr val="9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52E0"/>
          </a:solidFill>
          <a:ln w="12700">
            <a:solidFill>
              <a:srgbClr val="B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F64"/>
          </a:solidFill>
          <a:ln w="12700">
            <a:solidFill>
              <a:srgbClr val="D8C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F47"/>
          </a:solidFill>
          <a:ln w="12700">
            <a:solidFill>
              <a:srgbClr val="D1A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شَطًا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DED"/>
          </a:solidFill>
          <a:ln w="12700">
            <a:solidFill>
              <a:srgbClr val="5EB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452"/>
          </a:solidFill>
          <a:ln w="12700">
            <a:solidFill>
              <a:srgbClr val="E09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D"/>
          </a:solidFill>
          <a:ln w="12700">
            <a:solidFill>
              <a:srgbClr val="47D1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خَظًا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رَظًا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6E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عًا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A"/>
          </a:solidFill>
          <a:ln w="12700">
            <a:solidFill>
              <a:srgbClr val="E052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بَعًا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تَعًا</a:t>
            </a:r>
            <a:endParaRPr lang="ar-SA" sz="8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ثَعًا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جَعًا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5EED"/>
          </a:solidFill>
          <a:ln w="12700">
            <a:solidFill>
              <a:srgbClr val="8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BD1"/>
          </a:solidFill>
          <a:ln w="12700">
            <a:solidFill>
              <a:srgbClr val="478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شَعًا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صَعًا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طَعًا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ظَعًا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52E0"/>
          </a:solidFill>
          <a:ln w="12700">
            <a:solidFill>
              <a:srgbClr val="D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8ED"/>
          </a:solidFill>
          <a:ln w="12700">
            <a:solidFill>
              <a:srgbClr val="5E9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حَغًا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0"/>
          </a:solidFill>
          <a:ln w="12700">
            <a:solidFill>
              <a:srgbClr val="64D8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0"/>
          </a:solidFill>
          <a:ln w="12700">
            <a:solidFill>
              <a:srgbClr val="47D1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دَغًا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ذَغًا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رَغًا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زَغًا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C"/>
          </a:solidFill>
          <a:ln w="12700">
            <a:solidFill>
              <a:srgbClr val="ED5E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5"/>
          </a:solidFill>
          <a:ln w="12700">
            <a:solidFill>
              <a:srgbClr val="52E0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E47D1"/>
          </a:solidFill>
          <a:ln w="12700">
            <a:solidFill>
              <a:srgbClr val="8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طَغًا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ED5E"/>
          </a:solidFill>
          <a:ln w="12700">
            <a:solidFill>
              <a:srgbClr val="D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52E0"/>
          </a:solidFill>
          <a:ln w="12700">
            <a:solidFill>
              <a:srgbClr val="7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664"/>
          </a:solidFill>
          <a:ln w="12700">
            <a:solidFill>
              <a:srgbClr val="D89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C47"/>
          </a:solidFill>
          <a:ln w="12700">
            <a:solidFill>
              <a:srgbClr val="D16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3"/>
          </a:solidFill>
          <a:ln w="12700">
            <a:solidFill>
              <a:srgbClr val="70DB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385"/>
          </a:solidFill>
          <a:ln w="12700">
            <a:solidFill>
              <a:srgbClr val="475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9"/>
          </a:solidFill>
          <a:ln w="12700">
            <a:solidFill>
              <a:srgbClr val="64D8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خَفًا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7934"/>
          </a:solidFill>
          <a:ln w="12700">
            <a:solidFill>
              <a:srgbClr val="61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C3F6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45EED"/>
          </a:solidFill>
          <a:ln w="12700">
            <a:solidFill>
              <a:srgbClr val="B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3A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E052"/>
          </a:solidFill>
          <a:ln w="12700">
            <a:solidFill>
              <a:srgbClr val="7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70DB"/>
          </a:solidFill>
          <a:ln w="12700">
            <a:solidFill>
              <a:srgbClr val="8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C3D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CD8"/>
          </a:solidFill>
          <a:ln w="12700">
            <a:solidFill>
              <a:srgbClr val="646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8D1"/>
          </a:solidFill>
          <a:ln w="12700">
            <a:solidFill>
              <a:srgbClr val="476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05E"/>
          </a:solidFill>
          <a:ln w="12700">
            <a:solidFill>
              <a:srgbClr val="ED9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ظَفًا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DE0"/>
          </a:solidFill>
          <a:ln w="12700">
            <a:solidFill>
              <a:srgbClr val="529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3"/>
          </a:solidFill>
          <a:ln w="12700">
            <a:solidFill>
              <a:srgbClr val="DB70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عَفًا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6C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9"/>
          </a:solidFill>
          <a:ln w="12700">
            <a:solidFill>
              <a:srgbClr val="D864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A"/>
          </a:solidFill>
          <a:ln w="12700">
            <a:solidFill>
              <a:srgbClr val="D147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4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D"/>
          </a:solidFill>
          <a:ln w="12700">
            <a:solidFill>
              <a:srgbClr val="5EED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0"/>
          </a:solidFill>
          <a:ln w="12700">
            <a:solidFill>
              <a:srgbClr val="E052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DB70"/>
          </a:solidFill>
          <a:ln w="12700">
            <a:solidFill>
              <a:srgbClr val="8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D864"/>
          </a:solidFill>
          <a:ln w="12700">
            <a:solidFill>
              <a:srgbClr val="A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D147"/>
          </a:solidFill>
          <a:ln w="12700">
            <a:solidFill>
              <a:srgbClr val="A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45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خَقًا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C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4ED"/>
          </a:solidFill>
          <a:ln w="12700">
            <a:solidFill>
              <a:srgbClr val="5E7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D52"/>
          </a:solidFill>
          <a:ln w="12700">
            <a:solidFill>
              <a:srgbClr val="E0D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3D8"/>
          </a:solidFill>
          <a:ln w="12700">
            <a:solidFill>
              <a:srgbClr val="64C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FD1"/>
          </a:solidFill>
          <a:ln w="12700">
            <a:solidFill>
              <a:srgbClr val="47C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7"/>
          </a:solidFill>
          <a:ln w="12700">
            <a:solidFill>
              <a:srgbClr val="ED5E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9"/>
          </a:solidFill>
          <a:ln w="12700">
            <a:solidFill>
              <a:srgbClr val="52E0B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3"/>
          </a:solidFill>
          <a:ln w="12700">
            <a:solidFill>
              <a:srgbClr val="DB70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D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64D8"/>
          </a:solidFill>
          <a:ln w="12700">
            <a:solidFill>
              <a:srgbClr val="D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47D1"/>
          </a:solidFill>
          <a:ln w="12700">
            <a:solidFill>
              <a:srgbClr val="B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ظَقًا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عَقًا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3479"/>
          </a:solidFill>
          <a:ln w="12700">
            <a:solidFill>
              <a:srgbClr val="3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6C3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فَقًا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ED5E"/>
          </a:solidFill>
          <a:ln w="12700">
            <a:solidFill>
              <a:srgbClr val="B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52E0"/>
          </a:solidFill>
          <a:ln w="12700">
            <a:solidFill>
              <a:srgbClr val="9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970"/>
          </a:solidFill>
          <a:ln w="12700">
            <a:solidFill>
              <a:srgbClr val="DBD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F47"/>
          </a:solidFill>
          <a:ln w="12700">
            <a:solidFill>
              <a:srgbClr val="D18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بَكًا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تَكًا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ثَكًا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EF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جَكًا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EED"/>
          </a:solidFill>
          <a:ln w="12700">
            <a:solidFill>
              <a:srgbClr val="5ED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حَكًا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252"/>
          </a:solidFill>
          <a:ln w="12700">
            <a:solidFill>
              <a:srgbClr val="E07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E"/>
          </a:solidFill>
          <a:ln w="12700">
            <a:solidFill>
              <a:srgbClr val="70DB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خَكًا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C3F6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D"/>
          </a:solidFill>
          <a:ln w="12700">
            <a:solidFill>
              <a:srgbClr val="47D1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دَكًا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D3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ذَكًا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رَكًا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C3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زَكًا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سَكًا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شَكًا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C3C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صَكًا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ضَكًا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طَكًا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ظَكًا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55E"/>
          </a:solidFill>
          <a:ln w="12700">
            <a:solidFill>
              <a:srgbClr val="EDB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عَكًا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8E0"/>
          </a:solidFill>
          <a:ln w="12700">
            <a:solidFill>
              <a:srgbClr val="527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غَكًا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B"/>
          </a:solidFill>
          <a:ln w="12700">
            <a:solidFill>
              <a:srgbClr val="D864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فَكًا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قَكًا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5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F6D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DB70"/>
          </a:solidFill>
          <a:ln w="12700">
            <a:solidFill>
              <a:srgbClr val="7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E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D864"/>
          </a:solidFill>
          <a:ln w="12700">
            <a:solidFill>
              <a:srgbClr val="8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D147"/>
          </a:solidFill>
          <a:ln w="12700">
            <a:solidFill>
              <a:srgbClr val="8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E052"/>
          </a:solidFill>
          <a:ln w="12700">
            <a:solidFill>
              <a:srgbClr val="B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ذَلًا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رَلًا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زَلًا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C3C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144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E"/>
          </a:solidFill>
          <a:ln w="12700">
            <a:solidFill>
              <a:srgbClr val="52E0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E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6C3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غَلًا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ED5E"/>
          </a:solidFill>
          <a:ln w="12700">
            <a:solidFill>
              <a:srgbClr val="9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فَلًا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قَلًا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مًا</a:t>
            </a:r>
            <a:endParaRPr lang="ar-SA" sz="11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بَمًا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تَمًا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752"/>
          </a:solidFill>
          <a:ln w="12700">
            <a:solidFill>
              <a:srgbClr val="E09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C3F6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0"/>
          </a:solidFill>
          <a:ln w="12700">
            <a:solidFill>
              <a:srgbClr val="47D1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جَمًا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حَمًا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45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C3E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ذَمًا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شَمًا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1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6C3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غَمًا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فَمًا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6"/>
          </a:solidFill>
          <a:ln w="12700">
            <a:solidFill>
              <a:srgbClr val="5EED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قَمًا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7"/>
          </a:solidFill>
          <a:ln w="12700">
            <a:solidFill>
              <a:srgbClr val="E052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كَمًا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DB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D864"/>
          </a:solidFill>
          <a:ln w="12700">
            <a:solidFill>
              <a:srgbClr val="6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1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تَنًا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7D8"/>
          </a:solidFill>
          <a:ln w="12700">
            <a:solidFill>
              <a:srgbClr val="648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8D1"/>
          </a:solidFill>
          <a:ln w="12700">
            <a:solidFill>
              <a:srgbClr val="478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جَنًا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حَنًا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خَنًا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C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دَنًا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ذَنًا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EE0"/>
          </a:solidFill>
          <a:ln w="12700">
            <a:solidFill>
              <a:srgbClr val="52B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رَنًا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6C3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زَنًا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سَنًا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شَنًا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52E0"/>
          </a:solidFill>
          <a:ln w="12700">
            <a:solidFill>
              <a:srgbClr val="D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طَنًا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F6E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ظَنًا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غَنًا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D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فَنًا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5ED"/>
          </a:solidFill>
          <a:ln w="12700">
            <a:solidFill>
              <a:srgbClr val="5E9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قَنًا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كَنًا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7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9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10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C3E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8"/>
          </a:solidFill>
          <a:ln w="12700">
            <a:solidFill>
              <a:srgbClr val="52E09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2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47D1"/>
          </a:solidFill>
          <a:ln w="12700">
            <a:solidFill>
              <a:srgbClr val="9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F6E1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070"/>
          </a:solidFill>
          <a:ln w="12700">
            <a:solidFill>
              <a:srgbClr val="DBC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ذَهًا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6C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3"/>
          </a:solidFill>
          <a:ln w="12700">
            <a:solidFill>
              <a:srgbClr val="E052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C3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5EED"/>
          </a:solidFill>
          <a:ln w="12700">
            <a:solidFill>
              <a:srgbClr val="B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فَهًا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E052"/>
          </a:solidFill>
          <a:ln w="12700">
            <a:solidFill>
              <a:srgbClr val="7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قَهًا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C3D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D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6C3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7"/>
          </a:solidFill>
          <a:ln w="12700">
            <a:solidFill>
              <a:srgbClr val="D147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6C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C3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E"/>
          </a:solidFill>
          <a:ln w="12700">
            <a:solidFill>
              <a:srgbClr val="E052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F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C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C3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1D8"/>
          </a:solidFill>
          <a:ln w="12700">
            <a:solidFill>
              <a:srgbClr val="64C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33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C3D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5"/>
          </a:solidFill>
          <a:ln w="12700">
            <a:solidFill>
              <a:srgbClr val="ED5E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DF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فَوًا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قَوًا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F6C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52E0"/>
          </a:solidFill>
          <a:ln w="12700">
            <a:solidFill>
              <a:srgbClr val="9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F6D2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147"/>
          </a:solidFill>
          <a:ln w="12700">
            <a:solidFill>
              <a:srgbClr val="D19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EE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تَيًا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45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ثَيًا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C3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حَيًا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خَيًا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C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ذَيًا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C3C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شَيًا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E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طَيًا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F6C3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ظَيًا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1A14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غَيًا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F6D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فَيًا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قَيًا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E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7D147"/>
          </a:solidFill>
          <a:ln w="12700">
            <a:solidFill>
              <a:srgbClr val="8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C3F6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هَيًا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E052"/>
          </a:solidFill>
          <a:ln w="12700">
            <a:solidFill>
              <a:srgbClr val="B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71409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B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71409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3942" y="896112"/>
            <a:ext cx="17774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B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3942" y="896112"/>
            <a:ext cx="17774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قَمَرًا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8520" y="2834640"/>
            <a:ext cx="33669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8520" y="2834640"/>
            <a:ext cx="33669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قَمَرًا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C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10909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8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10909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7718" y="896112"/>
            <a:ext cx="15431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7718" y="896112"/>
            <a:ext cx="15431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عِنَبًا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05266" y="2834640"/>
            <a:ext cx="27334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05266" y="2834640"/>
            <a:ext cx="27334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عِنَبًا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31922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31922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662735" y="896112"/>
            <a:ext cx="14491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62735" y="896112"/>
            <a:ext cx="14491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لَبَنًا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12348" y="2834640"/>
            <a:ext cx="31193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12348" y="2834640"/>
            <a:ext cx="31193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لَبَنًا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75517" y="896112"/>
            <a:ext cx="1896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75517" y="896112"/>
            <a:ext cx="1896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572362" y="896112"/>
            <a:ext cx="17831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72362" y="896112"/>
            <a:ext cx="17831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جَمَلًا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14839" y="2834640"/>
            <a:ext cx="33143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14839" y="2834640"/>
            <a:ext cx="33143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جَمَلًا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C3C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8744" y="896112"/>
            <a:ext cx="2021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B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8744" y="896112"/>
            <a:ext cx="2021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53518" y="896112"/>
            <a:ext cx="20951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B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53518" y="896112"/>
            <a:ext cx="20951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حَجَرًا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72363" y="2834640"/>
            <a:ext cx="379927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72363" y="2834640"/>
            <a:ext cx="379927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حَجَرًا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03388" y="896112"/>
            <a:ext cx="18920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D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03388" y="896112"/>
            <a:ext cx="18920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648554" y="896112"/>
            <a:ext cx="16347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D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48554" y="896112"/>
            <a:ext cx="16347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جَبَلًا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21280" y="2834640"/>
            <a:ext cx="3101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21280" y="2834640"/>
            <a:ext cx="3101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جَبَلًا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6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6"/>
          </a:solidFill>
          <a:ln w="12700">
            <a:solidFill>
              <a:srgbClr val="DB70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A47"/>
          </a:solidFill>
          <a:ln w="12700">
            <a:solidFill>
              <a:srgbClr val="857A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420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5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420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2904" y="896112"/>
            <a:ext cx="20212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5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2904" y="896112"/>
            <a:ext cx="20212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شَجَرًا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7500" y="2834640"/>
            <a:ext cx="33690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7500" y="2834640"/>
            <a:ext cx="33690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شَجَرًا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7">
    <p:bg>
      <p:bgPr>
        <a:solidFill>
          <a:srgbClr val="EC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3079" y="896112"/>
            <a:ext cx="15431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3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3079" y="896112"/>
            <a:ext cx="15431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27818" y="896112"/>
            <a:ext cx="1625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27818" y="896112"/>
            <a:ext cx="1625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قَلَمًا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78253" y="2834640"/>
            <a:ext cx="2787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78253" y="2834640"/>
            <a:ext cx="2787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 قَلَمًا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8">
    <p:bg>
      <p:bgPr>
        <a:solidFill>
          <a:srgbClr val="F2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7397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7397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71378" y="896112"/>
            <a:ext cx="21825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71378" y="896112"/>
            <a:ext cx="21825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شَجَرَةً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78608" y="2834640"/>
            <a:ext cx="378678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78608" y="2834640"/>
            <a:ext cx="378678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شَجَرَةً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9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1393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1393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707234" y="896112"/>
            <a:ext cx="18241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E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07234" y="896112"/>
            <a:ext cx="18241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ثَمَرَةً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77511" y="2834640"/>
            <a:ext cx="29889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77511" y="2834640"/>
            <a:ext cx="29889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ثَمَرَةً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449</Slides>
  <Notes>449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449</vt:i4>
      </vt:variant>
    </vt:vector>
  </HeadingPairs>
  <TitlesOfParts>
    <vt:vector size="4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  <vt:lpstr>Slide 445</vt:lpstr>
      <vt:lpstr>Slide 446</vt:lpstr>
      <vt:lpstr>Slide 447</vt:lpstr>
      <vt:lpstr>Slide 448</vt:lpstr>
      <vt:lpstr>Slide 449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Tanween-1-Fathatan</dc:title>
  <dc:subject>PptxGenJS Presentation</dc:subject>
  <dc:creator>PptxGenJS</dc:creator>
  <cp:lastModifiedBy>PptxGenJS</cp:lastModifiedBy>
  <cp:revision>1</cp:revision>
  <dcterms:created xsi:type="dcterms:W3CDTF">2026-10-21T17:47:25Z</dcterms:created>
  <dcterms:modified xsi:type="dcterms:W3CDTF">2026-10-21T17:47:25Z</dcterms:modified>
</cp:coreProperties>
</file>