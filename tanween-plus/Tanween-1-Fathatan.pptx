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</p:sldIdLst>
  <p:notesMasterIdLst>
    <p:notesMasterId r:id="rId4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notesMaster" Target="notesMasters/notesMaster1.xml"/><Relationship Id="rId447" Type="http://schemas.openxmlformats.org/officeDocument/2006/relationships/presProps" Target="presProps.xml"/><Relationship Id="rId448" Type="http://schemas.openxmlformats.org/officeDocument/2006/relationships/viewProps" Target="viewProps.xml"/><Relationship Id="rId449" Type="http://schemas.openxmlformats.org/officeDocument/2006/relationships/theme" Target="theme/theme1.xml"/><Relationship Id="rId4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على الهمزة فوق الألف (أً) يجلس تنوين الفتح على الألف نفسها، فلا نضيف ألفاً ثانية.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على الهمزة فوق الألف (أً) يجلس تنوين الفتح على الألف نفسها، فلا نضيف ألفاً ثانية.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على الهمزة فوق الألف (أً) يجلس تنوين الفتح على الألف نفسها، فلا نضيف ألفاً ثانية.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على الهمزة فوق الألف (أً) يجلس تنوين الفتح على الألف نفسها، فلا نضيف ألفاً ثانية.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على الهمزة فوق الألف (أً) يجلس تنوين الفتح على الألف نفسها، فلا نضيف ألفاً ثانية.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على الهمزة فوق الألف (أً) يجلس تنوين الفتح على الألف نفسها، فلا نضيف ألفاً ثانية.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على الهمزة فوق الألف (أً) يجلس تنوين الفتح على الألف نفسها، فلا نضيف ألفاً ثانية.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على الهمزة فوق الألف (أً) يجلس تنوين الفتح على الألف نفسها، فلا نضيف ألفاً ثانية.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يحتاج ألفاً: نكتب بعد الحرف ألفاً لا تُقرأ وحدها، هي كرسيّ يحمل الصوت «ـَنْ» (بَ + نْ = بًا). الدائرة الرمادية وعلامة المنع تعنيان أن هذه الألف صامتة. يُدرَّس لاحقاً: التاء المربوطة (ة) والهمزة على الألف في آخر الكلمة لا تأخذان ألفاً زائدة.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TrSnd" Type="http://schemas.openxmlformats.org/officeDocument/2006/relationships/audio" Target="../media/sparkle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TrSnd" Type="http://schemas.openxmlformats.org/officeDocument/2006/relationships/audio" Target="../media/marimba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TrSnd" Type="http://schemas.openxmlformats.org/officeDocument/2006/relationships/audio" Target="../media/harp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TrSnd" Type="http://schemas.openxmlformats.org/officeDocument/2006/relationships/audio" Target="../media/chime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TrSnd" Type="http://schemas.openxmlformats.org/officeDocument/2006/relationships/audio" Target="../media/whoosh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TrSnd" Type="http://schemas.openxmlformats.org/officeDocument/2006/relationships/audio" Target="../media/bubbles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TrSnd" Type="http://schemas.openxmlformats.org/officeDocument/2006/relationships/audio" Target="../media/sparkle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TrSnd" Type="http://schemas.openxmlformats.org/officeDocument/2006/relationships/audio" Target="../media/marimba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TrSnd" Type="http://schemas.openxmlformats.org/officeDocument/2006/relationships/audio" Target="../media/harp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TrSnd" Type="http://schemas.openxmlformats.org/officeDocument/2006/relationships/audio" Target="../media/chime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TrSnd" Type="http://schemas.openxmlformats.org/officeDocument/2006/relationships/audio" Target="../media/whoosh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TrSnd" Type="http://schemas.openxmlformats.org/officeDocument/2006/relationships/audio" Target="../media/bubbles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TrSnd" Type="http://schemas.openxmlformats.org/officeDocument/2006/relationships/audio" Target="../media/sparkle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TrSnd" Type="http://schemas.openxmlformats.org/officeDocument/2006/relationships/audio" Target="../media/marimba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TrSnd" Type="http://schemas.openxmlformats.org/officeDocument/2006/relationships/audio" Target="../media/harp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TrSnd" Type="http://schemas.openxmlformats.org/officeDocument/2006/relationships/audio" Target="../media/chime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TrSnd" Type="http://schemas.openxmlformats.org/officeDocument/2006/relationships/audio" Target="../media/whoosh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TrSnd" Type="http://schemas.openxmlformats.org/officeDocument/2006/relationships/audio" Target="../media/bubbles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TrSnd" Type="http://schemas.openxmlformats.org/officeDocument/2006/relationships/audio" Target="../media/sparkle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TrSnd" Type="http://schemas.openxmlformats.org/officeDocument/2006/relationships/audio" Target="../media/marimba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TrSnd" Type="http://schemas.openxmlformats.org/officeDocument/2006/relationships/audio" Target="../media/harp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TrSnd" Type="http://schemas.openxmlformats.org/officeDocument/2006/relationships/audio" Target="../media/chime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TrSnd" Type="http://schemas.openxmlformats.org/officeDocument/2006/relationships/audio" Target="../media/whoosh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TrSnd" Type="http://schemas.openxmlformats.org/officeDocument/2006/relationships/audio" Target="../media/bubbles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TrSnd" Type="http://schemas.openxmlformats.org/officeDocument/2006/relationships/audio" Target="../media/sparkle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TrSnd" Type="http://schemas.openxmlformats.org/officeDocument/2006/relationships/audio" Target="../media/marimba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TrSnd" Type="http://schemas.openxmlformats.org/officeDocument/2006/relationships/audio" Target="../media/harp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TrSnd" Type="http://schemas.openxmlformats.org/officeDocument/2006/relationships/audio" Target="../media/chime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TrSnd" Type="http://schemas.openxmlformats.org/officeDocument/2006/relationships/audio" Target="../media/whoosh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TrSnd" Type="http://schemas.openxmlformats.org/officeDocument/2006/relationships/audio" Target="../media/bubbles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TrSnd" Type="http://schemas.openxmlformats.org/officeDocument/2006/relationships/audio" Target="../media/sparkle.wav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Relationship Id="rIdTrSnd" Type="http://schemas.openxmlformats.org/officeDocument/2006/relationships/audio" Target="../media/marimba.wav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Relationship Id="rIdTrSnd" Type="http://schemas.openxmlformats.org/officeDocument/2006/relationships/audio" Target="../media/harp.wav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Relationship Id="rIdTrSnd" Type="http://schemas.openxmlformats.org/officeDocument/2006/relationships/audio" Target="../media/chime.wav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Relationship Id="rIdTrSnd" Type="http://schemas.openxmlformats.org/officeDocument/2006/relationships/audio" Target="../media/whoosh.wav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Relationship Id="rIdTrSnd" Type="http://schemas.openxmlformats.org/officeDocument/2006/relationships/audio" Target="../media/bubbles.wav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Relationship Id="rIdTrSnd" Type="http://schemas.openxmlformats.org/officeDocument/2006/relationships/audio" Target="../media/sparkle.wav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Relationship Id="rIdTrSnd" Type="http://schemas.openxmlformats.org/officeDocument/2006/relationships/audio" Target="../media/marimba.wav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C"/>
          </a:solidFill>
          <a:ln w="12700">
            <a:solidFill>
              <a:srgbClr val="5EED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12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13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بَأً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تَأً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ثَأً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جَأً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حَأً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خَأً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دَأً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12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تَبًا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جَبًا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دَبًا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13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بَتًا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جَتًا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FED"/>
          </a:solidFill>
          <a:ln w="12700">
            <a:solidFill>
              <a:srgbClr val="5EB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دَتًا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6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11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بَثًا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تَثًا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جَثًا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E"/>
          </a:solidFill>
          <a:ln w="12700">
            <a:solidFill>
              <a:srgbClr val="52E0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حَثًا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خَثًا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دَثًا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11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تَجًا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حَجًا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خَجًا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دَجًا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11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أَحًا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بَحًا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تَحًا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جَحًا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دَحًا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11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بَخًا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تَخًا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حَخًا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دَخًا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64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1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بَدًا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52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تَدًا</a:t>
            </a:r>
            <a:endParaRPr lang="ar-SA" sz="8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جَدًا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خَدًا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5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12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بَذًا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تَذًا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ثَذًا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جَذًا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حَذًا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خَذًا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دَذًا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13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5"/>
          </a:solidFill>
          <a:ln w="12700">
            <a:solidFill>
              <a:srgbClr val="5EED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13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AD1"/>
          </a:solidFill>
          <a:ln w="12700">
            <a:solidFill>
              <a:srgbClr val="476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11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FE0"/>
          </a:solidFill>
          <a:ln w="12700">
            <a:solidFill>
              <a:srgbClr val="529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بَسًا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تَسًا</a:t>
            </a:r>
            <a:endParaRPr lang="ar-SA" sz="8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ثَسًا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جَسًا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C34"/>
          </a:solidFill>
          <a:ln w="12700">
            <a:solidFill>
              <a:srgbClr val="795C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06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10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A52"/>
          </a:solidFill>
          <a:ln w="12700">
            <a:solidFill>
              <a:srgbClr val="E0D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بَشًا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تَشًا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ثَشًا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جَشًا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حَشًا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خَشًا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E64D8"/>
          </a:solidFill>
          <a:ln w="12700">
            <a:solidFill>
              <a:srgbClr val="C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دَشًا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ذَشًا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رَشًا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زَشًا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سَشًا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10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تَصًا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ثَصًا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جَصًا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دَصًا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ذَصًا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5EED"/>
          </a:solidFill>
          <a:ln w="12700">
            <a:solidFill>
              <a:srgbClr val="D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سَصًا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شَصًا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8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10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BE0"/>
          </a:solidFill>
          <a:ln w="12700">
            <a:solidFill>
              <a:srgbClr val="527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A"/>
          </a:solidFill>
          <a:ln w="12700">
            <a:solidFill>
              <a:srgbClr val="D147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E"/>
          </a:solidFill>
          <a:ln w="12700">
            <a:solidFill>
              <a:srgbClr val="5EED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F"/>
          </a:solidFill>
          <a:ln w="12700">
            <a:solidFill>
              <a:srgbClr val="E0529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D147"/>
          </a:solidFill>
          <a:ln w="12700">
            <a:solidFill>
              <a:srgbClr val="8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صَضًا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13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11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45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6CC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6"/>
          </a:solidFill>
          <a:ln w="12700">
            <a:solidFill>
              <a:srgbClr val="ED5E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حَطًا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B"/>
          </a:solidFill>
          <a:ln w="12700">
            <a:solidFill>
              <a:srgbClr val="52E0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A"/>
          </a:solidFill>
          <a:ln w="12700">
            <a:solidFill>
              <a:srgbClr val="DB70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ذَطًا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ED5E"/>
          </a:solidFill>
          <a:ln w="12700">
            <a:solidFill>
              <a:srgbClr val="9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52E0"/>
          </a:solidFill>
          <a:ln w="12700">
            <a:solidFill>
              <a:srgbClr val="B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F64"/>
          </a:solidFill>
          <a:ln w="12700">
            <a:solidFill>
              <a:srgbClr val="D8C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F47"/>
          </a:solidFill>
          <a:ln w="12700">
            <a:solidFill>
              <a:srgbClr val="D1A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13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11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DED"/>
          </a:solidFill>
          <a:ln w="12700">
            <a:solidFill>
              <a:srgbClr val="5EB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452"/>
          </a:solidFill>
          <a:ln w="12700">
            <a:solidFill>
              <a:srgbClr val="E09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تَظًا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D"/>
          </a:solidFill>
          <a:ln w="12700">
            <a:solidFill>
              <a:srgbClr val="47D1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رَظًا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شَظًا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847"/>
          </a:solidFill>
          <a:ln w="12700">
            <a:solidFill>
              <a:srgbClr val="D14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11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6E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تَعًا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A"/>
          </a:solidFill>
          <a:ln w="12700">
            <a:solidFill>
              <a:srgbClr val="E052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جَعًا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حَعًا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خَعًا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5EED"/>
          </a:solidFill>
          <a:ln w="12700">
            <a:solidFill>
              <a:srgbClr val="8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ذَعًا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BD1"/>
          </a:solidFill>
          <a:ln w="12700">
            <a:solidFill>
              <a:srgbClr val="478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سَعًا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شَعًا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طَعًا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ظَعًا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11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ED5E"/>
          </a:solidFill>
          <a:ln w="12700">
            <a:solidFill>
              <a:srgbClr val="7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52E0"/>
          </a:solidFill>
          <a:ln w="12700">
            <a:solidFill>
              <a:srgbClr val="D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DB70"/>
          </a:solidFill>
          <a:ln w="12700">
            <a:solidFill>
              <a:srgbClr val="A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ثَغًا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D864"/>
          </a:solidFill>
          <a:ln w="12700">
            <a:solidFill>
              <a:srgbClr val="C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D147"/>
          </a:solidFill>
          <a:ln w="12700">
            <a:solidFill>
              <a:srgbClr val="D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دَغًا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8ED"/>
          </a:solidFill>
          <a:ln w="12700">
            <a:solidFill>
              <a:srgbClr val="5E9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ذَغًا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852"/>
          </a:solidFill>
          <a:ln w="12700">
            <a:solidFill>
              <a:srgbClr val="E0B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4DB"/>
          </a:solidFill>
          <a:ln w="12700">
            <a:solidFill>
              <a:srgbClr val="70C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رَغًا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0"/>
          </a:solidFill>
          <a:ln w="12700">
            <a:solidFill>
              <a:srgbClr val="64D8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0"/>
          </a:solidFill>
          <a:ln w="12700">
            <a:solidFill>
              <a:srgbClr val="47D1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زَغًا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صَغًا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C"/>
          </a:solidFill>
          <a:ln w="12700">
            <a:solidFill>
              <a:srgbClr val="ED5E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5"/>
          </a:solidFill>
          <a:ln w="12700">
            <a:solidFill>
              <a:srgbClr val="52E0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64D8"/>
          </a:solidFill>
          <a:ln w="12700">
            <a:solidFill>
              <a:srgbClr val="B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E47D1"/>
          </a:solidFill>
          <a:ln w="12700">
            <a:solidFill>
              <a:srgbClr val="8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07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10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ED5E"/>
          </a:solidFill>
          <a:ln w="12700">
            <a:solidFill>
              <a:srgbClr val="D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52E0"/>
          </a:solidFill>
          <a:ln w="12700">
            <a:solidFill>
              <a:srgbClr val="7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تَفًا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664"/>
          </a:solidFill>
          <a:ln w="12700">
            <a:solidFill>
              <a:srgbClr val="D89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C47"/>
          </a:solidFill>
          <a:ln w="12700">
            <a:solidFill>
              <a:srgbClr val="D16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ثَفًا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7"/>
          </a:solidFill>
          <a:ln w="12700">
            <a:solidFill>
              <a:srgbClr val="5EED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3"/>
          </a:solidFill>
          <a:ln w="12700">
            <a:solidFill>
              <a:srgbClr val="70DB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385"/>
          </a:solidFill>
          <a:ln w="12700">
            <a:solidFill>
              <a:srgbClr val="4753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9"/>
          </a:solidFill>
          <a:ln w="12700">
            <a:solidFill>
              <a:srgbClr val="64D87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رَفًا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7934"/>
          </a:solidFill>
          <a:ln w="12700">
            <a:solidFill>
              <a:srgbClr val="61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C3F6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شَفًا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45EED"/>
          </a:solidFill>
          <a:ln w="12700">
            <a:solidFill>
              <a:srgbClr val="B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صَفًا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3A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E052"/>
          </a:solidFill>
          <a:ln w="12700">
            <a:solidFill>
              <a:srgbClr val="7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70DB"/>
          </a:solidFill>
          <a:ln w="12700">
            <a:solidFill>
              <a:srgbClr val="8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C3D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CD8"/>
          </a:solidFill>
          <a:ln w="12700">
            <a:solidFill>
              <a:srgbClr val="646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8D1"/>
          </a:solidFill>
          <a:ln w="12700">
            <a:solidFill>
              <a:srgbClr val="476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عَفًا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05E"/>
          </a:solidFill>
          <a:ln w="12700">
            <a:solidFill>
              <a:srgbClr val="ED9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23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12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DE0"/>
          </a:solidFill>
          <a:ln w="12700">
            <a:solidFill>
              <a:srgbClr val="529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3"/>
          </a:solidFill>
          <a:ln w="12700">
            <a:solidFill>
              <a:srgbClr val="DB70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8547"/>
          </a:solidFill>
          <a:ln w="12700">
            <a:solidFill>
              <a:srgbClr val="72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6C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9"/>
          </a:solidFill>
          <a:ln w="12700">
            <a:solidFill>
              <a:srgbClr val="D864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A"/>
          </a:solidFill>
          <a:ln w="12700">
            <a:solidFill>
              <a:srgbClr val="D147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تَقًا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ثَقًا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D"/>
          </a:solidFill>
          <a:ln w="12700">
            <a:solidFill>
              <a:srgbClr val="5EED6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0"/>
          </a:solidFill>
          <a:ln w="12700">
            <a:solidFill>
              <a:srgbClr val="E052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DB70"/>
          </a:solidFill>
          <a:ln w="12700">
            <a:solidFill>
              <a:srgbClr val="8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D864"/>
          </a:solidFill>
          <a:ln w="12700">
            <a:solidFill>
              <a:srgbClr val="A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D147"/>
          </a:solidFill>
          <a:ln w="12700">
            <a:solidFill>
              <a:srgbClr val="A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45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رَقًا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C9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4ED"/>
          </a:solidFill>
          <a:ln w="12700">
            <a:solidFill>
              <a:srgbClr val="5E7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D52"/>
          </a:solidFill>
          <a:ln w="12700">
            <a:solidFill>
              <a:srgbClr val="E0D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شَقًا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3D8"/>
          </a:solidFill>
          <a:ln w="12700">
            <a:solidFill>
              <a:srgbClr val="64C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FD1"/>
          </a:solidFill>
          <a:ln w="12700">
            <a:solidFill>
              <a:srgbClr val="47C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صَقًا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C"/>
          </a:solidFill>
          <a:ln w="12700">
            <a:solidFill>
              <a:srgbClr val="34794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7"/>
          </a:solidFill>
          <a:ln w="12700">
            <a:solidFill>
              <a:srgbClr val="ED5E9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عَقًا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9"/>
          </a:solidFill>
          <a:ln w="12700">
            <a:solidFill>
              <a:srgbClr val="52E0B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3"/>
          </a:solidFill>
          <a:ln w="12700">
            <a:solidFill>
              <a:srgbClr val="DB70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D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64D8"/>
          </a:solidFill>
          <a:ln w="12700">
            <a:solidFill>
              <a:srgbClr val="D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47D1"/>
          </a:solidFill>
          <a:ln w="12700">
            <a:solidFill>
              <a:srgbClr val="B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فَقًا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21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12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3479"/>
          </a:solidFill>
          <a:ln w="12700">
            <a:solidFill>
              <a:srgbClr val="3B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6C3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بَكًا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ED5E"/>
          </a:solidFill>
          <a:ln w="12700">
            <a:solidFill>
              <a:srgbClr val="B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تَكًا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52E0"/>
          </a:solidFill>
          <a:ln w="12700">
            <a:solidFill>
              <a:srgbClr val="9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970"/>
          </a:solidFill>
          <a:ln w="12700">
            <a:solidFill>
              <a:srgbClr val="DBD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ثَكًا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464"/>
          </a:solidFill>
          <a:ln w="12700">
            <a:solidFill>
              <a:srgbClr val="D8B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F47"/>
          </a:solidFill>
          <a:ln w="12700">
            <a:solidFill>
              <a:srgbClr val="D18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جَكًا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حَكًا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خَكًا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EF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دَكًا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EED"/>
          </a:solidFill>
          <a:ln w="12700">
            <a:solidFill>
              <a:srgbClr val="5ED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ذَكًا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252"/>
          </a:solidFill>
          <a:ln w="12700">
            <a:solidFill>
              <a:srgbClr val="E07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E"/>
          </a:solidFill>
          <a:ln w="12700">
            <a:solidFill>
              <a:srgbClr val="70DB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رَكًا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C3F6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7"/>
          </a:solidFill>
          <a:ln w="12700">
            <a:solidFill>
              <a:srgbClr val="64D8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D"/>
          </a:solidFill>
          <a:ln w="12700">
            <a:solidFill>
              <a:srgbClr val="47D1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زَكًا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D3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سَكًا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شَكًا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C3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صَكًا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ضَكًا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طَكًا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C3CF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64D8"/>
          </a:solidFill>
          <a:ln w="12700">
            <a:solidFill>
              <a:srgbClr val="7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ظَكًا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عَكًا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غَكًا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فَكًا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55E"/>
          </a:solidFill>
          <a:ln w="12700">
            <a:solidFill>
              <a:srgbClr val="EDB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قَكًا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8E0"/>
          </a:solidFill>
          <a:ln w="12700">
            <a:solidFill>
              <a:srgbClr val="527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970"/>
          </a:solidFill>
          <a:ln w="12700">
            <a:solidFill>
              <a:srgbClr val="DB8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3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11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B"/>
          </a:solidFill>
          <a:ln w="12700">
            <a:solidFill>
              <a:srgbClr val="D864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بَلًا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تَلًا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F6D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ثَلًا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DB70"/>
          </a:solidFill>
          <a:ln w="12700">
            <a:solidFill>
              <a:srgbClr val="7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E9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D864"/>
          </a:solidFill>
          <a:ln w="12700">
            <a:solidFill>
              <a:srgbClr val="8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D147"/>
          </a:solidFill>
          <a:ln w="12700">
            <a:solidFill>
              <a:srgbClr val="8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خَلًا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E052"/>
          </a:solidFill>
          <a:ln w="12700">
            <a:solidFill>
              <a:srgbClr val="B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سَلًا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5D8"/>
          </a:solidFill>
          <a:ln w="12700">
            <a:solidFill>
              <a:srgbClr val="64A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شَلًا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صَلًا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C3C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ظَلًا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144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E"/>
          </a:solidFill>
          <a:ln w="12700">
            <a:solidFill>
              <a:srgbClr val="52E0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E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6C3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كَلًا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ED5E"/>
          </a:solidFill>
          <a:ln w="12700">
            <a:solidFill>
              <a:srgbClr val="9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11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بَمًا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تَمًا</a:t>
            </a:r>
            <a:endParaRPr lang="ar-SA" sz="8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ثَمًا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جَمًا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752"/>
          </a:solidFill>
          <a:ln w="12700">
            <a:solidFill>
              <a:srgbClr val="E09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C3F6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0"/>
          </a:solidFill>
          <a:ln w="12700">
            <a:solidFill>
              <a:srgbClr val="47D1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45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C3EF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شَمًا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صَمًا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طَمًا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1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ظَمًا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غَمًا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6C3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فَمًا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قَمًا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كَمًا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6"/>
          </a:solidFill>
          <a:ln w="12700">
            <a:solidFill>
              <a:srgbClr val="5EED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13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7"/>
          </a:solidFill>
          <a:ln w="12700">
            <a:solidFill>
              <a:srgbClr val="E052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DB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D864"/>
          </a:solidFill>
          <a:ln w="12700">
            <a:solidFill>
              <a:srgbClr val="6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بَنًا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تَنًا</a:t>
            </a:r>
            <a:endParaRPr lang="ar-SA" sz="8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جَنًا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حَنًا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7D8"/>
          </a:solidFill>
          <a:ln w="12700">
            <a:solidFill>
              <a:srgbClr val="648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8D1"/>
          </a:solidFill>
          <a:ln w="12700">
            <a:solidFill>
              <a:srgbClr val="478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دَنًا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ذَنًا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رَنًا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C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زَنًا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EE0"/>
          </a:solidFill>
          <a:ln w="12700">
            <a:solidFill>
              <a:srgbClr val="52B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C"/>
          </a:solidFill>
          <a:ln w="12700">
            <a:solidFill>
              <a:srgbClr val="DB70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شَنًا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6C3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4"/>
          </a:solidFill>
          <a:ln w="12700">
            <a:solidFill>
              <a:srgbClr val="D864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ضَنًا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طَنًا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ظَنًا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52E0"/>
          </a:solidFill>
          <a:ln w="12700">
            <a:solidFill>
              <a:srgbClr val="D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غَنًا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F6E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D864"/>
          </a:solidFill>
          <a:ln w="12700">
            <a:solidFill>
              <a:srgbClr val="C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فَنًا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قَنًا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كَنًا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D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5ED"/>
          </a:solidFill>
          <a:ln w="12700">
            <a:solidFill>
              <a:srgbClr val="5E9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2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1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C3E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8"/>
          </a:solidFill>
          <a:ln w="12700">
            <a:solidFill>
              <a:srgbClr val="52E09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47D1"/>
          </a:solidFill>
          <a:ln w="12700">
            <a:solidFill>
              <a:srgbClr val="9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F6E1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ذَهًا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070"/>
          </a:solidFill>
          <a:ln w="12700">
            <a:solidFill>
              <a:srgbClr val="DBC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F6C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F"/>
          </a:solidFill>
          <a:ln w="12700">
            <a:solidFill>
              <a:srgbClr val="79344F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A"/>
          </a:solidFill>
          <a:ln w="12700">
            <a:solidFill>
              <a:srgbClr val="5EED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3"/>
          </a:solidFill>
          <a:ln w="12700">
            <a:solidFill>
              <a:srgbClr val="E052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5"/>
          </a:solidFill>
          <a:ln w="12700">
            <a:solidFill>
              <a:srgbClr val="70DB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B"/>
          </a:solidFill>
          <a:ln w="12700">
            <a:solidFill>
              <a:srgbClr val="64D8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C"/>
          </a:solidFill>
          <a:ln w="12700">
            <a:solidFill>
              <a:srgbClr val="47D1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فَهًا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7934"/>
          </a:solidFill>
          <a:ln w="12700">
            <a:solidFill>
              <a:srgbClr val="60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قَهًا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C3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5EED"/>
          </a:solidFill>
          <a:ln w="12700">
            <a:solidFill>
              <a:srgbClr val="B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E052"/>
          </a:solidFill>
          <a:ln w="12700">
            <a:solidFill>
              <a:srgbClr val="7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70DB"/>
          </a:solidFill>
          <a:ln w="12700">
            <a:solidFill>
              <a:srgbClr val="8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C3D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AD8"/>
          </a:solidFill>
          <a:ln w="12700">
            <a:solidFill>
              <a:srgbClr val="646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5D1"/>
          </a:solidFill>
          <a:ln w="12700">
            <a:solidFill>
              <a:srgbClr val="476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13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D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35E"/>
          </a:solidFill>
          <a:ln w="12700">
            <a:solidFill>
              <a:srgbClr val="ED9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AE0"/>
          </a:solidFill>
          <a:ln w="12700">
            <a:solidFill>
              <a:srgbClr val="529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1"/>
          </a:solidFill>
          <a:ln w="12700">
            <a:solidFill>
              <a:srgbClr val="DB70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ثَوًا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6C3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7"/>
          </a:solidFill>
          <a:ln w="12700">
            <a:solidFill>
              <a:srgbClr val="D864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7"/>
          </a:solidFill>
          <a:ln w="12700">
            <a:solidFill>
              <a:srgbClr val="D147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F6C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C3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F"/>
          </a:solidFill>
          <a:ln w="12700">
            <a:solidFill>
              <a:srgbClr val="5EED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E"/>
          </a:solidFill>
          <a:ln w="12700">
            <a:solidFill>
              <a:srgbClr val="E052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DB70"/>
          </a:solidFill>
          <a:ln w="12700">
            <a:solidFill>
              <a:srgbClr val="8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F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D864"/>
          </a:solidFill>
          <a:ln w="12700">
            <a:solidFill>
              <a:srgbClr val="A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D147"/>
          </a:solidFill>
          <a:ln w="12700">
            <a:solidFill>
              <a:srgbClr val="A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C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1ED"/>
          </a:solidFill>
          <a:ln w="12700">
            <a:solidFill>
              <a:srgbClr val="5E7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C3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1D8"/>
          </a:solidFill>
          <a:ln w="12700">
            <a:solidFill>
              <a:srgbClr val="64C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CD1"/>
          </a:solidFill>
          <a:ln w="12700">
            <a:solidFill>
              <a:srgbClr val="47C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33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C3D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فَوًا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5"/>
          </a:solidFill>
          <a:ln w="12700">
            <a:solidFill>
              <a:srgbClr val="ED5E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قَوًا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C"/>
          </a:solidFill>
          <a:ln w="12700">
            <a:solidFill>
              <a:srgbClr val="52E0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1"/>
          </a:solidFill>
          <a:ln w="12700">
            <a:solidFill>
              <a:srgbClr val="DB70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DF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64D8"/>
          </a:solidFill>
          <a:ln w="12700">
            <a:solidFill>
              <a:srgbClr val="D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47D1"/>
          </a:solidFill>
          <a:ln w="12700">
            <a:solidFill>
              <a:srgbClr val="B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F6C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10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52E0"/>
          </a:solidFill>
          <a:ln w="12700">
            <a:solidFill>
              <a:srgbClr val="9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F6D2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147"/>
          </a:solidFill>
          <a:ln w="12700">
            <a:solidFill>
              <a:srgbClr val="D19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بَيًا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تَيًا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EE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حَيًا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45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C3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F"/>
          </a:solidFill>
          <a:ln w="12700">
            <a:solidFill>
              <a:srgbClr val="47D1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ذَيًا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C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5EED"/>
          </a:solidFill>
          <a:ln w="12700">
            <a:solidFill>
              <a:srgbClr val="D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سَيًا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شَيًا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C3C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صَيًا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طَيًا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E5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75E"/>
          </a:solidFill>
          <a:ln w="12700">
            <a:solidFill>
              <a:srgbClr val="EDB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غَيًا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F6C3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فَيًا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قَيًا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1A14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2B64"/>
          </a:solidFill>
          <a:ln w="12700">
            <a:solidFill>
              <a:srgbClr val="4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كَيًا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F6D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مَيًا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E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7D147"/>
          </a:solidFill>
          <a:ln w="12700">
            <a:solidFill>
              <a:srgbClr val="8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هَيًا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71409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3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71409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73942" y="896112"/>
            <a:ext cx="17774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3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73942" y="896112"/>
            <a:ext cx="17774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قَمَرًا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88520" y="2834640"/>
            <a:ext cx="33669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88520" y="2834640"/>
            <a:ext cx="33669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قَمَرًا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C3F6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10909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10909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7718" y="896112"/>
            <a:ext cx="15431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6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7718" y="896112"/>
            <a:ext cx="15431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عِنَبًا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05266" y="2834640"/>
            <a:ext cx="27334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05266" y="2834640"/>
            <a:ext cx="27334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عِنَبًا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31922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31922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662735" y="896112"/>
            <a:ext cx="14491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D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62735" y="896112"/>
            <a:ext cx="14491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لَبَنًا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12348" y="2834640"/>
            <a:ext cx="31193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12348" y="2834640"/>
            <a:ext cx="31193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لَبَنًا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E052"/>
          </a:solidFill>
          <a:ln w="12700">
            <a:solidFill>
              <a:srgbClr val="B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75517" y="896112"/>
            <a:ext cx="1896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B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75517" y="896112"/>
            <a:ext cx="1896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700" dirty="0"/>
          </a:p>
        </p:txBody>
      </p:sp>
      <p:sp>
        <p:nvSpPr>
          <p:cNvPr id="17" name="C2 W2 pill"/>
          <p:cNvSpPr/>
          <p:nvPr/>
        </p:nvSpPr>
        <p:spPr>
          <a:xfrm>
            <a:off x="2572362" y="896112"/>
            <a:ext cx="17831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B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2362" y="896112"/>
            <a:ext cx="17831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جَمَلًا</a:t>
            </a:r>
            <a:endParaRPr lang="ar-SA" sz="47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14839" y="2834640"/>
            <a:ext cx="33143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14839" y="2834640"/>
            <a:ext cx="33143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جَمَلًا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C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8744" y="896112"/>
            <a:ext cx="2021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8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8744" y="896112"/>
            <a:ext cx="2021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53518" y="896112"/>
            <a:ext cx="20951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53518" y="896112"/>
            <a:ext cx="20951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حَجَرًا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72363" y="2834640"/>
            <a:ext cx="379927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72363" y="2834640"/>
            <a:ext cx="379927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حَجَرًا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03388" y="896112"/>
            <a:ext cx="18920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03388" y="896112"/>
            <a:ext cx="18920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648554" y="896112"/>
            <a:ext cx="16347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48554" y="896112"/>
            <a:ext cx="16347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جَبَلًا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21280" y="2834640"/>
            <a:ext cx="3101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21280" y="2834640"/>
            <a:ext cx="3101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جَبَلًا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1420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1420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72904" y="896112"/>
            <a:ext cx="20212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72904" y="896112"/>
            <a:ext cx="20212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شَجَرًا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87500" y="2834640"/>
            <a:ext cx="33690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87500" y="2834640"/>
            <a:ext cx="33690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شَجَرًا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C3C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3079" y="896112"/>
            <a:ext cx="15431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B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3079" y="896112"/>
            <a:ext cx="15431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27818" y="896112"/>
            <a:ext cx="1625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B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27818" y="896112"/>
            <a:ext cx="1625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قَلَمًا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78253" y="2834640"/>
            <a:ext cx="2787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78253" y="2834640"/>
            <a:ext cx="2787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 قَلَمًا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444</Slides>
  <Notes>444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444</vt:i4>
      </vt:variant>
    </vt:vector>
  </HeadingPairs>
  <TitlesOfParts>
    <vt:vector size="4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Tanween-1-Fathatan</dc:title>
  <dc:subject>PptxGenJS Presentation</dc:subject>
  <dc:creator>PptxGenJS</dc:creator>
  <cp:lastModifiedBy>PptxGenJS</cp:lastModifiedBy>
  <cp:revision>1</cp:revision>
  <dcterms:created xsi:type="dcterms:W3CDTF">2026-10-21T17:39:11Z</dcterms:created>
  <dcterms:modified xsi:type="dcterms:W3CDTF">2026-10-21T17:39:11Z</dcterms:modified>
</cp:coreProperties>
</file>