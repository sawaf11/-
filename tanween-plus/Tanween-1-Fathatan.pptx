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slideMasters/slideMaster236.xml" ContentType="application/vnd.openxmlformats-officedocument.presentationml.slideMaster+xml"/>
  <Override PartName="/ppt/slides/slide236.xml" ContentType="application/vnd.openxmlformats-officedocument.presentationml.slide+xml"/>
  <Override PartName="/ppt/slideMasters/slideMaster237.xml" ContentType="application/vnd.openxmlformats-officedocument.presentationml.slideMaster+xml"/>
  <Override PartName="/ppt/slides/slide237.xml" ContentType="application/vnd.openxmlformats-officedocument.presentationml.slide+xml"/>
  <Override PartName="/ppt/slideMasters/slideMaster238.xml" ContentType="application/vnd.openxmlformats-officedocument.presentationml.slideMaster+xml"/>
  <Override PartName="/ppt/slides/slide238.xml" ContentType="application/vnd.openxmlformats-officedocument.presentationml.slide+xml"/>
  <Override PartName="/ppt/slideMasters/slideMaster239.xml" ContentType="application/vnd.openxmlformats-officedocument.presentationml.slideMaster+xml"/>
  <Override PartName="/ppt/slides/slide239.xml" ContentType="application/vnd.openxmlformats-officedocument.presentationml.slide+xml"/>
  <Override PartName="/ppt/slideMasters/slideMaster240.xml" ContentType="application/vnd.openxmlformats-officedocument.presentationml.slideMaster+xml"/>
  <Override PartName="/ppt/slides/slide240.xml" ContentType="application/vnd.openxmlformats-officedocument.presentationml.slide+xml"/>
  <Override PartName="/ppt/slideMasters/slideMaster241.xml" ContentType="application/vnd.openxmlformats-officedocument.presentationml.slideMaster+xml"/>
  <Override PartName="/ppt/slides/slide241.xml" ContentType="application/vnd.openxmlformats-officedocument.presentationml.slide+xml"/>
  <Override PartName="/ppt/slideMasters/slideMaster242.xml" ContentType="application/vnd.openxmlformats-officedocument.presentationml.slideMaster+xml"/>
  <Override PartName="/ppt/slides/slide242.xml" ContentType="application/vnd.openxmlformats-officedocument.presentationml.slide+xml"/>
  <Override PartName="/ppt/slideMasters/slideMaster243.xml" ContentType="application/vnd.openxmlformats-officedocument.presentationml.slideMaster+xml"/>
  <Override PartName="/ppt/slides/slide243.xml" ContentType="application/vnd.openxmlformats-officedocument.presentationml.slide+xml"/>
  <Override PartName="/ppt/slideMasters/slideMaster244.xml" ContentType="application/vnd.openxmlformats-officedocument.presentationml.slideMaster+xml"/>
  <Override PartName="/ppt/slides/slide244.xml" ContentType="application/vnd.openxmlformats-officedocument.presentationml.slide+xml"/>
  <Override PartName="/ppt/slideMasters/slideMaster245.xml" ContentType="application/vnd.openxmlformats-officedocument.presentationml.slideMaster+xml"/>
  <Override PartName="/ppt/slides/slide245.xml" ContentType="application/vnd.openxmlformats-officedocument.presentationml.slide+xml"/>
  <Override PartName="/ppt/slideMasters/slideMaster246.xml" ContentType="application/vnd.openxmlformats-officedocument.presentationml.slideMaster+xml"/>
  <Override PartName="/ppt/slides/slide246.xml" ContentType="application/vnd.openxmlformats-officedocument.presentationml.slide+xml"/>
  <Override PartName="/ppt/slideMasters/slideMaster247.xml" ContentType="application/vnd.openxmlformats-officedocument.presentationml.slideMaster+xml"/>
  <Override PartName="/ppt/slides/slide247.xml" ContentType="application/vnd.openxmlformats-officedocument.presentationml.slide+xml"/>
  <Override PartName="/ppt/slideMasters/slideMaster248.xml" ContentType="application/vnd.openxmlformats-officedocument.presentationml.slideMaster+xml"/>
  <Override PartName="/ppt/slides/slide248.xml" ContentType="application/vnd.openxmlformats-officedocument.presentationml.slide+xml"/>
  <Override PartName="/ppt/slideMasters/slideMaster249.xml" ContentType="application/vnd.openxmlformats-officedocument.presentationml.slideMaster+xml"/>
  <Override PartName="/ppt/slides/slide249.xml" ContentType="application/vnd.openxmlformats-officedocument.presentationml.slide+xml"/>
  <Override PartName="/ppt/slideMasters/slideMaster250.xml" ContentType="application/vnd.openxmlformats-officedocument.presentationml.slideMaster+xml"/>
  <Override PartName="/ppt/slides/slide250.xml" ContentType="application/vnd.openxmlformats-officedocument.presentationml.slide+xml"/>
  <Override PartName="/ppt/slideMasters/slideMaster251.xml" ContentType="application/vnd.openxmlformats-officedocument.presentationml.slideMaster+xml"/>
  <Override PartName="/ppt/slides/slide251.xml" ContentType="application/vnd.openxmlformats-officedocument.presentationml.slide+xml"/>
  <Override PartName="/ppt/slideMasters/slideMaster252.xml" ContentType="application/vnd.openxmlformats-officedocument.presentationml.slideMaster+xml"/>
  <Override PartName="/ppt/slides/slide252.xml" ContentType="application/vnd.openxmlformats-officedocument.presentationml.slide+xml"/>
  <Override PartName="/ppt/slideMasters/slideMaster253.xml" ContentType="application/vnd.openxmlformats-officedocument.presentationml.slideMaster+xml"/>
  <Override PartName="/ppt/slides/slide253.xml" ContentType="application/vnd.openxmlformats-officedocument.presentationml.slide+xml"/>
  <Override PartName="/ppt/slideMasters/slideMaster254.xml" ContentType="application/vnd.openxmlformats-officedocument.presentationml.slideMaster+xml"/>
  <Override PartName="/ppt/slides/slide254.xml" ContentType="application/vnd.openxmlformats-officedocument.presentationml.slide+xml"/>
  <Override PartName="/ppt/slideMasters/slideMaster255.xml" ContentType="application/vnd.openxmlformats-officedocument.presentationml.slideMaster+xml"/>
  <Override PartName="/ppt/slides/slide255.xml" ContentType="application/vnd.openxmlformats-officedocument.presentationml.slide+xml"/>
  <Override PartName="/ppt/slideMasters/slideMaster256.xml" ContentType="application/vnd.openxmlformats-officedocument.presentationml.slideMaster+xml"/>
  <Override PartName="/ppt/slides/slide256.xml" ContentType="application/vnd.openxmlformats-officedocument.presentationml.slide+xml"/>
  <Override PartName="/ppt/slideMasters/slideMaster257.xml" ContentType="application/vnd.openxmlformats-officedocument.presentationml.slideMaster+xml"/>
  <Override PartName="/ppt/slides/slide257.xml" ContentType="application/vnd.openxmlformats-officedocument.presentationml.slide+xml"/>
  <Override PartName="/ppt/slideMasters/slideMaster258.xml" ContentType="application/vnd.openxmlformats-officedocument.presentationml.slideMaster+xml"/>
  <Override PartName="/ppt/slides/slide258.xml" ContentType="application/vnd.openxmlformats-officedocument.presentationml.slide+xml"/>
  <Override PartName="/ppt/slideMasters/slideMaster259.xml" ContentType="application/vnd.openxmlformats-officedocument.presentationml.slideMaster+xml"/>
  <Override PartName="/ppt/slides/slide259.xml" ContentType="application/vnd.openxmlformats-officedocument.presentationml.slide+xml"/>
  <Override PartName="/ppt/slideMasters/slideMaster260.xml" ContentType="application/vnd.openxmlformats-officedocument.presentationml.slideMaster+xml"/>
  <Override PartName="/ppt/slides/slide260.xml" ContentType="application/vnd.openxmlformats-officedocument.presentationml.slide+xml"/>
  <Override PartName="/ppt/slideMasters/slideMaster261.xml" ContentType="application/vnd.openxmlformats-officedocument.presentationml.slideMaster+xml"/>
  <Override PartName="/ppt/slides/slide261.xml" ContentType="application/vnd.openxmlformats-officedocument.presentationml.slide+xml"/>
  <Override PartName="/ppt/slideMasters/slideMaster262.xml" ContentType="application/vnd.openxmlformats-officedocument.presentationml.slideMaster+xml"/>
  <Override PartName="/ppt/slides/slide262.xml" ContentType="application/vnd.openxmlformats-officedocument.presentationml.slide+xml"/>
  <Override PartName="/ppt/slideMasters/slideMaster263.xml" ContentType="application/vnd.openxmlformats-officedocument.presentationml.slideMaster+xml"/>
  <Override PartName="/ppt/slides/slide263.xml" ContentType="application/vnd.openxmlformats-officedocument.presentationml.slide+xml"/>
  <Override PartName="/ppt/slideMasters/slideMaster264.xml" ContentType="application/vnd.openxmlformats-officedocument.presentationml.slideMaster+xml"/>
  <Override PartName="/ppt/slides/slide264.xml" ContentType="application/vnd.openxmlformats-officedocument.presentationml.slide+xml"/>
  <Override PartName="/ppt/slideMasters/slideMaster265.xml" ContentType="application/vnd.openxmlformats-officedocument.presentationml.slideMaster+xml"/>
  <Override PartName="/ppt/slides/slide265.xml" ContentType="application/vnd.openxmlformats-officedocument.presentationml.slide+xml"/>
  <Override PartName="/ppt/slideMasters/slideMaster266.xml" ContentType="application/vnd.openxmlformats-officedocument.presentationml.slideMaster+xml"/>
  <Override PartName="/ppt/slides/slide266.xml" ContentType="application/vnd.openxmlformats-officedocument.presentationml.slide+xml"/>
  <Override PartName="/ppt/slideMasters/slideMaster267.xml" ContentType="application/vnd.openxmlformats-officedocument.presentationml.slideMaster+xml"/>
  <Override PartName="/ppt/slides/slide267.xml" ContentType="application/vnd.openxmlformats-officedocument.presentationml.slide+xml"/>
  <Override PartName="/ppt/slideMasters/slideMaster268.xml" ContentType="application/vnd.openxmlformats-officedocument.presentationml.slideMaster+xml"/>
  <Override PartName="/ppt/slides/slide268.xml" ContentType="application/vnd.openxmlformats-officedocument.presentationml.slide+xml"/>
  <Override PartName="/ppt/slideMasters/slideMaster269.xml" ContentType="application/vnd.openxmlformats-officedocument.presentationml.slideMaster+xml"/>
  <Override PartName="/ppt/slides/slide269.xml" ContentType="application/vnd.openxmlformats-officedocument.presentationml.slide+xml"/>
  <Override PartName="/ppt/slideMasters/slideMaster270.xml" ContentType="application/vnd.openxmlformats-officedocument.presentationml.slideMaster+xml"/>
  <Override PartName="/ppt/slides/slide270.xml" ContentType="application/vnd.openxmlformats-officedocument.presentationml.slide+xml"/>
  <Override PartName="/ppt/slideMasters/slideMaster271.xml" ContentType="application/vnd.openxmlformats-officedocument.presentationml.slideMaster+xml"/>
  <Override PartName="/ppt/slides/slide271.xml" ContentType="application/vnd.openxmlformats-officedocument.presentationml.slide+xml"/>
  <Override PartName="/ppt/slideMasters/slideMaster272.xml" ContentType="application/vnd.openxmlformats-officedocument.presentationml.slideMaster+xml"/>
  <Override PartName="/ppt/slides/slide272.xml" ContentType="application/vnd.openxmlformats-officedocument.presentationml.slide+xml"/>
  <Override PartName="/ppt/slideMasters/slideMaster273.xml" ContentType="application/vnd.openxmlformats-officedocument.presentationml.slideMaster+xml"/>
  <Override PartName="/ppt/slides/slide273.xml" ContentType="application/vnd.openxmlformats-officedocument.presentationml.slide+xml"/>
  <Override PartName="/ppt/slideMasters/slideMaster274.xml" ContentType="application/vnd.openxmlformats-officedocument.presentationml.slideMaster+xml"/>
  <Override PartName="/ppt/slides/slide274.xml" ContentType="application/vnd.openxmlformats-officedocument.presentationml.slide+xml"/>
  <Override PartName="/ppt/slideMasters/slideMaster275.xml" ContentType="application/vnd.openxmlformats-officedocument.presentationml.slideMaster+xml"/>
  <Override PartName="/ppt/slides/slide275.xml" ContentType="application/vnd.openxmlformats-officedocument.presentationml.slide+xml"/>
  <Override PartName="/ppt/slideMasters/slideMaster276.xml" ContentType="application/vnd.openxmlformats-officedocument.presentationml.slideMaster+xml"/>
  <Override PartName="/ppt/slides/slide276.xml" ContentType="application/vnd.openxmlformats-officedocument.presentationml.slide+xml"/>
  <Override PartName="/ppt/slideMasters/slideMaster277.xml" ContentType="application/vnd.openxmlformats-officedocument.presentationml.slideMaster+xml"/>
  <Override PartName="/ppt/slides/slide277.xml" ContentType="application/vnd.openxmlformats-officedocument.presentationml.slide+xml"/>
  <Override PartName="/ppt/slideMasters/slideMaster278.xml" ContentType="application/vnd.openxmlformats-officedocument.presentationml.slideMaster+xml"/>
  <Override PartName="/ppt/slides/slide278.xml" ContentType="application/vnd.openxmlformats-officedocument.presentationml.slide+xml"/>
  <Override PartName="/ppt/slideMasters/slideMaster279.xml" ContentType="application/vnd.openxmlformats-officedocument.presentationml.slideMaster+xml"/>
  <Override PartName="/ppt/slides/slide279.xml" ContentType="application/vnd.openxmlformats-officedocument.presentationml.slide+xml"/>
  <Override PartName="/ppt/slideMasters/slideMaster280.xml" ContentType="application/vnd.openxmlformats-officedocument.presentationml.slideMaster+xml"/>
  <Override PartName="/ppt/slides/slide280.xml" ContentType="application/vnd.openxmlformats-officedocument.presentationml.slide+xml"/>
  <Override PartName="/ppt/slideMasters/slideMaster281.xml" ContentType="application/vnd.openxmlformats-officedocument.presentationml.slideMaster+xml"/>
  <Override PartName="/ppt/slides/slide281.xml" ContentType="application/vnd.openxmlformats-officedocument.presentationml.slide+xml"/>
  <Override PartName="/ppt/slideMasters/slideMaster282.xml" ContentType="application/vnd.openxmlformats-officedocument.presentationml.slideMaster+xml"/>
  <Override PartName="/ppt/slides/slide282.xml" ContentType="application/vnd.openxmlformats-officedocument.presentationml.slide+xml"/>
  <Override PartName="/ppt/slideMasters/slideMaster283.xml" ContentType="application/vnd.openxmlformats-officedocument.presentationml.slideMaster+xml"/>
  <Override PartName="/ppt/slides/slide283.xml" ContentType="application/vnd.openxmlformats-officedocument.presentationml.slide+xml"/>
  <Override PartName="/ppt/slideMasters/slideMaster284.xml" ContentType="application/vnd.openxmlformats-officedocument.presentationml.slideMaster+xml"/>
  <Override PartName="/ppt/slides/slide284.xml" ContentType="application/vnd.openxmlformats-officedocument.presentationml.slide+xml"/>
  <Override PartName="/ppt/slideMasters/slideMaster285.xml" ContentType="application/vnd.openxmlformats-officedocument.presentationml.slideMaster+xml"/>
  <Override PartName="/ppt/slides/slide285.xml" ContentType="application/vnd.openxmlformats-officedocument.presentationml.slide+xml"/>
  <Override PartName="/ppt/slideMasters/slideMaster286.xml" ContentType="application/vnd.openxmlformats-officedocument.presentationml.slideMaster+xml"/>
  <Override PartName="/ppt/slides/slide286.xml" ContentType="application/vnd.openxmlformats-officedocument.presentationml.slide+xml"/>
  <Override PartName="/ppt/slideMasters/slideMaster287.xml" ContentType="application/vnd.openxmlformats-officedocument.presentationml.slideMaster+xml"/>
  <Override PartName="/ppt/slides/slide287.xml" ContentType="application/vnd.openxmlformats-officedocument.presentationml.slide+xml"/>
  <Override PartName="/ppt/slideMasters/slideMaster288.xml" ContentType="application/vnd.openxmlformats-officedocument.presentationml.slideMaster+xml"/>
  <Override PartName="/ppt/slides/slide288.xml" ContentType="application/vnd.openxmlformats-officedocument.presentationml.slide+xml"/>
  <Override PartName="/ppt/slideMasters/slideMaster289.xml" ContentType="application/vnd.openxmlformats-officedocument.presentationml.slideMaster+xml"/>
  <Override PartName="/ppt/slides/slide289.xml" ContentType="application/vnd.openxmlformats-officedocument.presentationml.slide+xml"/>
  <Override PartName="/ppt/slideMasters/slideMaster290.xml" ContentType="application/vnd.openxmlformats-officedocument.presentationml.slideMaster+xml"/>
  <Override PartName="/ppt/slides/slide290.xml" ContentType="application/vnd.openxmlformats-officedocument.presentationml.slide+xml"/>
  <Override PartName="/ppt/slideMasters/slideMaster291.xml" ContentType="application/vnd.openxmlformats-officedocument.presentationml.slideMaster+xml"/>
  <Override PartName="/ppt/slides/slide291.xml" ContentType="application/vnd.openxmlformats-officedocument.presentationml.slide+xml"/>
  <Override PartName="/ppt/slideMasters/slideMaster292.xml" ContentType="application/vnd.openxmlformats-officedocument.presentationml.slideMaster+xml"/>
  <Override PartName="/ppt/slides/slide292.xml" ContentType="application/vnd.openxmlformats-officedocument.presentationml.slide+xml"/>
  <Override PartName="/ppt/slideMasters/slideMaster293.xml" ContentType="application/vnd.openxmlformats-officedocument.presentationml.slideMaster+xml"/>
  <Override PartName="/ppt/slides/slide293.xml" ContentType="application/vnd.openxmlformats-officedocument.presentationml.slide+xml"/>
  <Override PartName="/ppt/slideMasters/slideMaster294.xml" ContentType="application/vnd.openxmlformats-officedocument.presentationml.slideMaster+xml"/>
  <Override PartName="/ppt/slides/slide294.xml" ContentType="application/vnd.openxmlformats-officedocument.presentationml.slide+xml"/>
  <Override PartName="/ppt/slideMasters/slideMaster295.xml" ContentType="application/vnd.openxmlformats-officedocument.presentationml.slideMaster+xml"/>
  <Override PartName="/ppt/slides/slide295.xml" ContentType="application/vnd.openxmlformats-officedocument.presentationml.slide+xml"/>
  <Override PartName="/ppt/slideMasters/slideMaster296.xml" ContentType="application/vnd.openxmlformats-officedocument.presentationml.slideMaster+xml"/>
  <Override PartName="/ppt/slides/slide296.xml" ContentType="application/vnd.openxmlformats-officedocument.presentationml.slide+xml"/>
  <Override PartName="/ppt/slideMasters/slideMaster297.xml" ContentType="application/vnd.openxmlformats-officedocument.presentationml.slideMaster+xml"/>
  <Override PartName="/ppt/slides/slide297.xml" ContentType="application/vnd.openxmlformats-officedocument.presentationml.slide+xml"/>
  <Override PartName="/ppt/slideMasters/slideMaster298.xml" ContentType="application/vnd.openxmlformats-officedocument.presentationml.slideMaster+xml"/>
  <Override PartName="/ppt/slides/slide298.xml" ContentType="application/vnd.openxmlformats-officedocument.presentationml.slide+xml"/>
  <Override PartName="/ppt/slideMasters/slideMaster299.xml" ContentType="application/vnd.openxmlformats-officedocument.presentationml.slideMaster+xml"/>
  <Override PartName="/ppt/slides/slide299.xml" ContentType="application/vnd.openxmlformats-officedocument.presentationml.slide+xml"/>
  <Override PartName="/ppt/slideMasters/slideMaster300.xml" ContentType="application/vnd.openxmlformats-officedocument.presentationml.slideMaster+xml"/>
  <Override PartName="/ppt/slides/slide300.xml" ContentType="application/vnd.openxmlformats-officedocument.presentationml.slide+xml"/>
  <Override PartName="/ppt/slideMasters/slideMaster301.xml" ContentType="application/vnd.openxmlformats-officedocument.presentationml.slideMaster+xml"/>
  <Override PartName="/ppt/slides/slide301.xml" ContentType="application/vnd.openxmlformats-officedocument.presentationml.slide+xml"/>
  <Override PartName="/ppt/slideMasters/slideMaster302.xml" ContentType="application/vnd.openxmlformats-officedocument.presentationml.slideMaster+xml"/>
  <Override PartName="/ppt/slides/slide302.xml" ContentType="application/vnd.openxmlformats-officedocument.presentationml.slide+xml"/>
  <Override PartName="/ppt/slideMasters/slideMaster303.xml" ContentType="application/vnd.openxmlformats-officedocument.presentationml.slideMaster+xml"/>
  <Override PartName="/ppt/slides/slide303.xml" ContentType="application/vnd.openxmlformats-officedocument.presentationml.slide+xml"/>
  <Override PartName="/ppt/slideMasters/slideMaster304.xml" ContentType="application/vnd.openxmlformats-officedocument.presentationml.slideMaster+xml"/>
  <Override PartName="/ppt/slides/slide304.xml" ContentType="application/vnd.openxmlformats-officedocument.presentationml.slide+xml"/>
  <Override PartName="/ppt/slideMasters/slideMaster305.xml" ContentType="application/vnd.openxmlformats-officedocument.presentationml.slideMaster+xml"/>
  <Override PartName="/ppt/slides/slide305.xml" ContentType="application/vnd.openxmlformats-officedocument.presentationml.slide+xml"/>
  <Override PartName="/ppt/slideMasters/slideMaster306.xml" ContentType="application/vnd.openxmlformats-officedocument.presentationml.slideMaster+xml"/>
  <Override PartName="/ppt/slides/slide306.xml" ContentType="application/vnd.openxmlformats-officedocument.presentationml.slide+xml"/>
  <Override PartName="/ppt/slideMasters/slideMaster307.xml" ContentType="application/vnd.openxmlformats-officedocument.presentationml.slideMaster+xml"/>
  <Override PartName="/ppt/slides/slide307.xml" ContentType="application/vnd.openxmlformats-officedocument.presentationml.slide+xml"/>
  <Override PartName="/ppt/slideMasters/slideMaster308.xml" ContentType="application/vnd.openxmlformats-officedocument.presentationml.slideMaster+xml"/>
  <Override PartName="/ppt/slides/slide308.xml" ContentType="application/vnd.openxmlformats-officedocument.presentationml.slide+xml"/>
  <Override PartName="/ppt/slideMasters/slideMaster309.xml" ContentType="application/vnd.openxmlformats-officedocument.presentationml.slideMaster+xml"/>
  <Override PartName="/ppt/slides/slide309.xml" ContentType="application/vnd.openxmlformats-officedocument.presentationml.slide+xml"/>
  <Override PartName="/ppt/slideMasters/slideMaster310.xml" ContentType="application/vnd.openxmlformats-officedocument.presentationml.slideMaster+xml"/>
  <Override PartName="/ppt/slides/slide310.xml" ContentType="application/vnd.openxmlformats-officedocument.presentationml.slide+xml"/>
  <Override PartName="/ppt/slideMasters/slideMaster311.xml" ContentType="application/vnd.openxmlformats-officedocument.presentationml.slideMaster+xml"/>
  <Override PartName="/ppt/slides/slide311.xml" ContentType="application/vnd.openxmlformats-officedocument.presentationml.slide+xml"/>
  <Override PartName="/ppt/slideMasters/slideMaster312.xml" ContentType="application/vnd.openxmlformats-officedocument.presentationml.slideMaster+xml"/>
  <Override PartName="/ppt/slides/slide312.xml" ContentType="application/vnd.openxmlformats-officedocument.presentationml.slide+xml"/>
  <Override PartName="/ppt/slideMasters/slideMaster313.xml" ContentType="application/vnd.openxmlformats-officedocument.presentationml.slideMaster+xml"/>
  <Override PartName="/ppt/slides/slide313.xml" ContentType="application/vnd.openxmlformats-officedocument.presentationml.slide+xml"/>
  <Override PartName="/ppt/slideMasters/slideMaster314.xml" ContentType="application/vnd.openxmlformats-officedocument.presentationml.slideMaster+xml"/>
  <Override PartName="/ppt/slides/slide314.xml" ContentType="application/vnd.openxmlformats-officedocument.presentationml.slide+xml"/>
  <Override PartName="/ppt/slideMasters/slideMaster315.xml" ContentType="application/vnd.openxmlformats-officedocument.presentationml.slideMaster+xml"/>
  <Override PartName="/ppt/slides/slide315.xml" ContentType="application/vnd.openxmlformats-officedocument.presentationml.slide+xml"/>
  <Override PartName="/ppt/slideMasters/slideMaster316.xml" ContentType="application/vnd.openxmlformats-officedocument.presentationml.slideMaster+xml"/>
  <Override PartName="/ppt/slides/slide316.xml" ContentType="application/vnd.openxmlformats-officedocument.presentationml.slide+xml"/>
  <Override PartName="/ppt/slideMasters/slideMaster317.xml" ContentType="application/vnd.openxmlformats-officedocument.presentationml.slideMaster+xml"/>
  <Override PartName="/ppt/slides/slide317.xml" ContentType="application/vnd.openxmlformats-officedocument.presentationml.slide+xml"/>
  <Override PartName="/ppt/slideMasters/slideMaster318.xml" ContentType="application/vnd.openxmlformats-officedocument.presentationml.slideMaster+xml"/>
  <Override PartName="/ppt/slides/slide318.xml" ContentType="application/vnd.openxmlformats-officedocument.presentationml.slide+xml"/>
  <Override PartName="/ppt/slideMasters/slideMaster319.xml" ContentType="application/vnd.openxmlformats-officedocument.presentationml.slideMaster+xml"/>
  <Override PartName="/ppt/slides/slide319.xml" ContentType="application/vnd.openxmlformats-officedocument.presentationml.slide+xml"/>
  <Override PartName="/ppt/slideMasters/slideMaster320.xml" ContentType="application/vnd.openxmlformats-officedocument.presentationml.slideMaster+xml"/>
  <Override PartName="/ppt/slides/slide320.xml" ContentType="application/vnd.openxmlformats-officedocument.presentationml.slide+xml"/>
  <Override PartName="/ppt/slideMasters/slideMaster321.xml" ContentType="application/vnd.openxmlformats-officedocument.presentationml.slideMaster+xml"/>
  <Override PartName="/ppt/slides/slide321.xml" ContentType="application/vnd.openxmlformats-officedocument.presentationml.slide+xml"/>
  <Override PartName="/ppt/slideMasters/slideMaster322.xml" ContentType="application/vnd.openxmlformats-officedocument.presentationml.slideMaster+xml"/>
  <Override PartName="/ppt/slides/slide322.xml" ContentType="application/vnd.openxmlformats-officedocument.presentationml.slide+xml"/>
  <Override PartName="/ppt/slideMasters/slideMaster323.xml" ContentType="application/vnd.openxmlformats-officedocument.presentationml.slideMaster+xml"/>
  <Override PartName="/ppt/slides/slide323.xml" ContentType="application/vnd.openxmlformats-officedocument.presentationml.slide+xml"/>
  <Override PartName="/ppt/slideMasters/slideMaster324.xml" ContentType="application/vnd.openxmlformats-officedocument.presentationml.slideMaster+xml"/>
  <Override PartName="/ppt/slides/slide324.xml" ContentType="application/vnd.openxmlformats-officedocument.presentationml.slide+xml"/>
  <Override PartName="/ppt/slideMasters/slideMaster325.xml" ContentType="application/vnd.openxmlformats-officedocument.presentationml.slideMaster+xml"/>
  <Override PartName="/ppt/slides/slide325.xml" ContentType="application/vnd.openxmlformats-officedocument.presentationml.slide+xml"/>
  <Override PartName="/ppt/slideMasters/slideMaster326.xml" ContentType="application/vnd.openxmlformats-officedocument.presentationml.slideMaster+xml"/>
  <Override PartName="/ppt/slides/slide326.xml" ContentType="application/vnd.openxmlformats-officedocument.presentationml.slide+xml"/>
  <Override PartName="/ppt/slideMasters/slideMaster327.xml" ContentType="application/vnd.openxmlformats-officedocument.presentationml.slideMaster+xml"/>
  <Override PartName="/ppt/slides/slide327.xml" ContentType="application/vnd.openxmlformats-officedocument.presentationml.slide+xml"/>
  <Override PartName="/ppt/slideMasters/slideMaster328.xml" ContentType="application/vnd.openxmlformats-officedocument.presentationml.slideMaster+xml"/>
  <Override PartName="/ppt/slides/slide328.xml" ContentType="application/vnd.openxmlformats-officedocument.presentationml.slide+xml"/>
  <Override PartName="/ppt/slideMasters/slideMaster329.xml" ContentType="application/vnd.openxmlformats-officedocument.presentationml.slideMaster+xml"/>
  <Override PartName="/ppt/slides/slide329.xml" ContentType="application/vnd.openxmlformats-officedocument.presentationml.slide+xml"/>
  <Override PartName="/ppt/slideMasters/slideMaster330.xml" ContentType="application/vnd.openxmlformats-officedocument.presentationml.slideMaster+xml"/>
  <Override PartName="/ppt/slides/slide330.xml" ContentType="application/vnd.openxmlformats-officedocument.presentationml.slide+xml"/>
  <Override PartName="/ppt/slideMasters/slideMaster331.xml" ContentType="application/vnd.openxmlformats-officedocument.presentationml.slideMaster+xml"/>
  <Override PartName="/ppt/slides/slide331.xml" ContentType="application/vnd.openxmlformats-officedocument.presentationml.slide+xml"/>
  <Override PartName="/ppt/slideMasters/slideMaster332.xml" ContentType="application/vnd.openxmlformats-officedocument.presentationml.slideMaster+xml"/>
  <Override PartName="/ppt/slides/slide332.xml" ContentType="application/vnd.openxmlformats-officedocument.presentationml.slide+xml"/>
  <Override PartName="/ppt/slideMasters/slideMaster333.xml" ContentType="application/vnd.openxmlformats-officedocument.presentationml.slideMaster+xml"/>
  <Override PartName="/ppt/slides/slide333.xml" ContentType="application/vnd.openxmlformats-officedocument.presentationml.slide+xml"/>
  <Override PartName="/ppt/slideMasters/slideMaster334.xml" ContentType="application/vnd.openxmlformats-officedocument.presentationml.slideMaster+xml"/>
  <Override PartName="/ppt/slides/slide334.xml" ContentType="application/vnd.openxmlformats-officedocument.presentationml.slide+xml"/>
  <Override PartName="/ppt/slideMasters/slideMaster335.xml" ContentType="application/vnd.openxmlformats-officedocument.presentationml.slideMaster+xml"/>
  <Override PartName="/ppt/slides/slide335.xml" ContentType="application/vnd.openxmlformats-officedocument.presentationml.slide+xml"/>
  <Override PartName="/ppt/slideMasters/slideMaster336.xml" ContentType="application/vnd.openxmlformats-officedocument.presentationml.slideMaster+xml"/>
  <Override PartName="/ppt/slides/slide336.xml" ContentType="application/vnd.openxmlformats-officedocument.presentationml.slide+xml"/>
  <Override PartName="/ppt/slideMasters/slideMaster337.xml" ContentType="application/vnd.openxmlformats-officedocument.presentationml.slideMaster+xml"/>
  <Override PartName="/ppt/slides/slide337.xml" ContentType="application/vnd.openxmlformats-officedocument.presentationml.slide+xml"/>
  <Override PartName="/ppt/slideMasters/slideMaster338.xml" ContentType="application/vnd.openxmlformats-officedocument.presentationml.slideMaster+xml"/>
  <Override PartName="/ppt/slides/slide338.xml" ContentType="application/vnd.openxmlformats-officedocument.presentationml.slide+xml"/>
  <Override PartName="/ppt/slideMasters/slideMaster339.xml" ContentType="application/vnd.openxmlformats-officedocument.presentationml.slideMaster+xml"/>
  <Override PartName="/ppt/slides/slide339.xml" ContentType="application/vnd.openxmlformats-officedocument.presentationml.slide+xml"/>
  <Override PartName="/ppt/slideMasters/slideMaster340.xml" ContentType="application/vnd.openxmlformats-officedocument.presentationml.slideMaster+xml"/>
  <Override PartName="/ppt/slides/slide340.xml" ContentType="application/vnd.openxmlformats-officedocument.presentationml.slide+xml"/>
  <Override PartName="/ppt/slideMasters/slideMaster341.xml" ContentType="application/vnd.openxmlformats-officedocument.presentationml.slideMaster+xml"/>
  <Override PartName="/ppt/slides/slide341.xml" ContentType="application/vnd.openxmlformats-officedocument.presentationml.slide+xml"/>
  <Override PartName="/ppt/slideMasters/slideMaster342.xml" ContentType="application/vnd.openxmlformats-officedocument.presentationml.slideMaster+xml"/>
  <Override PartName="/ppt/slides/slide342.xml" ContentType="application/vnd.openxmlformats-officedocument.presentationml.slide+xml"/>
  <Override PartName="/ppt/slideMasters/slideMaster343.xml" ContentType="application/vnd.openxmlformats-officedocument.presentationml.slideMaster+xml"/>
  <Override PartName="/ppt/slides/slide343.xml" ContentType="application/vnd.openxmlformats-officedocument.presentationml.slide+xml"/>
  <Override PartName="/ppt/slideMasters/slideMaster344.xml" ContentType="application/vnd.openxmlformats-officedocument.presentationml.slideMaster+xml"/>
  <Override PartName="/ppt/slides/slide344.xml" ContentType="application/vnd.openxmlformats-officedocument.presentationml.slide+xml"/>
  <Override PartName="/ppt/slideMasters/slideMaster345.xml" ContentType="application/vnd.openxmlformats-officedocument.presentationml.slideMaster+xml"/>
  <Override PartName="/ppt/slides/slide345.xml" ContentType="application/vnd.openxmlformats-officedocument.presentationml.slide+xml"/>
  <Override PartName="/ppt/slideMasters/slideMaster346.xml" ContentType="application/vnd.openxmlformats-officedocument.presentationml.slideMaster+xml"/>
  <Override PartName="/ppt/slides/slide346.xml" ContentType="application/vnd.openxmlformats-officedocument.presentationml.slide+xml"/>
  <Override PartName="/ppt/slideMasters/slideMaster347.xml" ContentType="application/vnd.openxmlformats-officedocument.presentationml.slideMaster+xml"/>
  <Override PartName="/ppt/slides/slide347.xml" ContentType="application/vnd.openxmlformats-officedocument.presentationml.slide+xml"/>
  <Override PartName="/ppt/slideMasters/slideMaster348.xml" ContentType="application/vnd.openxmlformats-officedocument.presentationml.slideMaster+xml"/>
  <Override PartName="/ppt/slides/slide348.xml" ContentType="application/vnd.openxmlformats-officedocument.presentationml.slide+xml"/>
  <Override PartName="/ppt/slideMasters/slideMaster349.xml" ContentType="application/vnd.openxmlformats-officedocument.presentationml.slideMaster+xml"/>
  <Override PartName="/ppt/slides/slide349.xml" ContentType="application/vnd.openxmlformats-officedocument.presentationml.slide+xml"/>
  <Override PartName="/ppt/slideMasters/slideMaster350.xml" ContentType="application/vnd.openxmlformats-officedocument.presentationml.slideMaster+xml"/>
  <Override PartName="/ppt/slides/slide350.xml" ContentType="application/vnd.openxmlformats-officedocument.presentationml.slide+xml"/>
  <Override PartName="/ppt/slideMasters/slideMaster351.xml" ContentType="application/vnd.openxmlformats-officedocument.presentationml.slideMaster+xml"/>
  <Override PartName="/ppt/slides/slide351.xml" ContentType="application/vnd.openxmlformats-officedocument.presentationml.slide+xml"/>
  <Override PartName="/ppt/slideMasters/slideMaster352.xml" ContentType="application/vnd.openxmlformats-officedocument.presentationml.slideMaster+xml"/>
  <Override PartName="/ppt/slides/slide352.xml" ContentType="application/vnd.openxmlformats-officedocument.presentationml.slide+xml"/>
  <Override PartName="/ppt/slideMasters/slideMaster353.xml" ContentType="application/vnd.openxmlformats-officedocument.presentationml.slideMaster+xml"/>
  <Override PartName="/ppt/slides/slide353.xml" ContentType="application/vnd.openxmlformats-officedocument.presentationml.slide+xml"/>
  <Override PartName="/ppt/slideMasters/slideMaster354.xml" ContentType="application/vnd.openxmlformats-officedocument.presentationml.slideMaster+xml"/>
  <Override PartName="/ppt/slides/slide354.xml" ContentType="application/vnd.openxmlformats-officedocument.presentationml.slide+xml"/>
  <Override PartName="/ppt/slideMasters/slideMaster355.xml" ContentType="application/vnd.openxmlformats-officedocument.presentationml.slideMaster+xml"/>
  <Override PartName="/ppt/slides/slide355.xml" ContentType="application/vnd.openxmlformats-officedocument.presentationml.slide+xml"/>
  <Override PartName="/ppt/slideMasters/slideMaster356.xml" ContentType="application/vnd.openxmlformats-officedocument.presentationml.slideMaster+xml"/>
  <Override PartName="/ppt/slides/slide356.xml" ContentType="application/vnd.openxmlformats-officedocument.presentationml.slide+xml"/>
  <Override PartName="/ppt/slideMasters/slideMaster357.xml" ContentType="application/vnd.openxmlformats-officedocument.presentationml.slideMaster+xml"/>
  <Override PartName="/ppt/slides/slide357.xml" ContentType="application/vnd.openxmlformats-officedocument.presentationml.slide+xml"/>
  <Override PartName="/ppt/slideMasters/slideMaster358.xml" ContentType="application/vnd.openxmlformats-officedocument.presentationml.slideMaster+xml"/>
  <Override PartName="/ppt/slides/slide358.xml" ContentType="application/vnd.openxmlformats-officedocument.presentationml.slide+xml"/>
  <Override PartName="/ppt/slideMasters/slideMaster359.xml" ContentType="application/vnd.openxmlformats-officedocument.presentationml.slideMaster+xml"/>
  <Override PartName="/ppt/slides/slide359.xml" ContentType="application/vnd.openxmlformats-officedocument.presentationml.slide+xml"/>
  <Override PartName="/ppt/slideMasters/slideMaster360.xml" ContentType="application/vnd.openxmlformats-officedocument.presentationml.slideMaster+xml"/>
  <Override PartName="/ppt/slides/slide360.xml" ContentType="application/vnd.openxmlformats-officedocument.presentationml.slide+xml"/>
  <Override PartName="/ppt/slideMasters/slideMaster361.xml" ContentType="application/vnd.openxmlformats-officedocument.presentationml.slideMaster+xml"/>
  <Override PartName="/ppt/slides/slide361.xml" ContentType="application/vnd.openxmlformats-officedocument.presentationml.slide+xml"/>
  <Override PartName="/ppt/slideMasters/slideMaster362.xml" ContentType="application/vnd.openxmlformats-officedocument.presentationml.slideMaster+xml"/>
  <Override PartName="/ppt/slides/slide362.xml" ContentType="application/vnd.openxmlformats-officedocument.presentationml.slide+xml"/>
  <Override PartName="/ppt/slideMasters/slideMaster363.xml" ContentType="application/vnd.openxmlformats-officedocument.presentationml.slideMaster+xml"/>
  <Override PartName="/ppt/slides/slide363.xml" ContentType="application/vnd.openxmlformats-officedocument.presentationml.slide+xml"/>
  <Override PartName="/ppt/slideMasters/slideMaster364.xml" ContentType="application/vnd.openxmlformats-officedocument.presentationml.slideMaster+xml"/>
  <Override PartName="/ppt/slides/slide364.xml" ContentType="application/vnd.openxmlformats-officedocument.presentationml.slide+xml"/>
  <Override PartName="/ppt/slideMasters/slideMaster365.xml" ContentType="application/vnd.openxmlformats-officedocument.presentationml.slideMaster+xml"/>
  <Override PartName="/ppt/slides/slide365.xml" ContentType="application/vnd.openxmlformats-officedocument.presentationml.slide+xml"/>
  <Override PartName="/ppt/slideMasters/slideMaster366.xml" ContentType="application/vnd.openxmlformats-officedocument.presentationml.slideMaster+xml"/>
  <Override PartName="/ppt/slides/slide366.xml" ContentType="application/vnd.openxmlformats-officedocument.presentationml.slide+xml"/>
  <Override PartName="/ppt/slideMasters/slideMaster367.xml" ContentType="application/vnd.openxmlformats-officedocument.presentationml.slideMaster+xml"/>
  <Override PartName="/ppt/slides/slide367.xml" ContentType="application/vnd.openxmlformats-officedocument.presentationml.slide+xml"/>
  <Override PartName="/ppt/slideMasters/slideMaster368.xml" ContentType="application/vnd.openxmlformats-officedocument.presentationml.slideMaster+xml"/>
  <Override PartName="/ppt/slides/slide368.xml" ContentType="application/vnd.openxmlformats-officedocument.presentationml.slide+xml"/>
  <Override PartName="/ppt/slideMasters/slideMaster369.xml" ContentType="application/vnd.openxmlformats-officedocument.presentationml.slideMaster+xml"/>
  <Override PartName="/ppt/slides/slide369.xml" ContentType="application/vnd.openxmlformats-officedocument.presentationml.slide+xml"/>
  <Override PartName="/ppt/slideMasters/slideMaster370.xml" ContentType="application/vnd.openxmlformats-officedocument.presentationml.slideMaster+xml"/>
  <Override PartName="/ppt/slides/slide370.xml" ContentType="application/vnd.openxmlformats-officedocument.presentationml.slide+xml"/>
  <Override PartName="/ppt/slideMasters/slideMaster371.xml" ContentType="application/vnd.openxmlformats-officedocument.presentationml.slideMaster+xml"/>
  <Override PartName="/ppt/slides/slide371.xml" ContentType="application/vnd.openxmlformats-officedocument.presentationml.slide+xml"/>
  <Override PartName="/ppt/slideMasters/slideMaster372.xml" ContentType="application/vnd.openxmlformats-officedocument.presentationml.slideMaster+xml"/>
  <Override PartName="/ppt/slides/slide372.xml" ContentType="application/vnd.openxmlformats-officedocument.presentationml.slide+xml"/>
  <Override PartName="/ppt/slideMasters/slideMaster373.xml" ContentType="application/vnd.openxmlformats-officedocument.presentationml.slideMaster+xml"/>
  <Override PartName="/ppt/slides/slide373.xml" ContentType="application/vnd.openxmlformats-officedocument.presentationml.slide+xml"/>
  <Override PartName="/ppt/slideMasters/slideMaster374.xml" ContentType="application/vnd.openxmlformats-officedocument.presentationml.slideMaster+xml"/>
  <Override PartName="/ppt/slides/slide374.xml" ContentType="application/vnd.openxmlformats-officedocument.presentationml.slide+xml"/>
  <Override PartName="/ppt/slideMasters/slideMaster375.xml" ContentType="application/vnd.openxmlformats-officedocument.presentationml.slideMaster+xml"/>
  <Override PartName="/ppt/slides/slide375.xml" ContentType="application/vnd.openxmlformats-officedocument.presentationml.slide+xml"/>
  <Override PartName="/ppt/slideMasters/slideMaster376.xml" ContentType="application/vnd.openxmlformats-officedocument.presentationml.slideMaster+xml"/>
  <Override PartName="/ppt/slides/slide376.xml" ContentType="application/vnd.openxmlformats-officedocument.presentationml.slide+xml"/>
  <Override PartName="/ppt/slideMasters/slideMaster377.xml" ContentType="application/vnd.openxmlformats-officedocument.presentationml.slideMaster+xml"/>
  <Override PartName="/ppt/slides/slide377.xml" ContentType="application/vnd.openxmlformats-officedocument.presentationml.slide+xml"/>
  <Override PartName="/ppt/slideMasters/slideMaster378.xml" ContentType="application/vnd.openxmlformats-officedocument.presentationml.slideMaster+xml"/>
  <Override PartName="/ppt/slides/slide378.xml" ContentType="application/vnd.openxmlformats-officedocument.presentationml.slide+xml"/>
  <Override PartName="/ppt/slideMasters/slideMaster379.xml" ContentType="application/vnd.openxmlformats-officedocument.presentationml.slideMaster+xml"/>
  <Override PartName="/ppt/slides/slide379.xml" ContentType="application/vnd.openxmlformats-officedocument.presentationml.slide+xml"/>
  <Override PartName="/ppt/slideMasters/slideMaster380.xml" ContentType="application/vnd.openxmlformats-officedocument.presentationml.slideMaster+xml"/>
  <Override PartName="/ppt/slides/slide380.xml" ContentType="application/vnd.openxmlformats-officedocument.presentationml.slide+xml"/>
  <Override PartName="/ppt/slideMasters/slideMaster381.xml" ContentType="application/vnd.openxmlformats-officedocument.presentationml.slideMaster+xml"/>
  <Override PartName="/ppt/slides/slide381.xml" ContentType="application/vnd.openxmlformats-officedocument.presentationml.slide+xml"/>
  <Override PartName="/ppt/slideMasters/slideMaster382.xml" ContentType="application/vnd.openxmlformats-officedocument.presentationml.slideMaster+xml"/>
  <Override PartName="/ppt/slides/slide382.xml" ContentType="application/vnd.openxmlformats-officedocument.presentationml.slide+xml"/>
  <Override PartName="/ppt/slideMasters/slideMaster383.xml" ContentType="application/vnd.openxmlformats-officedocument.presentationml.slideMaster+xml"/>
  <Override PartName="/ppt/slides/slide383.xml" ContentType="application/vnd.openxmlformats-officedocument.presentationml.slide+xml"/>
  <Override PartName="/ppt/slideMasters/slideMaster384.xml" ContentType="application/vnd.openxmlformats-officedocument.presentationml.slideMaster+xml"/>
  <Override PartName="/ppt/slides/slide384.xml" ContentType="application/vnd.openxmlformats-officedocument.presentationml.slide+xml"/>
  <Override PartName="/ppt/slideMasters/slideMaster385.xml" ContentType="application/vnd.openxmlformats-officedocument.presentationml.slideMaster+xml"/>
  <Override PartName="/ppt/slides/slide385.xml" ContentType="application/vnd.openxmlformats-officedocument.presentationml.slide+xml"/>
  <Override PartName="/ppt/slideMasters/slideMaster386.xml" ContentType="application/vnd.openxmlformats-officedocument.presentationml.slideMaster+xml"/>
  <Override PartName="/ppt/slides/slide386.xml" ContentType="application/vnd.openxmlformats-officedocument.presentationml.slide+xml"/>
  <Override PartName="/ppt/slideMasters/slideMaster387.xml" ContentType="application/vnd.openxmlformats-officedocument.presentationml.slideMaster+xml"/>
  <Override PartName="/ppt/slides/slide387.xml" ContentType="application/vnd.openxmlformats-officedocument.presentationml.slide+xml"/>
  <Override PartName="/ppt/slideMasters/slideMaster388.xml" ContentType="application/vnd.openxmlformats-officedocument.presentationml.slideMaster+xml"/>
  <Override PartName="/ppt/slides/slide388.xml" ContentType="application/vnd.openxmlformats-officedocument.presentationml.slide+xml"/>
  <Override PartName="/ppt/slideMasters/slideMaster389.xml" ContentType="application/vnd.openxmlformats-officedocument.presentationml.slideMaster+xml"/>
  <Override PartName="/ppt/slides/slide389.xml" ContentType="application/vnd.openxmlformats-officedocument.presentationml.slide+xml"/>
  <Override PartName="/ppt/slideMasters/slideMaster390.xml" ContentType="application/vnd.openxmlformats-officedocument.presentationml.slideMaster+xml"/>
  <Override PartName="/ppt/slides/slide390.xml" ContentType="application/vnd.openxmlformats-officedocument.presentationml.slide+xml"/>
  <Override PartName="/ppt/slideMasters/slideMaster391.xml" ContentType="application/vnd.openxmlformats-officedocument.presentationml.slideMaster+xml"/>
  <Override PartName="/ppt/slides/slide391.xml" ContentType="application/vnd.openxmlformats-officedocument.presentationml.slide+xml"/>
  <Override PartName="/ppt/slideMasters/slideMaster392.xml" ContentType="application/vnd.openxmlformats-officedocument.presentationml.slideMaster+xml"/>
  <Override PartName="/ppt/slides/slide392.xml" ContentType="application/vnd.openxmlformats-officedocument.presentationml.slide+xml"/>
  <Override PartName="/ppt/slideMasters/slideMaster393.xml" ContentType="application/vnd.openxmlformats-officedocument.presentationml.slideMaster+xml"/>
  <Override PartName="/ppt/slides/slide393.xml" ContentType="application/vnd.openxmlformats-officedocument.presentationml.slide+xml"/>
  <Override PartName="/ppt/slideMasters/slideMaster394.xml" ContentType="application/vnd.openxmlformats-officedocument.presentationml.slideMaster+xml"/>
  <Override PartName="/ppt/slides/slide394.xml" ContentType="application/vnd.openxmlformats-officedocument.presentationml.slide+xml"/>
  <Override PartName="/ppt/slideMasters/slideMaster395.xml" ContentType="application/vnd.openxmlformats-officedocument.presentationml.slideMaster+xml"/>
  <Override PartName="/ppt/slides/slide395.xml" ContentType="application/vnd.openxmlformats-officedocument.presentationml.slide+xml"/>
  <Override PartName="/ppt/slideMasters/slideMaster396.xml" ContentType="application/vnd.openxmlformats-officedocument.presentationml.slideMaster+xml"/>
  <Override PartName="/ppt/slides/slide396.xml" ContentType="application/vnd.openxmlformats-officedocument.presentationml.slide+xml"/>
  <Override PartName="/ppt/slideMasters/slideMaster397.xml" ContentType="application/vnd.openxmlformats-officedocument.presentationml.slideMaster+xml"/>
  <Override PartName="/ppt/slides/slide397.xml" ContentType="application/vnd.openxmlformats-officedocument.presentationml.slide+xml"/>
  <Override PartName="/ppt/slideMasters/slideMaster398.xml" ContentType="application/vnd.openxmlformats-officedocument.presentationml.slideMaster+xml"/>
  <Override PartName="/ppt/slides/slide398.xml" ContentType="application/vnd.openxmlformats-officedocument.presentationml.slide+xml"/>
  <Override PartName="/ppt/slideMasters/slideMaster399.xml" ContentType="application/vnd.openxmlformats-officedocument.presentationml.slideMaster+xml"/>
  <Override PartName="/ppt/slides/slide399.xml" ContentType="application/vnd.openxmlformats-officedocument.presentationml.slide+xml"/>
  <Override PartName="/ppt/slideMasters/slideMaster400.xml" ContentType="application/vnd.openxmlformats-officedocument.presentationml.slideMaster+xml"/>
  <Override PartName="/ppt/slides/slide400.xml" ContentType="application/vnd.openxmlformats-officedocument.presentationml.slide+xml"/>
  <Override PartName="/ppt/slideMasters/slideMaster401.xml" ContentType="application/vnd.openxmlformats-officedocument.presentationml.slideMaster+xml"/>
  <Override PartName="/ppt/slides/slide401.xml" ContentType="application/vnd.openxmlformats-officedocument.presentationml.slide+xml"/>
  <Override PartName="/ppt/slideMasters/slideMaster402.xml" ContentType="application/vnd.openxmlformats-officedocument.presentationml.slideMaster+xml"/>
  <Override PartName="/ppt/slides/slide402.xml" ContentType="application/vnd.openxmlformats-officedocument.presentationml.slide+xml"/>
  <Override PartName="/ppt/slideMasters/slideMaster403.xml" ContentType="application/vnd.openxmlformats-officedocument.presentationml.slideMaster+xml"/>
  <Override PartName="/ppt/slides/slide403.xml" ContentType="application/vnd.openxmlformats-officedocument.presentationml.slide+xml"/>
  <Override PartName="/ppt/slideMasters/slideMaster404.xml" ContentType="application/vnd.openxmlformats-officedocument.presentationml.slideMaster+xml"/>
  <Override PartName="/ppt/slides/slide404.xml" ContentType="application/vnd.openxmlformats-officedocument.presentationml.slide+xml"/>
  <Override PartName="/ppt/slideMasters/slideMaster405.xml" ContentType="application/vnd.openxmlformats-officedocument.presentationml.slideMaster+xml"/>
  <Override PartName="/ppt/slides/slide405.xml" ContentType="application/vnd.openxmlformats-officedocument.presentationml.slide+xml"/>
  <Override PartName="/ppt/slideMasters/slideMaster406.xml" ContentType="application/vnd.openxmlformats-officedocument.presentationml.slideMaster+xml"/>
  <Override PartName="/ppt/slides/slide406.xml" ContentType="application/vnd.openxmlformats-officedocument.presentationml.slide+xml"/>
  <Override PartName="/ppt/slideMasters/slideMaster407.xml" ContentType="application/vnd.openxmlformats-officedocument.presentationml.slideMaster+xml"/>
  <Override PartName="/ppt/slides/slide407.xml" ContentType="application/vnd.openxmlformats-officedocument.presentationml.slide+xml"/>
  <Override PartName="/ppt/slideMasters/slideMaster408.xml" ContentType="application/vnd.openxmlformats-officedocument.presentationml.slideMaster+xml"/>
  <Override PartName="/ppt/slides/slide408.xml" ContentType="application/vnd.openxmlformats-officedocument.presentationml.slide+xml"/>
  <Override PartName="/ppt/slideMasters/slideMaster409.xml" ContentType="application/vnd.openxmlformats-officedocument.presentationml.slideMaster+xml"/>
  <Override PartName="/ppt/slides/slide409.xml" ContentType="application/vnd.openxmlformats-officedocument.presentationml.slide+xml"/>
  <Override PartName="/ppt/slideMasters/slideMaster410.xml" ContentType="application/vnd.openxmlformats-officedocument.presentationml.slideMaster+xml"/>
  <Override PartName="/ppt/slides/slide410.xml" ContentType="application/vnd.openxmlformats-officedocument.presentationml.slide+xml"/>
  <Override PartName="/ppt/slideMasters/slideMaster411.xml" ContentType="application/vnd.openxmlformats-officedocument.presentationml.slideMaster+xml"/>
  <Override PartName="/ppt/slides/slide411.xml" ContentType="application/vnd.openxmlformats-officedocument.presentationml.slide+xml"/>
  <Override PartName="/ppt/slideMasters/slideMaster412.xml" ContentType="application/vnd.openxmlformats-officedocument.presentationml.slideMaster+xml"/>
  <Override PartName="/ppt/slides/slide412.xml" ContentType="application/vnd.openxmlformats-officedocument.presentationml.slide+xml"/>
  <Override PartName="/ppt/slideMasters/slideMaster413.xml" ContentType="application/vnd.openxmlformats-officedocument.presentationml.slideMaster+xml"/>
  <Override PartName="/ppt/slides/slide413.xml" ContentType="application/vnd.openxmlformats-officedocument.presentationml.slide+xml"/>
  <Override PartName="/ppt/slideMasters/slideMaster414.xml" ContentType="application/vnd.openxmlformats-officedocument.presentationml.slideMaster+xml"/>
  <Override PartName="/ppt/slides/slide414.xml" ContentType="application/vnd.openxmlformats-officedocument.presentationml.slide+xml"/>
  <Override PartName="/ppt/slideMasters/slideMaster415.xml" ContentType="application/vnd.openxmlformats-officedocument.presentationml.slideMaster+xml"/>
  <Override PartName="/ppt/slides/slide415.xml" ContentType="application/vnd.openxmlformats-officedocument.presentationml.slide+xml"/>
  <Override PartName="/ppt/slideMasters/slideMaster416.xml" ContentType="application/vnd.openxmlformats-officedocument.presentationml.slideMaster+xml"/>
  <Override PartName="/ppt/slides/slide416.xml" ContentType="application/vnd.openxmlformats-officedocument.presentationml.slide+xml"/>
  <Override PartName="/ppt/slideMasters/slideMaster417.xml" ContentType="application/vnd.openxmlformats-officedocument.presentationml.slideMaster+xml"/>
  <Override PartName="/ppt/slides/slide417.xml" ContentType="application/vnd.openxmlformats-officedocument.presentationml.slide+xml"/>
  <Override PartName="/ppt/slideMasters/slideMaster418.xml" ContentType="application/vnd.openxmlformats-officedocument.presentationml.slideMaster+xml"/>
  <Override PartName="/ppt/slides/slide418.xml" ContentType="application/vnd.openxmlformats-officedocument.presentationml.slide+xml"/>
  <Override PartName="/ppt/slideMasters/slideMaster419.xml" ContentType="application/vnd.openxmlformats-officedocument.presentationml.slideMaster+xml"/>
  <Override PartName="/ppt/slides/slide419.xml" ContentType="application/vnd.openxmlformats-officedocument.presentationml.slide+xml"/>
  <Override PartName="/ppt/slideMasters/slideMaster420.xml" ContentType="application/vnd.openxmlformats-officedocument.presentationml.slideMaster+xml"/>
  <Override PartName="/ppt/slides/slide420.xml" ContentType="application/vnd.openxmlformats-officedocument.presentationml.slide+xml"/>
  <Override PartName="/ppt/slideMasters/slideMaster421.xml" ContentType="application/vnd.openxmlformats-officedocument.presentationml.slideMaster+xml"/>
  <Override PartName="/ppt/slides/slide421.xml" ContentType="application/vnd.openxmlformats-officedocument.presentationml.slide+xml"/>
  <Override PartName="/ppt/slideMasters/slideMaster422.xml" ContentType="application/vnd.openxmlformats-officedocument.presentationml.slideMaster+xml"/>
  <Override PartName="/ppt/slides/slide422.xml" ContentType="application/vnd.openxmlformats-officedocument.presentationml.slide+xml"/>
  <Override PartName="/ppt/slideMasters/slideMaster423.xml" ContentType="application/vnd.openxmlformats-officedocument.presentationml.slideMaster+xml"/>
  <Override PartName="/ppt/slides/slide423.xml" ContentType="application/vnd.openxmlformats-officedocument.presentationml.slide+xml"/>
  <Override PartName="/ppt/slideMasters/slideMaster424.xml" ContentType="application/vnd.openxmlformats-officedocument.presentationml.slideMaster+xml"/>
  <Override PartName="/ppt/slides/slide424.xml" ContentType="application/vnd.openxmlformats-officedocument.presentationml.slide+xml"/>
  <Override PartName="/ppt/slideMasters/slideMaster425.xml" ContentType="application/vnd.openxmlformats-officedocument.presentationml.slideMaster+xml"/>
  <Override PartName="/ppt/slides/slide425.xml" ContentType="application/vnd.openxmlformats-officedocument.presentationml.slide+xml"/>
  <Override PartName="/ppt/slideMasters/slideMaster426.xml" ContentType="application/vnd.openxmlformats-officedocument.presentationml.slideMaster+xml"/>
  <Override PartName="/ppt/slides/slide426.xml" ContentType="application/vnd.openxmlformats-officedocument.presentationml.slide+xml"/>
  <Override PartName="/ppt/slideMasters/slideMaster427.xml" ContentType="application/vnd.openxmlformats-officedocument.presentationml.slideMaster+xml"/>
  <Override PartName="/ppt/slides/slide427.xml" ContentType="application/vnd.openxmlformats-officedocument.presentationml.slide+xml"/>
  <Override PartName="/ppt/slideMasters/slideMaster428.xml" ContentType="application/vnd.openxmlformats-officedocument.presentationml.slideMaster+xml"/>
  <Override PartName="/ppt/slides/slide428.xml" ContentType="application/vnd.openxmlformats-officedocument.presentationml.slide+xml"/>
  <Override PartName="/ppt/slideMasters/slideMaster429.xml" ContentType="application/vnd.openxmlformats-officedocument.presentationml.slideMaster+xml"/>
  <Override PartName="/ppt/slides/slide429.xml" ContentType="application/vnd.openxmlformats-officedocument.presentationml.slide+xml"/>
  <Override PartName="/ppt/slideMasters/slideMaster430.xml" ContentType="application/vnd.openxmlformats-officedocument.presentationml.slideMaster+xml"/>
  <Override PartName="/ppt/slides/slide430.xml" ContentType="application/vnd.openxmlformats-officedocument.presentationml.slide+xml"/>
  <Override PartName="/ppt/slideMasters/slideMaster431.xml" ContentType="application/vnd.openxmlformats-officedocument.presentationml.slideMaster+xml"/>
  <Override PartName="/ppt/slides/slide431.xml" ContentType="application/vnd.openxmlformats-officedocument.presentationml.slide+xml"/>
  <Override PartName="/ppt/slideMasters/slideMaster432.xml" ContentType="application/vnd.openxmlformats-officedocument.presentationml.slideMaster+xml"/>
  <Override PartName="/ppt/slides/slide432.xml" ContentType="application/vnd.openxmlformats-officedocument.presentationml.slide+xml"/>
  <Override PartName="/ppt/slideMasters/slideMaster433.xml" ContentType="application/vnd.openxmlformats-officedocument.presentationml.slideMaster+xml"/>
  <Override PartName="/ppt/slides/slide433.xml" ContentType="application/vnd.openxmlformats-officedocument.presentationml.slide+xml"/>
  <Override PartName="/ppt/slideMasters/slideMaster434.xml" ContentType="application/vnd.openxmlformats-officedocument.presentationml.slideMaster+xml"/>
  <Override PartName="/ppt/slides/slide434.xml" ContentType="application/vnd.openxmlformats-officedocument.presentationml.slide+xml"/>
  <Override PartName="/ppt/slideMasters/slideMaster435.xml" ContentType="application/vnd.openxmlformats-officedocument.presentationml.slideMaster+xml"/>
  <Override PartName="/ppt/slides/slide435.xml" ContentType="application/vnd.openxmlformats-officedocument.presentationml.slide+xml"/>
  <Override PartName="/ppt/slideMasters/slideMaster436.xml" ContentType="application/vnd.openxmlformats-officedocument.presentationml.slideMaster+xml"/>
  <Override PartName="/ppt/slides/slide436.xml" ContentType="application/vnd.openxmlformats-officedocument.presentationml.slide+xml"/>
  <Override PartName="/ppt/slideMasters/slideMaster437.xml" ContentType="application/vnd.openxmlformats-officedocument.presentationml.slideMaster+xml"/>
  <Override PartName="/ppt/slides/slide437.xml" ContentType="application/vnd.openxmlformats-officedocument.presentationml.slide+xml"/>
  <Override PartName="/ppt/slideMasters/slideMaster438.xml" ContentType="application/vnd.openxmlformats-officedocument.presentationml.slideMaster+xml"/>
  <Override PartName="/ppt/slides/slide438.xml" ContentType="application/vnd.openxmlformats-officedocument.presentationml.slide+xml"/>
  <Override PartName="/ppt/slideMasters/slideMaster439.xml" ContentType="application/vnd.openxmlformats-officedocument.presentationml.slideMaster+xml"/>
  <Override PartName="/ppt/slides/slide439.xml" ContentType="application/vnd.openxmlformats-officedocument.presentationml.slide+xml"/>
  <Override PartName="/ppt/slideMasters/slideMaster440.xml" ContentType="application/vnd.openxmlformats-officedocument.presentationml.slideMaster+xml"/>
  <Override PartName="/ppt/slides/slide440.xml" ContentType="application/vnd.openxmlformats-officedocument.presentationml.slide+xml"/>
  <Override PartName="/ppt/slideMasters/slideMaster441.xml" ContentType="application/vnd.openxmlformats-officedocument.presentationml.slideMaster+xml"/>
  <Override PartName="/ppt/slides/slide441.xml" ContentType="application/vnd.openxmlformats-officedocument.presentationml.slide+xml"/>
  <Override PartName="/ppt/slideMasters/slideMaster442.xml" ContentType="application/vnd.openxmlformats-officedocument.presentationml.slideMaster+xml"/>
  <Override PartName="/ppt/slides/slide442.xml" ContentType="application/vnd.openxmlformats-officedocument.presentationml.slide+xml"/>
  <Override PartName="/ppt/slideMasters/slideMaster443.xml" ContentType="application/vnd.openxmlformats-officedocument.presentationml.slideMaster+xml"/>
  <Override PartName="/ppt/slides/slide443.xml" ContentType="application/vnd.openxmlformats-officedocument.presentationml.slide+xml"/>
  <Override PartName="/ppt/slideMasters/slideMaster444.xml" ContentType="application/vnd.openxmlformats-officedocument.presentationml.slideMaster+xml"/>
  <Override PartName="/ppt/slides/slide444.xml" ContentType="application/vnd.openxmlformats-officedocument.presentationml.slide+xml"/>
  <Override PartName="/ppt/slideMasters/slideMaster445.xml" ContentType="application/vnd.openxmlformats-officedocument.presentationml.slideMaster+xml"/>
  <Override PartName="/ppt/slides/slide445.xml" ContentType="application/vnd.openxmlformats-officedocument.presentationml.slide+xml"/>
  <Override PartName="/ppt/slideMasters/slideMaster446.xml" ContentType="application/vnd.openxmlformats-officedocument.presentationml.slideMaster+xml"/>
  <Override PartName="/ppt/slides/slide446.xml" ContentType="application/vnd.openxmlformats-officedocument.presentationml.slide+xml"/>
  <Override PartName="/ppt/slideMasters/slideMaster447.xml" ContentType="application/vnd.openxmlformats-officedocument.presentationml.slideMaster+xml"/>
  <Override PartName="/ppt/slides/slide447.xml" ContentType="application/vnd.openxmlformats-officedocument.presentationml.slide+xml"/>
  <Override PartName="/ppt/slideMasters/slideMaster448.xml" ContentType="application/vnd.openxmlformats-officedocument.presentationml.slideMaster+xml"/>
  <Override PartName="/ppt/slides/slide448.xml" ContentType="application/vnd.openxmlformats-officedocument.presentationml.slide+xml"/>
  <Override PartName="/ppt/slideMasters/slideMaster449.xml" ContentType="application/vnd.openxmlformats-officedocument.presentationml.slideMaster+xml"/>
  <Override PartName="/ppt/slides/slide449.xml" ContentType="application/vnd.openxmlformats-officedocument.presentationml.slide+xml"/>
  <Override PartName="/ppt/slideMasters/slideMaster450.xml" ContentType="application/vnd.openxmlformats-officedocument.presentationml.slideMaster+xml"/>
  <Override PartName="/ppt/slides/slide450.xml" ContentType="application/vnd.openxmlformats-officedocument.presentationml.slide+xml"/>
  <Override PartName="/ppt/slideMasters/slideMaster451.xml" ContentType="application/vnd.openxmlformats-officedocument.presentationml.slideMaster+xml"/>
  <Override PartName="/ppt/slides/slide451.xml" ContentType="application/vnd.openxmlformats-officedocument.presentationml.slide+xml"/>
  <Override PartName="/ppt/slideMasters/slideMaster452.xml" ContentType="application/vnd.openxmlformats-officedocument.presentationml.slideMaster+xml"/>
  <Override PartName="/ppt/slides/slide452.xml" ContentType="application/vnd.openxmlformats-officedocument.presentationml.slide+xml"/>
  <Override PartName="/ppt/slideMasters/slideMaster453.xml" ContentType="application/vnd.openxmlformats-officedocument.presentationml.slideMaster+xml"/>
  <Override PartName="/ppt/slides/slide453.xml" ContentType="application/vnd.openxmlformats-officedocument.presentationml.slide+xml"/>
  <Override PartName="/ppt/slideMasters/slideMaster454.xml" ContentType="application/vnd.openxmlformats-officedocument.presentationml.slideMaster+xml"/>
  <Override PartName="/ppt/slides/slide454.xml" ContentType="application/vnd.openxmlformats-officedocument.presentationml.slide+xml"/>
  <Override PartName="/ppt/slideMasters/slideMaster455.xml" ContentType="application/vnd.openxmlformats-officedocument.presentationml.slideMaster+xml"/>
  <Override PartName="/ppt/slides/slide4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0.xml" ContentType="application/vnd.openxmlformats-officedocument.presentationml.notesSlide+xml"/>
  <Override PartName="/ppt/notesSlides/notesSlide341.xml" ContentType="application/vnd.openxmlformats-officedocument.presentationml.notesSlide+xml"/>
  <Override PartName="/ppt/notesSlides/notesSlide342.xml" ContentType="application/vnd.openxmlformats-officedocument.presentationml.notesSlide+xml"/>
  <Override PartName="/ppt/notesSlides/notesSlide343.xml" ContentType="application/vnd.openxmlformats-officedocument.presentationml.notesSlide+xml"/>
  <Override PartName="/ppt/notesSlides/notesSlide344.xml" ContentType="application/vnd.openxmlformats-officedocument.presentationml.notesSlide+xml"/>
  <Override PartName="/ppt/notesSlides/notesSlide345.xml" ContentType="application/vnd.openxmlformats-officedocument.presentationml.notesSlide+xml"/>
  <Override PartName="/ppt/notesSlides/notesSlide346.xml" ContentType="application/vnd.openxmlformats-officedocument.presentationml.notesSlide+xml"/>
  <Override PartName="/ppt/notesSlides/notesSlide347.xml" ContentType="application/vnd.openxmlformats-officedocument.presentationml.notesSlide+xml"/>
  <Override PartName="/ppt/notesSlides/notesSlide348.xml" ContentType="application/vnd.openxmlformats-officedocument.presentationml.notesSlide+xml"/>
  <Override PartName="/ppt/notesSlides/notesSlide349.xml" ContentType="application/vnd.openxmlformats-officedocument.presentationml.notesSlide+xml"/>
  <Override PartName="/ppt/notesSlides/notesSlide350.xml" ContentType="application/vnd.openxmlformats-officedocument.presentationml.notesSlide+xml"/>
  <Override PartName="/ppt/notesSlides/notesSlide351.xml" ContentType="application/vnd.openxmlformats-officedocument.presentationml.notesSlide+xml"/>
  <Override PartName="/ppt/notesSlides/notesSlide352.xml" ContentType="application/vnd.openxmlformats-officedocument.presentationml.notesSlide+xml"/>
  <Override PartName="/ppt/notesSlides/notesSlide353.xml" ContentType="application/vnd.openxmlformats-officedocument.presentationml.notesSlide+xml"/>
  <Override PartName="/ppt/notesSlides/notesSlide354.xml" ContentType="application/vnd.openxmlformats-officedocument.presentationml.notesSlide+xml"/>
  <Override PartName="/ppt/notesSlides/notesSlide355.xml" ContentType="application/vnd.openxmlformats-officedocument.presentationml.notesSlide+xml"/>
  <Override PartName="/ppt/notesSlides/notesSlide356.xml" ContentType="application/vnd.openxmlformats-officedocument.presentationml.notesSlide+xml"/>
  <Override PartName="/ppt/notesSlides/notesSlide357.xml" ContentType="application/vnd.openxmlformats-officedocument.presentationml.notesSlide+xml"/>
  <Override PartName="/ppt/notesSlides/notesSlide358.xml" ContentType="application/vnd.openxmlformats-officedocument.presentationml.notesSlide+xml"/>
  <Override PartName="/ppt/notesSlides/notesSlide359.xml" ContentType="application/vnd.openxmlformats-officedocument.presentationml.notesSlide+xml"/>
  <Override PartName="/ppt/notesSlides/notesSlide360.xml" ContentType="application/vnd.openxmlformats-officedocument.presentationml.notesSlide+xml"/>
  <Override PartName="/ppt/notesSlides/notesSlide361.xml" ContentType="application/vnd.openxmlformats-officedocument.presentationml.notesSlide+xml"/>
  <Override PartName="/ppt/notesSlides/notesSlide362.xml" ContentType="application/vnd.openxmlformats-officedocument.presentationml.notesSlide+xml"/>
  <Override PartName="/ppt/notesSlides/notesSlide363.xml" ContentType="application/vnd.openxmlformats-officedocument.presentationml.notesSlide+xml"/>
  <Override PartName="/ppt/notesSlides/notesSlide364.xml" ContentType="application/vnd.openxmlformats-officedocument.presentationml.notesSlide+xml"/>
  <Override PartName="/ppt/notesSlides/notesSlide365.xml" ContentType="application/vnd.openxmlformats-officedocument.presentationml.notesSlide+xml"/>
  <Override PartName="/ppt/notesSlides/notesSlide366.xml" ContentType="application/vnd.openxmlformats-officedocument.presentationml.notesSlide+xml"/>
  <Override PartName="/ppt/notesSlides/notesSlide367.xml" ContentType="application/vnd.openxmlformats-officedocument.presentationml.notesSlide+xml"/>
  <Override PartName="/ppt/notesSlides/notesSlide368.xml" ContentType="application/vnd.openxmlformats-officedocument.presentationml.notesSlide+xml"/>
  <Override PartName="/ppt/notesSlides/notesSlide369.xml" ContentType="application/vnd.openxmlformats-officedocument.presentationml.notesSlide+xml"/>
  <Override PartName="/ppt/notesSlides/notesSlide370.xml" ContentType="application/vnd.openxmlformats-officedocument.presentationml.notesSlide+xml"/>
  <Override PartName="/ppt/notesSlides/notesSlide371.xml" ContentType="application/vnd.openxmlformats-officedocument.presentationml.notesSlide+xml"/>
  <Override PartName="/ppt/notesSlides/notesSlide372.xml" ContentType="application/vnd.openxmlformats-officedocument.presentationml.notesSlide+xml"/>
  <Override PartName="/ppt/notesSlides/notesSlide373.xml" ContentType="application/vnd.openxmlformats-officedocument.presentationml.notesSlide+xml"/>
  <Override PartName="/ppt/notesSlides/notesSlide374.xml" ContentType="application/vnd.openxmlformats-officedocument.presentationml.notesSlide+xml"/>
  <Override PartName="/ppt/notesSlides/notesSlide375.xml" ContentType="application/vnd.openxmlformats-officedocument.presentationml.notesSlide+xml"/>
  <Override PartName="/ppt/notesSlides/notesSlide376.xml" ContentType="application/vnd.openxmlformats-officedocument.presentationml.notesSlide+xml"/>
  <Override PartName="/ppt/notesSlides/notesSlide377.xml" ContentType="application/vnd.openxmlformats-officedocument.presentationml.notesSlide+xml"/>
  <Override PartName="/ppt/notesSlides/notesSlide378.xml" ContentType="application/vnd.openxmlformats-officedocument.presentationml.notesSlide+xml"/>
  <Override PartName="/ppt/notesSlides/notesSlide379.xml" ContentType="application/vnd.openxmlformats-officedocument.presentationml.notesSlide+xml"/>
  <Override PartName="/ppt/notesSlides/notesSlide380.xml" ContentType="application/vnd.openxmlformats-officedocument.presentationml.notesSlide+xml"/>
  <Override PartName="/ppt/notesSlides/notesSlide381.xml" ContentType="application/vnd.openxmlformats-officedocument.presentationml.notesSlide+xml"/>
  <Override PartName="/ppt/notesSlides/notesSlide382.xml" ContentType="application/vnd.openxmlformats-officedocument.presentationml.notesSlide+xml"/>
  <Override PartName="/ppt/notesSlides/notesSlide383.xml" ContentType="application/vnd.openxmlformats-officedocument.presentationml.notesSlide+xml"/>
  <Override PartName="/ppt/notesSlides/notesSlide384.xml" ContentType="application/vnd.openxmlformats-officedocument.presentationml.notesSlide+xml"/>
  <Override PartName="/ppt/notesSlides/notesSlide385.xml" ContentType="application/vnd.openxmlformats-officedocument.presentationml.notesSlide+xml"/>
  <Override PartName="/ppt/notesSlides/notesSlide386.xml" ContentType="application/vnd.openxmlformats-officedocument.presentationml.notesSlide+xml"/>
  <Override PartName="/ppt/notesSlides/notesSlide387.xml" ContentType="application/vnd.openxmlformats-officedocument.presentationml.notesSlide+xml"/>
  <Override PartName="/ppt/notesSlides/notesSlide388.xml" ContentType="application/vnd.openxmlformats-officedocument.presentationml.notesSlide+xml"/>
  <Override PartName="/ppt/notesSlides/notesSlide389.xml" ContentType="application/vnd.openxmlformats-officedocument.presentationml.notesSlide+xml"/>
  <Override PartName="/ppt/notesSlides/notesSlide390.xml" ContentType="application/vnd.openxmlformats-officedocument.presentationml.notesSlide+xml"/>
  <Override PartName="/ppt/notesSlides/notesSlide391.xml" ContentType="application/vnd.openxmlformats-officedocument.presentationml.notesSlide+xml"/>
  <Override PartName="/ppt/notesSlides/notesSlide392.xml" ContentType="application/vnd.openxmlformats-officedocument.presentationml.notesSlide+xml"/>
  <Override PartName="/ppt/notesSlides/notesSlide393.xml" ContentType="application/vnd.openxmlformats-officedocument.presentationml.notesSlide+xml"/>
  <Override PartName="/ppt/notesSlides/notesSlide394.xml" ContentType="application/vnd.openxmlformats-officedocument.presentationml.notesSlide+xml"/>
  <Override PartName="/ppt/notesSlides/notesSlide395.xml" ContentType="application/vnd.openxmlformats-officedocument.presentationml.notesSlide+xml"/>
  <Override PartName="/ppt/notesSlides/notesSlide396.xml" ContentType="application/vnd.openxmlformats-officedocument.presentationml.notesSlide+xml"/>
  <Override PartName="/ppt/notesSlides/notesSlide397.xml" ContentType="application/vnd.openxmlformats-officedocument.presentationml.notesSlide+xml"/>
  <Override PartName="/ppt/notesSlides/notesSlide398.xml" ContentType="application/vnd.openxmlformats-officedocument.presentationml.notesSlide+xml"/>
  <Override PartName="/ppt/notesSlides/notesSlide399.xml" ContentType="application/vnd.openxmlformats-officedocument.presentationml.notesSlide+xml"/>
  <Override PartName="/ppt/notesSlides/notesSlide400.xml" ContentType="application/vnd.openxmlformats-officedocument.presentationml.notesSlide+xml"/>
  <Override PartName="/ppt/notesSlides/notesSlide401.xml" ContentType="application/vnd.openxmlformats-officedocument.presentationml.notesSlide+xml"/>
  <Override PartName="/ppt/notesSlides/notesSlide402.xml" ContentType="application/vnd.openxmlformats-officedocument.presentationml.notesSlide+xml"/>
  <Override PartName="/ppt/notesSlides/notesSlide403.xml" ContentType="application/vnd.openxmlformats-officedocument.presentationml.notesSlide+xml"/>
  <Override PartName="/ppt/notesSlides/notesSlide404.xml" ContentType="application/vnd.openxmlformats-officedocument.presentationml.notesSlide+xml"/>
  <Override PartName="/ppt/notesSlides/notesSlide405.xml" ContentType="application/vnd.openxmlformats-officedocument.presentationml.notesSlide+xml"/>
  <Override PartName="/ppt/notesSlides/notesSlide406.xml" ContentType="application/vnd.openxmlformats-officedocument.presentationml.notesSlide+xml"/>
  <Override PartName="/ppt/notesSlides/notesSlide407.xml" ContentType="application/vnd.openxmlformats-officedocument.presentationml.notesSlide+xml"/>
  <Override PartName="/ppt/notesSlides/notesSlide408.xml" ContentType="application/vnd.openxmlformats-officedocument.presentationml.notesSlide+xml"/>
  <Override PartName="/ppt/notesSlides/notesSlide409.xml" ContentType="application/vnd.openxmlformats-officedocument.presentationml.notesSlide+xml"/>
  <Override PartName="/ppt/notesSlides/notesSlide410.xml" ContentType="application/vnd.openxmlformats-officedocument.presentationml.notesSlide+xml"/>
  <Override PartName="/ppt/notesSlides/notesSlide411.xml" ContentType="application/vnd.openxmlformats-officedocument.presentationml.notesSlide+xml"/>
  <Override PartName="/ppt/notesSlides/notesSlide412.xml" ContentType="application/vnd.openxmlformats-officedocument.presentationml.notesSlide+xml"/>
  <Override PartName="/ppt/notesSlides/notesSlide413.xml" ContentType="application/vnd.openxmlformats-officedocument.presentationml.notesSlide+xml"/>
  <Override PartName="/ppt/notesSlides/notesSlide414.xml" ContentType="application/vnd.openxmlformats-officedocument.presentationml.notesSlide+xml"/>
  <Override PartName="/ppt/notesSlides/notesSlide415.xml" ContentType="application/vnd.openxmlformats-officedocument.presentationml.notesSlide+xml"/>
  <Override PartName="/ppt/notesSlides/notesSlide416.xml" ContentType="application/vnd.openxmlformats-officedocument.presentationml.notesSlide+xml"/>
  <Override PartName="/ppt/notesSlides/notesSlide417.xml" ContentType="application/vnd.openxmlformats-officedocument.presentationml.notesSlide+xml"/>
  <Override PartName="/ppt/notesSlides/notesSlide418.xml" ContentType="application/vnd.openxmlformats-officedocument.presentationml.notesSlide+xml"/>
  <Override PartName="/ppt/notesSlides/notesSlide419.xml" ContentType="application/vnd.openxmlformats-officedocument.presentationml.notesSlide+xml"/>
  <Override PartName="/ppt/notesSlides/notesSlide420.xml" ContentType="application/vnd.openxmlformats-officedocument.presentationml.notesSlide+xml"/>
  <Override PartName="/ppt/notesSlides/notesSlide421.xml" ContentType="application/vnd.openxmlformats-officedocument.presentationml.notesSlide+xml"/>
  <Override PartName="/ppt/notesSlides/notesSlide422.xml" ContentType="application/vnd.openxmlformats-officedocument.presentationml.notesSlide+xml"/>
  <Override PartName="/ppt/notesSlides/notesSlide423.xml" ContentType="application/vnd.openxmlformats-officedocument.presentationml.notesSlide+xml"/>
  <Override PartName="/ppt/notesSlides/notesSlide424.xml" ContentType="application/vnd.openxmlformats-officedocument.presentationml.notesSlide+xml"/>
  <Override PartName="/ppt/notesSlides/notesSlide425.xml" ContentType="application/vnd.openxmlformats-officedocument.presentationml.notesSlide+xml"/>
  <Override PartName="/ppt/notesSlides/notesSlide426.xml" ContentType="application/vnd.openxmlformats-officedocument.presentationml.notesSlide+xml"/>
  <Override PartName="/ppt/notesSlides/notesSlide427.xml" ContentType="application/vnd.openxmlformats-officedocument.presentationml.notesSlide+xml"/>
  <Override PartName="/ppt/notesSlides/notesSlide428.xml" ContentType="application/vnd.openxmlformats-officedocument.presentationml.notesSlide+xml"/>
  <Override PartName="/ppt/notesSlides/notesSlide429.xml" ContentType="application/vnd.openxmlformats-officedocument.presentationml.notesSlide+xml"/>
  <Override PartName="/ppt/notesSlides/notesSlide430.xml" ContentType="application/vnd.openxmlformats-officedocument.presentationml.notesSlide+xml"/>
  <Override PartName="/ppt/notesSlides/notesSlide431.xml" ContentType="application/vnd.openxmlformats-officedocument.presentationml.notesSlide+xml"/>
  <Override PartName="/ppt/notesSlides/notesSlide432.xml" ContentType="application/vnd.openxmlformats-officedocument.presentationml.notesSlide+xml"/>
  <Override PartName="/ppt/notesSlides/notesSlide433.xml" ContentType="application/vnd.openxmlformats-officedocument.presentationml.notesSlide+xml"/>
  <Override PartName="/ppt/notesSlides/notesSlide434.xml" ContentType="application/vnd.openxmlformats-officedocument.presentationml.notesSlide+xml"/>
  <Override PartName="/ppt/notesSlides/notesSlide435.xml" ContentType="application/vnd.openxmlformats-officedocument.presentationml.notesSlide+xml"/>
  <Override PartName="/ppt/notesSlides/notesSlide436.xml" ContentType="application/vnd.openxmlformats-officedocument.presentationml.notesSlide+xml"/>
  <Override PartName="/ppt/notesSlides/notesSlide437.xml" ContentType="application/vnd.openxmlformats-officedocument.presentationml.notesSlide+xml"/>
  <Override PartName="/ppt/notesSlides/notesSlide438.xml" ContentType="application/vnd.openxmlformats-officedocument.presentationml.notesSlide+xml"/>
  <Override PartName="/ppt/notesSlides/notesSlide439.xml" ContentType="application/vnd.openxmlformats-officedocument.presentationml.notesSlide+xml"/>
  <Override PartName="/ppt/notesSlides/notesSlide440.xml" ContentType="application/vnd.openxmlformats-officedocument.presentationml.notesSlide+xml"/>
  <Override PartName="/ppt/notesSlides/notesSlide441.xml" ContentType="application/vnd.openxmlformats-officedocument.presentationml.notesSlide+xml"/>
  <Override PartName="/ppt/notesSlides/notesSlide442.xml" ContentType="application/vnd.openxmlformats-officedocument.presentationml.notesSlide+xml"/>
  <Override PartName="/ppt/notesSlides/notesSlide443.xml" ContentType="application/vnd.openxmlformats-officedocument.presentationml.notesSlide+xml"/>
  <Override PartName="/ppt/notesSlides/notesSlide444.xml" ContentType="application/vnd.openxmlformats-officedocument.presentationml.notesSlide+xml"/>
  <Override PartName="/ppt/notesSlides/notesSlide445.xml" ContentType="application/vnd.openxmlformats-officedocument.presentationml.notesSlide+xml"/>
  <Override PartName="/ppt/notesSlides/notesSlide446.xml" ContentType="application/vnd.openxmlformats-officedocument.presentationml.notesSlide+xml"/>
  <Override PartName="/ppt/notesSlides/notesSlide447.xml" ContentType="application/vnd.openxmlformats-officedocument.presentationml.notesSlide+xml"/>
  <Override PartName="/ppt/notesSlides/notesSlide448.xml" ContentType="application/vnd.openxmlformats-officedocument.presentationml.notesSlide+xml"/>
  <Override PartName="/ppt/notesSlides/notesSlide449.xml" ContentType="application/vnd.openxmlformats-officedocument.presentationml.notesSlide+xml"/>
  <Override PartName="/ppt/notesSlides/notesSlide450.xml" ContentType="application/vnd.openxmlformats-officedocument.presentationml.notesSlide+xml"/>
  <Override PartName="/ppt/notesSlides/notesSlide451.xml" ContentType="application/vnd.openxmlformats-officedocument.presentationml.notesSlide+xml"/>
  <Override PartName="/ppt/notesSlides/notesSlide452.xml" ContentType="application/vnd.openxmlformats-officedocument.presentationml.notesSlide+xml"/>
  <Override PartName="/ppt/notesSlides/notesSlide453.xml" ContentType="application/vnd.openxmlformats-officedocument.presentationml.notesSlide+xml"/>
  <Override PartName="/ppt/notesSlides/notesSlide454.xml" ContentType="application/vnd.openxmlformats-officedocument.presentationml.notesSlide+xml"/>
  <Override PartName="/ppt/notesSlides/notesSlide4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  <p:sldId id="558" r:id="rId304"/>
    <p:sldId id="559" r:id="rId305"/>
    <p:sldId id="560" r:id="rId306"/>
    <p:sldId id="561" r:id="rId307"/>
    <p:sldId id="562" r:id="rId308"/>
    <p:sldId id="563" r:id="rId309"/>
    <p:sldId id="564" r:id="rId310"/>
    <p:sldId id="565" r:id="rId311"/>
    <p:sldId id="566" r:id="rId312"/>
    <p:sldId id="567" r:id="rId313"/>
    <p:sldId id="568" r:id="rId314"/>
    <p:sldId id="569" r:id="rId315"/>
    <p:sldId id="570" r:id="rId316"/>
    <p:sldId id="571" r:id="rId317"/>
    <p:sldId id="572" r:id="rId318"/>
    <p:sldId id="573" r:id="rId319"/>
    <p:sldId id="574" r:id="rId320"/>
    <p:sldId id="575" r:id="rId321"/>
    <p:sldId id="576" r:id="rId322"/>
    <p:sldId id="577" r:id="rId323"/>
    <p:sldId id="578" r:id="rId324"/>
    <p:sldId id="579" r:id="rId325"/>
    <p:sldId id="580" r:id="rId326"/>
    <p:sldId id="581" r:id="rId327"/>
    <p:sldId id="582" r:id="rId328"/>
    <p:sldId id="583" r:id="rId329"/>
    <p:sldId id="584" r:id="rId330"/>
    <p:sldId id="585" r:id="rId331"/>
    <p:sldId id="586" r:id="rId332"/>
    <p:sldId id="587" r:id="rId333"/>
    <p:sldId id="588" r:id="rId334"/>
    <p:sldId id="589" r:id="rId335"/>
    <p:sldId id="590" r:id="rId336"/>
    <p:sldId id="591" r:id="rId337"/>
    <p:sldId id="592" r:id="rId338"/>
    <p:sldId id="593" r:id="rId339"/>
    <p:sldId id="594" r:id="rId340"/>
    <p:sldId id="595" r:id="rId341"/>
    <p:sldId id="596" r:id="rId342"/>
    <p:sldId id="597" r:id="rId343"/>
    <p:sldId id="598" r:id="rId344"/>
    <p:sldId id="599" r:id="rId345"/>
    <p:sldId id="600" r:id="rId346"/>
    <p:sldId id="601" r:id="rId347"/>
    <p:sldId id="602" r:id="rId348"/>
    <p:sldId id="603" r:id="rId349"/>
    <p:sldId id="604" r:id="rId350"/>
    <p:sldId id="605" r:id="rId351"/>
    <p:sldId id="606" r:id="rId352"/>
    <p:sldId id="607" r:id="rId353"/>
    <p:sldId id="608" r:id="rId354"/>
    <p:sldId id="609" r:id="rId355"/>
    <p:sldId id="610" r:id="rId356"/>
    <p:sldId id="611" r:id="rId357"/>
    <p:sldId id="612" r:id="rId358"/>
    <p:sldId id="613" r:id="rId359"/>
    <p:sldId id="614" r:id="rId360"/>
    <p:sldId id="615" r:id="rId361"/>
    <p:sldId id="616" r:id="rId362"/>
    <p:sldId id="617" r:id="rId363"/>
    <p:sldId id="618" r:id="rId364"/>
    <p:sldId id="619" r:id="rId365"/>
    <p:sldId id="620" r:id="rId366"/>
    <p:sldId id="621" r:id="rId367"/>
    <p:sldId id="622" r:id="rId368"/>
    <p:sldId id="623" r:id="rId369"/>
    <p:sldId id="624" r:id="rId370"/>
    <p:sldId id="625" r:id="rId371"/>
    <p:sldId id="626" r:id="rId372"/>
    <p:sldId id="627" r:id="rId373"/>
    <p:sldId id="628" r:id="rId374"/>
    <p:sldId id="629" r:id="rId375"/>
    <p:sldId id="630" r:id="rId376"/>
    <p:sldId id="631" r:id="rId377"/>
    <p:sldId id="632" r:id="rId378"/>
    <p:sldId id="633" r:id="rId379"/>
    <p:sldId id="634" r:id="rId380"/>
    <p:sldId id="635" r:id="rId381"/>
    <p:sldId id="636" r:id="rId382"/>
    <p:sldId id="637" r:id="rId383"/>
    <p:sldId id="638" r:id="rId384"/>
    <p:sldId id="639" r:id="rId385"/>
    <p:sldId id="640" r:id="rId386"/>
    <p:sldId id="641" r:id="rId387"/>
    <p:sldId id="642" r:id="rId388"/>
    <p:sldId id="643" r:id="rId389"/>
    <p:sldId id="644" r:id="rId390"/>
    <p:sldId id="645" r:id="rId391"/>
    <p:sldId id="646" r:id="rId392"/>
    <p:sldId id="647" r:id="rId393"/>
    <p:sldId id="648" r:id="rId394"/>
    <p:sldId id="649" r:id="rId395"/>
    <p:sldId id="650" r:id="rId396"/>
    <p:sldId id="651" r:id="rId397"/>
    <p:sldId id="652" r:id="rId398"/>
    <p:sldId id="653" r:id="rId399"/>
    <p:sldId id="654" r:id="rId400"/>
    <p:sldId id="655" r:id="rId401"/>
    <p:sldId id="656" r:id="rId402"/>
    <p:sldId id="657" r:id="rId403"/>
    <p:sldId id="658" r:id="rId404"/>
    <p:sldId id="659" r:id="rId405"/>
    <p:sldId id="660" r:id="rId406"/>
    <p:sldId id="661" r:id="rId407"/>
    <p:sldId id="662" r:id="rId408"/>
    <p:sldId id="663" r:id="rId409"/>
    <p:sldId id="664" r:id="rId410"/>
    <p:sldId id="665" r:id="rId411"/>
    <p:sldId id="666" r:id="rId412"/>
    <p:sldId id="667" r:id="rId413"/>
    <p:sldId id="668" r:id="rId414"/>
    <p:sldId id="669" r:id="rId415"/>
    <p:sldId id="670" r:id="rId416"/>
    <p:sldId id="671" r:id="rId417"/>
    <p:sldId id="672" r:id="rId418"/>
    <p:sldId id="673" r:id="rId419"/>
    <p:sldId id="674" r:id="rId420"/>
    <p:sldId id="675" r:id="rId421"/>
    <p:sldId id="676" r:id="rId422"/>
    <p:sldId id="677" r:id="rId423"/>
    <p:sldId id="678" r:id="rId424"/>
    <p:sldId id="679" r:id="rId425"/>
    <p:sldId id="680" r:id="rId426"/>
    <p:sldId id="681" r:id="rId427"/>
    <p:sldId id="682" r:id="rId428"/>
    <p:sldId id="683" r:id="rId429"/>
    <p:sldId id="684" r:id="rId430"/>
    <p:sldId id="685" r:id="rId431"/>
    <p:sldId id="686" r:id="rId432"/>
    <p:sldId id="687" r:id="rId433"/>
    <p:sldId id="688" r:id="rId434"/>
    <p:sldId id="689" r:id="rId435"/>
    <p:sldId id="690" r:id="rId436"/>
    <p:sldId id="691" r:id="rId437"/>
    <p:sldId id="692" r:id="rId438"/>
    <p:sldId id="693" r:id="rId439"/>
    <p:sldId id="694" r:id="rId440"/>
    <p:sldId id="695" r:id="rId441"/>
    <p:sldId id="696" r:id="rId442"/>
    <p:sldId id="697" r:id="rId443"/>
    <p:sldId id="698" r:id="rId444"/>
    <p:sldId id="699" r:id="rId445"/>
    <p:sldId id="700" r:id="rId446"/>
    <p:sldId id="701" r:id="rId447"/>
    <p:sldId id="702" r:id="rId448"/>
    <p:sldId id="703" r:id="rId449"/>
    <p:sldId id="704" r:id="rId450"/>
    <p:sldId id="705" r:id="rId451"/>
    <p:sldId id="706" r:id="rId452"/>
    <p:sldId id="707" r:id="rId453"/>
    <p:sldId id="708" r:id="rId454"/>
    <p:sldId id="709" r:id="rId455"/>
    <p:sldId id="710" r:id="rId45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slide" Target="slides/slide264.xml"/><Relationship Id="rId266" Type="http://schemas.openxmlformats.org/officeDocument/2006/relationships/slide" Target="slides/slide265.xml"/><Relationship Id="rId267" Type="http://schemas.openxmlformats.org/officeDocument/2006/relationships/slide" Target="slides/slide266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slide" Target="slides/slide270.xml"/><Relationship Id="rId272" Type="http://schemas.openxmlformats.org/officeDocument/2006/relationships/slide" Target="slides/slide271.xml"/><Relationship Id="rId273" Type="http://schemas.openxmlformats.org/officeDocument/2006/relationships/slide" Target="slides/slide272.xml"/><Relationship Id="rId274" Type="http://schemas.openxmlformats.org/officeDocument/2006/relationships/slide" Target="slides/slide273.xml"/><Relationship Id="rId275" Type="http://schemas.openxmlformats.org/officeDocument/2006/relationships/slide" Target="slides/slide274.xml"/><Relationship Id="rId276" Type="http://schemas.openxmlformats.org/officeDocument/2006/relationships/slide" Target="slides/slide275.xml"/><Relationship Id="rId277" Type="http://schemas.openxmlformats.org/officeDocument/2006/relationships/slide" Target="slides/slide276.xml"/><Relationship Id="rId278" Type="http://schemas.openxmlformats.org/officeDocument/2006/relationships/slide" Target="slides/slide277.xml"/><Relationship Id="rId279" Type="http://schemas.openxmlformats.org/officeDocument/2006/relationships/slide" Target="slides/slide278.xml"/><Relationship Id="rId280" Type="http://schemas.openxmlformats.org/officeDocument/2006/relationships/slide" Target="slides/slide279.xml"/><Relationship Id="rId281" Type="http://schemas.openxmlformats.org/officeDocument/2006/relationships/slide" Target="slides/slide280.xml"/><Relationship Id="rId282" Type="http://schemas.openxmlformats.org/officeDocument/2006/relationships/slide" Target="slides/slide281.xml"/><Relationship Id="rId283" Type="http://schemas.openxmlformats.org/officeDocument/2006/relationships/slide" Target="slides/slide282.xml"/><Relationship Id="rId284" Type="http://schemas.openxmlformats.org/officeDocument/2006/relationships/slide" Target="slides/slide283.xml"/><Relationship Id="rId285" Type="http://schemas.openxmlformats.org/officeDocument/2006/relationships/slide" Target="slides/slide284.xml"/><Relationship Id="rId286" Type="http://schemas.openxmlformats.org/officeDocument/2006/relationships/slide" Target="slides/slide285.xml"/><Relationship Id="rId287" Type="http://schemas.openxmlformats.org/officeDocument/2006/relationships/slide" Target="slides/slide286.xml"/><Relationship Id="rId288" Type="http://schemas.openxmlformats.org/officeDocument/2006/relationships/slide" Target="slides/slide287.xml"/><Relationship Id="rId289" Type="http://schemas.openxmlformats.org/officeDocument/2006/relationships/slide" Target="slides/slide288.xml"/><Relationship Id="rId290" Type="http://schemas.openxmlformats.org/officeDocument/2006/relationships/slide" Target="slides/slide289.xml"/><Relationship Id="rId291" Type="http://schemas.openxmlformats.org/officeDocument/2006/relationships/slide" Target="slides/slide290.xml"/><Relationship Id="rId292" Type="http://schemas.openxmlformats.org/officeDocument/2006/relationships/slide" Target="slides/slide291.xml"/><Relationship Id="rId293" Type="http://schemas.openxmlformats.org/officeDocument/2006/relationships/slide" Target="slides/slide292.xml"/><Relationship Id="rId294" Type="http://schemas.openxmlformats.org/officeDocument/2006/relationships/slide" Target="slides/slide293.xml"/><Relationship Id="rId295" Type="http://schemas.openxmlformats.org/officeDocument/2006/relationships/slide" Target="slides/slide294.xml"/><Relationship Id="rId296" Type="http://schemas.openxmlformats.org/officeDocument/2006/relationships/slide" Target="slides/slide295.xml"/><Relationship Id="rId297" Type="http://schemas.openxmlformats.org/officeDocument/2006/relationships/slide" Target="slides/slide296.xml"/><Relationship Id="rId298" Type="http://schemas.openxmlformats.org/officeDocument/2006/relationships/slide" Target="slides/slide297.xml"/><Relationship Id="rId299" Type="http://schemas.openxmlformats.org/officeDocument/2006/relationships/slide" Target="slides/slide298.xml"/><Relationship Id="rId300" Type="http://schemas.openxmlformats.org/officeDocument/2006/relationships/slide" Target="slides/slide299.xml"/><Relationship Id="rId301" Type="http://schemas.openxmlformats.org/officeDocument/2006/relationships/slide" Target="slides/slide300.xml"/><Relationship Id="rId302" Type="http://schemas.openxmlformats.org/officeDocument/2006/relationships/slide" Target="slides/slide301.xml"/><Relationship Id="rId303" Type="http://schemas.openxmlformats.org/officeDocument/2006/relationships/slide" Target="slides/slide302.xml"/><Relationship Id="rId304" Type="http://schemas.openxmlformats.org/officeDocument/2006/relationships/slide" Target="slides/slide303.xml"/><Relationship Id="rId305" Type="http://schemas.openxmlformats.org/officeDocument/2006/relationships/slide" Target="slides/slide304.xml"/><Relationship Id="rId306" Type="http://schemas.openxmlformats.org/officeDocument/2006/relationships/slide" Target="slides/slide305.xml"/><Relationship Id="rId307" Type="http://schemas.openxmlformats.org/officeDocument/2006/relationships/slide" Target="slides/slide306.xml"/><Relationship Id="rId308" Type="http://schemas.openxmlformats.org/officeDocument/2006/relationships/slide" Target="slides/slide307.xml"/><Relationship Id="rId309" Type="http://schemas.openxmlformats.org/officeDocument/2006/relationships/slide" Target="slides/slide308.xml"/><Relationship Id="rId310" Type="http://schemas.openxmlformats.org/officeDocument/2006/relationships/slide" Target="slides/slide309.xml"/><Relationship Id="rId311" Type="http://schemas.openxmlformats.org/officeDocument/2006/relationships/slide" Target="slides/slide310.xml"/><Relationship Id="rId312" Type="http://schemas.openxmlformats.org/officeDocument/2006/relationships/slide" Target="slides/slide311.xml"/><Relationship Id="rId313" Type="http://schemas.openxmlformats.org/officeDocument/2006/relationships/slide" Target="slides/slide312.xml"/><Relationship Id="rId314" Type="http://schemas.openxmlformats.org/officeDocument/2006/relationships/slide" Target="slides/slide313.xml"/><Relationship Id="rId315" Type="http://schemas.openxmlformats.org/officeDocument/2006/relationships/slide" Target="slides/slide314.xml"/><Relationship Id="rId316" Type="http://schemas.openxmlformats.org/officeDocument/2006/relationships/slide" Target="slides/slide315.xml"/><Relationship Id="rId317" Type="http://schemas.openxmlformats.org/officeDocument/2006/relationships/slide" Target="slides/slide316.xml"/><Relationship Id="rId318" Type="http://schemas.openxmlformats.org/officeDocument/2006/relationships/slide" Target="slides/slide317.xml"/><Relationship Id="rId319" Type="http://schemas.openxmlformats.org/officeDocument/2006/relationships/slide" Target="slides/slide318.xml"/><Relationship Id="rId320" Type="http://schemas.openxmlformats.org/officeDocument/2006/relationships/slide" Target="slides/slide319.xml"/><Relationship Id="rId321" Type="http://schemas.openxmlformats.org/officeDocument/2006/relationships/slide" Target="slides/slide320.xml"/><Relationship Id="rId322" Type="http://schemas.openxmlformats.org/officeDocument/2006/relationships/slide" Target="slides/slide321.xml"/><Relationship Id="rId323" Type="http://schemas.openxmlformats.org/officeDocument/2006/relationships/slide" Target="slides/slide322.xml"/><Relationship Id="rId324" Type="http://schemas.openxmlformats.org/officeDocument/2006/relationships/slide" Target="slides/slide323.xml"/><Relationship Id="rId325" Type="http://schemas.openxmlformats.org/officeDocument/2006/relationships/slide" Target="slides/slide324.xml"/><Relationship Id="rId326" Type="http://schemas.openxmlformats.org/officeDocument/2006/relationships/slide" Target="slides/slide325.xml"/><Relationship Id="rId327" Type="http://schemas.openxmlformats.org/officeDocument/2006/relationships/slide" Target="slides/slide326.xml"/><Relationship Id="rId328" Type="http://schemas.openxmlformats.org/officeDocument/2006/relationships/slide" Target="slides/slide327.xml"/><Relationship Id="rId329" Type="http://schemas.openxmlformats.org/officeDocument/2006/relationships/slide" Target="slides/slide328.xml"/><Relationship Id="rId330" Type="http://schemas.openxmlformats.org/officeDocument/2006/relationships/slide" Target="slides/slide329.xml"/><Relationship Id="rId331" Type="http://schemas.openxmlformats.org/officeDocument/2006/relationships/slide" Target="slides/slide330.xml"/><Relationship Id="rId332" Type="http://schemas.openxmlformats.org/officeDocument/2006/relationships/slide" Target="slides/slide331.xml"/><Relationship Id="rId333" Type="http://schemas.openxmlformats.org/officeDocument/2006/relationships/slide" Target="slides/slide332.xml"/><Relationship Id="rId334" Type="http://schemas.openxmlformats.org/officeDocument/2006/relationships/slide" Target="slides/slide333.xml"/><Relationship Id="rId335" Type="http://schemas.openxmlformats.org/officeDocument/2006/relationships/slide" Target="slides/slide334.xml"/><Relationship Id="rId336" Type="http://schemas.openxmlformats.org/officeDocument/2006/relationships/slide" Target="slides/slide335.xml"/><Relationship Id="rId337" Type="http://schemas.openxmlformats.org/officeDocument/2006/relationships/slide" Target="slides/slide336.xml"/><Relationship Id="rId338" Type="http://schemas.openxmlformats.org/officeDocument/2006/relationships/slide" Target="slides/slide337.xml"/><Relationship Id="rId339" Type="http://schemas.openxmlformats.org/officeDocument/2006/relationships/slide" Target="slides/slide338.xml"/><Relationship Id="rId340" Type="http://schemas.openxmlformats.org/officeDocument/2006/relationships/slide" Target="slides/slide339.xml"/><Relationship Id="rId341" Type="http://schemas.openxmlformats.org/officeDocument/2006/relationships/slide" Target="slides/slide340.xml"/><Relationship Id="rId342" Type="http://schemas.openxmlformats.org/officeDocument/2006/relationships/slide" Target="slides/slide341.xml"/><Relationship Id="rId343" Type="http://schemas.openxmlformats.org/officeDocument/2006/relationships/slide" Target="slides/slide342.xml"/><Relationship Id="rId344" Type="http://schemas.openxmlformats.org/officeDocument/2006/relationships/slide" Target="slides/slide343.xml"/><Relationship Id="rId345" Type="http://schemas.openxmlformats.org/officeDocument/2006/relationships/slide" Target="slides/slide344.xml"/><Relationship Id="rId346" Type="http://schemas.openxmlformats.org/officeDocument/2006/relationships/slide" Target="slides/slide345.xml"/><Relationship Id="rId347" Type="http://schemas.openxmlformats.org/officeDocument/2006/relationships/slide" Target="slides/slide346.xml"/><Relationship Id="rId348" Type="http://schemas.openxmlformats.org/officeDocument/2006/relationships/slide" Target="slides/slide347.xml"/><Relationship Id="rId349" Type="http://schemas.openxmlformats.org/officeDocument/2006/relationships/slide" Target="slides/slide348.xml"/><Relationship Id="rId350" Type="http://schemas.openxmlformats.org/officeDocument/2006/relationships/slide" Target="slides/slide349.xml"/><Relationship Id="rId351" Type="http://schemas.openxmlformats.org/officeDocument/2006/relationships/slide" Target="slides/slide350.xml"/><Relationship Id="rId352" Type="http://schemas.openxmlformats.org/officeDocument/2006/relationships/slide" Target="slides/slide351.xml"/><Relationship Id="rId353" Type="http://schemas.openxmlformats.org/officeDocument/2006/relationships/slide" Target="slides/slide352.xml"/><Relationship Id="rId354" Type="http://schemas.openxmlformats.org/officeDocument/2006/relationships/slide" Target="slides/slide353.xml"/><Relationship Id="rId355" Type="http://schemas.openxmlformats.org/officeDocument/2006/relationships/slide" Target="slides/slide354.xml"/><Relationship Id="rId356" Type="http://schemas.openxmlformats.org/officeDocument/2006/relationships/slide" Target="slides/slide355.xml"/><Relationship Id="rId357" Type="http://schemas.openxmlformats.org/officeDocument/2006/relationships/slide" Target="slides/slide356.xml"/><Relationship Id="rId358" Type="http://schemas.openxmlformats.org/officeDocument/2006/relationships/slide" Target="slides/slide357.xml"/><Relationship Id="rId359" Type="http://schemas.openxmlformats.org/officeDocument/2006/relationships/slide" Target="slides/slide358.xml"/><Relationship Id="rId360" Type="http://schemas.openxmlformats.org/officeDocument/2006/relationships/slide" Target="slides/slide359.xml"/><Relationship Id="rId361" Type="http://schemas.openxmlformats.org/officeDocument/2006/relationships/slide" Target="slides/slide360.xml"/><Relationship Id="rId362" Type="http://schemas.openxmlformats.org/officeDocument/2006/relationships/slide" Target="slides/slide361.xml"/><Relationship Id="rId363" Type="http://schemas.openxmlformats.org/officeDocument/2006/relationships/slide" Target="slides/slide362.xml"/><Relationship Id="rId364" Type="http://schemas.openxmlformats.org/officeDocument/2006/relationships/slide" Target="slides/slide363.xml"/><Relationship Id="rId365" Type="http://schemas.openxmlformats.org/officeDocument/2006/relationships/slide" Target="slides/slide364.xml"/><Relationship Id="rId366" Type="http://schemas.openxmlformats.org/officeDocument/2006/relationships/slide" Target="slides/slide365.xml"/><Relationship Id="rId367" Type="http://schemas.openxmlformats.org/officeDocument/2006/relationships/slide" Target="slides/slide366.xml"/><Relationship Id="rId368" Type="http://schemas.openxmlformats.org/officeDocument/2006/relationships/slide" Target="slides/slide367.xml"/><Relationship Id="rId369" Type="http://schemas.openxmlformats.org/officeDocument/2006/relationships/slide" Target="slides/slide368.xml"/><Relationship Id="rId370" Type="http://schemas.openxmlformats.org/officeDocument/2006/relationships/slide" Target="slides/slide369.xml"/><Relationship Id="rId371" Type="http://schemas.openxmlformats.org/officeDocument/2006/relationships/slide" Target="slides/slide370.xml"/><Relationship Id="rId372" Type="http://schemas.openxmlformats.org/officeDocument/2006/relationships/slide" Target="slides/slide371.xml"/><Relationship Id="rId373" Type="http://schemas.openxmlformats.org/officeDocument/2006/relationships/slide" Target="slides/slide372.xml"/><Relationship Id="rId374" Type="http://schemas.openxmlformats.org/officeDocument/2006/relationships/slide" Target="slides/slide373.xml"/><Relationship Id="rId375" Type="http://schemas.openxmlformats.org/officeDocument/2006/relationships/slide" Target="slides/slide374.xml"/><Relationship Id="rId376" Type="http://schemas.openxmlformats.org/officeDocument/2006/relationships/slide" Target="slides/slide375.xml"/><Relationship Id="rId377" Type="http://schemas.openxmlformats.org/officeDocument/2006/relationships/slide" Target="slides/slide376.xml"/><Relationship Id="rId378" Type="http://schemas.openxmlformats.org/officeDocument/2006/relationships/slide" Target="slides/slide377.xml"/><Relationship Id="rId379" Type="http://schemas.openxmlformats.org/officeDocument/2006/relationships/slide" Target="slides/slide378.xml"/><Relationship Id="rId380" Type="http://schemas.openxmlformats.org/officeDocument/2006/relationships/slide" Target="slides/slide379.xml"/><Relationship Id="rId381" Type="http://schemas.openxmlformats.org/officeDocument/2006/relationships/slide" Target="slides/slide380.xml"/><Relationship Id="rId382" Type="http://schemas.openxmlformats.org/officeDocument/2006/relationships/slide" Target="slides/slide381.xml"/><Relationship Id="rId383" Type="http://schemas.openxmlformats.org/officeDocument/2006/relationships/slide" Target="slides/slide382.xml"/><Relationship Id="rId384" Type="http://schemas.openxmlformats.org/officeDocument/2006/relationships/slide" Target="slides/slide383.xml"/><Relationship Id="rId385" Type="http://schemas.openxmlformats.org/officeDocument/2006/relationships/slide" Target="slides/slide384.xml"/><Relationship Id="rId386" Type="http://schemas.openxmlformats.org/officeDocument/2006/relationships/slide" Target="slides/slide385.xml"/><Relationship Id="rId387" Type="http://schemas.openxmlformats.org/officeDocument/2006/relationships/slide" Target="slides/slide386.xml"/><Relationship Id="rId388" Type="http://schemas.openxmlformats.org/officeDocument/2006/relationships/slide" Target="slides/slide387.xml"/><Relationship Id="rId389" Type="http://schemas.openxmlformats.org/officeDocument/2006/relationships/slide" Target="slides/slide388.xml"/><Relationship Id="rId390" Type="http://schemas.openxmlformats.org/officeDocument/2006/relationships/slide" Target="slides/slide389.xml"/><Relationship Id="rId391" Type="http://schemas.openxmlformats.org/officeDocument/2006/relationships/slide" Target="slides/slide390.xml"/><Relationship Id="rId392" Type="http://schemas.openxmlformats.org/officeDocument/2006/relationships/slide" Target="slides/slide391.xml"/><Relationship Id="rId393" Type="http://schemas.openxmlformats.org/officeDocument/2006/relationships/slide" Target="slides/slide392.xml"/><Relationship Id="rId394" Type="http://schemas.openxmlformats.org/officeDocument/2006/relationships/slide" Target="slides/slide393.xml"/><Relationship Id="rId395" Type="http://schemas.openxmlformats.org/officeDocument/2006/relationships/slide" Target="slides/slide394.xml"/><Relationship Id="rId396" Type="http://schemas.openxmlformats.org/officeDocument/2006/relationships/slide" Target="slides/slide395.xml"/><Relationship Id="rId397" Type="http://schemas.openxmlformats.org/officeDocument/2006/relationships/slide" Target="slides/slide396.xml"/><Relationship Id="rId398" Type="http://schemas.openxmlformats.org/officeDocument/2006/relationships/slide" Target="slides/slide397.xml"/><Relationship Id="rId399" Type="http://schemas.openxmlformats.org/officeDocument/2006/relationships/slide" Target="slides/slide398.xml"/><Relationship Id="rId400" Type="http://schemas.openxmlformats.org/officeDocument/2006/relationships/slide" Target="slides/slide399.xml"/><Relationship Id="rId401" Type="http://schemas.openxmlformats.org/officeDocument/2006/relationships/slide" Target="slides/slide400.xml"/><Relationship Id="rId402" Type="http://schemas.openxmlformats.org/officeDocument/2006/relationships/slide" Target="slides/slide401.xml"/><Relationship Id="rId403" Type="http://schemas.openxmlformats.org/officeDocument/2006/relationships/slide" Target="slides/slide402.xml"/><Relationship Id="rId404" Type="http://schemas.openxmlformats.org/officeDocument/2006/relationships/slide" Target="slides/slide403.xml"/><Relationship Id="rId405" Type="http://schemas.openxmlformats.org/officeDocument/2006/relationships/slide" Target="slides/slide404.xml"/><Relationship Id="rId406" Type="http://schemas.openxmlformats.org/officeDocument/2006/relationships/slide" Target="slides/slide405.xml"/><Relationship Id="rId407" Type="http://schemas.openxmlformats.org/officeDocument/2006/relationships/slide" Target="slides/slide406.xml"/><Relationship Id="rId408" Type="http://schemas.openxmlformats.org/officeDocument/2006/relationships/slide" Target="slides/slide407.xml"/><Relationship Id="rId409" Type="http://schemas.openxmlformats.org/officeDocument/2006/relationships/slide" Target="slides/slide408.xml"/><Relationship Id="rId410" Type="http://schemas.openxmlformats.org/officeDocument/2006/relationships/slide" Target="slides/slide409.xml"/><Relationship Id="rId411" Type="http://schemas.openxmlformats.org/officeDocument/2006/relationships/slide" Target="slides/slide410.xml"/><Relationship Id="rId412" Type="http://schemas.openxmlformats.org/officeDocument/2006/relationships/slide" Target="slides/slide411.xml"/><Relationship Id="rId413" Type="http://schemas.openxmlformats.org/officeDocument/2006/relationships/slide" Target="slides/slide412.xml"/><Relationship Id="rId414" Type="http://schemas.openxmlformats.org/officeDocument/2006/relationships/slide" Target="slides/slide413.xml"/><Relationship Id="rId415" Type="http://schemas.openxmlformats.org/officeDocument/2006/relationships/slide" Target="slides/slide414.xml"/><Relationship Id="rId416" Type="http://schemas.openxmlformats.org/officeDocument/2006/relationships/slide" Target="slides/slide415.xml"/><Relationship Id="rId417" Type="http://schemas.openxmlformats.org/officeDocument/2006/relationships/slide" Target="slides/slide416.xml"/><Relationship Id="rId418" Type="http://schemas.openxmlformats.org/officeDocument/2006/relationships/slide" Target="slides/slide417.xml"/><Relationship Id="rId419" Type="http://schemas.openxmlformats.org/officeDocument/2006/relationships/slide" Target="slides/slide418.xml"/><Relationship Id="rId420" Type="http://schemas.openxmlformats.org/officeDocument/2006/relationships/slide" Target="slides/slide419.xml"/><Relationship Id="rId421" Type="http://schemas.openxmlformats.org/officeDocument/2006/relationships/slide" Target="slides/slide420.xml"/><Relationship Id="rId422" Type="http://schemas.openxmlformats.org/officeDocument/2006/relationships/slide" Target="slides/slide421.xml"/><Relationship Id="rId423" Type="http://schemas.openxmlformats.org/officeDocument/2006/relationships/slide" Target="slides/slide422.xml"/><Relationship Id="rId424" Type="http://schemas.openxmlformats.org/officeDocument/2006/relationships/slide" Target="slides/slide423.xml"/><Relationship Id="rId425" Type="http://schemas.openxmlformats.org/officeDocument/2006/relationships/slide" Target="slides/slide424.xml"/><Relationship Id="rId426" Type="http://schemas.openxmlformats.org/officeDocument/2006/relationships/slide" Target="slides/slide425.xml"/><Relationship Id="rId427" Type="http://schemas.openxmlformats.org/officeDocument/2006/relationships/slide" Target="slides/slide426.xml"/><Relationship Id="rId428" Type="http://schemas.openxmlformats.org/officeDocument/2006/relationships/slide" Target="slides/slide427.xml"/><Relationship Id="rId429" Type="http://schemas.openxmlformats.org/officeDocument/2006/relationships/slide" Target="slides/slide428.xml"/><Relationship Id="rId430" Type="http://schemas.openxmlformats.org/officeDocument/2006/relationships/slide" Target="slides/slide429.xml"/><Relationship Id="rId431" Type="http://schemas.openxmlformats.org/officeDocument/2006/relationships/slide" Target="slides/slide430.xml"/><Relationship Id="rId432" Type="http://schemas.openxmlformats.org/officeDocument/2006/relationships/slide" Target="slides/slide431.xml"/><Relationship Id="rId433" Type="http://schemas.openxmlformats.org/officeDocument/2006/relationships/slide" Target="slides/slide432.xml"/><Relationship Id="rId434" Type="http://schemas.openxmlformats.org/officeDocument/2006/relationships/slide" Target="slides/slide433.xml"/><Relationship Id="rId435" Type="http://schemas.openxmlformats.org/officeDocument/2006/relationships/slide" Target="slides/slide434.xml"/><Relationship Id="rId436" Type="http://schemas.openxmlformats.org/officeDocument/2006/relationships/slide" Target="slides/slide435.xml"/><Relationship Id="rId437" Type="http://schemas.openxmlformats.org/officeDocument/2006/relationships/slide" Target="slides/slide436.xml"/><Relationship Id="rId438" Type="http://schemas.openxmlformats.org/officeDocument/2006/relationships/slide" Target="slides/slide437.xml"/><Relationship Id="rId439" Type="http://schemas.openxmlformats.org/officeDocument/2006/relationships/slide" Target="slides/slide438.xml"/><Relationship Id="rId440" Type="http://schemas.openxmlformats.org/officeDocument/2006/relationships/slide" Target="slides/slide439.xml"/><Relationship Id="rId441" Type="http://schemas.openxmlformats.org/officeDocument/2006/relationships/slide" Target="slides/slide440.xml"/><Relationship Id="rId442" Type="http://schemas.openxmlformats.org/officeDocument/2006/relationships/slide" Target="slides/slide441.xml"/><Relationship Id="rId443" Type="http://schemas.openxmlformats.org/officeDocument/2006/relationships/slide" Target="slides/slide442.xml"/><Relationship Id="rId444" Type="http://schemas.openxmlformats.org/officeDocument/2006/relationships/slide" Target="slides/slide443.xml"/><Relationship Id="rId445" Type="http://schemas.openxmlformats.org/officeDocument/2006/relationships/slide" Target="slides/slide444.xml"/><Relationship Id="rId446" Type="http://schemas.openxmlformats.org/officeDocument/2006/relationships/slide" Target="slides/slide445.xml"/><Relationship Id="rId447" Type="http://schemas.openxmlformats.org/officeDocument/2006/relationships/slide" Target="slides/slide446.xml"/><Relationship Id="rId448" Type="http://schemas.openxmlformats.org/officeDocument/2006/relationships/slide" Target="slides/slide447.xml"/><Relationship Id="rId449" Type="http://schemas.openxmlformats.org/officeDocument/2006/relationships/slide" Target="slides/slide448.xml"/><Relationship Id="rId450" Type="http://schemas.openxmlformats.org/officeDocument/2006/relationships/slide" Target="slides/slide449.xml"/><Relationship Id="rId451" Type="http://schemas.openxmlformats.org/officeDocument/2006/relationships/slide" Target="slides/slide450.xml"/><Relationship Id="rId452" Type="http://schemas.openxmlformats.org/officeDocument/2006/relationships/slide" Target="slides/slide451.xml"/><Relationship Id="rId453" Type="http://schemas.openxmlformats.org/officeDocument/2006/relationships/slide" Target="slides/slide452.xml"/><Relationship Id="rId454" Type="http://schemas.openxmlformats.org/officeDocument/2006/relationships/slide" Target="slides/slide453.xml"/><Relationship Id="rId455" Type="http://schemas.openxmlformats.org/officeDocument/2006/relationships/slide" Target="slides/slide454.xml"/><Relationship Id="rId456" Type="http://schemas.openxmlformats.org/officeDocument/2006/relationships/slide" Target="slides/slide455.xml"/><Relationship Id="rId457" Type="http://schemas.openxmlformats.org/officeDocument/2006/relationships/notesMaster" Target="notesMasters/notesMaster1.xml"/><Relationship Id="rId458" Type="http://schemas.openxmlformats.org/officeDocument/2006/relationships/presProps" Target="presProps.xml"/><Relationship Id="rId459" Type="http://schemas.openxmlformats.org/officeDocument/2006/relationships/viewProps" Target="viewProps.xml"/><Relationship Id="rId460" Type="http://schemas.openxmlformats.org/officeDocument/2006/relationships/theme" Target="theme/theme1.xml"/><Relationship Id="rId4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_rels/notesSlide2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6.xml"/>
		</Relationships>
</file>

<file path=ppt/notesSlides/_rels/notesSlide2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7.xml"/>
		</Relationships>
</file>

<file path=ppt/notesSlides/_rels/notesSlide2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8.xml"/>
		</Relationships>
</file>

<file path=ppt/notesSlides/_rels/notesSlide2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9.xml"/>
		</Relationships>
</file>

<file path=ppt/notesSlides/_rels/notesSlide2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0.xml"/>
		</Relationships>
</file>

<file path=ppt/notesSlides/_rels/notesSlide2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1.xml"/>
		</Relationships>
</file>

<file path=ppt/notesSlides/_rels/notesSlide2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2.xml"/>
		</Relationships>
</file>

<file path=ppt/notesSlides/_rels/notesSlide2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3.xml"/>
		</Relationships>
</file>

<file path=ppt/notesSlides/_rels/notesSlide2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4.xml"/>
		</Relationships>
</file>

<file path=ppt/notesSlides/_rels/notesSlide2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5.xml"/>
		</Relationships>
</file>

<file path=ppt/notesSlides/_rels/notesSlide2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6.xml"/>
		</Relationships>
</file>

<file path=ppt/notesSlides/_rels/notesSlide2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7.xml"/>
		</Relationships>
</file>

<file path=ppt/notesSlides/_rels/notesSlide2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8.xml"/>
		</Relationships>
</file>

<file path=ppt/notesSlides/_rels/notesSlide2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9.xml"/>
		</Relationships>
</file>

<file path=ppt/notesSlides/_rels/notesSlide2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0.xml"/>
		</Relationships>
</file>

<file path=ppt/notesSlides/_rels/notesSlide2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1.xml"/>
		</Relationships>
</file>

<file path=ppt/notesSlides/_rels/notesSlide2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2.xml"/>
		</Relationships>
</file>

<file path=ppt/notesSlides/_rels/notesSlide2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3.xml"/>
		</Relationships>
</file>

<file path=ppt/notesSlides/_rels/notesSlide2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4.xml"/>
		</Relationships>
</file>

<file path=ppt/notesSlides/_rels/notesSlide2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5.xml"/>
		</Relationships>
</file>

<file path=ppt/notesSlides/_rels/notesSlide2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6.xml"/>
		</Relationships>
</file>

<file path=ppt/notesSlides/_rels/notesSlide2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7.xml"/>
		</Relationships>
</file>

<file path=ppt/notesSlides/_rels/notesSlide2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8.xml"/>
		</Relationships>
</file>

<file path=ppt/notesSlides/_rels/notesSlide2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9.xml"/>
		</Relationships>
</file>

<file path=ppt/notesSlides/_rels/notesSlide2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0.xml"/>
		</Relationships>
</file>

<file path=ppt/notesSlides/_rels/notesSlide2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1.xml"/>
		</Relationships>
</file>

<file path=ppt/notesSlides/_rels/notesSlide2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2.xml"/>
		</Relationships>
</file>

<file path=ppt/notesSlides/_rels/notesSlide2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3.xml"/>
		</Relationships>
</file>

<file path=ppt/notesSlides/_rels/notesSlide2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4.xml"/>
		</Relationships>
</file>

<file path=ppt/notesSlides/_rels/notesSlide2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5.xml"/>
		</Relationships>
</file>

<file path=ppt/notesSlides/_rels/notesSlide2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6.xml"/>
		</Relationships>
</file>

<file path=ppt/notesSlides/_rels/notesSlide2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7.xml"/>
		</Relationships>
</file>

<file path=ppt/notesSlides/_rels/notesSlide2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8.xml"/>
		</Relationships>
</file>

<file path=ppt/notesSlides/_rels/notesSlide2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9.xml"/>
		</Relationships>
</file>

<file path=ppt/notesSlides/_rels/notesSlide2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0.xml"/>
		</Relationships>
</file>

<file path=ppt/notesSlides/_rels/notesSlide2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1.xml"/>
		</Relationships>
</file>

<file path=ppt/notesSlides/_rels/notesSlide2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2.xml"/>
		</Relationships>
</file>

<file path=ppt/notesSlides/_rels/notesSlide2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3.xml"/>
		</Relationships>
</file>

<file path=ppt/notesSlides/_rels/notesSlide2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4.xml"/>
		</Relationships>
</file>

<file path=ppt/notesSlides/_rels/notesSlide2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5.xml"/>
		</Relationships>
</file>

<file path=ppt/notesSlides/_rels/notesSlide2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6.xml"/>
		</Relationships>
</file>

<file path=ppt/notesSlides/_rels/notesSlide2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7.xml"/>
		</Relationships>
</file>

<file path=ppt/notesSlides/_rels/notesSlide2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8.xml"/>
		</Relationships>
</file>

<file path=ppt/notesSlides/_rels/notesSlide2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9.xml"/>
		</Relationships>
</file>

<file path=ppt/notesSlides/_rels/notesSlide2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0.xml"/>
		</Relationships>
</file>

<file path=ppt/notesSlides/_rels/notesSlide2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1.xml"/>
		</Relationships>
</file>

<file path=ppt/notesSlides/_rels/notesSlide2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2.xml"/>
		</Relationships>
</file>

<file path=ppt/notesSlides/_rels/notesSlide2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3.xml"/>
		</Relationships>
</file>

<file path=ppt/notesSlides/_rels/notesSlide2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4.xml"/>
		</Relationships>
</file>

<file path=ppt/notesSlides/_rels/notesSlide2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5.xml"/>
		</Relationships>
</file>

<file path=ppt/notesSlides/_rels/notesSlide2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6.xml"/>
		</Relationships>
</file>

<file path=ppt/notesSlides/_rels/notesSlide2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7.xml"/>
		</Relationships>
</file>

<file path=ppt/notesSlides/_rels/notesSlide2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8.xml"/>
		</Relationships>
</file>

<file path=ppt/notesSlides/_rels/notesSlide2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9.xml"/>
		</Relationships>
</file>

<file path=ppt/notesSlides/_rels/notesSlide2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0.xml"/>
		</Relationships>
</file>

<file path=ppt/notesSlides/_rels/notesSlide2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1.xml"/>
		</Relationships>
</file>

<file path=ppt/notesSlides/_rels/notesSlide2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2.xml"/>
		</Relationships>
</file>

<file path=ppt/notesSlides/_rels/notesSlide2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3.xml"/>
		</Relationships>
</file>

<file path=ppt/notesSlides/_rels/notesSlide2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4.xml"/>
		</Relationships>
</file>

<file path=ppt/notesSlides/_rels/notesSlide2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5.xml"/>
		</Relationships>
</file>

<file path=ppt/notesSlides/_rels/notesSlide2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6.xml"/>
		</Relationships>
</file>

<file path=ppt/notesSlides/_rels/notesSlide2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7.xml"/>
		</Relationships>
</file>

<file path=ppt/notesSlides/_rels/notesSlide2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8.xml"/>
		</Relationships>
</file>

<file path=ppt/notesSlides/_rels/notesSlide2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9.xml"/>
		</Relationships>
</file>

<file path=ppt/notesSlides/_rels/notesSlide3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0.xml"/>
		</Relationships>
</file>

<file path=ppt/notesSlides/_rels/notesSlide3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1.xml"/>
		</Relationships>
</file>

<file path=ppt/notesSlides/_rels/notesSlide3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2.xml"/>
		</Relationships>
</file>

<file path=ppt/notesSlides/_rels/notesSlide3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3.xml"/>
		</Relationships>
</file>

<file path=ppt/notesSlides/_rels/notesSlide3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4.xml"/>
		</Relationships>
</file>

<file path=ppt/notesSlides/_rels/notesSlide3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5.xml"/>
		</Relationships>
</file>

<file path=ppt/notesSlides/_rels/notesSlide3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6.xml"/>
		</Relationships>
</file>

<file path=ppt/notesSlides/_rels/notesSlide3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7.xml"/>
		</Relationships>
</file>

<file path=ppt/notesSlides/_rels/notesSlide3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8.xml"/>
		</Relationships>
</file>

<file path=ppt/notesSlides/_rels/notesSlide3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9.xml"/>
		</Relationships>
</file>

<file path=ppt/notesSlides/_rels/notesSlide3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0.xml"/>
		</Relationships>
</file>

<file path=ppt/notesSlides/_rels/notesSlide3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1.xml"/>
		</Relationships>
</file>

<file path=ppt/notesSlides/_rels/notesSlide3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2.xml"/>
		</Relationships>
</file>

<file path=ppt/notesSlides/_rels/notesSlide3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3.xml"/>
		</Relationships>
</file>

<file path=ppt/notesSlides/_rels/notesSlide3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4.xml"/>
		</Relationships>
</file>

<file path=ppt/notesSlides/_rels/notesSlide3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5.xml"/>
		</Relationships>
</file>

<file path=ppt/notesSlides/_rels/notesSlide3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6.xml"/>
		</Relationships>
</file>

<file path=ppt/notesSlides/_rels/notesSlide3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7.xml"/>
		</Relationships>
</file>

<file path=ppt/notesSlides/_rels/notesSlide3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8.xml"/>
		</Relationships>
</file>

<file path=ppt/notesSlides/_rels/notesSlide3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9.xml"/>
		</Relationships>
</file>

<file path=ppt/notesSlides/_rels/notesSlide3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0.xml"/>
		</Relationships>
</file>

<file path=ppt/notesSlides/_rels/notesSlide3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1.xml"/>
		</Relationships>
</file>

<file path=ppt/notesSlides/_rels/notesSlide3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2.xml"/>
		</Relationships>
</file>

<file path=ppt/notesSlides/_rels/notesSlide3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3.xml"/>
		</Relationships>
</file>

<file path=ppt/notesSlides/_rels/notesSlide3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4.xml"/>
		</Relationships>
</file>

<file path=ppt/notesSlides/_rels/notesSlide3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5.xml"/>
		</Relationships>
</file>

<file path=ppt/notesSlides/_rels/notesSlide3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6.xml"/>
		</Relationships>
</file>

<file path=ppt/notesSlides/_rels/notesSlide3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7.xml"/>
		</Relationships>
</file>

<file path=ppt/notesSlides/_rels/notesSlide3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8.xml"/>
		</Relationships>
</file>

<file path=ppt/notesSlides/_rels/notesSlide3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9.xml"/>
		</Relationships>
</file>

<file path=ppt/notesSlides/_rels/notesSlide3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0.xml"/>
		</Relationships>
</file>

<file path=ppt/notesSlides/_rels/notesSlide3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1.xml"/>
		</Relationships>
</file>

<file path=ppt/notesSlides/_rels/notesSlide3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2.xml"/>
		</Relationships>
</file>

<file path=ppt/notesSlides/_rels/notesSlide3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3.xml"/>
		</Relationships>
</file>

<file path=ppt/notesSlides/_rels/notesSlide3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4.xml"/>
		</Relationships>
</file>

<file path=ppt/notesSlides/_rels/notesSlide3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5.xml"/>
		</Relationships>
</file>

<file path=ppt/notesSlides/_rels/notesSlide3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6.xml"/>
		</Relationships>
</file>

<file path=ppt/notesSlides/_rels/notesSlide3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7.xml"/>
		</Relationships>
</file>

<file path=ppt/notesSlides/_rels/notesSlide3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8.xml"/>
		</Relationships>
</file>

<file path=ppt/notesSlides/_rels/notesSlide3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9.xml"/>
		</Relationships>
</file>

<file path=ppt/notesSlides/_rels/notesSlide3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0.xml"/>
		</Relationships>
</file>

<file path=ppt/notesSlides/_rels/notesSlide3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1.xml"/>
		</Relationships>
</file>

<file path=ppt/notesSlides/_rels/notesSlide3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2.xml"/>
		</Relationships>
</file>

<file path=ppt/notesSlides/_rels/notesSlide3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3.xml"/>
		</Relationships>
</file>

<file path=ppt/notesSlides/_rels/notesSlide3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4.xml"/>
		</Relationships>
</file>

<file path=ppt/notesSlides/_rels/notesSlide3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5.xml"/>
		</Relationships>
</file>

<file path=ppt/notesSlides/_rels/notesSlide3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6.xml"/>
		</Relationships>
</file>

<file path=ppt/notesSlides/_rels/notesSlide3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7.xml"/>
		</Relationships>
</file>

<file path=ppt/notesSlides/_rels/notesSlide3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8.xml"/>
		</Relationships>
</file>

<file path=ppt/notesSlides/_rels/notesSlide3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9.xml"/>
		</Relationships>
</file>

<file path=ppt/notesSlides/_rels/notesSlide3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0.xml"/>
		</Relationships>
</file>

<file path=ppt/notesSlides/_rels/notesSlide3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1.xml"/>
		</Relationships>
</file>

<file path=ppt/notesSlides/_rels/notesSlide3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2.xml"/>
		</Relationships>
</file>

<file path=ppt/notesSlides/_rels/notesSlide3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3.xml"/>
		</Relationships>
</file>

<file path=ppt/notesSlides/_rels/notesSlide3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4.xml"/>
		</Relationships>
</file>

<file path=ppt/notesSlides/_rels/notesSlide3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5.xml"/>
		</Relationships>
</file>

<file path=ppt/notesSlides/_rels/notesSlide3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6.xml"/>
		</Relationships>
</file>

<file path=ppt/notesSlides/_rels/notesSlide3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7.xml"/>
		</Relationships>
</file>

<file path=ppt/notesSlides/_rels/notesSlide3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8.xml"/>
		</Relationships>
</file>

<file path=ppt/notesSlides/_rels/notesSlide3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9.xml"/>
		</Relationships>
</file>

<file path=ppt/notesSlides/_rels/notesSlide3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0.xml"/>
		</Relationships>
</file>

<file path=ppt/notesSlides/_rels/notesSlide3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1.xml"/>
		</Relationships>
</file>

<file path=ppt/notesSlides/_rels/notesSlide3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2.xml"/>
		</Relationships>
</file>

<file path=ppt/notesSlides/_rels/notesSlide3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3.xml"/>
		</Relationships>
</file>

<file path=ppt/notesSlides/_rels/notesSlide3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4.xml"/>
		</Relationships>
</file>

<file path=ppt/notesSlides/_rels/notesSlide3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5.xml"/>
		</Relationships>
</file>

<file path=ppt/notesSlides/_rels/notesSlide3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6.xml"/>
		</Relationships>
</file>

<file path=ppt/notesSlides/_rels/notesSlide3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7.xml"/>
		</Relationships>
</file>

<file path=ppt/notesSlides/_rels/notesSlide3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8.xml"/>
		</Relationships>
</file>

<file path=ppt/notesSlides/_rels/notesSlide3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9.xml"/>
		</Relationships>
</file>

<file path=ppt/notesSlides/_rels/notesSlide3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0.xml"/>
		</Relationships>
</file>

<file path=ppt/notesSlides/_rels/notesSlide3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1.xml"/>
		</Relationships>
</file>

<file path=ppt/notesSlides/_rels/notesSlide3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2.xml"/>
		</Relationships>
</file>

<file path=ppt/notesSlides/_rels/notesSlide3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3.xml"/>
		</Relationships>
</file>

<file path=ppt/notesSlides/_rels/notesSlide3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4.xml"/>
		</Relationships>
</file>

<file path=ppt/notesSlides/_rels/notesSlide3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5.xml"/>
		</Relationships>
</file>

<file path=ppt/notesSlides/_rels/notesSlide3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6.xml"/>
		</Relationships>
</file>

<file path=ppt/notesSlides/_rels/notesSlide3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7.xml"/>
		</Relationships>
</file>

<file path=ppt/notesSlides/_rels/notesSlide3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8.xml"/>
		</Relationships>
</file>

<file path=ppt/notesSlides/_rels/notesSlide3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9.xml"/>
		</Relationships>
</file>

<file path=ppt/notesSlides/_rels/notesSlide3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0.xml"/>
		</Relationships>
</file>

<file path=ppt/notesSlides/_rels/notesSlide3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1.xml"/>
		</Relationships>
</file>

<file path=ppt/notesSlides/_rels/notesSlide3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2.xml"/>
		</Relationships>
</file>

<file path=ppt/notesSlides/_rels/notesSlide3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3.xml"/>
		</Relationships>
</file>

<file path=ppt/notesSlides/_rels/notesSlide3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4.xml"/>
		</Relationships>
</file>

<file path=ppt/notesSlides/_rels/notesSlide3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5.xml"/>
		</Relationships>
</file>

<file path=ppt/notesSlides/_rels/notesSlide3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6.xml"/>
		</Relationships>
</file>

<file path=ppt/notesSlides/_rels/notesSlide3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7.xml"/>
		</Relationships>
</file>

<file path=ppt/notesSlides/_rels/notesSlide3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8.xml"/>
		</Relationships>
</file>

<file path=ppt/notesSlides/_rels/notesSlide3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9.xml"/>
		</Relationships>
</file>

<file path=ppt/notesSlides/_rels/notesSlide3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0.xml"/>
		</Relationships>
</file>

<file path=ppt/notesSlides/_rels/notesSlide3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1.xml"/>
		</Relationships>
</file>

<file path=ppt/notesSlides/_rels/notesSlide3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2.xml"/>
		</Relationships>
</file>

<file path=ppt/notesSlides/_rels/notesSlide3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3.xml"/>
		</Relationships>
</file>

<file path=ppt/notesSlides/_rels/notesSlide3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4.xml"/>
		</Relationships>
</file>

<file path=ppt/notesSlides/_rels/notesSlide3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5.xml"/>
		</Relationships>
</file>

<file path=ppt/notesSlides/_rels/notesSlide3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6.xml"/>
		</Relationships>
</file>

<file path=ppt/notesSlides/_rels/notesSlide3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7.xml"/>
		</Relationships>
</file>

<file path=ppt/notesSlides/_rels/notesSlide3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8.xml"/>
		</Relationships>
</file>

<file path=ppt/notesSlides/_rels/notesSlide3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9.xml"/>
		</Relationships>
</file>

<file path=ppt/notesSlides/_rels/notesSlide4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0.xml"/>
		</Relationships>
</file>

<file path=ppt/notesSlides/_rels/notesSlide4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1.xml"/>
		</Relationships>
</file>

<file path=ppt/notesSlides/_rels/notesSlide4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2.xml"/>
		</Relationships>
</file>

<file path=ppt/notesSlides/_rels/notesSlide4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3.xml"/>
		</Relationships>
</file>

<file path=ppt/notesSlides/_rels/notesSlide4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4.xml"/>
		</Relationships>
</file>

<file path=ppt/notesSlides/_rels/notesSlide4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5.xml"/>
		</Relationships>
</file>

<file path=ppt/notesSlides/_rels/notesSlide4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6.xml"/>
		</Relationships>
</file>

<file path=ppt/notesSlides/_rels/notesSlide4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7.xml"/>
		</Relationships>
</file>

<file path=ppt/notesSlides/_rels/notesSlide4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8.xml"/>
		</Relationships>
</file>

<file path=ppt/notesSlides/_rels/notesSlide4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9.xml"/>
		</Relationships>
</file>

<file path=ppt/notesSlides/_rels/notesSlide4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0.xml"/>
		</Relationships>
</file>

<file path=ppt/notesSlides/_rels/notesSlide4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1.xml"/>
		</Relationships>
</file>

<file path=ppt/notesSlides/_rels/notesSlide4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2.xml"/>
		</Relationships>
</file>

<file path=ppt/notesSlides/_rels/notesSlide4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3.xml"/>
		</Relationships>
</file>

<file path=ppt/notesSlides/_rels/notesSlide4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4.xml"/>
		</Relationships>
</file>

<file path=ppt/notesSlides/_rels/notesSlide4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5.xml"/>
		</Relationships>
</file>

<file path=ppt/notesSlides/_rels/notesSlide4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6.xml"/>
		</Relationships>
</file>

<file path=ppt/notesSlides/_rels/notesSlide4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7.xml"/>
		</Relationships>
</file>

<file path=ppt/notesSlides/_rels/notesSlide4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8.xml"/>
		</Relationships>
</file>

<file path=ppt/notesSlides/_rels/notesSlide4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9.xml"/>
		</Relationships>
</file>

<file path=ppt/notesSlides/_rels/notesSlide4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0.xml"/>
		</Relationships>
</file>

<file path=ppt/notesSlides/_rels/notesSlide4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1.xml"/>
		</Relationships>
</file>

<file path=ppt/notesSlides/_rels/notesSlide4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2.xml"/>
		</Relationships>
</file>

<file path=ppt/notesSlides/_rels/notesSlide4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3.xml"/>
		</Relationships>
</file>

<file path=ppt/notesSlides/_rels/notesSlide4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4.xml"/>
		</Relationships>
</file>

<file path=ppt/notesSlides/_rels/notesSlide4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5.xml"/>
		</Relationships>
</file>

<file path=ppt/notesSlides/_rels/notesSlide4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6.xml"/>
		</Relationships>
</file>

<file path=ppt/notesSlides/_rels/notesSlide4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7.xml"/>
		</Relationships>
</file>

<file path=ppt/notesSlides/_rels/notesSlide4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8.xml"/>
		</Relationships>
</file>

<file path=ppt/notesSlides/_rels/notesSlide4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9.xml"/>
		</Relationships>
</file>

<file path=ppt/notesSlides/_rels/notesSlide4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0.xml"/>
		</Relationships>
</file>

<file path=ppt/notesSlides/_rels/notesSlide4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1.xml"/>
		</Relationships>
</file>

<file path=ppt/notesSlides/_rels/notesSlide4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2.xml"/>
		</Relationships>
</file>

<file path=ppt/notesSlides/_rels/notesSlide4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3.xml"/>
		</Relationships>
</file>

<file path=ppt/notesSlides/_rels/notesSlide4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4.xml"/>
		</Relationships>
</file>

<file path=ppt/notesSlides/_rels/notesSlide4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5.xml"/>
		</Relationships>
</file>

<file path=ppt/notesSlides/_rels/notesSlide4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6.xml"/>
		</Relationships>
</file>

<file path=ppt/notesSlides/_rels/notesSlide4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7.xml"/>
		</Relationships>
</file>

<file path=ppt/notesSlides/_rels/notesSlide4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8.xml"/>
		</Relationships>
</file>

<file path=ppt/notesSlides/_rels/notesSlide4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9.xml"/>
		</Relationships>
</file>

<file path=ppt/notesSlides/_rels/notesSlide4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0.xml"/>
		</Relationships>
</file>

<file path=ppt/notesSlides/_rels/notesSlide4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1.xml"/>
		</Relationships>
</file>

<file path=ppt/notesSlides/_rels/notesSlide4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2.xml"/>
		</Relationships>
</file>

<file path=ppt/notesSlides/_rels/notesSlide4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3.xml"/>
		</Relationships>
</file>

<file path=ppt/notesSlides/_rels/notesSlide4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4.xml"/>
		</Relationships>
</file>

<file path=ppt/notesSlides/_rels/notesSlide4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5.xml"/>
		</Relationships>
</file>

<file path=ppt/notesSlides/_rels/notesSlide4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6.xml"/>
		</Relationships>
</file>

<file path=ppt/notesSlides/_rels/notesSlide4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7.xml"/>
		</Relationships>
</file>

<file path=ppt/notesSlides/_rels/notesSlide4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8.xml"/>
		</Relationships>
</file>

<file path=ppt/notesSlides/_rels/notesSlide4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9.xml"/>
		</Relationships>
</file>

<file path=ppt/notesSlides/_rels/notesSlide4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0.xml"/>
		</Relationships>
</file>

<file path=ppt/notesSlides/_rels/notesSlide4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1.xml"/>
		</Relationships>
</file>

<file path=ppt/notesSlides/_rels/notesSlide4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2.xml"/>
		</Relationships>
</file>

<file path=ppt/notesSlides/_rels/notesSlide4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3.xml"/>
		</Relationships>
</file>

<file path=ppt/notesSlides/_rels/notesSlide4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4.xml"/>
		</Relationships>
</file>

<file path=ppt/notesSlides/_rels/notesSlide4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التنوين حرفان في الصوت: حركة على الحرف ثم نون ساكنة. علامة تنوين الفتح «ـً» فتحتان: الفتحة الأولى هي حركة الحرف، والثانية تدل على نون ساكنة «نۡ» نسمعها ولا نكتبها.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نجمع الحرف بفتحته مع نون ساكنة: بَ + نۡ = بَنۡ. هذا هو صوت التنوين.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نكتب «بًا» ونقرأ «بَنۡ»: النون الساكنة لا تُكتب، لكننا ننطقها. والألف بعد تنوين الفتح لا تُقرأ.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نجمع الحرف بفتحته مع نون ساكنة: تَ + نۡ = تَنۡ. هذا هو صوت التنوين.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نكتب «تًا» ونقرأ «تَنۡ»: النون الساكنة لا تُكتب، لكننا ننطقها. والألف بعد تنوين الفتح لا تُقرأ.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الكلمة أيضاً: نكتب «قَمَرًا» ونقرأ «قَمَرَنۡ». التنوين في آخر الكلمة = حركة + نون ساكنة.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قاعدة تنوين الفتح: «بً» وحدها خطأ (العلامة الحمراء)، والصحيح «بًا» بألف فارغة بعدها (العلامة الخضراء). الألف لا تُقرأ، والصوت «بَنۡ».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قاعدة تنوين الفتح: «بً» وحدها خطأ (العلامة الحمراء)، والصحيح «بًا» بألف فارغة بعدها (العلامة الخضراء). الألف لا تُقرأ، والصوت «بَنۡ».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الاستثناءات: لا نضيف ألفاً بعد تنوين الفتح في حرفين: التاء المربوطة (ةً) مثل «شَجَرَةً»، والهمزة على الألف (أً) مثل «خَطَأً». ويأتي لاحقاً: الهمزة بعد الألف (سَمَاءً) والألف المقصورة (هُدًى).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استثناء: على الهمزة فوق الألف (أً) يجلس تنوين الفتح على الألف نفسها، فلا نضيف ألفاً ثانية، مثل «خَطَأً».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استثناء: على الهمزة فوق الألف (أً) يجلس تنوين الفتح على الألف نفسها، فلا نضيف ألفاً ثانية، مثل «خَطَأً».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استثناء: على الهمزة فوق الألف (أً) يجلس تنوين الفتح على الألف نفسها، فلا نضيف ألفاً ثانية، مثل «خَطَأً».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استثناء: على الهمزة فوق الألف (أً) يجلس تنوين الفتح على الألف نفسها، فلا نضيف ألفاً ثانية، مثل «خَطَأً».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استثناء: على الهمزة فوق الألف (أً) يجلس تنوين الفتح على الألف نفسها، فلا نضيف ألفاً ثانية، مثل «خَطَأً».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استثناء: على الهمزة فوق الألف (أً) يجلس تنوين الفتح على الألف نفسها، فلا نضيف ألفاً ثانية، مثل «خَطَأً».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استثناء: على الهمزة فوق الألف (أً) يجلس تنوين الفتح على الألف نفسها، فلا نضيف ألفاً ثانية، مثل «خَطَأً».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استثناء: على الهمزة فوق الألف (أً) يجلس تنوين الفتح على الألف نفسها، فلا نضيف ألفاً ثانية، مثل «خَطَأً».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الفتح لا بد له من ألف فارغة بعده: «بً» خطأ، والصحيح «بًا». الألف لا تُقرأ وحدها، هي كرسيّ يحمل الصوت «ـَنۡ» (بَ + نۡ = بًا). الدائرة الرمادية وعلامة المنع تعنيان أن هذه الألف صامتة. الاستثناءات: التاء المربوطة (شَجَرَةً) والهمزة على الألف (خَطَأً).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TrSnd" Type="http://schemas.openxmlformats.org/officeDocument/2006/relationships/audio" Target="../media/marimba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TrSnd" Type="http://schemas.openxmlformats.org/officeDocument/2006/relationships/audio" Target="../media/harp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TrSnd" Type="http://schemas.openxmlformats.org/officeDocument/2006/relationships/audio" Target="../media/chime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TrSnd" Type="http://schemas.openxmlformats.org/officeDocument/2006/relationships/audio" Target="../media/whoosh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TrSnd" Type="http://schemas.openxmlformats.org/officeDocument/2006/relationships/audio" Target="../media/bubbles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TrSnd" Type="http://schemas.openxmlformats.org/officeDocument/2006/relationships/audio" Target="../media/sparkle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TrSnd" Type="http://schemas.openxmlformats.org/officeDocument/2006/relationships/audio" Target="../media/marimba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TrSnd" Type="http://schemas.openxmlformats.org/officeDocument/2006/relationships/audio" Target="../media/harp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TrSnd" Type="http://schemas.openxmlformats.org/officeDocument/2006/relationships/audio" Target="../media/chime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TrSnd" Type="http://schemas.openxmlformats.org/officeDocument/2006/relationships/audio" Target="../media/whoosh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TrSnd" Type="http://schemas.openxmlformats.org/officeDocument/2006/relationships/audio" Target="../media/bubbles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TrSnd" Type="http://schemas.openxmlformats.org/officeDocument/2006/relationships/audio" Target="../media/sparkle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TrSnd" Type="http://schemas.openxmlformats.org/officeDocument/2006/relationships/audio" Target="../media/marimba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TrSnd" Type="http://schemas.openxmlformats.org/officeDocument/2006/relationships/audio" Target="../media/harp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TrSnd" Type="http://schemas.openxmlformats.org/officeDocument/2006/relationships/audio" Target="../media/chime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TrSnd" Type="http://schemas.openxmlformats.org/officeDocument/2006/relationships/audio" Target="../media/whoosh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TrSnd" Type="http://schemas.openxmlformats.org/officeDocument/2006/relationships/audio" Target="../media/bubbles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TrSnd" Type="http://schemas.openxmlformats.org/officeDocument/2006/relationships/audio" Target="../media/sparkle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TrSnd" Type="http://schemas.openxmlformats.org/officeDocument/2006/relationships/audio" Target="../media/marimba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TrSnd" Type="http://schemas.openxmlformats.org/officeDocument/2006/relationships/audio" Target="../media/harp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TrSnd" Type="http://schemas.openxmlformats.org/officeDocument/2006/relationships/audio" Target="../media/chime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TrSnd" Type="http://schemas.openxmlformats.org/officeDocument/2006/relationships/audio" Target="../media/whoosh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TrSnd" Type="http://schemas.openxmlformats.org/officeDocument/2006/relationships/audio" Target="../media/bubbles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TrSnd" Type="http://schemas.openxmlformats.org/officeDocument/2006/relationships/audio" Target="../media/sparkle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TrSnd" Type="http://schemas.openxmlformats.org/officeDocument/2006/relationships/audio" Target="../media/marimba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TrSnd" Type="http://schemas.openxmlformats.org/officeDocument/2006/relationships/audio" Target="../media/harp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TrSnd" Type="http://schemas.openxmlformats.org/officeDocument/2006/relationships/audio" Target="../media/chime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TrSnd" Type="http://schemas.openxmlformats.org/officeDocument/2006/relationships/audio" Target="../media/whoosh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TrSnd" Type="http://schemas.openxmlformats.org/officeDocument/2006/relationships/audio" Target="../media/bubbles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TrSnd" Type="http://schemas.openxmlformats.org/officeDocument/2006/relationships/audio" Target="../media/sparkle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TrSnd" Type="http://schemas.openxmlformats.org/officeDocument/2006/relationships/audio" Target="../media/marimba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TrSnd" Type="http://schemas.openxmlformats.org/officeDocument/2006/relationships/audio" Target="../media/harp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TrSnd" Type="http://schemas.openxmlformats.org/officeDocument/2006/relationships/audio" Target="../media/chime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TrSnd" Type="http://schemas.openxmlformats.org/officeDocument/2006/relationships/audio" Target="../media/whoosh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TrSnd" Type="http://schemas.openxmlformats.org/officeDocument/2006/relationships/audio" Target="../media/bubbles.wav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TrSnd" Type="http://schemas.openxmlformats.org/officeDocument/2006/relationships/audio" Target="../media/sparkle.wav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TrSnd" Type="http://schemas.openxmlformats.org/officeDocument/2006/relationships/audio" Target="../media/marimba.wav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Relationship Id="rIdTrSnd" Type="http://schemas.openxmlformats.org/officeDocument/2006/relationships/audio" Target="../media/harp.wav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TrSnd" Type="http://schemas.openxmlformats.org/officeDocument/2006/relationships/audio" Target="../media/chime.wav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TrSnd" Type="http://schemas.openxmlformats.org/officeDocument/2006/relationships/audio" Target="../media/whoosh.wav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Relationship Id="rIdTrSnd" Type="http://schemas.openxmlformats.org/officeDocument/2006/relationships/audio" Target="../media/bubbles.wav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Relationship Id="rIdTrSnd" Type="http://schemas.openxmlformats.org/officeDocument/2006/relationships/audio" Target="../media/sparkle.wav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TrSnd" Type="http://schemas.openxmlformats.org/officeDocument/2006/relationships/audio" Target="../media/marimba.wav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TrSnd" Type="http://schemas.openxmlformats.org/officeDocument/2006/relationships/audio" Target="../media/harp.wav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TrSnd" Type="http://schemas.openxmlformats.org/officeDocument/2006/relationships/audio" Target="../media/chime.wav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TrSnd" Type="http://schemas.openxmlformats.org/officeDocument/2006/relationships/audio" Target="../media/whoosh.wav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TrSnd" Type="http://schemas.openxmlformats.org/officeDocument/2006/relationships/audio" Target="../media/bubbles.wav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Relationship Id="rIdTrSnd" Type="http://schemas.openxmlformats.org/officeDocument/2006/relationships/audio" Target="../media/sparkle.wav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TrSnd" Type="http://schemas.openxmlformats.org/officeDocument/2006/relationships/audio" Target="../media/marimba.wav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TrSnd" Type="http://schemas.openxmlformats.org/officeDocument/2006/relationships/audio" Target="../media/harp.wav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TrSnd" Type="http://schemas.openxmlformats.org/officeDocument/2006/relationships/audio" Target="../media/chime.wav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TrSnd" Type="http://schemas.openxmlformats.org/officeDocument/2006/relationships/audio" Target="../media/whoosh.wav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TrSnd" Type="http://schemas.openxmlformats.org/officeDocument/2006/relationships/audio" Target="../media/bubbles.wav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TrSnd" Type="http://schemas.openxmlformats.org/officeDocument/2006/relationships/audio" Target="../media/sparkle.wav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TrSnd" Type="http://schemas.openxmlformats.org/officeDocument/2006/relationships/audio" Target="../media/marimba.wav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Relationship Id="rIdTrSnd" Type="http://schemas.openxmlformats.org/officeDocument/2006/relationships/audio" Target="../media/harp.wav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TrSnd" Type="http://schemas.openxmlformats.org/officeDocument/2006/relationships/audio" Target="../media/chime.wav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TrSnd" Type="http://schemas.openxmlformats.org/officeDocument/2006/relationships/audio" Target="../media/whoosh.wav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TrSnd" Type="http://schemas.openxmlformats.org/officeDocument/2006/relationships/audio" Target="../media/bubbles.wav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Relationship Id="rIdTrSnd" Type="http://schemas.openxmlformats.org/officeDocument/2006/relationships/audio" Target="../media/sparkle.wav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TrSnd" Type="http://schemas.openxmlformats.org/officeDocument/2006/relationships/audio" Target="../media/marimba.wav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TrSnd" Type="http://schemas.openxmlformats.org/officeDocument/2006/relationships/audio" Target="../media/harp.wav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TrSnd" Type="http://schemas.openxmlformats.org/officeDocument/2006/relationships/audio" Target="../media/chime.wav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Relationship Id="rIdTrSnd" Type="http://schemas.openxmlformats.org/officeDocument/2006/relationships/audio" Target="../media/whoosh.wav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TrSnd" Type="http://schemas.openxmlformats.org/officeDocument/2006/relationships/audio" Target="../media/bubbles.wav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TrSnd" Type="http://schemas.openxmlformats.org/officeDocument/2006/relationships/audio" Target="../media/sparkle.wav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TrSnd" Type="http://schemas.openxmlformats.org/officeDocument/2006/relationships/audio" Target="../media/marimba.wav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TrSnd" Type="http://schemas.openxmlformats.org/officeDocument/2006/relationships/audio" Target="../media/harp.wav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TrSnd" Type="http://schemas.openxmlformats.org/officeDocument/2006/relationships/audio" Target="../media/chime.wav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TrSnd" Type="http://schemas.openxmlformats.org/officeDocument/2006/relationships/audio" Target="../media/whoosh.wav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TrSnd" Type="http://schemas.openxmlformats.org/officeDocument/2006/relationships/audio" Target="../media/bubbles.wav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TrSnd" Type="http://schemas.openxmlformats.org/officeDocument/2006/relationships/audio" Target="../media/sparkle.wav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TrSnd" Type="http://schemas.openxmlformats.org/officeDocument/2006/relationships/audio" Target="../media/marimba.wav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TrSnd" Type="http://schemas.openxmlformats.org/officeDocument/2006/relationships/audio" Target="../media/harp.wav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TrSnd" Type="http://schemas.openxmlformats.org/officeDocument/2006/relationships/audio" Target="../media/chime.wav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TrSnd" Type="http://schemas.openxmlformats.org/officeDocument/2006/relationships/audio" Target="../media/whoosh.wav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TrSnd" Type="http://schemas.openxmlformats.org/officeDocument/2006/relationships/audio" Target="../media/bubbles.wav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TrSnd" Type="http://schemas.openxmlformats.org/officeDocument/2006/relationships/audio" Target="../media/sparkle.wav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TrSnd" Type="http://schemas.openxmlformats.org/officeDocument/2006/relationships/audio" Target="../media/marimba.wav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TrSnd" Type="http://schemas.openxmlformats.org/officeDocument/2006/relationships/audio" Target="../media/harp.wav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TrSnd" Type="http://schemas.openxmlformats.org/officeDocument/2006/relationships/audio" Target="../media/chime.wav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TrSnd" Type="http://schemas.openxmlformats.org/officeDocument/2006/relationships/audio" Target="../media/whoosh.wav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TrSnd" Type="http://schemas.openxmlformats.org/officeDocument/2006/relationships/audio" Target="../media/bubbles.wav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Relationship Id="rIdTrSnd" Type="http://schemas.openxmlformats.org/officeDocument/2006/relationships/audio" Target="../media/sparkle.wav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Relationship Id="rIdTrSnd" Type="http://schemas.openxmlformats.org/officeDocument/2006/relationships/audio" Target="../media/marimba.wav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Relationship Id="rIdTrSnd" Type="http://schemas.openxmlformats.org/officeDocument/2006/relationships/audio" Target="../media/harp.wav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Relationship Id="rIdTrSnd" Type="http://schemas.openxmlformats.org/officeDocument/2006/relationships/audio" Target="../media/chime.wav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Relationship Id="rIdTrSnd" Type="http://schemas.openxmlformats.org/officeDocument/2006/relationships/audio" Target="../media/whoosh.wav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TrSnd" Type="http://schemas.openxmlformats.org/officeDocument/2006/relationships/audio" Target="../media/bubbles.wav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TrSnd" Type="http://schemas.openxmlformats.org/officeDocument/2006/relationships/audio" Target="../media/sparkle.wav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TrSnd" Type="http://schemas.openxmlformats.org/officeDocument/2006/relationships/audio" Target="../media/marimba.wav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TrSnd" Type="http://schemas.openxmlformats.org/officeDocument/2006/relationships/audio" Target="../media/harp.wav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TrSnd" Type="http://schemas.openxmlformats.org/officeDocument/2006/relationships/audio" Target="../media/chime.wav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TrSnd" Type="http://schemas.openxmlformats.org/officeDocument/2006/relationships/audio" Target="../media/whoosh.wav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TrSnd" Type="http://schemas.openxmlformats.org/officeDocument/2006/relationships/audio" Target="../media/bubbles.wav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TrSnd" Type="http://schemas.openxmlformats.org/officeDocument/2006/relationships/audio" Target="../media/sparkle.wav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TrSnd" Type="http://schemas.openxmlformats.org/officeDocument/2006/relationships/audio" Target="../media/marimba.wav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TrSnd" Type="http://schemas.openxmlformats.org/officeDocument/2006/relationships/audio" Target="../media/harp.wav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TrSnd" Type="http://schemas.openxmlformats.org/officeDocument/2006/relationships/audio" Target="../media/chime.wav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TrSnd" Type="http://schemas.openxmlformats.org/officeDocument/2006/relationships/audio" Target="../media/whoosh.wav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TrSnd" Type="http://schemas.openxmlformats.org/officeDocument/2006/relationships/audio" Target="../media/bubbles.wav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TrSnd" Type="http://schemas.openxmlformats.org/officeDocument/2006/relationships/audio" Target="../media/sparkle.wav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TrSnd" Type="http://schemas.openxmlformats.org/officeDocument/2006/relationships/audio" Target="../media/marimba.wav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TrSnd" Type="http://schemas.openxmlformats.org/officeDocument/2006/relationships/audio" Target="../media/harp.wav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TrSnd" Type="http://schemas.openxmlformats.org/officeDocument/2006/relationships/audio" Target="../media/chime.wav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TrSnd" Type="http://schemas.openxmlformats.org/officeDocument/2006/relationships/audio" Target="../media/whoosh.wav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TrSnd" Type="http://schemas.openxmlformats.org/officeDocument/2006/relationships/audio" Target="../media/bubbles.wav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Relationship Id="rIdTrSnd" Type="http://schemas.openxmlformats.org/officeDocument/2006/relationships/audio" Target="../media/sparkle.wav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TrSnd" Type="http://schemas.openxmlformats.org/officeDocument/2006/relationships/audio" Target="../media/marimba.wav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TrSnd" Type="http://schemas.openxmlformats.org/officeDocument/2006/relationships/audio" Target="../media/harp.wav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Relationship Id="rIdTrSnd" Type="http://schemas.openxmlformats.org/officeDocument/2006/relationships/audio" Target="../media/chime.wav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Relationship Id="rIdTrSnd" Type="http://schemas.openxmlformats.org/officeDocument/2006/relationships/audio" Target="../media/whoosh.wav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Relationship Id="rIdTrSnd" Type="http://schemas.openxmlformats.org/officeDocument/2006/relationships/audio" Target="../media/bubbles.wav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TrSnd" Type="http://schemas.openxmlformats.org/officeDocument/2006/relationships/audio" Target="../media/sparkle.wav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Relationship Id="rIdTrSnd" Type="http://schemas.openxmlformats.org/officeDocument/2006/relationships/audio" Target="../media/marimba.wav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TrSnd" Type="http://schemas.openxmlformats.org/officeDocument/2006/relationships/audio" Target="../media/harp.wav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TrSnd" Type="http://schemas.openxmlformats.org/officeDocument/2006/relationships/audio" Target="../media/chime.wav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2.xml"/><Relationship Id="rIdTrSnd" Type="http://schemas.openxmlformats.org/officeDocument/2006/relationships/audio" Target="../media/whoosh.wav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Relationship Id="rIdTrSnd" Type="http://schemas.openxmlformats.org/officeDocument/2006/relationships/audio" Target="../media/bubbles.wav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TrSnd" Type="http://schemas.openxmlformats.org/officeDocument/2006/relationships/audio" Target="../media/sparkle.wav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TrSnd" Type="http://schemas.openxmlformats.org/officeDocument/2006/relationships/audio" Target="../media/marimba.wav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TrSnd" Type="http://schemas.openxmlformats.org/officeDocument/2006/relationships/audio" Target="../media/harp.wav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TrSnd" Type="http://schemas.openxmlformats.org/officeDocument/2006/relationships/audio" Target="../media/chime.wav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TrSnd" Type="http://schemas.openxmlformats.org/officeDocument/2006/relationships/audio" Target="../media/whoosh.wav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TrSnd" Type="http://schemas.openxmlformats.org/officeDocument/2006/relationships/audio" Target="../media/bubbles.wav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0.xml"/><Relationship Id="rIdTrSnd" Type="http://schemas.openxmlformats.org/officeDocument/2006/relationships/audio" Target="../media/sparkle.wav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1.xml"/><Relationship Id="rIdTrSnd" Type="http://schemas.openxmlformats.org/officeDocument/2006/relationships/audio" Target="../media/marimba.wav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2.xml"/><Relationship Id="rIdTrSnd" Type="http://schemas.openxmlformats.org/officeDocument/2006/relationships/audio" Target="../media/harp.wav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3.xml"/><Relationship Id="rIdTrSnd" Type="http://schemas.openxmlformats.org/officeDocument/2006/relationships/audio" Target="../media/chime.wav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4.xml"/><Relationship Id="rIdTrSnd" Type="http://schemas.openxmlformats.org/officeDocument/2006/relationships/audio" Target="../media/whoosh.wav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5.xml"/><Relationship Id="rIdTrSnd" Type="http://schemas.openxmlformats.org/officeDocument/2006/relationships/audio" Target="../media/bubbles.wav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6.xml"/><Relationship Id="rIdTrSnd" Type="http://schemas.openxmlformats.org/officeDocument/2006/relationships/audio" Target="../media/sparkle.wav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7.xml"/><Relationship Id="rIdTrSnd" Type="http://schemas.openxmlformats.org/officeDocument/2006/relationships/audio" Target="../media/marimba.wav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Relationship Id="rIdTrSnd" Type="http://schemas.openxmlformats.org/officeDocument/2006/relationships/audio" Target="../media/harp.wav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9.xml"/><Relationship Id="rIdTrSnd" Type="http://schemas.openxmlformats.org/officeDocument/2006/relationships/audio" Target="../media/chime.wav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0.xml"/><Relationship Id="rIdTrSnd" Type="http://schemas.openxmlformats.org/officeDocument/2006/relationships/audio" Target="../media/whoosh.wav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1.xml"/><Relationship Id="rIdTrSnd" Type="http://schemas.openxmlformats.org/officeDocument/2006/relationships/audio" Target="../media/bubbles.wav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2.xml"/><Relationship Id="rIdTrSnd" Type="http://schemas.openxmlformats.org/officeDocument/2006/relationships/audio" Target="../media/sparkle.wav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3.xml"/><Relationship Id="rIdTrSnd" Type="http://schemas.openxmlformats.org/officeDocument/2006/relationships/audio" Target="../media/marimba.wav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4.xml"/><Relationship Id="rIdTrSnd" Type="http://schemas.openxmlformats.org/officeDocument/2006/relationships/audio" Target="../media/harp.wav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5.xml"/><Relationship Id="rIdTrSnd" Type="http://schemas.openxmlformats.org/officeDocument/2006/relationships/audio" Target="../media/chime.wav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6.xml"/><Relationship Id="rIdTrSnd" Type="http://schemas.openxmlformats.org/officeDocument/2006/relationships/audio" Target="../media/whoosh.wav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7.xml"/><Relationship Id="rIdTrSnd" Type="http://schemas.openxmlformats.org/officeDocument/2006/relationships/audio" Target="../media/bubbles.wav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8.xml"/><Relationship Id="rIdTrSnd" Type="http://schemas.openxmlformats.org/officeDocument/2006/relationships/audio" Target="../media/sparkle.wav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9.xml"/><Relationship Id="rIdTrSnd" Type="http://schemas.openxmlformats.org/officeDocument/2006/relationships/audio" Target="../media/marimba.wav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0.xml"/><Relationship Id="rIdTrSnd" Type="http://schemas.openxmlformats.org/officeDocument/2006/relationships/audio" Target="../media/harp.wav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1.xml"/><Relationship Id="rIdTrSnd" Type="http://schemas.openxmlformats.org/officeDocument/2006/relationships/audio" Target="../media/chime.wav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2.xml"/><Relationship Id="rIdTrSnd" Type="http://schemas.openxmlformats.org/officeDocument/2006/relationships/audio" Target="../media/whoosh.wav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3.xml"/><Relationship Id="rIdTrSnd" Type="http://schemas.openxmlformats.org/officeDocument/2006/relationships/audio" Target="../media/bubbles.wav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4.xml"/><Relationship Id="rIdTrSnd" Type="http://schemas.openxmlformats.org/officeDocument/2006/relationships/audio" Target="../media/sparkle.wav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5.xml"/><Relationship Id="rIdTrSnd" Type="http://schemas.openxmlformats.org/officeDocument/2006/relationships/audio" Target="../media/marimba.wav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6.xml"/><Relationship Id="rIdTrSnd" Type="http://schemas.openxmlformats.org/officeDocument/2006/relationships/audio" Target="../media/harp.wav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7.xml"/><Relationship Id="rIdTrSnd" Type="http://schemas.openxmlformats.org/officeDocument/2006/relationships/audio" Target="../media/chime.wav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8.xml"/><Relationship Id="rIdTrSnd" Type="http://schemas.openxmlformats.org/officeDocument/2006/relationships/audio" Target="../media/whoosh.wav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9.xml"/><Relationship Id="rIdTrSnd" Type="http://schemas.openxmlformats.org/officeDocument/2006/relationships/audio" Target="../media/bubbles.wav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0.xml"/><Relationship Id="rIdTrSnd" Type="http://schemas.openxmlformats.org/officeDocument/2006/relationships/audio" Target="../media/sparkle.wav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1.xml"/><Relationship Id="rIdTrSnd" Type="http://schemas.openxmlformats.org/officeDocument/2006/relationships/audio" Target="../media/marimba.wav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2.xml"/><Relationship Id="rIdTrSnd" Type="http://schemas.openxmlformats.org/officeDocument/2006/relationships/audio" Target="../media/harp.wav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3.xml"/><Relationship Id="rIdTrSnd" Type="http://schemas.openxmlformats.org/officeDocument/2006/relationships/audio" Target="../media/chime.wav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4.xml"/><Relationship Id="rIdTrSnd" Type="http://schemas.openxmlformats.org/officeDocument/2006/relationships/audio" Target="../media/whoosh.wav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5.xml"/><Relationship Id="rIdTrSnd" Type="http://schemas.openxmlformats.org/officeDocument/2006/relationships/audio" Target="../media/bubbles.wav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6.xml"/><Relationship Id="rIdTrSnd" Type="http://schemas.openxmlformats.org/officeDocument/2006/relationships/audio" Target="../media/sparkle.wav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7.xml"/><Relationship Id="rIdTrSnd" Type="http://schemas.openxmlformats.org/officeDocument/2006/relationships/audio" Target="../media/marimba.wav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8.xml"/><Relationship Id="rIdTrSnd" Type="http://schemas.openxmlformats.org/officeDocument/2006/relationships/audio" Target="../media/harp.wav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9.xml"/><Relationship Id="rIdTrSnd" Type="http://schemas.openxmlformats.org/officeDocument/2006/relationships/audio" Target="../media/chime.wav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0.xml"/><Relationship Id="rIdTrSnd" Type="http://schemas.openxmlformats.org/officeDocument/2006/relationships/audio" Target="../media/whoosh.wav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1.xml"/><Relationship Id="rIdTrSnd" Type="http://schemas.openxmlformats.org/officeDocument/2006/relationships/audio" Target="../media/bubbles.wav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2.xml"/><Relationship Id="rIdTrSnd" Type="http://schemas.openxmlformats.org/officeDocument/2006/relationships/audio" Target="../media/sparkle.wav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3.xml"/><Relationship Id="rIdTrSnd" Type="http://schemas.openxmlformats.org/officeDocument/2006/relationships/audio" Target="../media/marimba.wav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4.xml"/><Relationship Id="rIdTrSnd" Type="http://schemas.openxmlformats.org/officeDocument/2006/relationships/audio" Target="../media/harp.wav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5.xml"/><Relationship Id="rIdTrSnd" Type="http://schemas.openxmlformats.org/officeDocument/2006/relationships/audio" Target="../media/chime.wav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6.xml"/><Relationship Id="rIdTrSnd" Type="http://schemas.openxmlformats.org/officeDocument/2006/relationships/audio" Target="../media/whoosh.wav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7.xml"/><Relationship Id="rIdTrSnd" Type="http://schemas.openxmlformats.org/officeDocument/2006/relationships/audio" Target="../media/bubbles.wav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8.xml"/><Relationship Id="rIdTrSnd" Type="http://schemas.openxmlformats.org/officeDocument/2006/relationships/audio" Target="../media/sparkle.wav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9.xml"/><Relationship Id="rIdTrSnd" Type="http://schemas.openxmlformats.org/officeDocument/2006/relationships/audio" Target="../media/marimba.wav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0.xml"/><Relationship Id="rIdTrSnd" Type="http://schemas.openxmlformats.org/officeDocument/2006/relationships/audio" Target="../media/harp.wav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1.xml"/><Relationship Id="rIdTrSnd" Type="http://schemas.openxmlformats.org/officeDocument/2006/relationships/audio" Target="../media/chime.wav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2.xml"/><Relationship Id="rIdTrSnd" Type="http://schemas.openxmlformats.org/officeDocument/2006/relationships/audio" Target="../media/whoosh.wav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3.xml"/><Relationship Id="rIdTrSnd" Type="http://schemas.openxmlformats.org/officeDocument/2006/relationships/audio" Target="../media/bubbles.wav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4.xml"/><Relationship Id="rIdTrSnd" Type="http://schemas.openxmlformats.org/officeDocument/2006/relationships/audio" Target="../media/sparkle.wav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5.xml"/><Relationship Id="rIdTrSnd" Type="http://schemas.openxmlformats.org/officeDocument/2006/relationships/audio" Target="../media/marimba.wav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6.xml"/><Relationship Id="rIdTrSnd" Type="http://schemas.openxmlformats.org/officeDocument/2006/relationships/audio" Target="../media/harp.wav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7.xml"/><Relationship Id="rIdTrSnd" Type="http://schemas.openxmlformats.org/officeDocument/2006/relationships/audio" Target="../media/chime.wav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8.xml"/><Relationship Id="rIdTrSnd" Type="http://schemas.openxmlformats.org/officeDocument/2006/relationships/audio" Target="../media/whoosh.wav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9.xml"/><Relationship Id="rIdTrSnd" Type="http://schemas.openxmlformats.org/officeDocument/2006/relationships/audio" Target="../media/bubbles.wav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0.xml"/><Relationship Id="rIdTrSnd" Type="http://schemas.openxmlformats.org/officeDocument/2006/relationships/audio" Target="../media/sparkle.wav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1.xml"/><Relationship Id="rIdTrSnd" Type="http://schemas.openxmlformats.org/officeDocument/2006/relationships/audio" Target="../media/marimba.wav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2.xml"/><Relationship Id="rIdTrSnd" Type="http://schemas.openxmlformats.org/officeDocument/2006/relationships/audio" Target="../media/harp.wav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3.xml"/><Relationship Id="rIdTrSnd" Type="http://schemas.openxmlformats.org/officeDocument/2006/relationships/audio" Target="../media/chime.wav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4.xml"/><Relationship Id="rIdTrSnd" Type="http://schemas.openxmlformats.org/officeDocument/2006/relationships/audio" Target="../media/whoosh.wav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5.xml"/><Relationship Id="rIdTrSnd" Type="http://schemas.openxmlformats.org/officeDocument/2006/relationships/audio" Target="../media/bubbles.wav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6.xml"/><Relationship Id="rIdTrSnd" Type="http://schemas.openxmlformats.org/officeDocument/2006/relationships/audio" Target="../media/sparkle.wav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7.xml"/><Relationship Id="rIdTrSnd" Type="http://schemas.openxmlformats.org/officeDocument/2006/relationships/audio" Target="../media/marimba.wav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8.xml"/><Relationship Id="rIdTrSnd" Type="http://schemas.openxmlformats.org/officeDocument/2006/relationships/audio" Target="../media/harp.wav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9.xml"/><Relationship Id="rIdTrSnd" Type="http://schemas.openxmlformats.org/officeDocument/2006/relationships/audio" Target="../media/chime.wav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0.xml"/><Relationship Id="rIdTrSnd" Type="http://schemas.openxmlformats.org/officeDocument/2006/relationships/audio" Target="../media/whoosh.wav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1.xml"/><Relationship Id="rIdTrSnd" Type="http://schemas.openxmlformats.org/officeDocument/2006/relationships/audio" Target="../media/bubbles.wav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2.xml"/><Relationship Id="rIdTrSnd" Type="http://schemas.openxmlformats.org/officeDocument/2006/relationships/audio" Target="../media/sparkle.wav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3.xml"/><Relationship Id="rIdTrSnd" Type="http://schemas.openxmlformats.org/officeDocument/2006/relationships/audio" Target="../media/marimba.wav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4.xml"/><Relationship Id="rIdTrSnd" Type="http://schemas.openxmlformats.org/officeDocument/2006/relationships/audio" Target="../media/harp.wav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5.xml"/><Relationship Id="rIdTrSnd" Type="http://schemas.openxmlformats.org/officeDocument/2006/relationships/audio" Target="../media/chime.wav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6.xml"/><Relationship Id="rIdTrSnd" Type="http://schemas.openxmlformats.org/officeDocument/2006/relationships/audio" Target="../media/whoosh.wav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7.xml"/><Relationship Id="rIdTrSnd" Type="http://schemas.openxmlformats.org/officeDocument/2006/relationships/audio" Target="../media/bubbles.wav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8.xml"/><Relationship Id="rIdTrSnd" Type="http://schemas.openxmlformats.org/officeDocument/2006/relationships/audio" Target="../media/sparkle.wav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9.xml"/><Relationship Id="rIdTrSnd" Type="http://schemas.openxmlformats.org/officeDocument/2006/relationships/audio" Target="../media/marimba.wav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0.xml"/><Relationship Id="rIdTrSnd" Type="http://schemas.openxmlformats.org/officeDocument/2006/relationships/audio" Target="../media/harp.wav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1.xml"/><Relationship Id="rIdTrSnd" Type="http://schemas.openxmlformats.org/officeDocument/2006/relationships/audio" Target="../media/chime.wav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2.xml"/><Relationship Id="rIdTrSnd" Type="http://schemas.openxmlformats.org/officeDocument/2006/relationships/audio" Target="../media/whoosh.wav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3.xml"/><Relationship Id="rIdTrSnd" Type="http://schemas.openxmlformats.org/officeDocument/2006/relationships/audio" Target="../media/bubbles.wav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4.xml"/><Relationship Id="rIdTrSnd" Type="http://schemas.openxmlformats.org/officeDocument/2006/relationships/audio" Target="../media/sparkle.wav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5.xml"/><Relationship Id="rIdTrSnd" Type="http://schemas.openxmlformats.org/officeDocument/2006/relationships/audio" Target="../media/marimba.wav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6.xml"/><Relationship Id="rIdTrSnd" Type="http://schemas.openxmlformats.org/officeDocument/2006/relationships/audio" Target="../media/harp.wav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7.xml"/><Relationship Id="rIdTrSnd" Type="http://schemas.openxmlformats.org/officeDocument/2006/relationships/audio" Target="../media/chime.wav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8.xml"/><Relationship Id="rIdTrSnd" Type="http://schemas.openxmlformats.org/officeDocument/2006/relationships/audio" Target="../media/whoosh.wav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9.xml"/><Relationship Id="rIdTrSnd" Type="http://schemas.openxmlformats.org/officeDocument/2006/relationships/audio" Target="../media/bubbles.wav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0.xml"/><Relationship Id="rIdTrSnd" Type="http://schemas.openxmlformats.org/officeDocument/2006/relationships/audio" Target="../media/sparkle.wav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1.xml"/><Relationship Id="rIdTrSnd" Type="http://schemas.openxmlformats.org/officeDocument/2006/relationships/audio" Target="../media/marimba.wav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2.xml"/><Relationship Id="rIdTrSnd" Type="http://schemas.openxmlformats.org/officeDocument/2006/relationships/audio" Target="../media/harp.wav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3.xml"/><Relationship Id="rIdTrSnd" Type="http://schemas.openxmlformats.org/officeDocument/2006/relationships/audio" Target="../media/chime.wav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4.xml"/><Relationship Id="rIdTrSnd" Type="http://schemas.openxmlformats.org/officeDocument/2006/relationships/audio" Target="../media/whoosh.wav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5.xml"/><Relationship Id="rIdTrSnd" Type="http://schemas.openxmlformats.org/officeDocument/2006/relationships/audio" Target="../media/bubbles.wav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6.xml"/><Relationship Id="rIdTrSnd" Type="http://schemas.openxmlformats.org/officeDocument/2006/relationships/audio" Target="../media/sparkle.wav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7.xml"/><Relationship Id="rIdTrSnd" Type="http://schemas.openxmlformats.org/officeDocument/2006/relationships/audio" Target="../media/marimba.wav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8.xml"/><Relationship Id="rIdTrSnd" Type="http://schemas.openxmlformats.org/officeDocument/2006/relationships/audio" Target="../media/harp.wav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9.xml"/><Relationship Id="rIdTrSnd" Type="http://schemas.openxmlformats.org/officeDocument/2006/relationships/audio" Target="../media/chime.wav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0.xml"/><Relationship Id="rIdTrSnd" Type="http://schemas.openxmlformats.org/officeDocument/2006/relationships/audio" Target="../media/whoosh.wav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1.xml"/><Relationship Id="rIdTrSnd" Type="http://schemas.openxmlformats.org/officeDocument/2006/relationships/audio" Target="../media/bubbles.wav"/></Relationships>
</file>

<file path=ppt/slides/_rels/slide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2.xml"/><Relationship Id="rIdTrSnd" Type="http://schemas.openxmlformats.org/officeDocument/2006/relationships/audio" Target="../media/sparkle.wav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3.xml"/><Relationship Id="rIdTrSnd" Type="http://schemas.openxmlformats.org/officeDocument/2006/relationships/audio" Target="../media/marimba.wav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4.xml"/><Relationship Id="rIdTrSnd" Type="http://schemas.openxmlformats.org/officeDocument/2006/relationships/audio" Target="../media/harp.wav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5.xml"/><Relationship Id="rIdTrSnd" Type="http://schemas.openxmlformats.org/officeDocument/2006/relationships/audio" Target="../media/chime.wav"/></Relationships>
</file>

<file path=ppt/slides/_rels/slide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6.xml"/><Relationship Id="rIdTrSnd" Type="http://schemas.openxmlformats.org/officeDocument/2006/relationships/audio" Target="../media/whoosh.wav"/></Relationships>
</file>

<file path=ppt/slides/_rels/slide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7.xml"/><Relationship Id="rIdTrSnd" Type="http://schemas.openxmlformats.org/officeDocument/2006/relationships/audio" Target="../media/bubbles.wav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8.xml"/><Relationship Id="rIdTrSnd" Type="http://schemas.openxmlformats.org/officeDocument/2006/relationships/audio" Target="../media/sparkle.wav"/></Relationships>
</file>

<file path=ppt/slides/_rels/slide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9.xml"/><Relationship Id="rIdTrSnd" Type="http://schemas.openxmlformats.org/officeDocument/2006/relationships/audio" Target="../media/marimba.wav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0.xml"/><Relationship Id="rIdTrSnd" Type="http://schemas.openxmlformats.org/officeDocument/2006/relationships/audio" Target="../media/harp.wav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1.xml"/><Relationship Id="rIdTrSnd" Type="http://schemas.openxmlformats.org/officeDocument/2006/relationships/audio" Target="../media/chime.wav"/></Relationships>
</file>

<file path=ppt/slides/_rels/slide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2.xml"/><Relationship Id="rIdTrSnd" Type="http://schemas.openxmlformats.org/officeDocument/2006/relationships/audio" Target="../media/whoosh.wav"/></Relationships>
</file>

<file path=ppt/slides/_rels/slide3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3.xml"/><Relationship Id="rIdTrSnd" Type="http://schemas.openxmlformats.org/officeDocument/2006/relationships/audio" Target="../media/bubbles.wav"/></Relationships>
</file>

<file path=ppt/slides/_rels/slide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4.xml"/><Relationship Id="rIdTrSnd" Type="http://schemas.openxmlformats.org/officeDocument/2006/relationships/audio" Target="../media/sparkle.wav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5.xml"/><Relationship Id="rIdTrSnd" Type="http://schemas.openxmlformats.org/officeDocument/2006/relationships/audio" Target="../media/marimba.wav"/></Relationships>
</file>

<file path=ppt/slides/_rels/slide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6.xml"/><Relationship Id="rIdTrSnd" Type="http://schemas.openxmlformats.org/officeDocument/2006/relationships/audio" Target="../media/harp.wav"/></Relationships>
</file>

<file path=ppt/slides/_rels/slide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7.xml"/><Relationship Id="rIdTrSnd" Type="http://schemas.openxmlformats.org/officeDocument/2006/relationships/audio" Target="../media/chime.wav"/></Relationships>
</file>

<file path=ppt/slides/_rels/slide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8.xml"/><Relationship Id="rIdTrSnd" Type="http://schemas.openxmlformats.org/officeDocument/2006/relationships/audio" Target="../media/whoosh.wav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9.xml"/><Relationship Id="rIdTrSnd" Type="http://schemas.openxmlformats.org/officeDocument/2006/relationships/audio" Target="../media/bubbles.wav"/></Relationships>
</file>

<file path=ppt/slides/_rels/slide3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0.xml"/><Relationship Id="rIdTrSnd" Type="http://schemas.openxmlformats.org/officeDocument/2006/relationships/audio" Target="../media/sparkle.wav"/></Relationships>
</file>

<file path=ppt/slides/_rels/slide3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1.xml"/><Relationship Id="rIdTrSnd" Type="http://schemas.openxmlformats.org/officeDocument/2006/relationships/audio" Target="../media/marimba.wav"/></Relationships>
</file>

<file path=ppt/slides/_rels/slide3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2.xml"/><Relationship Id="rIdTrSnd" Type="http://schemas.openxmlformats.org/officeDocument/2006/relationships/audio" Target="../media/harp.wav"/></Relationships>
</file>

<file path=ppt/slides/_rels/slide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3.xml"/><Relationship Id="rIdTrSnd" Type="http://schemas.openxmlformats.org/officeDocument/2006/relationships/audio" Target="../media/chime.wav"/></Relationships>
</file>

<file path=ppt/slides/_rels/slide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4.xml"/><Relationship Id="rIdTrSnd" Type="http://schemas.openxmlformats.org/officeDocument/2006/relationships/audio" Target="../media/whoosh.wav"/></Relationships>
</file>

<file path=ppt/slides/_rels/slide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5.xml"/><Relationship Id="rIdTrSnd" Type="http://schemas.openxmlformats.org/officeDocument/2006/relationships/audio" Target="../media/bubbles.wav"/></Relationships>
</file>

<file path=ppt/slides/_rels/slide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6.xml"/><Relationship Id="rIdTrSnd" Type="http://schemas.openxmlformats.org/officeDocument/2006/relationships/audio" Target="../media/sparkle.wav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7.xml"/><Relationship Id="rIdTrSnd" Type="http://schemas.openxmlformats.org/officeDocument/2006/relationships/audio" Target="../media/marimba.wav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8.xml"/><Relationship Id="rIdTrSnd" Type="http://schemas.openxmlformats.org/officeDocument/2006/relationships/audio" Target="../media/harp.wav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9.xml"/><Relationship Id="rIdTrSnd" Type="http://schemas.openxmlformats.org/officeDocument/2006/relationships/audio" Target="../media/chime.wav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0.xml"/><Relationship Id="rIdTrSnd" Type="http://schemas.openxmlformats.org/officeDocument/2006/relationships/audio" Target="../media/whoosh.wav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1.xml"/><Relationship Id="rIdTrSnd" Type="http://schemas.openxmlformats.org/officeDocument/2006/relationships/audio" Target="../media/bubbles.wav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2.xml"/><Relationship Id="rIdTrSnd" Type="http://schemas.openxmlformats.org/officeDocument/2006/relationships/audio" Target="../media/sparkle.wav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3.xml"/><Relationship Id="rIdTrSnd" Type="http://schemas.openxmlformats.org/officeDocument/2006/relationships/audio" Target="../media/marimba.wav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4.xml"/><Relationship Id="rIdTrSnd" Type="http://schemas.openxmlformats.org/officeDocument/2006/relationships/audio" Target="../media/harp.wav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5.xml"/><Relationship Id="rIdTrSnd" Type="http://schemas.openxmlformats.org/officeDocument/2006/relationships/audio" Target="../media/chime.wav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6.xml"/><Relationship Id="rIdTrSnd" Type="http://schemas.openxmlformats.org/officeDocument/2006/relationships/audio" Target="../media/whoosh.wav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7.xml"/><Relationship Id="rIdTrSnd" Type="http://schemas.openxmlformats.org/officeDocument/2006/relationships/audio" Target="../media/bubbles.wav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8.xml"/><Relationship Id="rIdTrSnd" Type="http://schemas.openxmlformats.org/officeDocument/2006/relationships/audio" Target="../media/sparkle.wav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9.xml"/><Relationship Id="rIdTrSnd" Type="http://schemas.openxmlformats.org/officeDocument/2006/relationships/audio" Target="../media/marimba.wav"/></Relationships>
</file>

<file path=ppt/slides/_rels/slide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0.xml"/><Relationship Id="rIdTrSnd" Type="http://schemas.openxmlformats.org/officeDocument/2006/relationships/audio" Target="../media/harp.wav"/></Relationships>
</file>

<file path=ppt/slides/_rels/slide3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1.xml"/><Relationship Id="rIdTrSnd" Type="http://schemas.openxmlformats.org/officeDocument/2006/relationships/audio" Target="../media/chime.wav"/></Relationships>
</file>

<file path=ppt/slides/_rels/slide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2.xml"/><Relationship Id="rIdTrSnd" Type="http://schemas.openxmlformats.org/officeDocument/2006/relationships/audio" Target="../media/whoosh.wav"/></Relationships>
</file>

<file path=ppt/slides/_rels/slide3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3.xml"/><Relationship Id="rIdTrSnd" Type="http://schemas.openxmlformats.org/officeDocument/2006/relationships/audio" Target="../media/bubbles.wav"/></Relationships>
</file>

<file path=ppt/slides/_rels/slide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4.xml"/><Relationship Id="rIdTrSnd" Type="http://schemas.openxmlformats.org/officeDocument/2006/relationships/audio" Target="../media/sparkle.wav"/></Relationships>
</file>

<file path=ppt/slides/_rels/slide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5.xml"/><Relationship Id="rIdTrSnd" Type="http://schemas.openxmlformats.org/officeDocument/2006/relationships/audio" Target="../media/marimba.wav"/></Relationships>
</file>

<file path=ppt/slides/_rels/slide3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6.xml"/><Relationship Id="rIdTrSnd" Type="http://schemas.openxmlformats.org/officeDocument/2006/relationships/audio" Target="../media/harp.wav"/></Relationships>
</file>

<file path=ppt/slides/_rels/slide3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7.xml"/><Relationship Id="rIdTrSnd" Type="http://schemas.openxmlformats.org/officeDocument/2006/relationships/audio" Target="../media/chime.wav"/></Relationships>
</file>

<file path=ppt/slides/_rels/slide3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8.xml"/><Relationship Id="rIdTrSnd" Type="http://schemas.openxmlformats.org/officeDocument/2006/relationships/audio" Target="../media/whoosh.wav"/></Relationships>
</file>

<file path=ppt/slides/_rels/slide3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9.xml"/><Relationship Id="rIdTrSnd" Type="http://schemas.openxmlformats.org/officeDocument/2006/relationships/audio" Target="../media/bubbles.wav"/></Relationships>
</file>

<file path=ppt/slides/_rels/slide4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0.xml"/><Relationship Id="rIdTrSnd" Type="http://schemas.openxmlformats.org/officeDocument/2006/relationships/audio" Target="../media/sparkle.wav"/></Relationships>
</file>

<file path=ppt/slides/_rels/slide4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1.xml"/><Relationship Id="rIdTrSnd" Type="http://schemas.openxmlformats.org/officeDocument/2006/relationships/audio" Target="../media/marimba.wav"/></Relationships>
</file>

<file path=ppt/slides/_rels/slide4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2.xml"/><Relationship Id="rIdTrSnd" Type="http://schemas.openxmlformats.org/officeDocument/2006/relationships/audio" Target="../media/harp.wav"/></Relationships>
</file>

<file path=ppt/slides/_rels/slide4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3.xml"/><Relationship Id="rIdTrSnd" Type="http://schemas.openxmlformats.org/officeDocument/2006/relationships/audio" Target="../media/chime.wav"/></Relationships>
</file>

<file path=ppt/slides/_rels/slide4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4.xml"/><Relationship Id="rIdTrSnd" Type="http://schemas.openxmlformats.org/officeDocument/2006/relationships/audio" Target="../media/whoosh.wav"/></Relationships>
</file>

<file path=ppt/slides/_rels/slide4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5.xml"/><Relationship Id="rIdTrSnd" Type="http://schemas.openxmlformats.org/officeDocument/2006/relationships/audio" Target="../media/bubbles.wav"/></Relationships>
</file>

<file path=ppt/slides/_rels/slide4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6.xml"/><Relationship Id="rIdTrSnd" Type="http://schemas.openxmlformats.org/officeDocument/2006/relationships/audio" Target="../media/sparkle.wav"/></Relationships>
</file>

<file path=ppt/slides/_rels/slide4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7.xml"/><Relationship Id="rIdTrSnd" Type="http://schemas.openxmlformats.org/officeDocument/2006/relationships/audio" Target="../media/marimba.wav"/></Relationships>
</file>

<file path=ppt/slides/_rels/slide4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8.xml"/><Relationship Id="rIdTrSnd" Type="http://schemas.openxmlformats.org/officeDocument/2006/relationships/audio" Target="../media/harp.wav"/></Relationships>
</file>

<file path=ppt/slides/_rels/slide4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9.xml"/><Relationship Id="rIdTrSnd" Type="http://schemas.openxmlformats.org/officeDocument/2006/relationships/audio" Target="../media/chime.wav"/></Relationships>
</file>

<file path=ppt/slides/_rels/slide4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0.xml"/><Relationship Id="rIdTrSnd" Type="http://schemas.openxmlformats.org/officeDocument/2006/relationships/audio" Target="../media/whoosh.wav"/></Relationships>
</file>

<file path=ppt/slides/_rels/slide4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1.xml"/><Relationship Id="rIdTrSnd" Type="http://schemas.openxmlformats.org/officeDocument/2006/relationships/audio" Target="../media/bubbles.wav"/></Relationships>
</file>

<file path=ppt/slides/_rels/slide4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2.xml"/><Relationship Id="rIdTrSnd" Type="http://schemas.openxmlformats.org/officeDocument/2006/relationships/audio" Target="../media/sparkle.wav"/></Relationships>
</file>

<file path=ppt/slides/_rels/slide4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3.xml"/><Relationship Id="rIdTrSnd" Type="http://schemas.openxmlformats.org/officeDocument/2006/relationships/audio" Target="../media/marimba.wav"/></Relationships>
</file>

<file path=ppt/slides/_rels/slide4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4.xml"/><Relationship Id="rIdTrSnd" Type="http://schemas.openxmlformats.org/officeDocument/2006/relationships/audio" Target="../media/harp.wav"/></Relationships>
</file>

<file path=ppt/slides/_rels/slide4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5.xml"/><Relationship Id="rIdTrSnd" Type="http://schemas.openxmlformats.org/officeDocument/2006/relationships/audio" Target="../media/chime.wav"/></Relationships>
</file>

<file path=ppt/slides/_rels/slide4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6.xml"/><Relationship Id="rIdTrSnd" Type="http://schemas.openxmlformats.org/officeDocument/2006/relationships/audio" Target="../media/whoosh.wav"/></Relationships>
</file>

<file path=ppt/slides/_rels/slide4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7.xml"/><Relationship Id="rIdTrSnd" Type="http://schemas.openxmlformats.org/officeDocument/2006/relationships/audio" Target="../media/bubbles.wav"/></Relationships>
</file>

<file path=ppt/slides/_rels/slide4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8.xml"/><Relationship Id="rIdTrSnd" Type="http://schemas.openxmlformats.org/officeDocument/2006/relationships/audio" Target="../media/sparkle.wav"/></Relationships>
</file>

<file path=ppt/slides/_rels/slide4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9.xml"/><Relationship Id="rIdTrSnd" Type="http://schemas.openxmlformats.org/officeDocument/2006/relationships/audio" Target="../media/marimba.wav"/></Relationships>
</file>

<file path=ppt/slides/_rels/slide4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0.xml"/><Relationship Id="rIdTrSnd" Type="http://schemas.openxmlformats.org/officeDocument/2006/relationships/audio" Target="../media/harp.wav"/></Relationships>
</file>

<file path=ppt/slides/_rels/slide4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1.xml"/><Relationship Id="rIdTrSnd" Type="http://schemas.openxmlformats.org/officeDocument/2006/relationships/audio" Target="../media/chime.wav"/></Relationships>
</file>

<file path=ppt/slides/_rels/slide4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2.xml"/><Relationship Id="rIdTrSnd" Type="http://schemas.openxmlformats.org/officeDocument/2006/relationships/audio" Target="../media/whoosh.wav"/></Relationships>
</file>

<file path=ppt/slides/_rels/slide4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3.xml"/><Relationship Id="rIdTrSnd" Type="http://schemas.openxmlformats.org/officeDocument/2006/relationships/audio" Target="../media/bubbles.wav"/></Relationships>
</file>

<file path=ppt/slides/_rels/slide4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4.xml"/><Relationship Id="rIdTrSnd" Type="http://schemas.openxmlformats.org/officeDocument/2006/relationships/audio" Target="../media/sparkle.wav"/></Relationships>
</file>

<file path=ppt/slides/_rels/slide4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5.xml"/><Relationship Id="rIdTrSnd" Type="http://schemas.openxmlformats.org/officeDocument/2006/relationships/audio" Target="../media/marimba.wav"/></Relationships>
</file>

<file path=ppt/slides/_rels/slide4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6.xml"/><Relationship Id="rIdTrSnd" Type="http://schemas.openxmlformats.org/officeDocument/2006/relationships/audio" Target="../media/harp.wav"/></Relationships>
</file>

<file path=ppt/slides/_rels/slide4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7.xml"/><Relationship Id="rIdTrSnd" Type="http://schemas.openxmlformats.org/officeDocument/2006/relationships/audio" Target="../media/chime.wav"/></Relationships>
</file>

<file path=ppt/slides/_rels/slide4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8.xml"/><Relationship Id="rIdTrSnd" Type="http://schemas.openxmlformats.org/officeDocument/2006/relationships/audio" Target="../media/whoosh.wav"/></Relationships>
</file>

<file path=ppt/slides/_rels/slide4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9.xml"/><Relationship Id="rIdTrSnd" Type="http://schemas.openxmlformats.org/officeDocument/2006/relationships/audio" Target="../media/bubbles.wav"/></Relationships>
</file>

<file path=ppt/slides/_rels/slide4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0.xml"/><Relationship Id="rIdTrSnd" Type="http://schemas.openxmlformats.org/officeDocument/2006/relationships/audio" Target="../media/sparkle.wav"/></Relationships>
</file>

<file path=ppt/slides/_rels/slide4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1.xml"/><Relationship Id="rIdTrSnd" Type="http://schemas.openxmlformats.org/officeDocument/2006/relationships/audio" Target="../media/marimba.wav"/></Relationships>
</file>

<file path=ppt/slides/_rels/slide4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2.xml"/><Relationship Id="rIdTrSnd" Type="http://schemas.openxmlformats.org/officeDocument/2006/relationships/audio" Target="../media/harp.wav"/></Relationships>
</file>

<file path=ppt/slides/_rels/slide4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3.xml"/><Relationship Id="rIdTrSnd" Type="http://schemas.openxmlformats.org/officeDocument/2006/relationships/audio" Target="../media/chime.wav"/></Relationships>
</file>

<file path=ppt/slides/_rels/slide4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4.xml"/><Relationship Id="rIdTrSnd" Type="http://schemas.openxmlformats.org/officeDocument/2006/relationships/audio" Target="../media/whoosh.wav"/></Relationships>
</file>

<file path=ppt/slides/_rels/slide4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5.xml"/><Relationship Id="rIdTrSnd" Type="http://schemas.openxmlformats.org/officeDocument/2006/relationships/audio" Target="../media/bubbles.wav"/></Relationships>
</file>

<file path=ppt/slides/_rels/slide4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6.xml"/><Relationship Id="rIdTrSnd" Type="http://schemas.openxmlformats.org/officeDocument/2006/relationships/audio" Target="../media/sparkle.wav"/></Relationships>
</file>

<file path=ppt/slides/_rels/slide4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7.xml"/><Relationship Id="rIdTrSnd" Type="http://schemas.openxmlformats.org/officeDocument/2006/relationships/audio" Target="../media/marimba.wav"/></Relationships>
</file>

<file path=ppt/slides/_rels/slide4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8.xml"/><Relationship Id="rIdTrSnd" Type="http://schemas.openxmlformats.org/officeDocument/2006/relationships/audio" Target="../media/harp.wav"/></Relationships>
</file>

<file path=ppt/slides/_rels/slide4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9.xml"/><Relationship Id="rIdTrSnd" Type="http://schemas.openxmlformats.org/officeDocument/2006/relationships/audio" Target="../media/chime.wav"/></Relationships>
</file>

<file path=ppt/slides/_rels/slide4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0.xml"/><Relationship Id="rIdTrSnd" Type="http://schemas.openxmlformats.org/officeDocument/2006/relationships/audio" Target="../media/whoosh.wav"/></Relationships>
</file>

<file path=ppt/slides/_rels/slide4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1.xml"/><Relationship Id="rIdTrSnd" Type="http://schemas.openxmlformats.org/officeDocument/2006/relationships/audio" Target="../media/bubbles.wav"/></Relationships>
</file>

<file path=ppt/slides/_rels/slide4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2.xml"/><Relationship Id="rIdTrSnd" Type="http://schemas.openxmlformats.org/officeDocument/2006/relationships/audio" Target="../media/sparkle.wav"/></Relationships>
</file>

<file path=ppt/slides/_rels/slide4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3.xml"/><Relationship Id="rIdTrSnd" Type="http://schemas.openxmlformats.org/officeDocument/2006/relationships/audio" Target="../media/marimba.wav"/></Relationships>
</file>

<file path=ppt/slides/_rels/slide4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4.xml"/><Relationship Id="rIdTrSnd" Type="http://schemas.openxmlformats.org/officeDocument/2006/relationships/audio" Target="../media/harp.wav"/></Relationships>
</file>

<file path=ppt/slides/_rels/slide4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5.xml"/><Relationship Id="rIdTrSnd" Type="http://schemas.openxmlformats.org/officeDocument/2006/relationships/audio" Target="../media/chime.wav"/></Relationships>
</file>

<file path=ppt/slides/_rels/slide4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6.xml"/><Relationship Id="rIdTrSnd" Type="http://schemas.openxmlformats.org/officeDocument/2006/relationships/audio" Target="../media/whoosh.wav"/></Relationships>
</file>

<file path=ppt/slides/_rels/slide4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7.xml"/><Relationship Id="rIdTrSnd" Type="http://schemas.openxmlformats.org/officeDocument/2006/relationships/audio" Target="../media/bubbles.wav"/></Relationships>
</file>

<file path=ppt/slides/_rels/slide4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8.xml"/><Relationship Id="rIdTrSnd" Type="http://schemas.openxmlformats.org/officeDocument/2006/relationships/audio" Target="../media/sparkle.wav"/></Relationships>
</file>

<file path=ppt/slides/_rels/slide4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9.xml"/><Relationship Id="rIdTrSnd" Type="http://schemas.openxmlformats.org/officeDocument/2006/relationships/audio" Target="../media/marimba.wav"/></Relationships>
</file>

<file path=ppt/slides/_rels/slide4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0.xml"/><Relationship Id="rIdTrSnd" Type="http://schemas.openxmlformats.org/officeDocument/2006/relationships/audio" Target="../media/harp.wav"/></Relationships>
</file>

<file path=ppt/slides/_rels/slide4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1.xml"/><Relationship Id="rIdTrSnd" Type="http://schemas.openxmlformats.org/officeDocument/2006/relationships/audio" Target="../media/chime.wav"/></Relationships>
</file>

<file path=ppt/slides/_rels/slide4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2.xml"/><Relationship Id="rIdTrSnd" Type="http://schemas.openxmlformats.org/officeDocument/2006/relationships/audio" Target="../media/whoosh.wav"/></Relationships>
</file>

<file path=ppt/slides/_rels/slide4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3.xml"/><Relationship Id="rIdTrSnd" Type="http://schemas.openxmlformats.org/officeDocument/2006/relationships/audio" Target="../media/bubbles.wav"/></Relationships>
</file>

<file path=ppt/slides/_rels/slide4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4.xml"/><Relationship Id="rIdTrSnd" Type="http://schemas.openxmlformats.org/officeDocument/2006/relationships/audio" Target="../media/sparkle.wav"/></Relationships>
</file>

<file path=ppt/slides/_rels/slide4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5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C"/>
          </a:solidFill>
          <a:ln w="12700">
            <a:solidFill>
              <a:srgbClr val="5EED8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Panel 1"/>
          <p:cNvSpPr/>
          <p:nvPr/>
        </p:nvSpPr>
        <p:spPr>
          <a:xfrm>
            <a:off x="6492240" y="1097280"/>
            <a:ext cx="2286000" cy="19202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0">
            <a:solidFill>
              <a:srgbClr val="1971C2"/>
            </a:solidFill>
            <a:prstDash val="solid"/>
          </a:ln>
        </p:spPr>
      </p:sp>
      <p:sp>
        <p:nvSpPr>
          <p:cNvPr id="19" name="C1 T1 sign"/>
          <p:cNvSpPr txBox="1"/>
          <p:nvPr/>
        </p:nvSpPr>
        <p:spPr>
          <a:xfrm>
            <a:off x="6492240" y="1165098"/>
            <a:ext cx="2286000" cy="1920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ـً</a:t>
            </a:r>
            <a:endParaRPr lang="ar-SA" sz="8900" dirty="0"/>
          </a:p>
        </p:txBody>
      </p:sp>
      <p:sp>
        <p:nvSpPr>
          <p:cNvPr id="20" name="C1 L1 label box"/>
          <p:cNvSpPr/>
          <p:nvPr/>
        </p:nvSpPr>
        <p:spPr>
          <a:xfrm>
            <a:off x="6492240" y="3182112"/>
            <a:ext cx="2286000" cy="566928"/>
          </a:xfrm>
          <a:prstGeom prst="roundRect">
            <a:avLst>
              <a:gd name="adj" fmla="val 32258"/>
            </a:avLst>
          </a:prstGeom>
          <a:solidFill>
            <a:srgbClr val="1971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1 L1 label"/>
          <p:cNvSpPr txBox="1"/>
          <p:nvPr/>
        </p:nvSpPr>
        <p:spPr>
          <a:xfrm>
            <a:off x="6492240" y="3123819"/>
            <a:ext cx="228600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تنوين الفتح</a:t>
            </a:r>
            <a:endParaRPr lang="ar-SA" sz="2700" dirty="0"/>
          </a:p>
        </p:txBody>
      </p:sp>
      <p:sp>
        <p:nvSpPr>
          <p:cNvPr id="22" name="Panel 2"/>
          <p:cNvSpPr/>
          <p:nvPr/>
        </p:nvSpPr>
        <p:spPr>
          <a:xfrm>
            <a:off x="3429000" y="1097280"/>
            <a:ext cx="2286000" cy="19202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23" name="C3 T2 sign"/>
          <p:cNvSpPr txBox="1"/>
          <p:nvPr/>
        </p:nvSpPr>
        <p:spPr>
          <a:xfrm>
            <a:off x="3429000" y="1097280"/>
            <a:ext cx="2286000" cy="1920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ـَ</a:t>
            </a:r>
            <a:endParaRPr lang="ar-SA" sz="8900" dirty="0"/>
          </a:p>
        </p:txBody>
      </p:sp>
      <p:sp>
        <p:nvSpPr>
          <p:cNvPr id="24" name="C3 L2 label box"/>
          <p:cNvSpPr/>
          <p:nvPr/>
        </p:nvSpPr>
        <p:spPr>
          <a:xfrm>
            <a:off x="3429000" y="3182112"/>
            <a:ext cx="2286000" cy="566928"/>
          </a:xfrm>
          <a:prstGeom prst="roundRect">
            <a:avLst>
              <a:gd name="adj" fmla="val 32258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3 L2 label"/>
          <p:cNvSpPr txBox="1"/>
          <p:nvPr/>
        </p:nvSpPr>
        <p:spPr>
          <a:xfrm>
            <a:off x="3429000" y="3187510"/>
            <a:ext cx="228600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فتحة</a:t>
            </a:r>
            <a:endParaRPr lang="ar-SA" sz="3400" dirty="0"/>
          </a:p>
        </p:txBody>
      </p:sp>
      <p:sp>
        <p:nvSpPr>
          <p:cNvPr id="26" name="Panel 3"/>
          <p:cNvSpPr/>
          <p:nvPr/>
        </p:nvSpPr>
        <p:spPr>
          <a:xfrm>
            <a:off x="365760" y="1097280"/>
            <a:ext cx="2286000" cy="19202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27" name="C4 T3 sign"/>
          <p:cNvSpPr txBox="1"/>
          <p:nvPr/>
        </p:nvSpPr>
        <p:spPr>
          <a:xfrm>
            <a:off x="365760" y="1057154"/>
            <a:ext cx="2286000" cy="1920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900" dirty="0"/>
          </a:p>
        </p:txBody>
      </p:sp>
      <p:sp>
        <p:nvSpPr>
          <p:cNvPr id="28" name="C4 L3 label box"/>
          <p:cNvSpPr/>
          <p:nvPr/>
        </p:nvSpPr>
        <p:spPr>
          <a:xfrm>
            <a:off x="365760" y="3182112"/>
            <a:ext cx="2286000" cy="566928"/>
          </a:xfrm>
          <a:prstGeom prst="roundRect">
            <a:avLst>
              <a:gd name="adj" fmla="val 32258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4 L3 label"/>
          <p:cNvSpPr txBox="1"/>
          <p:nvPr/>
        </p:nvSpPr>
        <p:spPr>
          <a:xfrm>
            <a:off x="365760" y="3145917"/>
            <a:ext cx="228600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نون ساكنة</a:t>
            </a:r>
            <a:endParaRPr lang="ar-SA" sz="3000" dirty="0"/>
          </a:p>
        </p:txBody>
      </p:sp>
      <p:sp>
        <p:nvSpPr>
          <p:cNvPr id="30" name="C2 E equals"/>
          <p:cNvSpPr/>
          <p:nvPr/>
        </p:nvSpPr>
        <p:spPr>
          <a:xfrm>
            <a:off x="5833872" y="1783080"/>
            <a:ext cx="548640" cy="548640"/>
          </a:xfrm>
          <a:prstGeom prst="mathEqual">
            <a:avLst/>
          </a:prstGeom>
          <a:solidFill>
            <a:srgbClr val="D9266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3 P plus"/>
          <p:cNvSpPr/>
          <p:nvPr/>
        </p:nvSpPr>
        <p:spPr>
          <a:xfrm>
            <a:off x="2770632" y="1783080"/>
            <a:ext cx="548640" cy="548640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30" grpId="0" animBg="1"/>
      <p:bldP spid="23" grpId="0" animBg="1"/>
      <p:bldP spid="24" grpId="0" animBg="1"/>
      <p:bldP spid="25" grpId="0" animBg="1"/>
      <p:bldP spid="31" grpId="0" animBg="1"/>
      <p:bldP spid="27" grpId="0" animBg="1"/>
      <p:bldP spid="28" grpId="0" animBg="1"/>
      <p:bldP spid="2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1"/>
          </a:solidFill>
          <a:ln w="12700">
            <a:solidFill>
              <a:srgbClr val="E052A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6DB70"/>
          </a:solidFill>
          <a:ln w="12700">
            <a:solidFill>
              <a:srgbClr val="7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485"/>
          </a:solidFill>
          <a:ln w="12700">
            <a:solidFill>
              <a:srgbClr val="477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143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143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40080" y="1554480"/>
            <a:ext cx="265176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789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900" dirty="0"/>
          </a:p>
        </p:txBody>
      </p:sp>
      <p:sp>
        <p:nvSpPr>
          <p:cNvPr id="19" name="C2 V1 mark"/>
          <p:cNvSpPr txBox="1"/>
          <p:nvPr/>
        </p:nvSpPr>
        <p:spPr>
          <a:xfrm>
            <a:off x="6720840" y="15789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900" dirty="0"/>
          </a:p>
        </p:txBody>
      </p:sp>
      <p:sp>
        <p:nvSpPr>
          <p:cNvPr id="20" name="C3 P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650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900" dirty="0"/>
          </a:p>
        </p:txBody>
      </p:sp>
      <p:sp>
        <p:nvSpPr>
          <p:cNvPr id="22" name="C5 V2 mark"/>
          <p:cNvSpPr txBox="1"/>
          <p:nvPr/>
        </p:nvSpPr>
        <p:spPr>
          <a:xfrm>
            <a:off x="4343400" y="16650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20440" y="2304288"/>
            <a:ext cx="64008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sound"/>
          <p:cNvSpPr txBox="1"/>
          <p:nvPr/>
        </p:nvSpPr>
        <p:spPr>
          <a:xfrm>
            <a:off x="640080" y="1499006"/>
            <a:ext cx="26517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بَنۡ</a:t>
            </a:r>
            <a:endParaRPr lang="ar-SA" sz="9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DD864"/>
          </a:solidFill>
          <a:ln w="12700">
            <a:solidFill>
              <a:srgbClr val="8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FD147"/>
          </a:solidFill>
          <a:ln w="12700">
            <a:solidFill>
              <a:srgbClr val="8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512064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1971C2"/>
            </a:solidFill>
            <a:prstDash val="solid"/>
          </a:ln>
        </p:spPr>
      </p:sp>
      <p:sp>
        <p:nvSpPr>
          <p:cNvPr id="11" name="Panel read"/>
          <p:cNvSpPr/>
          <p:nvPr/>
        </p:nvSpPr>
        <p:spPr>
          <a:xfrm>
            <a:off x="45720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2" name="C1 W written"/>
          <p:cNvSpPr txBox="1"/>
          <p:nvPr/>
        </p:nvSpPr>
        <p:spPr>
          <a:xfrm>
            <a:off x="5120640" y="983056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بًا</a:t>
            </a:r>
            <a:endParaRPr lang="ar-SA" sz="9300" dirty="0"/>
          </a:p>
        </p:txBody>
      </p:sp>
      <p:sp>
        <p:nvSpPr>
          <p:cNvPr id="13" name="C1 L1 label box"/>
          <p:cNvSpPr/>
          <p:nvPr/>
        </p:nvSpPr>
        <p:spPr>
          <a:xfrm>
            <a:off x="5120640" y="3227832"/>
            <a:ext cx="3566160" cy="566928"/>
          </a:xfrm>
          <a:prstGeom prst="roundRect">
            <a:avLst>
              <a:gd name="adj" fmla="val 32258"/>
            </a:avLst>
          </a:prstGeom>
          <a:solidFill>
            <a:srgbClr val="1971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1 L1 label"/>
          <p:cNvSpPr txBox="1"/>
          <p:nvPr/>
        </p:nvSpPr>
        <p:spPr>
          <a:xfrm>
            <a:off x="5120640" y="3197714"/>
            <a:ext cx="356616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نكتب</a:t>
            </a:r>
            <a:endParaRPr lang="ar-SA" sz="3100" dirty="0"/>
          </a:p>
        </p:txBody>
      </p:sp>
      <p:sp>
        <p:nvSpPr>
          <p:cNvPr id="15" name="C2 A arrow"/>
          <p:cNvSpPr/>
          <p:nvPr/>
        </p:nvSpPr>
        <p:spPr>
          <a:xfrm>
            <a:off x="4206240" y="1783080"/>
            <a:ext cx="731520" cy="548640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R read"/>
          <p:cNvSpPr txBox="1"/>
          <p:nvPr/>
        </p:nvSpPr>
        <p:spPr>
          <a:xfrm>
            <a:off x="457200" y="997820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بَنۡ</a:t>
            </a:r>
            <a:endParaRPr lang="ar-SA" sz="9300" dirty="0"/>
          </a:p>
        </p:txBody>
      </p:sp>
      <p:sp>
        <p:nvSpPr>
          <p:cNvPr id="17" name="C3 L2 label box"/>
          <p:cNvSpPr/>
          <p:nvPr/>
        </p:nvSpPr>
        <p:spPr>
          <a:xfrm>
            <a:off x="457200" y="3227832"/>
            <a:ext cx="3566160" cy="566928"/>
          </a:xfrm>
          <a:prstGeom prst="roundRect">
            <a:avLst>
              <a:gd name="adj" fmla="val 32258"/>
            </a:avLst>
          </a:prstGeom>
          <a:solidFill>
            <a:srgbClr val="D94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3 L2 label"/>
          <p:cNvSpPr txBox="1"/>
          <p:nvPr/>
        </p:nvSpPr>
        <p:spPr>
          <a:xfrm>
            <a:off x="457200" y="3235770"/>
            <a:ext cx="356616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نقرأ</a:t>
            </a:r>
            <a:endParaRPr lang="ar-SA" sz="2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143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143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40080" y="1554480"/>
            <a:ext cx="265176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073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900" dirty="0"/>
          </a:p>
        </p:txBody>
      </p:sp>
      <p:sp>
        <p:nvSpPr>
          <p:cNvPr id="15" name="C2 V1 mark"/>
          <p:cNvSpPr txBox="1"/>
          <p:nvPr/>
        </p:nvSpPr>
        <p:spPr>
          <a:xfrm>
            <a:off x="6720840" y="17073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900" dirty="0"/>
          </a:p>
        </p:txBody>
      </p:sp>
      <p:sp>
        <p:nvSpPr>
          <p:cNvPr id="16" name="C3 P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650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900" dirty="0"/>
          </a:p>
        </p:txBody>
      </p:sp>
      <p:sp>
        <p:nvSpPr>
          <p:cNvPr id="18" name="C5 V2 mark"/>
          <p:cNvSpPr txBox="1"/>
          <p:nvPr/>
        </p:nvSpPr>
        <p:spPr>
          <a:xfrm>
            <a:off x="4343400" y="16650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20440" y="2304288"/>
            <a:ext cx="64008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sound"/>
          <p:cNvSpPr txBox="1"/>
          <p:nvPr/>
        </p:nvSpPr>
        <p:spPr>
          <a:xfrm>
            <a:off x="640080" y="1511046"/>
            <a:ext cx="26517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تَنۡ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D2B"/>
          </a:solidFill>
          <a:ln w="12700">
            <a:solidFill>
              <a:srgbClr val="643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D34"/>
          </a:solidFill>
          <a:ln w="12700">
            <a:solidFill>
              <a:srgbClr val="796D34"/>
            </a:solidFill>
            <a:prstDash val="solid"/>
          </a:ln>
        </p:spPr>
      </p:sp>
      <p:sp>
        <p:nvSpPr>
          <p:cNvPr id="12" name="Panel written"/>
          <p:cNvSpPr/>
          <p:nvPr/>
        </p:nvSpPr>
        <p:spPr>
          <a:xfrm>
            <a:off x="512064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1971C2"/>
            </a:solidFill>
            <a:prstDash val="solid"/>
          </a:ln>
        </p:spPr>
      </p:sp>
      <p:sp>
        <p:nvSpPr>
          <p:cNvPr id="13" name="Panel read"/>
          <p:cNvSpPr/>
          <p:nvPr/>
        </p:nvSpPr>
        <p:spPr>
          <a:xfrm>
            <a:off x="45720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4" name="C1 W written"/>
          <p:cNvSpPr txBox="1"/>
          <p:nvPr/>
        </p:nvSpPr>
        <p:spPr>
          <a:xfrm>
            <a:off x="5120640" y="1208710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تًا</a:t>
            </a:r>
            <a:endParaRPr lang="ar-SA" sz="9200" dirty="0"/>
          </a:p>
        </p:txBody>
      </p:sp>
      <p:sp>
        <p:nvSpPr>
          <p:cNvPr id="15" name="C1 L1 label box"/>
          <p:cNvSpPr/>
          <p:nvPr/>
        </p:nvSpPr>
        <p:spPr>
          <a:xfrm>
            <a:off x="5120640" y="3227832"/>
            <a:ext cx="3566160" cy="566928"/>
          </a:xfrm>
          <a:prstGeom prst="roundRect">
            <a:avLst>
              <a:gd name="adj" fmla="val 32258"/>
            </a:avLst>
          </a:prstGeom>
          <a:solidFill>
            <a:srgbClr val="1971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1 L1 label"/>
          <p:cNvSpPr txBox="1"/>
          <p:nvPr/>
        </p:nvSpPr>
        <p:spPr>
          <a:xfrm>
            <a:off x="5120640" y="3197714"/>
            <a:ext cx="356616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نكتب</a:t>
            </a:r>
            <a:endParaRPr lang="ar-SA" sz="3100" dirty="0"/>
          </a:p>
        </p:txBody>
      </p:sp>
      <p:sp>
        <p:nvSpPr>
          <p:cNvPr id="17" name="C2 A arrow"/>
          <p:cNvSpPr/>
          <p:nvPr/>
        </p:nvSpPr>
        <p:spPr>
          <a:xfrm>
            <a:off x="4206240" y="1783080"/>
            <a:ext cx="731520" cy="548640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3 R read"/>
          <p:cNvSpPr txBox="1"/>
          <p:nvPr/>
        </p:nvSpPr>
        <p:spPr>
          <a:xfrm>
            <a:off x="457200" y="1009498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تَنۡ</a:t>
            </a:r>
            <a:endParaRPr lang="ar-SA" sz="9200" dirty="0"/>
          </a:p>
        </p:txBody>
      </p:sp>
      <p:sp>
        <p:nvSpPr>
          <p:cNvPr id="19" name="C3 L2 label box"/>
          <p:cNvSpPr/>
          <p:nvPr/>
        </p:nvSpPr>
        <p:spPr>
          <a:xfrm>
            <a:off x="457200" y="3227832"/>
            <a:ext cx="3566160" cy="566928"/>
          </a:xfrm>
          <a:prstGeom prst="roundRect">
            <a:avLst>
              <a:gd name="adj" fmla="val 32258"/>
            </a:avLst>
          </a:prstGeom>
          <a:solidFill>
            <a:srgbClr val="D94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L2 label"/>
          <p:cNvSpPr txBox="1"/>
          <p:nvPr/>
        </p:nvSpPr>
        <p:spPr>
          <a:xfrm>
            <a:off x="457200" y="3235770"/>
            <a:ext cx="356616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نقرأ</a:t>
            </a:r>
            <a:endParaRPr lang="ar-SA" sz="2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512064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1971C2"/>
            </a:solidFill>
            <a:prstDash val="solid"/>
          </a:ln>
        </p:spPr>
      </p:sp>
      <p:sp>
        <p:nvSpPr>
          <p:cNvPr id="11" name="Panel read"/>
          <p:cNvSpPr/>
          <p:nvPr/>
        </p:nvSpPr>
        <p:spPr>
          <a:xfrm>
            <a:off x="45720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2" name="C1 W written"/>
          <p:cNvSpPr txBox="1"/>
          <p:nvPr/>
        </p:nvSpPr>
        <p:spPr>
          <a:xfrm>
            <a:off x="5120640" y="1065054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قَمَرًا</a:t>
            </a:r>
            <a:endParaRPr lang="ar-SA" sz="8500" dirty="0"/>
          </a:p>
        </p:txBody>
      </p:sp>
      <p:sp>
        <p:nvSpPr>
          <p:cNvPr id="13" name="C1 L1 label box"/>
          <p:cNvSpPr/>
          <p:nvPr/>
        </p:nvSpPr>
        <p:spPr>
          <a:xfrm>
            <a:off x="5120640" y="3227832"/>
            <a:ext cx="3566160" cy="566928"/>
          </a:xfrm>
          <a:prstGeom prst="roundRect">
            <a:avLst>
              <a:gd name="adj" fmla="val 32258"/>
            </a:avLst>
          </a:prstGeom>
          <a:solidFill>
            <a:srgbClr val="1971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1 L1 label"/>
          <p:cNvSpPr txBox="1"/>
          <p:nvPr/>
        </p:nvSpPr>
        <p:spPr>
          <a:xfrm>
            <a:off x="5120640" y="3197714"/>
            <a:ext cx="356616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نكتب</a:t>
            </a:r>
            <a:endParaRPr lang="ar-SA" sz="3100" dirty="0"/>
          </a:p>
        </p:txBody>
      </p:sp>
      <p:sp>
        <p:nvSpPr>
          <p:cNvPr id="15" name="C2 A arrow"/>
          <p:cNvSpPr/>
          <p:nvPr/>
        </p:nvSpPr>
        <p:spPr>
          <a:xfrm>
            <a:off x="4206240" y="1783080"/>
            <a:ext cx="731520" cy="548640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R read"/>
          <p:cNvSpPr txBox="1"/>
          <p:nvPr/>
        </p:nvSpPr>
        <p:spPr>
          <a:xfrm>
            <a:off x="457200" y="1065054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قَمَرَنۡ</a:t>
            </a:r>
            <a:endParaRPr lang="ar-SA" sz="8500" dirty="0"/>
          </a:p>
        </p:txBody>
      </p:sp>
      <p:sp>
        <p:nvSpPr>
          <p:cNvPr id="17" name="C3 L2 label box"/>
          <p:cNvSpPr/>
          <p:nvPr/>
        </p:nvSpPr>
        <p:spPr>
          <a:xfrm>
            <a:off x="457200" y="3227832"/>
            <a:ext cx="3566160" cy="566928"/>
          </a:xfrm>
          <a:prstGeom prst="roundRect">
            <a:avLst>
              <a:gd name="adj" fmla="val 32258"/>
            </a:avLst>
          </a:prstGeom>
          <a:solidFill>
            <a:srgbClr val="D94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3 L2 label"/>
          <p:cNvSpPr txBox="1"/>
          <p:nvPr/>
        </p:nvSpPr>
        <p:spPr>
          <a:xfrm>
            <a:off x="457200" y="3235770"/>
            <a:ext cx="356616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نقرأ</a:t>
            </a:r>
            <a:endParaRPr lang="ar-SA" sz="2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85EED"/>
          </a:solidFill>
          <a:ln w="12700">
            <a:solidFill>
              <a:srgbClr val="6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120640" y="1143000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</a:t>
            </a:r>
            <a:endParaRPr lang="ar-SA" sz="9700" dirty="0"/>
          </a:p>
        </p:txBody>
      </p:sp>
      <p:sp>
        <p:nvSpPr>
          <p:cNvPr id="20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22" name="C3 W2 word"/>
          <p:cNvSpPr txBox="1"/>
          <p:nvPr/>
        </p:nvSpPr>
        <p:spPr>
          <a:xfrm>
            <a:off x="914400" y="1143000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9700" dirty="0"/>
          </a:p>
        </p:txBody>
      </p:sp>
      <p:sp>
        <p:nvSpPr>
          <p:cNvPr id="23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4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5E052"/>
          </a:solidFill>
          <a:ln w="12700">
            <a:solidFill>
              <a:srgbClr val="C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1DB"/>
          </a:solidFill>
          <a:ln w="12700">
            <a:solidFill>
              <a:srgbClr val="709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3"/>
          </a:solidFill>
          <a:ln w="12700">
            <a:solidFill>
              <a:srgbClr val="854783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</a:t>
            </a:r>
            <a:endParaRPr lang="ar-SA" sz="6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500" dirty="0"/>
          </a:p>
        </p:txBody>
      </p:sp>
      <p:sp>
        <p:nvSpPr>
          <p:cNvPr id="23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9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AD8"/>
          </a:solidFill>
          <a:ln w="12700">
            <a:solidFill>
              <a:srgbClr val="64A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1D1"/>
          </a:solidFill>
          <a:ln w="12700">
            <a:solidFill>
              <a:srgbClr val="47B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143000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</a:t>
            </a:r>
            <a:endParaRPr lang="ar-SA" sz="88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143000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88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</a:t>
            </a:r>
            <a:endParaRPr lang="ar-SA" sz="6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800" dirty="0"/>
          </a:p>
        </p:txBody>
      </p:sp>
      <p:sp>
        <p:nvSpPr>
          <p:cNvPr id="19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F"/>
          </a:solidFill>
          <a:ln w="12700">
            <a:solidFill>
              <a:srgbClr val="2B64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B"/>
          </a:solidFill>
          <a:ln w="12700">
            <a:solidFill>
              <a:srgbClr val="34795B"/>
            </a:solidFill>
            <a:prstDash val="solid"/>
          </a:ln>
        </p:spPr>
      </p:sp>
      <p:sp>
        <p:nvSpPr>
          <p:cNvPr id="12" name="Panel 1"/>
          <p:cNvSpPr/>
          <p:nvPr/>
        </p:nvSpPr>
        <p:spPr>
          <a:xfrm>
            <a:off x="4846320" y="914400"/>
            <a:ext cx="3200400" cy="3200400"/>
          </a:xfrm>
          <a:prstGeom prst="roundRect">
            <a:avLst>
              <a:gd name="adj" fmla="val 8571"/>
            </a:avLst>
          </a:prstGeom>
          <a:solidFill>
            <a:srgbClr val="FFFBE3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3" name="C1 E1 ending"/>
          <p:cNvSpPr txBox="1"/>
          <p:nvPr/>
        </p:nvSpPr>
        <p:spPr>
          <a:xfrm>
            <a:off x="4846320" y="914400"/>
            <a:ext cx="3200400" cy="1856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ةً</a:t>
            </a:r>
            <a:endParaRPr lang="ar-SA" sz="5700" dirty="0"/>
          </a:p>
        </p:txBody>
      </p:sp>
      <p:sp>
        <p:nvSpPr>
          <p:cNvPr id="14" name="C2 E1 word"/>
          <p:cNvSpPr txBox="1"/>
          <p:nvPr/>
        </p:nvSpPr>
        <p:spPr>
          <a:xfrm>
            <a:off x="4846320" y="2770632"/>
            <a:ext cx="3200400" cy="1344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شَجَرَةً</a:t>
            </a:r>
            <a:endParaRPr lang="ar-SA" sz="3600" dirty="0"/>
          </a:p>
        </p:txBody>
      </p:sp>
      <p:sp>
        <p:nvSpPr>
          <p:cNvPr id="15" name="C3 V tick a"/>
          <p:cNvSpPr/>
          <p:nvPr/>
        </p:nvSpPr>
        <p:spPr>
          <a:xfrm>
            <a:off x="8321040" y="251460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3 V tick b"/>
          <p:cNvSpPr/>
          <p:nvPr/>
        </p:nvSpPr>
        <p:spPr>
          <a:xfrm flipV="1">
            <a:off x="8522208" y="225856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7" name="Panel 2"/>
          <p:cNvSpPr/>
          <p:nvPr/>
        </p:nvSpPr>
        <p:spPr>
          <a:xfrm>
            <a:off x="1097280" y="914400"/>
            <a:ext cx="3200400" cy="3200400"/>
          </a:xfrm>
          <a:prstGeom prst="roundRect">
            <a:avLst>
              <a:gd name="adj" fmla="val 8571"/>
            </a:avLst>
          </a:prstGeom>
          <a:solidFill>
            <a:srgbClr val="FFFBE3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8" name="C4 E2 ending"/>
          <p:cNvSpPr txBox="1"/>
          <p:nvPr/>
        </p:nvSpPr>
        <p:spPr>
          <a:xfrm>
            <a:off x="1097280" y="914400"/>
            <a:ext cx="3200400" cy="1856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5700" dirty="0"/>
          </a:p>
        </p:txBody>
      </p:sp>
      <p:sp>
        <p:nvSpPr>
          <p:cNvPr id="19" name="C5 E2 word"/>
          <p:cNvSpPr txBox="1"/>
          <p:nvPr/>
        </p:nvSpPr>
        <p:spPr>
          <a:xfrm>
            <a:off x="1097280" y="2770632"/>
            <a:ext cx="3200400" cy="1344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خَطَأً</a:t>
            </a:r>
            <a:endParaRPr lang="ar-SA" sz="3600" dirty="0"/>
          </a:p>
        </p:txBody>
      </p:sp>
      <p:sp>
        <p:nvSpPr>
          <p:cNvPr id="20" name="C6 V tick a"/>
          <p:cNvSpPr/>
          <p:nvPr/>
        </p:nvSpPr>
        <p:spPr>
          <a:xfrm>
            <a:off x="274320" y="251460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1" name="C6 V tick b"/>
          <p:cNvSpPr/>
          <p:nvPr/>
        </p:nvSpPr>
        <p:spPr>
          <a:xfrm flipV="1">
            <a:off x="475488" y="225856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8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8"/>
          </a:solidFill>
          <a:ln w="12700">
            <a:solidFill>
              <a:srgbClr val="ED5E7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51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بَأً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8"/>
          </a:solidFill>
          <a:ln w="12700">
            <a:solidFill>
              <a:srgbClr val="52E0D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C"/>
          </a:solidFill>
          <a:ln w="12700">
            <a:solidFill>
              <a:srgbClr val="DB70A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747"/>
          </a:solidFill>
          <a:ln w="12700">
            <a:solidFill>
              <a:srgbClr val="8577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51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تَأً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7"/>
          </a:solidFill>
          <a:ln w="12700">
            <a:solidFill>
              <a:srgbClr val="D864C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F47D1"/>
          </a:solidFill>
          <a:ln w="12700">
            <a:solidFill>
              <a:srgbClr val="C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ثَأً</a:t>
            </a:r>
            <a:endParaRPr lang="ar-SA" sz="5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5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جَأً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564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A3479"/>
          </a:solidFill>
          <a:ln w="12700">
            <a:solidFill>
              <a:srgbClr val="4A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51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حَأً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خَأً</a:t>
            </a:r>
            <a:endParaRPr lang="ar-SA" sz="5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CED5E"/>
          </a:solidFill>
          <a:ln w="12700">
            <a:solidFill>
              <a:srgbClr val="9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51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دَأً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552E0"/>
          </a:solidFill>
          <a:ln w="12700">
            <a:solidFill>
              <a:srgbClr val="B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7DB70"/>
          </a:solidFill>
          <a:ln w="12700">
            <a:solidFill>
              <a:srgbClr val="C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8"/>
          </a:solidFill>
          <a:ln w="12700">
            <a:solidFill>
              <a:srgbClr val="478568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</a:t>
            </a:r>
            <a:endParaRPr lang="ar-SA" sz="6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500" dirty="0"/>
          </a:p>
        </p:txBody>
      </p:sp>
      <p:sp>
        <p:nvSpPr>
          <p:cNvPr id="23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9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D64"/>
          </a:solidFill>
          <a:ln w="12700">
            <a:solidFill>
              <a:srgbClr val="D8C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D47"/>
          </a:solidFill>
          <a:ln w="12700">
            <a:solidFill>
              <a:srgbClr val="D1A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أَبًا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تَبًا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3"/>
          </a:solidFill>
          <a:ln w="12700">
            <a:solidFill>
              <a:srgbClr val="642B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934"/>
          </a:solidFill>
          <a:ln w="12700">
            <a:solidFill>
              <a:srgbClr val="793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</a:t>
            </a:r>
            <a:endParaRPr lang="ar-SA" sz="45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ثَبًا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جَبًا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FED"/>
          </a:solidFill>
          <a:ln w="12700">
            <a:solidFill>
              <a:srgbClr val="5EB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حَبًا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152"/>
          </a:solidFill>
          <a:ln w="12700">
            <a:solidFill>
              <a:srgbClr val="E09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5"/>
          </a:solidFill>
          <a:ln w="12700">
            <a:solidFill>
              <a:srgbClr val="70DBD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84785"/>
          </a:solidFill>
          <a:ln w="12700">
            <a:solidFill>
              <a:srgbClr val="58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خَبًا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0"/>
          </a:solidFill>
          <a:ln w="12700">
            <a:solidFill>
              <a:srgbClr val="64D8B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A"/>
          </a:solidFill>
          <a:ln w="12700">
            <a:solidFill>
              <a:srgbClr val="47D1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دَبًا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</a:t>
            </a:r>
            <a:endParaRPr lang="ar-SA" sz="6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800" dirty="0"/>
          </a:p>
        </p:txBody>
      </p:sp>
      <p:sp>
        <p:nvSpPr>
          <p:cNvPr id="19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642B"/>
          </a:solidFill>
          <a:ln w="12700">
            <a:solidFill>
              <a:srgbClr val="5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07934"/>
          </a:solidFill>
          <a:ln w="12700">
            <a:solidFill>
              <a:srgbClr val="40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أَتًا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بَتًا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3"/>
          </a:solidFill>
          <a:ln w="12700">
            <a:solidFill>
              <a:srgbClr val="ED5EE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</a:t>
            </a:r>
            <a:endParaRPr lang="ar-SA" sz="47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ثَتًا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E"/>
          </a:solidFill>
          <a:ln w="12700">
            <a:solidFill>
              <a:srgbClr val="52E06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B70DB"/>
          </a:solidFill>
          <a:ln w="12700">
            <a:solidFill>
              <a:srgbClr val="B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947"/>
          </a:solidFill>
          <a:ln w="12700">
            <a:solidFill>
              <a:srgbClr val="8549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جَتًا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364D8"/>
          </a:solidFill>
          <a:ln w="12700">
            <a:solidFill>
              <a:srgbClr val="9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847D1"/>
          </a:solidFill>
          <a:ln w="12700">
            <a:solidFill>
              <a:srgbClr val="6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حَتًا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خَتًا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064"/>
          </a:solidFill>
          <a:ln w="12700">
            <a:solidFill>
              <a:srgbClr val="2B6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279"/>
          </a:solidFill>
          <a:ln w="12700">
            <a:solidFill>
              <a:srgbClr val="3452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</a:t>
            </a:r>
            <a:endParaRPr lang="ar-SA" sz="47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دَتًا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18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45E"/>
          </a:solidFill>
          <a:ln w="12700">
            <a:solidFill>
              <a:srgbClr val="EDD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أَثًا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9E0"/>
          </a:solidFill>
          <a:ln w="12700">
            <a:solidFill>
              <a:srgbClr val="525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070"/>
          </a:solidFill>
          <a:ln w="12700">
            <a:solidFill>
              <a:srgbClr val="DBA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58547"/>
          </a:solidFill>
          <a:ln w="12700">
            <a:solidFill>
              <a:srgbClr val="55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2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</a:t>
            </a:r>
            <a:endParaRPr lang="ar-SA" sz="42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بَثًا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664"/>
          </a:solidFill>
          <a:ln w="12700">
            <a:solidFill>
              <a:srgbClr val="D87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9"/>
          </a:solidFill>
          <a:ln w="12700">
            <a:solidFill>
              <a:srgbClr val="D1474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تَثًا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جَثًا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A2B64"/>
          </a:solidFill>
          <a:ln w="12700">
            <a:solidFill>
              <a:srgbClr val="5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3"/>
          </a:solidFill>
          <a:ln w="12700">
            <a:solidFill>
              <a:srgbClr val="793463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حَثًا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خَثًا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0"/>
          </a:solidFill>
          <a:ln w="12700">
            <a:solidFill>
              <a:srgbClr val="5EEDB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2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دَثًا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D"/>
          </a:solidFill>
          <a:ln w="12700">
            <a:solidFill>
              <a:srgbClr val="E0527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5"/>
          </a:solidFill>
          <a:ln w="12700">
            <a:solidFill>
              <a:srgbClr val="70DB8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485"/>
          </a:solidFill>
          <a:ln w="12700">
            <a:solidFill>
              <a:srgbClr val="4764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3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جًا</a:t>
            </a:r>
            <a:endParaRPr lang="ar-SA" sz="9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FD864"/>
          </a:solidFill>
          <a:ln w="12700">
            <a:solidFill>
              <a:srgbClr val="6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BD147"/>
          </a:solidFill>
          <a:ln w="12700">
            <a:solidFill>
              <a:srgbClr val="6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أَجًا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بَجًا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C2B"/>
          </a:solidFill>
          <a:ln w="12700">
            <a:solidFill>
              <a:srgbClr val="644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47934"/>
          </a:solidFill>
          <a:ln w="12700">
            <a:solidFill>
              <a:srgbClr val="74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تَجًا</a:t>
            </a:r>
            <a:endParaRPr lang="ar-SA" sz="8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ثَجًا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C5EED"/>
          </a:solidFill>
          <a:ln w="12700">
            <a:solidFill>
              <a:srgbClr val="8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حَجًا</a:t>
            </a:r>
            <a:endParaRPr lang="ar-SA" sz="8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0E052"/>
          </a:solidFill>
          <a:ln w="12700">
            <a:solidFill>
              <a:srgbClr val="A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6DB"/>
          </a:solidFill>
          <a:ln w="12700">
            <a:solidFill>
              <a:srgbClr val="707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3"/>
          </a:solidFill>
          <a:ln w="12700">
            <a:solidFill>
              <a:srgbClr val="854773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خَجًا</a:t>
            </a:r>
            <a:endParaRPr lang="ar-SA" sz="8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CD8"/>
          </a:solidFill>
          <a:ln w="12700">
            <a:solidFill>
              <a:srgbClr val="648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ED1"/>
          </a:solidFill>
          <a:ln w="12700">
            <a:solidFill>
              <a:srgbClr val="478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دَجًا</a:t>
            </a:r>
            <a:endParaRPr lang="ar-SA" sz="8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9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حًا</a:t>
            </a:r>
            <a:endParaRPr lang="ar-SA" sz="11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D"/>
          </a:solidFill>
          <a:ln w="12700">
            <a:solidFill>
              <a:srgbClr val="2B643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D"/>
          </a:solidFill>
          <a:ln w="12700">
            <a:solidFill>
              <a:srgbClr val="34796D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أَحًا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بَحًا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95E"/>
          </a:solidFill>
          <a:ln w="12700">
            <a:solidFill>
              <a:srgbClr val="ED6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تَحًا</a:t>
            </a:r>
            <a:endParaRPr lang="ar-SA" sz="8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4E0"/>
          </a:solidFill>
          <a:ln w="12700">
            <a:solidFill>
              <a:srgbClr val="52C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0"/>
          </a:solidFill>
          <a:ln w="12700">
            <a:solidFill>
              <a:srgbClr val="DB709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38547"/>
          </a:solidFill>
          <a:ln w="12700">
            <a:solidFill>
              <a:srgbClr val="83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ثَحًا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9"/>
          </a:solidFill>
          <a:ln w="12700">
            <a:solidFill>
              <a:srgbClr val="D864A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0"/>
          </a:solidFill>
          <a:ln w="12700">
            <a:solidFill>
              <a:srgbClr val="D147B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جَحًا</a:t>
            </a:r>
            <a:endParaRPr lang="ar-SA" sz="8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خَحًا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F2B64"/>
          </a:solidFill>
          <a:ln w="12700">
            <a:solidFill>
              <a:srgbClr val="2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C3479"/>
          </a:solidFill>
          <a:ln w="12700">
            <a:solidFill>
              <a:srgbClr val="5C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دَحًا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8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7ED5E"/>
          </a:solidFill>
          <a:ln w="12700">
            <a:solidFill>
              <a:srgbClr val="7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أَخًا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952E0"/>
          </a:solidFill>
          <a:ln w="12700">
            <a:solidFill>
              <a:srgbClr val="D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BDB70"/>
          </a:solidFill>
          <a:ln w="12700">
            <a:solidFill>
              <a:srgbClr val="A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7"/>
          </a:solidFill>
          <a:ln w="12700">
            <a:solidFill>
              <a:srgbClr val="47857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بَخًا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6D864"/>
          </a:solidFill>
          <a:ln w="12700">
            <a:solidFill>
              <a:srgbClr val="C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D047"/>
          </a:solidFill>
          <a:ln w="12700">
            <a:solidFill>
              <a:srgbClr val="D1D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تَخًا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ثَخًا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5"/>
          </a:solidFill>
          <a:ln w="12700">
            <a:solidFill>
              <a:srgbClr val="642B3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B34"/>
          </a:solidFill>
          <a:ln w="12700">
            <a:solidFill>
              <a:srgbClr val="794B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جَخًا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حَخًا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BED"/>
          </a:solidFill>
          <a:ln w="12700">
            <a:solidFill>
              <a:srgbClr val="5E9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دَخًا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652"/>
          </a:solidFill>
          <a:ln w="12700">
            <a:solidFill>
              <a:srgbClr val="E0B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6DB"/>
          </a:solidFill>
          <a:ln w="12700">
            <a:solidFill>
              <a:srgbClr val="70C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4785"/>
          </a:solidFill>
          <a:ln w="12700">
            <a:solidFill>
              <a:srgbClr val="68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</a:t>
            </a:r>
            <a:endParaRPr lang="ar-SA" sz="8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600" dirty="0"/>
          </a:p>
        </p:txBody>
      </p:sp>
      <p:sp>
        <p:nvSpPr>
          <p:cNvPr id="23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دًا</a:t>
            </a:r>
            <a:endParaRPr lang="ar-SA" sz="10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E"/>
          </a:solidFill>
          <a:ln w="12700">
            <a:solidFill>
              <a:srgbClr val="64D8C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E"/>
          </a:solidFill>
          <a:ln w="12700">
            <a:solidFill>
              <a:srgbClr val="47D1A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أَدًا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بَدًا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3642B"/>
          </a:solidFill>
          <a:ln w="12700">
            <a:solidFill>
              <a:srgbClr val="4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9"/>
          </a:solidFill>
          <a:ln w="12700">
            <a:solidFill>
              <a:srgbClr val="34793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</a:t>
            </a:r>
            <a:endParaRPr lang="ar-SA" sz="52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تَدًا</a:t>
            </a:r>
            <a:endParaRPr lang="ar-SA" sz="8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ثَدًا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F"/>
          </a:solidFill>
          <a:ln w="12700">
            <a:solidFill>
              <a:srgbClr val="ED5EB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جَدًا</a:t>
            </a:r>
            <a:endParaRPr lang="ar-SA" sz="8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2"/>
          </a:solidFill>
          <a:ln w="12700">
            <a:solidFill>
              <a:srgbClr val="52E09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670DB"/>
          </a:solidFill>
          <a:ln w="12700">
            <a:solidFill>
              <a:srgbClr val="D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947"/>
          </a:solidFill>
          <a:ln w="12700">
            <a:solidFill>
              <a:srgbClr val="8559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حَدًا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164D8"/>
          </a:solidFill>
          <a:ln w="12700">
            <a:solidFill>
              <a:srgbClr val="B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B47D1"/>
          </a:solidFill>
          <a:ln w="12700">
            <a:solidFill>
              <a:srgbClr val="8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خَدًا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500" dirty="0"/>
          </a:p>
        </p:txBody>
      </p:sp>
      <p:sp>
        <p:nvSpPr>
          <p:cNvPr id="19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ذًا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164"/>
          </a:solidFill>
          <a:ln w="12700">
            <a:solidFill>
              <a:srgbClr val="2B5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079"/>
          </a:solidFill>
          <a:ln w="12700">
            <a:solidFill>
              <a:srgbClr val="3440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أَذًا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بَذًا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2ED5E"/>
          </a:solidFill>
          <a:ln w="12700">
            <a:solidFill>
              <a:srgbClr val="E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</a:t>
            </a:r>
            <a:endParaRPr lang="ar-SA" sz="45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تَذًا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E52E0"/>
          </a:solidFill>
          <a:ln w="12700">
            <a:solidFill>
              <a:srgbClr val="6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B70"/>
          </a:solidFill>
          <a:ln w="12700">
            <a:solidFill>
              <a:srgbClr val="DBB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A"/>
          </a:solidFill>
          <a:ln w="12700">
            <a:solidFill>
              <a:srgbClr val="47854A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</a:t>
            </a:r>
            <a:endParaRPr lang="ar-SA" sz="45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ثَذًا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464"/>
          </a:solidFill>
          <a:ln w="12700">
            <a:solidFill>
              <a:srgbClr val="D89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947"/>
          </a:solidFill>
          <a:ln w="12700">
            <a:solidFill>
              <a:srgbClr val="D16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جَذًا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حَذًا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0"/>
          </a:solidFill>
          <a:ln w="12700">
            <a:solidFill>
              <a:srgbClr val="642B6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1"/>
          </a:solidFill>
          <a:ln w="12700">
            <a:solidFill>
              <a:srgbClr val="793451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خَذًا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دَذًا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5"/>
          </a:solidFill>
          <a:ln w="12700">
            <a:solidFill>
              <a:srgbClr val="5EEDD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</a:t>
            </a:r>
            <a:endParaRPr lang="ar-SA" sz="70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000" dirty="0"/>
          </a:p>
        </p:txBody>
      </p:sp>
      <p:sp>
        <p:nvSpPr>
          <p:cNvPr id="26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8"/>
          </a:solidFill>
          <a:ln w="12700">
            <a:solidFill>
              <a:srgbClr val="E0525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1"/>
          </a:solidFill>
          <a:ln w="12700">
            <a:solidFill>
              <a:srgbClr val="70DBA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485"/>
          </a:solidFill>
          <a:ln w="12700">
            <a:solidFill>
              <a:srgbClr val="4754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أَرًا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7"/>
          </a:solidFill>
          <a:ln w="12700">
            <a:solidFill>
              <a:srgbClr val="64D87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8D147"/>
          </a:solidFill>
          <a:ln w="12700">
            <a:solidFill>
              <a:srgbClr val="4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بَرًا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تَرًا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A2B"/>
          </a:solidFill>
          <a:ln w="12700">
            <a:solidFill>
              <a:srgbClr val="645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7934"/>
          </a:solidFill>
          <a:ln w="12700">
            <a:solidFill>
              <a:srgbClr val="63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</a:t>
            </a:r>
            <a:endParaRPr lang="ar-SA" sz="47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ثَرًا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جَرًا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15EED"/>
          </a:solidFill>
          <a:ln w="12700">
            <a:solidFill>
              <a:srgbClr val="B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حَرًا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CE052"/>
          </a:solidFill>
          <a:ln w="12700">
            <a:solidFill>
              <a:srgbClr val="7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670DB"/>
          </a:solidFill>
          <a:ln w="12700">
            <a:solidFill>
              <a:srgbClr val="8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4"/>
          </a:solidFill>
          <a:ln w="12700">
            <a:solidFill>
              <a:srgbClr val="854764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خَرًا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ED8"/>
          </a:solidFill>
          <a:ln w="12700">
            <a:solidFill>
              <a:srgbClr val="646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AD1"/>
          </a:solidFill>
          <a:ln w="12700">
            <a:solidFill>
              <a:srgbClr val="476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دَرًا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ذَرًا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C"/>
          </a:solidFill>
          <a:ln w="12700">
            <a:solidFill>
              <a:srgbClr val="2B644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479"/>
          </a:solidFill>
          <a:ln w="12700">
            <a:solidFill>
              <a:srgbClr val="347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70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000" dirty="0"/>
          </a:p>
        </p:txBody>
      </p:sp>
      <p:sp>
        <p:nvSpPr>
          <p:cNvPr id="20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أَزًا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D5E"/>
          </a:solidFill>
          <a:ln w="12700">
            <a:solidFill>
              <a:srgbClr val="ED8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45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بَزًا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FE0"/>
          </a:solidFill>
          <a:ln w="12700">
            <a:solidFill>
              <a:srgbClr val="529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5"/>
          </a:solidFill>
          <a:ln w="12700">
            <a:solidFill>
              <a:srgbClr val="DB707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38547"/>
          </a:solidFill>
          <a:ln w="12700">
            <a:solidFill>
              <a:srgbClr val="73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48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تَزًا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B"/>
          </a:solidFill>
          <a:ln w="12700">
            <a:solidFill>
              <a:srgbClr val="D8648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D"/>
          </a:solidFill>
          <a:ln w="12700">
            <a:solidFill>
              <a:srgbClr val="D1478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ثَزًا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جَزًا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2B64"/>
          </a:solidFill>
          <a:ln w="12700">
            <a:solidFill>
              <a:srgbClr val="3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3479"/>
          </a:solidFill>
          <a:ln w="12700">
            <a:solidFill>
              <a:srgbClr val="6E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حَزًا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خَزًا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A"/>
          </a:solidFill>
          <a:ln w="12700">
            <a:solidFill>
              <a:srgbClr val="5EED6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48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دَزًا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3"/>
          </a:solidFill>
          <a:ln w="12700">
            <a:solidFill>
              <a:srgbClr val="E052C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0DB70"/>
          </a:solidFill>
          <a:ln w="12700">
            <a:solidFill>
              <a:srgbClr val="9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285"/>
          </a:solidFill>
          <a:ln w="12700">
            <a:solidFill>
              <a:srgbClr val="4782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48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ذَزًا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8D864"/>
          </a:solidFill>
          <a:ln w="12700">
            <a:solidFill>
              <a:srgbClr val="A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FD147"/>
          </a:solidFill>
          <a:ln w="12700">
            <a:solidFill>
              <a:srgbClr val="A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رَزًا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9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سًا</a:t>
            </a:r>
            <a:endParaRPr lang="ar-SA" sz="11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F2B"/>
          </a:solidFill>
          <a:ln w="12700">
            <a:solidFill>
              <a:srgbClr val="642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C34"/>
          </a:solidFill>
          <a:ln w="12700">
            <a:solidFill>
              <a:srgbClr val="795C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أَسًا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بَسًا</a:t>
            </a:r>
            <a:endParaRPr lang="ar-SA" sz="8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6ED"/>
          </a:solidFill>
          <a:ln w="12700">
            <a:solidFill>
              <a:srgbClr val="5E7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تَسًا</a:t>
            </a:r>
            <a:endParaRPr lang="ar-SA" sz="8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432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A52"/>
          </a:solidFill>
          <a:ln w="12700">
            <a:solidFill>
              <a:srgbClr val="E0D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ADB"/>
          </a:solidFill>
          <a:ln w="12700">
            <a:solidFill>
              <a:srgbClr val="70A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84785"/>
          </a:solidFill>
          <a:ln w="12700">
            <a:solidFill>
              <a:srgbClr val="78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ثَسًا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5D8"/>
          </a:solidFill>
          <a:ln w="12700">
            <a:solidFill>
              <a:srgbClr val="64C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D1"/>
          </a:solidFill>
          <a:ln w="12700">
            <a:solidFill>
              <a:srgbClr val="47D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جَسًا</a:t>
            </a:r>
            <a:endParaRPr lang="ar-SA" sz="8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حَسًا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642B"/>
          </a:solidFill>
          <a:ln w="12700">
            <a:solidFill>
              <a:srgbClr val="3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B"/>
          </a:solidFill>
          <a:ln w="12700">
            <a:solidFill>
              <a:srgbClr val="34794B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خَسًا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دَسًا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A"/>
          </a:solidFill>
          <a:ln w="12700">
            <a:solidFill>
              <a:srgbClr val="ED5E9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ذَسًا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7"/>
          </a:solidFill>
          <a:ln w="12700">
            <a:solidFill>
              <a:srgbClr val="52E0B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5"/>
          </a:solidFill>
          <a:ln w="12700">
            <a:solidFill>
              <a:srgbClr val="DB70C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847"/>
          </a:solidFill>
          <a:ln w="12700">
            <a:solidFill>
              <a:srgbClr val="8568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رَسًا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E64D8"/>
          </a:solidFill>
          <a:ln w="12700">
            <a:solidFill>
              <a:srgbClr val="C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F47D1"/>
          </a:solidFill>
          <a:ln w="12700">
            <a:solidFill>
              <a:srgbClr val="A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زَسًا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9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شًا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364"/>
          </a:solidFill>
          <a:ln w="12700">
            <a:solidFill>
              <a:srgbClr val="2B4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A3479"/>
          </a:solidFill>
          <a:ln w="12700">
            <a:solidFill>
              <a:srgbClr val="3A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8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8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38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أَشًا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بَشًا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EED5E"/>
          </a:solidFill>
          <a:ln w="12700">
            <a:solidFill>
              <a:srgbClr val="B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8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38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تَشًا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352E0"/>
          </a:solidFill>
          <a:ln w="12700">
            <a:solidFill>
              <a:srgbClr val="9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770"/>
          </a:solidFill>
          <a:ln w="12700">
            <a:solidFill>
              <a:srgbClr val="DBD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9"/>
          </a:solidFill>
          <a:ln w="12700">
            <a:solidFill>
              <a:srgbClr val="478559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8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8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38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ثَشًا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164"/>
          </a:solidFill>
          <a:ln w="12700">
            <a:solidFill>
              <a:srgbClr val="D8B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C47"/>
          </a:solidFill>
          <a:ln w="12700">
            <a:solidFill>
              <a:srgbClr val="D18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جَشًا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حَشًا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1"/>
          </a:solidFill>
          <a:ln w="12700">
            <a:solidFill>
              <a:srgbClr val="642B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0"/>
          </a:solidFill>
          <a:ln w="12700">
            <a:solidFill>
              <a:srgbClr val="793440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8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8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38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خَشًا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دَشًا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1ED"/>
          </a:solidFill>
          <a:ln w="12700">
            <a:solidFill>
              <a:srgbClr val="5EE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8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8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38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ذَشًا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F52"/>
          </a:solidFill>
          <a:ln w="12700">
            <a:solidFill>
              <a:srgbClr val="E06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C"/>
          </a:solidFill>
          <a:ln w="12700">
            <a:solidFill>
              <a:srgbClr val="70DBB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A4785"/>
          </a:solidFill>
          <a:ln w="12700">
            <a:solidFill>
              <a:srgbClr val="4A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8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8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38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رَشًا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4"/>
          </a:solidFill>
          <a:ln w="12700">
            <a:solidFill>
              <a:srgbClr val="64D89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A"/>
          </a:solidFill>
          <a:ln w="12700">
            <a:solidFill>
              <a:srgbClr val="47D16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زَشًا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سَشًا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642B"/>
          </a:solidFill>
          <a:ln w="12700">
            <a:solidFill>
              <a:srgbClr val="5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7934"/>
          </a:solidFill>
          <a:ln w="12700">
            <a:solidFill>
              <a:srgbClr val="51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0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صًا</a:t>
            </a:r>
            <a:endParaRPr lang="ar-SA" sz="11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أَصًا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55EED"/>
          </a:solidFill>
          <a:ln w="12700">
            <a:solidFill>
              <a:srgbClr val="D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بَصًا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7E052"/>
          </a:solidFill>
          <a:ln w="12700">
            <a:solidFill>
              <a:srgbClr val="5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170DB"/>
          </a:solidFill>
          <a:ln w="12700">
            <a:solidFill>
              <a:srgbClr val="A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4"/>
          </a:solidFill>
          <a:ln w="12700">
            <a:solidFill>
              <a:srgbClr val="854754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تَصًا</a:t>
            </a:r>
            <a:endParaRPr lang="ar-SA" sz="8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764D8"/>
          </a:solidFill>
          <a:ln w="12700">
            <a:solidFill>
              <a:srgbClr val="7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847D1"/>
          </a:solidFill>
          <a:ln w="12700">
            <a:solidFill>
              <a:srgbClr val="4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ثَصًا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جَصًا</a:t>
            </a:r>
            <a:endParaRPr lang="ar-SA" sz="8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B"/>
          </a:solidFill>
          <a:ln w="12700">
            <a:solidFill>
              <a:srgbClr val="2B64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279"/>
          </a:solidFill>
          <a:ln w="12700">
            <a:solidFill>
              <a:srgbClr val="3462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حَصًا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خَصًا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25E"/>
          </a:solidFill>
          <a:ln w="12700">
            <a:solidFill>
              <a:srgbClr val="EDB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دَصًا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BE0"/>
          </a:solidFill>
          <a:ln w="12700">
            <a:solidFill>
              <a:srgbClr val="527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770"/>
          </a:solidFill>
          <a:ln w="12700">
            <a:solidFill>
              <a:srgbClr val="DB8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38547"/>
          </a:solidFill>
          <a:ln w="12700">
            <a:solidFill>
              <a:srgbClr val="63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ذَصًا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D"/>
          </a:solidFill>
          <a:ln w="12700">
            <a:solidFill>
              <a:srgbClr val="D8646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A"/>
          </a:solidFill>
          <a:ln w="12700">
            <a:solidFill>
              <a:srgbClr val="D1476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رَصًا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زَصًا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2B64"/>
          </a:solidFill>
          <a:ln w="12700">
            <a:solidFill>
              <a:srgbClr val="4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3"/>
          </a:solidFill>
          <a:ln w="12700">
            <a:solidFill>
              <a:srgbClr val="793473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سَصًا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شَصًا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E"/>
          </a:solidFill>
          <a:ln w="12700">
            <a:solidFill>
              <a:srgbClr val="5EED8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56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6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ضًا</a:t>
            </a:r>
            <a:endParaRPr lang="ar-SA" sz="9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F"/>
          </a:solidFill>
          <a:ln w="12700">
            <a:solidFill>
              <a:srgbClr val="E0529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4DB70"/>
          </a:solidFill>
          <a:ln w="12700">
            <a:solidFill>
              <a:srgbClr val="7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385"/>
          </a:solidFill>
          <a:ln w="12700">
            <a:solidFill>
              <a:srgbClr val="4773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أَضًا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AD864"/>
          </a:solidFill>
          <a:ln w="12700">
            <a:solidFill>
              <a:srgbClr val="8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CD147"/>
          </a:solidFill>
          <a:ln w="12700">
            <a:solidFill>
              <a:srgbClr val="8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بَضًا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تَضًا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E2B"/>
          </a:solidFill>
          <a:ln w="12700">
            <a:solidFill>
              <a:srgbClr val="643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E34"/>
          </a:solidFill>
          <a:ln w="12700">
            <a:solidFill>
              <a:srgbClr val="796E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ثَضًا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جَضًا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B5EED"/>
          </a:solidFill>
          <a:ln w="12700">
            <a:solidFill>
              <a:srgbClr val="6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حَضًا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45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2E052"/>
          </a:solidFill>
          <a:ln w="12700">
            <a:solidFill>
              <a:srgbClr val="C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FDB"/>
          </a:solidFill>
          <a:ln w="12700">
            <a:solidFill>
              <a:srgbClr val="708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2"/>
          </a:solidFill>
          <a:ln w="12700">
            <a:solidFill>
              <a:srgbClr val="854782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خَضًا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7D8"/>
          </a:solidFill>
          <a:ln w="12700">
            <a:solidFill>
              <a:srgbClr val="64A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ED1"/>
          </a:solidFill>
          <a:ln w="12700">
            <a:solidFill>
              <a:srgbClr val="47A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دَضًا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ذَضًا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2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0"/>
          </a:solidFill>
          <a:ln w="12700">
            <a:solidFill>
              <a:srgbClr val="2B64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D"/>
          </a:solidFill>
          <a:ln w="12700">
            <a:solidFill>
              <a:srgbClr val="34795D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رَضًا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زَضًا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6CC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6"/>
          </a:solidFill>
          <a:ln w="12700">
            <a:solidFill>
              <a:srgbClr val="ED5E7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سَضًا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B"/>
          </a:solidFill>
          <a:ln w="12700">
            <a:solidFill>
              <a:srgbClr val="52E0D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A"/>
          </a:solidFill>
          <a:ln w="12700">
            <a:solidFill>
              <a:srgbClr val="DB70A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847"/>
          </a:solidFill>
          <a:ln w="12700">
            <a:solidFill>
              <a:srgbClr val="8578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شَضًا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4"/>
          </a:solidFill>
          <a:ln w="12700">
            <a:solidFill>
              <a:srgbClr val="D864C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D0"/>
          </a:solidFill>
          <a:ln w="12700">
            <a:solidFill>
              <a:srgbClr val="D147D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صَضًا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9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طًا</a:t>
            </a:r>
            <a:endParaRPr lang="ar-SA" sz="7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464"/>
          </a:solidFill>
          <a:ln w="12700">
            <a:solidFill>
              <a:srgbClr val="2B3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B3479"/>
          </a:solidFill>
          <a:ln w="12700">
            <a:solidFill>
              <a:srgbClr val="4B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أَطًا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بَطًا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9ED5E"/>
          </a:solidFill>
          <a:ln w="12700">
            <a:solidFill>
              <a:srgbClr val="9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تَطًا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752E0"/>
          </a:solidFill>
          <a:ln w="12700">
            <a:solidFill>
              <a:srgbClr val="B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4DB70"/>
          </a:solidFill>
          <a:ln w="12700">
            <a:solidFill>
              <a:srgbClr val="C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9"/>
          </a:solidFill>
          <a:ln w="12700">
            <a:solidFill>
              <a:srgbClr val="478569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ثَطًا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F64"/>
          </a:solidFill>
          <a:ln w="12700">
            <a:solidFill>
              <a:srgbClr val="D8C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F47"/>
          </a:solidFill>
          <a:ln w="12700">
            <a:solidFill>
              <a:srgbClr val="D1A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جَطًا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حَطًا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2"/>
          </a:solidFill>
          <a:ln w="12700">
            <a:solidFill>
              <a:srgbClr val="642B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A34"/>
          </a:solidFill>
          <a:ln w="12700">
            <a:solidFill>
              <a:srgbClr val="793A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خَطًا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دَطًا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DED"/>
          </a:solidFill>
          <a:ln w="12700">
            <a:solidFill>
              <a:srgbClr val="5EB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ذَطًا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452"/>
          </a:solidFill>
          <a:ln w="12700">
            <a:solidFill>
              <a:srgbClr val="E09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7"/>
          </a:solidFill>
          <a:ln w="12700">
            <a:solidFill>
              <a:srgbClr val="70DBD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A4785"/>
          </a:solidFill>
          <a:ln w="12700">
            <a:solidFill>
              <a:srgbClr val="5A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رَطًا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2"/>
          </a:solidFill>
          <a:ln w="12700">
            <a:solidFill>
              <a:srgbClr val="64D8B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D"/>
          </a:solidFill>
          <a:ln w="12700">
            <a:solidFill>
              <a:srgbClr val="47D18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زَطًا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سَطًا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642B"/>
          </a:solidFill>
          <a:ln w="12700">
            <a:solidFill>
              <a:srgbClr val="5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F7934"/>
          </a:solidFill>
          <a:ln w="12700">
            <a:solidFill>
              <a:srgbClr val="3F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شَطًا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صَطًا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0"/>
          </a:solidFill>
          <a:ln w="12700">
            <a:solidFill>
              <a:srgbClr val="ED5EE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ضَطًا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0"/>
          </a:solidFill>
          <a:ln w="12700">
            <a:solidFill>
              <a:srgbClr val="52E07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D70DB"/>
          </a:solidFill>
          <a:ln w="12700">
            <a:solidFill>
              <a:srgbClr val="B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A47"/>
          </a:solidFill>
          <a:ln w="12700">
            <a:solidFill>
              <a:srgbClr val="854A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9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59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3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ظًا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564D8"/>
          </a:solidFill>
          <a:ln w="12700">
            <a:solidFill>
              <a:srgbClr val="9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B47D1"/>
          </a:solidFill>
          <a:ln w="12700">
            <a:solidFill>
              <a:srgbClr val="6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أَظًا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بَظًا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F64"/>
          </a:solidFill>
          <a:ln w="12700">
            <a:solidFill>
              <a:srgbClr val="2B5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079"/>
          </a:solidFill>
          <a:ln w="12700">
            <a:solidFill>
              <a:srgbClr val="3450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تَظًا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ثَظًا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65E"/>
          </a:solidFill>
          <a:ln w="12700">
            <a:solidFill>
              <a:srgbClr val="EDD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جَظًا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6E0"/>
          </a:solidFill>
          <a:ln w="12700">
            <a:solidFill>
              <a:srgbClr val="525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270"/>
          </a:solidFill>
          <a:ln w="12700">
            <a:solidFill>
              <a:srgbClr val="DBA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48547"/>
          </a:solidFill>
          <a:ln w="12700">
            <a:solidFill>
              <a:srgbClr val="54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حَظًا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864"/>
          </a:solidFill>
          <a:ln w="12700">
            <a:solidFill>
              <a:srgbClr val="D87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847"/>
          </a:solidFill>
          <a:ln w="12700">
            <a:solidFill>
              <a:srgbClr val="D14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خَظًا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دَظًا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2B64"/>
          </a:solidFill>
          <a:ln w="12700">
            <a:solidFill>
              <a:srgbClr val="5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2"/>
          </a:solidFill>
          <a:ln w="12700">
            <a:solidFill>
              <a:srgbClr val="793462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ذَظًا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6E4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رَظًا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3"/>
          </a:solidFill>
          <a:ln w="12700">
            <a:solidFill>
              <a:srgbClr val="5EEDB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زَظًا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A"/>
          </a:solidFill>
          <a:ln w="12700">
            <a:solidFill>
              <a:srgbClr val="E0527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7"/>
          </a:solidFill>
          <a:ln w="12700">
            <a:solidFill>
              <a:srgbClr val="70DB8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385"/>
          </a:solidFill>
          <a:ln w="12700">
            <a:solidFill>
              <a:srgbClr val="4763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سَظًا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DD864"/>
          </a:solidFill>
          <a:ln w="12700">
            <a:solidFill>
              <a:srgbClr val="6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9D147"/>
          </a:solidFill>
          <a:ln w="12700">
            <a:solidFill>
              <a:srgbClr val="6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شَظًا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صَظًا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D2B"/>
          </a:solidFill>
          <a:ln w="12700">
            <a:solidFill>
              <a:srgbClr val="644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37934"/>
          </a:solidFill>
          <a:ln w="12700">
            <a:solidFill>
              <a:srgbClr val="73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ضَظًا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طَظًا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F5EED"/>
          </a:solidFill>
          <a:ln w="12700">
            <a:solidFill>
              <a:srgbClr val="8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6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عًا</a:t>
            </a:r>
            <a:endParaRPr lang="ar-SA" sz="11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EE052"/>
          </a:solidFill>
          <a:ln w="12700">
            <a:solidFill>
              <a:srgbClr val="9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4DB"/>
          </a:solidFill>
          <a:ln w="12700">
            <a:solidFill>
              <a:srgbClr val="707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2"/>
          </a:solidFill>
          <a:ln w="12700">
            <a:solidFill>
              <a:srgbClr val="854772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أَعًا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AD8"/>
          </a:solidFill>
          <a:ln w="12700">
            <a:solidFill>
              <a:srgbClr val="648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BD1"/>
          </a:solidFill>
          <a:ln w="12700">
            <a:solidFill>
              <a:srgbClr val="478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بَعًا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تَعًا</a:t>
            </a:r>
            <a:endParaRPr lang="ar-SA" sz="8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E"/>
          </a:solidFill>
          <a:ln w="12700">
            <a:solidFill>
              <a:srgbClr val="2B643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E"/>
          </a:solidFill>
          <a:ln w="12700">
            <a:solidFill>
              <a:srgbClr val="34796E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ثَعًا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جَعًا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C5E"/>
          </a:solidFill>
          <a:ln w="12700">
            <a:solidFill>
              <a:srgbClr val="ED6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حَعًا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1E0"/>
          </a:solidFill>
          <a:ln w="12700">
            <a:solidFill>
              <a:srgbClr val="52C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E"/>
          </a:solidFill>
          <a:ln w="12700">
            <a:solidFill>
              <a:srgbClr val="DB708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18547"/>
          </a:solidFill>
          <a:ln w="12700">
            <a:solidFill>
              <a:srgbClr val="81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خَعًا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7"/>
          </a:solidFill>
          <a:ln w="12700">
            <a:solidFill>
              <a:srgbClr val="D864A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D"/>
          </a:solidFill>
          <a:ln w="12700">
            <a:solidFill>
              <a:srgbClr val="D147A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دَعًا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ذَعًا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02B64"/>
          </a:solidFill>
          <a:ln w="12700">
            <a:solidFill>
              <a:srgbClr val="3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D3479"/>
          </a:solidFill>
          <a:ln w="12700">
            <a:solidFill>
              <a:srgbClr val="5D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رَعًا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زَعًا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5ED5E"/>
          </a:solidFill>
          <a:ln w="12700">
            <a:solidFill>
              <a:srgbClr val="7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سَعًا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C52E0"/>
          </a:solidFill>
          <a:ln w="12700">
            <a:solidFill>
              <a:srgbClr val="D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9DB70"/>
          </a:solidFill>
          <a:ln w="12700">
            <a:solidFill>
              <a:srgbClr val="A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9"/>
          </a:solidFill>
          <a:ln w="12700">
            <a:solidFill>
              <a:srgbClr val="478579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شَعًا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4D864"/>
          </a:solidFill>
          <a:ln w="12700">
            <a:solidFill>
              <a:srgbClr val="C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0D147"/>
          </a:solidFill>
          <a:ln w="12700">
            <a:solidFill>
              <a:srgbClr val="D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صَعًا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ضَعًا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4"/>
          </a:solidFill>
          <a:ln w="12700">
            <a:solidFill>
              <a:srgbClr val="642B3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C34"/>
          </a:solidFill>
          <a:ln w="12700">
            <a:solidFill>
              <a:srgbClr val="794C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طَعًا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ظَعًا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8ED"/>
          </a:solidFill>
          <a:ln w="12700">
            <a:solidFill>
              <a:srgbClr val="5E9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6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غًا</a:t>
            </a:r>
            <a:endParaRPr lang="ar-SA" sz="8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852"/>
          </a:solidFill>
          <a:ln w="12700">
            <a:solidFill>
              <a:srgbClr val="E0B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4DB"/>
          </a:solidFill>
          <a:ln w="12700">
            <a:solidFill>
              <a:srgbClr val="70C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94785"/>
          </a:solidFill>
          <a:ln w="12700">
            <a:solidFill>
              <a:srgbClr val="69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أَغًا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0"/>
          </a:solidFill>
          <a:ln w="12700">
            <a:solidFill>
              <a:srgbClr val="64D8D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0"/>
          </a:solidFill>
          <a:ln w="12700">
            <a:solidFill>
              <a:srgbClr val="47D1B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بَغًا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تَغًا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2642B"/>
          </a:solidFill>
          <a:ln w="12700">
            <a:solidFill>
              <a:srgbClr val="4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B"/>
          </a:solidFill>
          <a:ln w="12700">
            <a:solidFill>
              <a:srgbClr val="34793B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ثَغًا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جَغًا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C"/>
          </a:solidFill>
          <a:ln w="12700">
            <a:solidFill>
              <a:srgbClr val="ED5EB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حَغًا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5"/>
          </a:solidFill>
          <a:ln w="12700">
            <a:solidFill>
              <a:srgbClr val="52E09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870DB"/>
          </a:solidFill>
          <a:ln w="12700">
            <a:solidFill>
              <a:srgbClr val="D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A47"/>
          </a:solidFill>
          <a:ln w="12700">
            <a:solidFill>
              <a:srgbClr val="855A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خَغًا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364D8"/>
          </a:solidFill>
          <a:ln w="12700">
            <a:solidFill>
              <a:srgbClr val="B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E47D1"/>
          </a:solidFill>
          <a:ln w="12700">
            <a:solidFill>
              <a:srgbClr val="8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دَغًا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ذَغًا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064"/>
          </a:solidFill>
          <a:ln w="12700">
            <a:solidFill>
              <a:srgbClr val="2B5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F79"/>
          </a:solidFill>
          <a:ln w="12700">
            <a:solidFill>
              <a:srgbClr val="343F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رَغًا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زَغًا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FED5E"/>
          </a:solidFill>
          <a:ln w="12700">
            <a:solidFill>
              <a:srgbClr val="D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سَغًا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152E0"/>
          </a:solidFill>
          <a:ln w="12700">
            <a:solidFill>
              <a:srgbClr val="7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D70"/>
          </a:solidFill>
          <a:ln w="12700">
            <a:solidFill>
              <a:srgbClr val="DBB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B"/>
          </a:solidFill>
          <a:ln w="12700">
            <a:solidFill>
              <a:srgbClr val="47854B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شَغًا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664"/>
          </a:solidFill>
          <a:ln w="12700">
            <a:solidFill>
              <a:srgbClr val="D89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C47"/>
          </a:solidFill>
          <a:ln w="12700">
            <a:solidFill>
              <a:srgbClr val="D16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صَغًا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ضَغًا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E"/>
          </a:solidFill>
          <a:ln w="12700">
            <a:solidFill>
              <a:srgbClr val="642B5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0"/>
          </a:solidFill>
          <a:ln w="12700">
            <a:solidFill>
              <a:srgbClr val="793450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طَغًا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ظَغًا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7"/>
          </a:solidFill>
          <a:ln w="12700">
            <a:solidFill>
              <a:srgbClr val="5EEDD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عَغًا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6"/>
          </a:solidFill>
          <a:ln w="12700">
            <a:solidFill>
              <a:srgbClr val="E0525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3"/>
          </a:solidFill>
          <a:ln w="12700">
            <a:solidFill>
              <a:srgbClr val="70DBA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385"/>
          </a:solidFill>
          <a:ln w="12700">
            <a:solidFill>
              <a:srgbClr val="4753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3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فًا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9"/>
          </a:solidFill>
          <a:ln w="12700">
            <a:solidFill>
              <a:srgbClr val="64D87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9"/>
          </a:solidFill>
          <a:ln w="12700">
            <a:solidFill>
              <a:srgbClr val="47D14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أَفًا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بَفًا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43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B2B"/>
          </a:solidFill>
          <a:ln w="12700">
            <a:solidFill>
              <a:srgbClr val="645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17934"/>
          </a:solidFill>
          <a:ln w="12700">
            <a:solidFill>
              <a:srgbClr val="61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تَفًا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solidFill>
          <a:srgbClr val="C3F6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ثَفًا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45EED"/>
          </a:solidFill>
          <a:ln w="12700">
            <a:solidFill>
              <a:srgbClr val="B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جَفًا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bg>
      <p:bgPr>
        <a:solidFill>
          <a:srgbClr val="3A4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9E052"/>
          </a:solidFill>
          <a:ln w="12700">
            <a:solidFill>
              <a:srgbClr val="7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870DB"/>
          </a:solidFill>
          <a:ln w="12700">
            <a:solidFill>
              <a:srgbClr val="8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3"/>
          </a:solidFill>
          <a:ln w="12700">
            <a:solidFill>
              <a:srgbClr val="854763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حَفًا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bg>
      <p:bgPr>
        <a:solidFill>
          <a:srgbClr val="C3D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CD8"/>
          </a:solidFill>
          <a:ln w="12700">
            <a:solidFill>
              <a:srgbClr val="646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8D1"/>
          </a:solidFill>
          <a:ln w="12700">
            <a:solidFill>
              <a:srgbClr val="476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خَفًا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دَفًا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D"/>
          </a:solidFill>
          <a:ln w="12700">
            <a:solidFill>
              <a:srgbClr val="2B644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379"/>
          </a:solidFill>
          <a:ln w="12700">
            <a:solidFill>
              <a:srgbClr val="3473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ذَفًا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رَفًا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1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05E"/>
          </a:solidFill>
          <a:ln w="12700">
            <a:solidFill>
              <a:srgbClr val="ED9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زَفًا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2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DE0"/>
          </a:solidFill>
          <a:ln w="12700">
            <a:solidFill>
              <a:srgbClr val="529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8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3"/>
          </a:solidFill>
          <a:ln w="12700">
            <a:solidFill>
              <a:srgbClr val="DB707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8547"/>
          </a:solidFill>
          <a:ln w="12700">
            <a:solidFill>
              <a:srgbClr val="72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سَفًا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3">
    <p:bg>
      <p:bgPr>
        <a:solidFill>
          <a:srgbClr val="F6C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9"/>
          </a:solidFill>
          <a:ln w="12700">
            <a:solidFill>
              <a:srgbClr val="D8648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A"/>
          </a:solidFill>
          <a:ln w="12700">
            <a:solidFill>
              <a:srgbClr val="D147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شَفًا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4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صَفًا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5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F2B64"/>
          </a:solidFill>
          <a:ln w="12700">
            <a:solidFill>
              <a:srgbClr val="3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F3479"/>
          </a:solidFill>
          <a:ln w="12700">
            <a:solidFill>
              <a:srgbClr val="6F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ضَفًا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6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طَفًا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7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D"/>
          </a:solidFill>
          <a:ln w="12700">
            <a:solidFill>
              <a:srgbClr val="5EED6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ظَفًا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8">
    <p:bg>
      <p:bgPr>
        <a:solidFill>
          <a:srgbClr val="3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0"/>
          </a:solidFill>
          <a:ln w="12700">
            <a:solidFill>
              <a:srgbClr val="E052C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EDB70"/>
          </a:solidFill>
          <a:ln w="12700">
            <a:solidFill>
              <a:srgbClr val="8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185"/>
          </a:solidFill>
          <a:ln w="12700">
            <a:solidFill>
              <a:srgbClr val="4781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عَفًا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9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6D864"/>
          </a:solidFill>
          <a:ln w="12700">
            <a:solidFill>
              <a:srgbClr val="A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CD147"/>
          </a:solidFill>
          <a:ln w="12700">
            <a:solidFill>
              <a:srgbClr val="A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غَفًا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0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6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400" dirty="0"/>
          </a:p>
        </p:txBody>
      </p:sp>
      <p:sp>
        <p:nvSpPr>
          <p:cNvPr id="19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قًا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1">
    <p:bg>
      <p:bgPr>
        <a:solidFill>
          <a:srgbClr val="45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12B"/>
          </a:solidFill>
          <a:ln w="12700">
            <a:solidFill>
              <a:srgbClr val="643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E34"/>
          </a:solidFill>
          <a:ln w="12700">
            <a:solidFill>
              <a:srgbClr val="795E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أَقًا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2">
    <p:bg>
      <p:bgPr>
        <a:solidFill>
          <a:srgbClr val="C9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بَقًا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3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4ED"/>
          </a:solidFill>
          <a:ln w="12700">
            <a:solidFill>
              <a:srgbClr val="5E7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تَقًا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4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D52"/>
          </a:solidFill>
          <a:ln w="12700">
            <a:solidFill>
              <a:srgbClr val="E0D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8DB"/>
          </a:solidFill>
          <a:ln w="12700">
            <a:solidFill>
              <a:srgbClr val="70A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94785"/>
          </a:solidFill>
          <a:ln w="12700">
            <a:solidFill>
              <a:srgbClr val="79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ثَقًا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5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3D8"/>
          </a:solidFill>
          <a:ln w="12700">
            <a:solidFill>
              <a:srgbClr val="64C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FD1"/>
          </a:solidFill>
          <a:ln w="12700">
            <a:solidFill>
              <a:srgbClr val="47C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جَقًا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حَقًا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3642B"/>
          </a:solidFill>
          <a:ln w="12700">
            <a:solidFill>
              <a:srgbClr val="3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C"/>
          </a:solidFill>
          <a:ln w="12700">
            <a:solidFill>
              <a:srgbClr val="34794C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خَقًا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دَقًا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7"/>
          </a:solidFill>
          <a:ln w="12700">
            <a:solidFill>
              <a:srgbClr val="ED5E9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ذَقًا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9"/>
          </a:solidFill>
          <a:ln w="12700">
            <a:solidFill>
              <a:srgbClr val="52E0B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3"/>
          </a:solidFill>
          <a:ln w="12700">
            <a:solidFill>
              <a:srgbClr val="DB70C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A47"/>
          </a:solidFill>
          <a:ln w="12700">
            <a:solidFill>
              <a:srgbClr val="856A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رَقًا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bg>
      <p:bgPr>
        <a:solidFill>
          <a:srgbClr val="DE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164D8"/>
          </a:solidFill>
          <a:ln w="12700">
            <a:solidFill>
              <a:srgbClr val="D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147D1"/>
          </a:solidFill>
          <a:ln w="12700">
            <a:solidFill>
              <a:srgbClr val="B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زَقًا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سَقًا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264"/>
          </a:solidFill>
          <a:ln w="12700">
            <a:solidFill>
              <a:srgbClr val="2B4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B3479"/>
          </a:solidFill>
          <a:ln w="12700">
            <a:solidFill>
              <a:srgbClr val="3B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شَقًا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bg>
      <p:bgPr>
        <a:solidFill>
          <a:srgbClr val="F6C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صَقًا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BED5E"/>
          </a:solidFill>
          <a:ln w="12700">
            <a:solidFill>
              <a:srgbClr val="B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ضَقًا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bg>
      <p:bgPr>
        <a:solidFill>
          <a:srgbClr val="141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652E0"/>
          </a:solidFill>
          <a:ln w="12700">
            <a:solidFill>
              <a:srgbClr val="9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970"/>
          </a:solidFill>
          <a:ln w="12700">
            <a:solidFill>
              <a:srgbClr val="DBD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A"/>
          </a:solidFill>
          <a:ln w="12700">
            <a:solidFill>
              <a:srgbClr val="47855A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طَقًا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464"/>
          </a:solidFill>
          <a:ln w="12700">
            <a:solidFill>
              <a:srgbClr val="D8B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F47"/>
          </a:solidFill>
          <a:ln w="12700">
            <a:solidFill>
              <a:srgbClr val="D18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ظَقًا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8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عَقًا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9">
    <p:bg>
      <p:bgPr>
        <a:solidFill>
          <a:srgbClr val="3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0"/>
          </a:solidFill>
          <a:ln w="12700">
            <a:solidFill>
              <a:srgbClr val="642B5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E"/>
          </a:solidFill>
          <a:ln w="12700">
            <a:solidFill>
              <a:srgbClr val="79343E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غَقًا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0">
    <p:bg>
      <p:bgPr>
        <a:solidFill>
          <a:srgbClr val="EF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فَقًا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1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EED"/>
          </a:solidFill>
          <a:ln w="12700">
            <a:solidFill>
              <a:srgbClr val="5ED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3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3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300" dirty="0"/>
          </a:p>
        </p:txBody>
      </p:sp>
      <p:sp>
        <p:nvSpPr>
          <p:cNvPr id="26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كًا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2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252"/>
          </a:solidFill>
          <a:ln w="12700">
            <a:solidFill>
              <a:srgbClr val="E07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E"/>
          </a:solidFill>
          <a:ln w="12700">
            <a:solidFill>
              <a:srgbClr val="70DBB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B4785"/>
          </a:solidFill>
          <a:ln w="12700">
            <a:solidFill>
              <a:srgbClr val="4B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أَكًا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3">
    <p:bg>
      <p:bgPr>
        <a:solidFill>
          <a:srgbClr val="C3F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7"/>
          </a:solidFill>
          <a:ln w="12700">
            <a:solidFill>
              <a:srgbClr val="64D89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D"/>
          </a:solidFill>
          <a:ln w="12700">
            <a:solidFill>
              <a:srgbClr val="47D16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بَكًا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4">
    <p:bg>
      <p:bgPr>
        <a:solidFill>
          <a:srgbClr val="D3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تَكًا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5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642B"/>
          </a:solidFill>
          <a:ln w="12700">
            <a:solidFill>
              <a:srgbClr val="5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07934"/>
          </a:solidFill>
          <a:ln w="12700">
            <a:solidFill>
              <a:srgbClr val="50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ثَكًا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6">
    <p:bg>
      <p:bgPr>
        <a:solidFill>
          <a:srgbClr val="C3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جَكًا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7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85EED"/>
          </a:solidFill>
          <a:ln w="12700">
            <a:solidFill>
              <a:srgbClr val="D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حَكًا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8">
    <p:bg>
      <p:bgPr>
        <a:solidFill>
          <a:srgbClr val="2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5E052"/>
          </a:solidFill>
          <a:ln w="12700">
            <a:solidFill>
              <a:srgbClr val="5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370DB"/>
          </a:solidFill>
          <a:ln w="12700">
            <a:solidFill>
              <a:srgbClr val="A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3"/>
          </a:solidFill>
          <a:ln w="12700">
            <a:solidFill>
              <a:srgbClr val="854753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خَكًا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9">
    <p:bg>
      <p:bgPr>
        <a:solidFill>
          <a:srgbClr val="C3C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A64D8"/>
          </a:solidFill>
          <a:ln w="12700">
            <a:solidFill>
              <a:srgbClr val="7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A47D1"/>
          </a:solidFill>
          <a:ln w="12700">
            <a:solidFill>
              <a:srgbClr val="4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دَكًا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0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ذَكًا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1">
    <p:bg>
      <p:bgPr>
        <a:solidFill>
          <a:srgbClr val="144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C"/>
          </a:solidFill>
          <a:ln w="12700">
            <a:solidFill>
              <a:srgbClr val="2B645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179"/>
          </a:solidFill>
          <a:ln w="12700">
            <a:solidFill>
              <a:srgbClr val="3461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رَكًا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2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زَكًا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3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55E"/>
          </a:solidFill>
          <a:ln w="12700">
            <a:solidFill>
              <a:srgbClr val="EDB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سَكًا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4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8E0"/>
          </a:solidFill>
          <a:ln w="12700">
            <a:solidFill>
              <a:srgbClr val="527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970"/>
          </a:solidFill>
          <a:ln w="12700">
            <a:solidFill>
              <a:srgbClr val="DB8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8547"/>
          </a:solidFill>
          <a:ln w="12700">
            <a:solidFill>
              <a:srgbClr val="62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شَكًا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5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B"/>
          </a:solidFill>
          <a:ln w="12700">
            <a:solidFill>
              <a:srgbClr val="D8646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7"/>
          </a:solidFill>
          <a:ln w="12700">
            <a:solidFill>
              <a:srgbClr val="D1476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صَكًا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6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ضَكًا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7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2B64"/>
          </a:solidFill>
          <a:ln w="12700">
            <a:solidFill>
              <a:srgbClr val="4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2"/>
          </a:solidFill>
          <a:ln w="12700">
            <a:solidFill>
              <a:srgbClr val="793472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طَكًا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8">
    <p:bg>
      <p:bgPr>
        <a:solidFill>
          <a:srgbClr val="F6D8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ظَكًا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9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1"/>
          </a:solidFill>
          <a:ln w="12700">
            <a:solidFill>
              <a:srgbClr val="5EED9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عَكًا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0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C"/>
          </a:solidFill>
          <a:ln w="12700">
            <a:solidFill>
              <a:srgbClr val="E0529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8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2DB70"/>
          </a:solidFill>
          <a:ln w="12700">
            <a:solidFill>
              <a:srgbClr val="7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185"/>
          </a:solidFill>
          <a:ln w="12700">
            <a:solidFill>
              <a:srgbClr val="4771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غَكًا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1">
    <p:bg>
      <p:bgPr>
        <a:solidFill>
          <a:srgbClr val="E9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8D864"/>
          </a:solidFill>
          <a:ln w="12700">
            <a:solidFill>
              <a:srgbClr val="8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9D147"/>
          </a:solidFill>
          <a:ln w="12700">
            <a:solidFill>
              <a:srgbClr val="8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فَكًا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2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قَكًا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3">
    <p:bg>
      <p:bgPr>
        <a:solidFill>
          <a:srgbClr val="4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F2B"/>
          </a:solidFill>
          <a:ln w="12700">
            <a:solidFill>
              <a:srgbClr val="643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F34"/>
          </a:solidFill>
          <a:ln w="12700">
            <a:solidFill>
              <a:srgbClr val="796F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59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0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لًا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4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أَلًا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5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D5EED"/>
          </a:solidFill>
          <a:ln w="12700">
            <a:solidFill>
              <a:srgbClr val="6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بَلًا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6">
    <p:bg>
      <p:bgPr>
        <a:solidFill>
          <a:srgbClr val="433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FE052"/>
          </a:solidFill>
          <a:ln w="12700">
            <a:solidFill>
              <a:srgbClr val="B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DDB"/>
          </a:solidFill>
          <a:ln w="12700">
            <a:solidFill>
              <a:srgbClr val="708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1"/>
          </a:solidFill>
          <a:ln w="12700">
            <a:solidFill>
              <a:srgbClr val="854781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تَلًا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7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5D8"/>
          </a:solidFill>
          <a:ln w="12700">
            <a:solidFill>
              <a:srgbClr val="64A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CD1"/>
          </a:solidFill>
          <a:ln w="12700">
            <a:solidFill>
              <a:srgbClr val="47A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ثَلًا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8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جَلًا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9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1"/>
          </a:solidFill>
          <a:ln w="12700">
            <a:solidFill>
              <a:srgbClr val="2B64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E"/>
          </a:solidFill>
          <a:ln w="12700">
            <a:solidFill>
              <a:srgbClr val="34795E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حَلًا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0">
    <p:bg>
      <p:bgPr>
        <a:solidFill>
          <a:srgbClr val="C3C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خَلًا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1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3"/>
          </a:solidFill>
          <a:ln w="12700">
            <a:solidFill>
              <a:srgbClr val="ED5E7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دَلًا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2">
    <p:bg>
      <p:bgPr>
        <a:solidFill>
          <a:srgbClr val="144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E"/>
          </a:solidFill>
          <a:ln w="12700">
            <a:solidFill>
              <a:srgbClr val="52E0D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8"/>
          </a:solidFill>
          <a:ln w="12700">
            <a:solidFill>
              <a:srgbClr val="DB70A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947"/>
          </a:solidFill>
          <a:ln w="12700">
            <a:solidFill>
              <a:srgbClr val="8579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ذَلًا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3">
    <p:bg>
      <p:bgPr>
        <a:solidFill>
          <a:srgbClr val="EB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2"/>
          </a:solidFill>
          <a:ln w="12700">
            <a:solidFill>
              <a:srgbClr val="D864C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E"/>
          </a:solidFill>
          <a:ln w="12700">
            <a:solidFill>
              <a:srgbClr val="D147C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رَلًا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4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زَلًا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5">
    <p:bg>
      <p:bgPr>
        <a:solidFill>
          <a:srgbClr val="14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364"/>
          </a:solidFill>
          <a:ln w="12700">
            <a:solidFill>
              <a:srgbClr val="2B3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D3479"/>
          </a:solidFill>
          <a:ln w="12700">
            <a:solidFill>
              <a:srgbClr val="4D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سَلًا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6">
    <p:bg>
      <p:bgPr>
        <a:solidFill>
          <a:srgbClr val="F6C3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شَلًا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7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6ED5E"/>
          </a:solidFill>
          <a:ln w="12700">
            <a:solidFill>
              <a:srgbClr val="9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صَلًا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8">
    <p:bg>
      <p:bgPr>
        <a:solidFill>
          <a:srgbClr val="1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A52E0"/>
          </a:solidFill>
          <a:ln w="12700">
            <a:solidFill>
              <a:srgbClr val="B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2DB70"/>
          </a:solidFill>
          <a:ln w="12700">
            <a:solidFill>
              <a:srgbClr val="C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A"/>
          </a:solidFill>
          <a:ln w="12700">
            <a:solidFill>
              <a:srgbClr val="47856A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ضَلًا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9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164"/>
          </a:solidFill>
          <a:ln w="12700">
            <a:solidFill>
              <a:srgbClr val="D8D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247"/>
          </a:solidFill>
          <a:ln w="12700">
            <a:solidFill>
              <a:srgbClr val="D1B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طَلًا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0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ظَلًا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1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1"/>
          </a:solidFill>
          <a:ln w="12700">
            <a:solidFill>
              <a:srgbClr val="642B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C34"/>
          </a:solidFill>
          <a:ln w="12700">
            <a:solidFill>
              <a:srgbClr val="793C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عَلًا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2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غَلًا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3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AED"/>
          </a:solidFill>
          <a:ln w="12700">
            <a:solidFill>
              <a:srgbClr val="5EB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فَلًا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4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752"/>
          </a:solidFill>
          <a:ln w="12700">
            <a:solidFill>
              <a:srgbClr val="E09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A"/>
          </a:solidFill>
          <a:ln w="12700">
            <a:solidFill>
              <a:srgbClr val="70DBD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B4785"/>
          </a:solidFill>
          <a:ln w="12700">
            <a:solidFill>
              <a:srgbClr val="5B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قَلًا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5">
    <p:bg>
      <p:bgPr>
        <a:solidFill>
          <a:srgbClr val="C3F6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4"/>
          </a:solidFill>
          <a:ln w="12700">
            <a:solidFill>
              <a:srgbClr val="64D8B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0"/>
          </a:solidFill>
          <a:ln w="12700">
            <a:solidFill>
              <a:srgbClr val="47D19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كَلًا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6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19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مًا</a:t>
            </a:r>
            <a:endParaRPr lang="ar-SA" sz="11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7">
    <p:bg>
      <p:bgPr>
        <a:solidFill>
          <a:srgbClr val="45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642B"/>
          </a:solidFill>
          <a:ln w="12700">
            <a:solidFill>
              <a:srgbClr val="4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E7934"/>
          </a:solidFill>
          <a:ln w="12700">
            <a:solidFill>
              <a:srgbClr val="3E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أَمًا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8">
    <p:bg>
      <p:bgPr>
        <a:solidFill>
          <a:srgbClr val="C3E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بَمًا</a:t>
            </a:r>
            <a:endParaRPr lang="ar-SA" sz="8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9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E"/>
          </a:solidFill>
          <a:ln w="12700">
            <a:solidFill>
              <a:srgbClr val="ED5ED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تَمًا</a:t>
            </a:r>
            <a:endParaRPr lang="ar-SA" sz="8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0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3"/>
          </a:solidFill>
          <a:ln w="12700">
            <a:solidFill>
              <a:srgbClr val="52E07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F70DB"/>
          </a:solidFill>
          <a:ln w="12700">
            <a:solidFill>
              <a:srgbClr val="B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C47"/>
          </a:solidFill>
          <a:ln w="12700">
            <a:solidFill>
              <a:srgbClr val="854C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ثَمًا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1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764D8"/>
          </a:solidFill>
          <a:ln w="12700">
            <a:solidFill>
              <a:srgbClr val="9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D47D1"/>
          </a:solidFill>
          <a:ln w="12700">
            <a:solidFill>
              <a:srgbClr val="6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جَمًا</a:t>
            </a:r>
            <a:endParaRPr lang="ar-SA" sz="8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2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حَمًا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3">
    <p:bg>
      <p:bgPr>
        <a:solidFill>
          <a:srgbClr val="144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E64"/>
          </a:solidFill>
          <a:ln w="12700">
            <a:solidFill>
              <a:srgbClr val="2B5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F79"/>
          </a:solidFill>
          <a:ln w="12700">
            <a:solidFill>
              <a:srgbClr val="344F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خَمًا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4">
    <p:bg>
      <p:bgPr>
        <a:solidFill>
          <a:srgbClr val="F1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دَمًا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5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95E"/>
          </a:solidFill>
          <a:ln w="12700">
            <a:solidFill>
              <a:srgbClr val="EDD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ذَمًا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6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4E0"/>
          </a:solidFill>
          <a:ln w="12700">
            <a:solidFill>
              <a:srgbClr val="525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470"/>
          </a:solidFill>
          <a:ln w="12700">
            <a:solidFill>
              <a:srgbClr val="DBA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38547"/>
          </a:solidFill>
          <a:ln w="12700">
            <a:solidFill>
              <a:srgbClr val="53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رَمًا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7">
    <p:bg>
      <p:bgPr>
        <a:solidFill>
          <a:srgbClr val="F6C3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A64"/>
          </a:solidFill>
          <a:ln w="12700">
            <a:solidFill>
              <a:srgbClr val="D87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B47"/>
          </a:solidFill>
          <a:ln w="12700">
            <a:solidFill>
              <a:srgbClr val="D14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زَمًا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8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سَمًا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9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C2B64"/>
          </a:solidFill>
          <a:ln w="12700">
            <a:solidFill>
              <a:srgbClr val="5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0"/>
          </a:solidFill>
          <a:ln w="12700">
            <a:solidFill>
              <a:srgbClr val="793460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شَمًا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0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صَمًا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1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6"/>
          </a:solidFill>
          <a:ln w="12700">
            <a:solidFill>
              <a:srgbClr val="5EEDB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ضَمًا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2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7"/>
          </a:solidFill>
          <a:ln w="12700">
            <a:solidFill>
              <a:srgbClr val="E0527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9"/>
          </a:solidFill>
          <a:ln w="12700">
            <a:solidFill>
              <a:srgbClr val="70DB8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285"/>
          </a:solidFill>
          <a:ln w="12700">
            <a:solidFill>
              <a:srgbClr val="4762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طَمًا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3">
    <p:bg>
      <p:bgPr>
        <a:solidFill>
          <a:srgbClr val="DB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AD864"/>
          </a:solidFill>
          <a:ln w="12700">
            <a:solidFill>
              <a:srgbClr val="6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6D147"/>
          </a:solidFill>
          <a:ln w="12700">
            <a:solidFill>
              <a:srgbClr val="6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ظَمًا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4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عَمًا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5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E2B"/>
          </a:solidFill>
          <a:ln w="12700">
            <a:solidFill>
              <a:srgbClr val="644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27934"/>
          </a:solidFill>
          <a:ln w="12700">
            <a:solidFill>
              <a:srgbClr val="72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غَمًا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6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فَمًا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7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25EED"/>
          </a:solidFill>
          <a:ln w="12700">
            <a:solidFill>
              <a:srgbClr val="9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قَمًا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8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BE052"/>
          </a:solidFill>
          <a:ln w="12700">
            <a:solidFill>
              <a:srgbClr val="9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2DB"/>
          </a:solidFill>
          <a:ln w="12700">
            <a:solidFill>
              <a:srgbClr val="707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1"/>
          </a:solidFill>
          <a:ln w="12700">
            <a:solidFill>
              <a:srgbClr val="854771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كَمًا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9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7D8"/>
          </a:solidFill>
          <a:ln w="12700">
            <a:solidFill>
              <a:srgbClr val="648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8D1"/>
          </a:solidFill>
          <a:ln w="12700">
            <a:solidFill>
              <a:srgbClr val="478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لَمًا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0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7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100" dirty="0"/>
          </a:p>
        </p:txBody>
      </p:sp>
      <p:sp>
        <p:nvSpPr>
          <p:cNvPr id="19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نًا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1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0"/>
          </a:solidFill>
          <a:ln w="12700">
            <a:solidFill>
              <a:srgbClr val="2B644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0"/>
          </a:solidFill>
          <a:ln w="12700">
            <a:solidFill>
              <a:srgbClr val="347970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أَنًا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2">
    <p:bg>
      <p:bgPr>
        <a:solidFill>
          <a:srgbClr val="CB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بَنًا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3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E5E"/>
          </a:solidFill>
          <a:ln w="12700">
            <a:solidFill>
              <a:srgbClr val="ED6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9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9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تَنًا</a:t>
            </a:r>
            <a:endParaRPr lang="ar-SA" sz="8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4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EE0"/>
          </a:solidFill>
          <a:ln w="12700">
            <a:solidFill>
              <a:srgbClr val="52B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C"/>
          </a:solidFill>
          <a:ln w="12700">
            <a:solidFill>
              <a:srgbClr val="DB708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08547"/>
          </a:solidFill>
          <a:ln w="12700">
            <a:solidFill>
              <a:srgbClr val="80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7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ثَنًا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5">
    <p:bg>
      <p:bgPr>
        <a:solidFill>
          <a:srgbClr val="F6C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4"/>
          </a:solidFill>
          <a:ln w="12700">
            <a:solidFill>
              <a:srgbClr val="D864A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B"/>
          </a:solidFill>
          <a:ln w="12700">
            <a:solidFill>
              <a:srgbClr val="D147A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جَنًا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6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حَنًا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7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12B64"/>
          </a:solidFill>
          <a:ln w="12700">
            <a:solidFill>
              <a:srgbClr val="3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F3479"/>
          </a:solidFill>
          <a:ln w="12700">
            <a:solidFill>
              <a:srgbClr val="5F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خَنًا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8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دَنًا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9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2ED5E"/>
          </a:solidFill>
          <a:ln w="12700">
            <a:solidFill>
              <a:srgbClr val="7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9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9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ذَنًا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0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F52E0"/>
          </a:solidFill>
          <a:ln w="12700">
            <a:solidFill>
              <a:srgbClr val="D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7DB70"/>
          </a:solidFill>
          <a:ln w="12700">
            <a:solidFill>
              <a:srgbClr val="A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A"/>
          </a:solidFill>
          <a:ln w="12700">
            <a:solidFill>
              <a:srgbClr val="47857A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8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رَنًا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1">
    <p:bg>
      <p:bgPr>
        <a:solidFill>
          <a:srgbClr val="F6EB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1D864"/>
          </a:solidFill>
          <a:ln w="12700">
            <a:solidFill>
              <a:srgbClr val="C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DD147"/>
          </a:solidFill>
          <a:ln w="12700">
            <a:solidFill>
              <a:srgbClr val="C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زَنًا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2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سَنًا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3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3"/>
          </a:solidFill>
          <a:ln w="12700">
            <a:solidFill>
              <a:srgbClr val="642B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D34"/>
          </a:solidFill>
          <a:ln w="12700">
            <a:solidFill>
              <a:srgbClr val="794D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شَنًا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4">
    <p:bg>
      <p:bgPr>
        <a:solidFill>
          <a:srgbClr val="D5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صَنًا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5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5ED"/>
          </a:solidFill>
          <a:ln w="12700">
            <a:solidFill>
              <a:srgbClr val="5E9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ضَنًا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6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B52"/>
          </a:solidFill>
          <a:ln w="12700">
            <a:solidFill>
              <a:srgbClr val="E0B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2DB"/>
          </a:solidFill>
          <a:ln w="12700">
            <a:solidFill>
              <a:srgbClr val="70C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A4785"/>
          </a:solidFill>
          <a:ln w="12700">
            <a:solidFill>
              <a:srgbClr val="6A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6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طَنًا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7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2"/>
          </a:solidFill>
          <a:ln w="12700">
            <a:solidFill>
              <a:srgbClr val="64D8D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3"/>
          </a:solidFill>
          <a:ln w="12700">
            <a:solidFill>
              <a:srgbClr val="47D1B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6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ظَنًا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8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عَنًا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9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1642B"/>
          </a:solidFill>
          <a:ln w="12700">
            <a:solidFill>
              <a:srgbClr val="4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C"/>
          </a:solidFill>
          <a:ln w="12700">
            <a:solidFill>
              <a:srgbClr val="34793C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غَنًا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0">
    <p:bg>
      <p:bgPr>
        <a:solidFill>
          <a:srgbClr val="C3E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فَنًا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1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9"/>
          </a:solidFill>
          <a:ln w="12700">
            <a:solidFill>
              <a:srgbClr val="ED5EB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8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قَنًا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2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8"/>
          </a:solidFill>
          <a:ln w="12700">
            <a:solidFill>
              <a:srgbClr val="52E09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F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A70DB"/>
          </a:solidFill>
          <a:ln w="12700">
            <a:solidFill>
              <a:srgbClr val="D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B47"/>
          </a:solidFill>
          <a:ln w="12700">
            <a:solidFill>
              <a:srgbClr val="855B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9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9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كَنًا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3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564D8"/>
          </a:solidFill>
          <a:ln w="12700">
            <a:solidFill>
              <a:srgbClr val="B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147D1"/>
          </a:solidFill>
          <a:ln w="12700">
            <a:solidFill>
              <a:srgbClr val="9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6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لَنًا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4">
    <p:bg>
      <p:bgPr>
        <a:solidFill>
          <a:srgbClr val="F6E1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مَنًا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5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F64"/>
          </a:solidFill>
          <a:ln w="12700">
            <a:solidFill>
              <a:srgbClr val="2B4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D79"/>
          </a:solidFill>
          <a:ln w="12700">
            <a:solidFill>
              <a:srgbClr val="343D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9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79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900" dirty="0"/>
          </a:p>
        </p:txBody>
      </p:sp>
      <p:sp>
        <p:nvSpPr>
          <p:cNvPr id="20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هًا</a:t>
            </a:r>
            <a:endParaRPr lang="ar-SA" sz="10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6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أَهًا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7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DED5E"/>
          </a:solidFill>
          <a:ln w="12700">
            <a:solidFill>
              <a:srgbClr val="D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5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45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بَهًا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8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452E0"/>
          </a:solidFill>
          <a:ln w="12700">
            <a:solidFill>
              <a:srgbClr val="7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070"/>
          </a:solidFill>
          <a:ln w="12700">
            <a:solidFill>
              <a:srgbClr val="DBC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C"/>
          </a:solidFill>
          <a:ln w="12700">
            <a:solidFill>
              <a:srgbClr val="47854C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52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تَهًا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9">
    <p:bg>
      <p:bgPr>
        <a:solidFill>
          <a:srgbClr val="F6C5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864"/>
          </a:solidFill>
          <a:ln w="12700">
            <a:solidFill>
              <a:srgbClr val="D89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E47"/>
          </a:solidFill>
          <a:ln w="12700">
            <a:solidFill>
              <a:srgbClr val="D16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ثَهًا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0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جَهًا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1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D"/>
          </a:solidFill>
          <a:ln w="12700">
            <a:solidFill>
              <a:srgbClr val="642B5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F"/>
          </a:solidFill>
          <a:ln w="12700">
            <a:solidFill>
              <a:srgbClr val="79344F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حَهًا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2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خَهًا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3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A"/>
          </a:solidFill>
          <a:ln w="12700">
            <a:solidFill>
              <a:srgbClr val="5EEDD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5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5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5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55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دَهًا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4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3"/>
          </a:solidFill>
          <a:ln w="12700">
            <a:solidFill>
              <a:srgbClr val="E0525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5"/>
          </a:solidFill>
          <a:ln w="12700">
            <a:solidFill>
              <a:srgbClr val="70DBA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285"/>
          </a:solidFill>
          <a:ln w="12700">
            <a:solidFill>
              <a:srgbClr val="4752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51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ذَهًا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5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B"/>
          </a:solidFill>
          <a:ln w="12700">
            <a:solidFill>
              <a:srgbClr val="64D87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C"/>
          </a:solidFill>
          <a:ln w="12700">
            <a:solidFill>
              <a:srgbClr val="47D14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رَهًا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6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زَهًا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7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C2B"/>
          </a:solidFill>
          <a:ln w="12700">
            <a:solidFill>
              <a:srgbClr val="645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07934"/>
          </a:solidFill>
          <a:ln w="12700">
            <a:solidFill>
              <a:srgbClr val="60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سَهًا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8">
    <p:bg>
      <p:bgPr>
        <a:solidFill>
          <a:srgbClr val="C3F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شَهًا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9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65EED"/>
          </a:solidFill>
          <a:ln w="12700">
            <a:solidFill>
              <a:srgbClr val="B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صَهًا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0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6E052"/>
          </a:solidFill>
          <a:ln w="12700">
            <a:solidFill>
              <a:srgbClr val="7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A70DB"/>
          </a:solidFill>
          <a:ln w="12700">
            <a:solidFill>
              <a:srgbClr val="8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1"/>
          </a:solidFill>
          <a:ln w="12700">
            <a:solidFill>
              <a:srgbClr val="854761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ضَهًا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1">
    <p:bg>
      <p:bgPr>
        <a:solidFill>
          <a:srgbClr val="C3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AD8"/>
          </a:solidFill>
          <a:ln w="12700">
            <a:solidFill>
              <a:srgbClr val="646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5D1"/>
          </a:solidFill>
          <a:ln w="12700">
            <a:solidFill>
              <a:srgbClr val="476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6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طَهًا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2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6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ظَهًا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3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E"/>
          </a:solidFill>
          <a:ln w="12700">
            <a:solidFill>
              <a:srgbClr val="2B644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179"/>
          </a:solidFill>
          <a:ln w="12700">
            <a:solidFill>
              <a:srgbClr val="3471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عَهًا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4">
    <p:bg>
      <p:bgPr>
        <a:solidFill>
          <a:srgbClr val="D8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غَهًا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5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35E"/>
          </a:solidFill>
          <a:ln w="12700">
            <a:solidFill>
              <a:srgbClr val="ED9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3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43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فَهًا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6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AE0"/>
          </a:solidFill>
          <a:ln w="12700">
            <a:solidFill>
              <a:srgbClr val="529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8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1"/>
          </a:solidFill>
          <a:ln w="12700">
            <a:solidFill>
              <a:srgbClr val="DB707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18547"/>
          </a:solidFill>
          <a:ln w="12700">
            <a:solidFill>
              <a:srgbClr val="71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48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قَهًا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7">
    <p:bg>
      <p:bgPr>
        <a:solidFill>
          <a:srgbClr val="F6C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7"/>
          </a:solidFill>
          <a:ln w="12700">
            <a:solidFill>
              <a:srgbClr val="D8648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7"/>
          </a:solidFill>
          <a:ln w="12700">
            <a:solidFill>
              <a:srgbClr val="D1478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5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كَهًا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8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6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لَهًا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9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02B64"/>
          </a:solidFill>
          <a:ln w="12700">
            <a:solidFill>
              <a:srgbClr val="4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03479"/>
          </a:solidFill>
          <a:ln w="12700">
            <a:solidFill>
              <a:srgbClr val="70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مَهًا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0">
    <p:bg>
      <p:bgPr>
        <a:solidFill>
          <a:srgbClr val="F6CB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4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نَهًا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1">
    <p:bg>
      <p:bgPr>
        <a:solidFill>
          <a:srgbClr val="C3F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F"/>
          </a:solidFill>
          <a:ln w="12700">
            <a:solidFill>
              <a:srgbClr val="5EED6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70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000" dirty="0"/>
          </a:p>
        </p:txBody>
      </p:sp>
      <p:sp>
        <p:nvSpPr>
          <p:cNvPr id="26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2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E"/>
          </a:solidFill>
          <a:ln w="12700">
            <a:solidFill>
              <a:srgbClr val="E052B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CDB70"/>
          </a:solidFill>
          <a:ln w="12700">
            <a:solidFill>
              <a:srgbClr val="8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085"/>
          </a:solidFill>
          <a:ln w="12700">
            <a:solidFill>
              <a:srgbClr val="4780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أَوًا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3">
    <p:bg>
      <p:bgPr>
        <a:solidFill>
          <a:srgbClr val="F5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4D864"/>
          </a:solidFill>
          <a:ln w="12700">
            <a:solidFill>
              <a:srgbClr val="A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AD147"/>
          </a:solidFill>
          <a:ln w="12700">
            <a:solidFill>
              <a:srgbClr val="A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بَوًا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4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تَوًا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5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22B"/>
          </a:solidFill>
          <a:ln w="12700">
            <a:solidFill>
              <a:srgbClr val="643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F34"/>
          </a:solidFill>
          <a:ln w="12700">
            <a:solidFill>
              <a:srgbClr val="795F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7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ثَوًا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6">
    <p:bg>
      <p:bgPr>
        <a:solidFill>
          <a:srgbClr val="C8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جَوًا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7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1ED"/>
          </a:solidFill>
          <a:ln w="12700">
            <a:solidFill>
              <a:srgbClr val="5E7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حَوًا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8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E052"/>
          </a:solidFill>
          <a:ln w="12700">
            <a:solidFill>
              <a:srgbClr val="E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6DB"/>
          </a:solidFill>
          <a:ln w="12700">
            <a:solidFill>
              <a:srgbClr val="70A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4785"/>
          </a:solidFill>
          <a:ln w="12700">
            <a:solidFill>
              <a:srgbClr val="7A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خَوًا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9">
    <p:bg>
      <p:bgPr>
        <a:solidFill>
          <a:srgbClr val="C3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1D8"/>
          </a:solidFill>
          <a:ln w="12700">
            <a:solidFill>
              <a:srgbClr val="64C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CD1"/>
          </a:solidFill>
          <a:ln w="12700">
            <a:solidFill>
              <a:srgbClr val="47C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دَوًا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0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ذَوًا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1">
    <p:bg>
      <p:bgPr>
        <a:solidFill>
          <a:srgbClr val="334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2642B"/>
          </a:solidFill>
          <a:ln w="12700">
            <a:solidFill>
              <a:srgbClr val="3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E"/>
          </a:solidFill>
          <a:ln w="12700">
            <a:solidFill>
              <a:srgbClr val="34794E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8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رَوًا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2">
    <p:bg>
      <p:bgPr>
        <a:solidFill>
          <a:srgbClr val="C3D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زَوًا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3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5"/>
          </a:solidFill>
          <a:ln w="12700">
            <a:solidFill>
              <a:srgbClr val="ED5E9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سَوًا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4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C"/>
          </a:solidFill>
          <a:ln w="12700">
            <a:solidFill>
              <a:srgbClr val="52E0B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1"/>
          </a:solidFill>
          <a:ln w="12700">
            <a:solidFill>
              <a:srgbClr val="DB70C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B47"/>
          </a:solidFill>
          <a:ln w="12700">
            <a:solidFill>
              <a:srgbClr val="856B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شَوًا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5">
    <p:bg>
      <p:bgPr>
        <a:solidFill>
          <a:srgbClr val="DF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364D8"/>
          </a:solidFill>
          <a:ln w="12700">
            <a:solidFill>
              <a:srgbClr val="D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447D1"/>
          </a:solidFill>
          <a:ln w="12700">
            <a:solidFill>
              <a:srgbClr val="B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صَوًا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6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ضَوًا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7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064"/>
          </a:solidFill>
          <a:ln w="12700">
            <a:solidFill>
              <a:srgbClr val="2B4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3479"/>
          </a:solidFill>
          <a:ln w="12700">
            <a:solidFill>
              <a:srgbClr val="3C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6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طَوًا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8">
    <p:bg>
      <p:bgPr>
        <a:solidFill>
          <a:srgbClr val="F6C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6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ظَوًا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9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8ED5E"/>
          </a:solidFill>
          <a:ln w="12700">
            <a:solidFill>
              <a:srgbClr val="B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عَوًا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0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852E0"/>
          </a:solidFill>
          <a:ln w="12700">
            <a:solidFill>
              <a:srgbClr val="9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B70"/>
          </a:solidFill>
          <a:ln w="12700">
            <a:solidFill>
              <a:srgbClr val="D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C"/>
          </a:solidFill>
          <a:ln w="12700">
            <a:solidFill>
              <a:srgbClr val="47855C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غَوًا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1">
    <p:bg>
      <p:bgPr>
        <a:solidFill>
          <a:srgbClr val="F6D2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664"/>
          </a:solidFill>
          <a:ln w="12700">
            <a:solidFill>
              <a:srgbClr val="D8B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147"/>
          </a:solidFill>
          <a:ln w="12700">
            <a:solidFill>
              <a:srgbClr val="D19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فَوًا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2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قَوًا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3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F"/>
          </a:solidFill>
          <a:ln w="12700">
            <a:solidFill>
              <a:srgbClr val="642B4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D"/>
          </a:solidFill>
          <a:ln w="12700">
            <a:solidFill>
              <a:srgbClr val="79343D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8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8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كَوًا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4">
    <p:bg>
      <p:bgPr>
        <a:solidFill>
          <a:srgbClr val="EE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6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لَوًا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5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CED"/>
          </a:solidFill>
          <a:ln w="12700">
            <a:solidFill>
              <a:srgbClr val="5ED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مَوًا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6">
    <p:bg>
      <p:bgPr>
        <a:solidFill>
          <a:srgbClr val="45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552"/>
          </a:solidFill>
          <a:ln w="12700">
            <a:solidFill>
              <a:srgbClr val="E07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0"/>
          </a:solidFill>
          <a:ln w="12700">
            <a:solidFill>
              <a:srgbClr val="70DBC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4785"/>
          </a:solidFill>
          <a:ln w="12700">
            <a:solidFill>
              <a:srgbClr val="4C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8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8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نَوًا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7">
    <p:bg>
      <p:bgPr>
        <a:solidFill>
          <a:srgbClr val="C3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9"/>
          </a:solidFill>
          <a:ln w="12700">
            <a:solidFill>
              <a:srgbClr val="64D89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F"/>
          </a:solidFill>
          <a:ln w="12700">
            <a:solidFill>
              <a:srgbClr val="47D16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هَوًا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8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19" name="C5 B silent sign"/>
          <p:cNvSpPr/>
          <p:nvPr/>
        </p:nvSpPr>
        <p:spPr>
          <a:xfrm>
            <a:off x="5020056" y="1216152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يًا</a:t>
            </a:r>
            <a:endParaRPr lang="ar-SA" sz="9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9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642B"/>
          </a:solidFill>
          <a:ln w="12700">
            <a:solidFill>
              <a:srgbClr val="5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E7934"/>
          </a:solidFill>
          <a:ln w="12700">
            <a:solidFill>
              <a:srgbClr val="4E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أَيًا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0">
    <p:bg>
      <p:bgPr>
        <a:solidFill>
          <a:srgbClr val="C3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بَيًا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1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B5EED"/>
          </a:solidFill>
          <a:ln w="12700">
            <a:solidFill>
              <a:srgbClr val="D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تَيًا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2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2"/>
          </a:solidFill>
          <a:ln w="12700">
            <a:solidFill>
              <a:srgbClr val="5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670DB"/>
          </a:solidFill>
          <a:ln w="12700">
            <a:solidFill>
              <a:srgbClr val="A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2"/>
          </a:solidFill>
          <a:ln w="12700">
            <a:solidFill>
              <a:srgbClr val="854752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ثَيًا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3">
    <p:bg>
      <p:bgPr>
        <a:solidFill>
          <a:srgbClr val="C3C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C64D8"/>
          </a:solidFill>
          <a:ln w="12700">
            <a:solidFill>
              <a:srgbClr val="7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D47D1"/>
          </a:solidFill>
          <a:ln w="12700">
            <a:solidFill>
              <a:srgbClr val="4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جَيًا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4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حَيًا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5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D"/>
          </a:solidFill>
          <a:ln w="12700">
            <a:solidFill>
              <a:srgbClr val="2B645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F79"/>
          </a:solidFill>
          <a:ln w="12700">
            <a:solidFill>
              <a:srgbClr val="345F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خَيًا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6">
    <p:bg>
      <p:bgPr>
        <a:solidFill>
          <a:srgbClr val="E5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دَيًا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7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75E"/>
          </a:solidFill>
          <a:ln w="12700">
            <a:solidFill>
              <a:srgbClr val="EDB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ذَيًا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8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5E0"/>
          </a:solidFill>
          <a:ln w="12700">
            <a:solidFill>
              <a:srgbClr val="527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B70"/>
          </a:solidFill>
          <a:ln w="12700">
            <a:solidFill>
              <a:srgbClr val="DB8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8547"/>
          </a:solidFill>
          <a:ln w="12700">
            <a:solidFill>
              <a:srgbClr val="61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رَيًا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9">
    <p:bg>
      <p:bgPr>
        <a:solidFill>
          <a:srgbClr val="F6C3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9"/>
          </a:solidFill>
          <a:ln w="12700">
            <a:solidFill>
              <a:srgbClr val="D8646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4"/>
          </a:solidFill>
          <a:ln w="12700">
            <a:solidFill>
              <a:srgbClr val="D1476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زَيًا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0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سَيًا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1">
    <p:bg>
      <p:bgPr>
        <a:solidFill>
          <a:srgbClr val="1A14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2B64"/>
          </a:solidFill>
          <a:ln w="12700">
            <a:solidFill>
              <a:srgbClr val="4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1"/>
          </a:solidFill>
          <a:ln w="12700">
            <a:solidFill>
              <a:srgbClr val="793471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شَيًا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2">
    <p:bg>
      <p:bgPr>
        <a:solidFill>
          <a:srgbClr val="F6D9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صَيًا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3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4"/>
          </a:solidFill>
          <a:ln w="12700">
            <a:solidFill>
              <a:srgbClr val="5EED9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ضَيًا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4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9"/>
          </a:solidFill>
          <a:ln w="12700">
            <a:solidFill>
              <a:srgbClr val="E0529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0"/>
          </a:solidFill>
          <a:ln w="12700">
            <a:solidFill>
              <a:srgbClr val="7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085"/>
          </a:solidFill>
          <a:ln w="12700">
            <a:solidFill>
              <a:srgbClr val="4770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طَيًا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5">
    <p:bg>
      <p:bgPr>
        <a:solidFill>
          <a:srgbClr val="E8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6D864"/>
          </a:solidFill>
          <a:ln w="12700">
            <a:solidFill>
              <a:srgbClr val="8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7D147"/>
          </a:solidFill>
          <a:ln w="12700">
            <a:solidFill>
              <a:srgbClr val="8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ظَيًا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6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عَيًا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7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02B"/>
          </a:solidFill>
          <a:ln w="12700">
            <a:solidFill>
              <a:srgbClr val="644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134"/>
          </a:solidFill>
          <a:ln w="12700">
            <a:solidFill>
              <a:srgbClr val="7971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غَيًا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8">
    <p:bg>
      <p:bgPr>
        <a:solidFill>
          <a:srgbClr val="C3F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فَيًا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9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05EED"/>
          </a:solidFill>
          <a:ln w="12700">
            <a:solidFill>
              <a:srgbClr val="7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قَيًا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0">
    <p:bg>
      <p:bgPr>
        <a:solidFill>
          <a:srgbClr val="43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DE052"/>
          </a:solidFill>
          <a:ln w="12700">
            <a:solidFill>
              <a:srgbClr val="B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BDB"/>
          </a:solidFill>
          <a:ln w="12700">
            <a:solidFill>
              <a:srgbClr val="708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F"/>
          </a:solidFill>
          <a:ln w="12700">
            <a:solidFill>
              <a:srgbClr val="85477F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8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7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كَيًا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1">
    <p:bg>
      <p:bgPr>
        <a:solidFill>
          <a:srgbClr val="C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3D8"/>
          </a:solidFill>
          <a:ln w="12700">
            <a:solidFill>
              <a:srgbClr val="64A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9D1"/>
          </a:solidFill>
          <a:ln w="12700">
            <a:solidFill>
              <a:srgbClr val="47A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لَيًا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2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3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مَيًا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3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2"/>
          </a:solidFill>
          <a:ln w="12700">
            <a:solidFill>
              <a:srgbClr val="2B643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F"/>
          </a:solidFill>
          <a:ln w="12700">
            <a:solidFill>
              <a:srgbClr val="34795F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5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4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نَيًا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4">
    <p:bg>
      <p:bgPr>
        <a:solidFill>
          <a:srgbClr val="C3C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هَيًا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5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0"/>
          </a:solidFill>
          <a:ln w="12700">
            <a:solidFill>
              <a:srgbClr val="ED5E7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1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0" name="C8 B silent sign"/>
          <p:cNvSpPr/>
          <p:nvPr/>
        </p:nvSpPr>
        <p:spPr>
          <a:xfrm>
            <a:off x="4201668" y="1476756"/>
            <a:ext cx="329184" cy="329184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وَيًا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6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E0"/>
          </a:solidFill>
          <a:ln w="12700">
            <a:solidFill>
              <a:srgbClr val="52E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6"/>
          </a:solidFill>
          <a:ln w="12700">
            <a:solidFill>
              <a:srgbClr val="DB70A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A47"/>
          </a:solidFill>
          <a:ln w="12700">
            <a:solidFill>
              <a:srgbClr val="857A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71409" y="896112"/>
            <a:ext cx="189864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5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71409" y="896112"/>
            <a:ext cx="189864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رَسَمَ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573942" y="896112"/>
            <a:ext cx="177742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5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73942" y="896112"/>
            <a:ext cx="177742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قَمَرًا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88520" y="2834640"/>
            <a:ext cx="336696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88520" y="2834640"/>
            <a:ext cx="336696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رَسَمَ قَمَرًا</a:t>
            </a:r>
            <a:endParaRPr lang="ar-SA" sz="4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7">
    <p:bg>
      <p:bgPr>
        <a:solidFill>
          <a:srgbClr val="EC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0"/>
          </a:solidFill>
          <a:ln w="12700">
            <a:solidFill>
              <a:srgbClr val="D864C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B"/>
          </a:solidFill>
          <a:ln w="12700">
            <a:solidFill>
              <a:srgbClr val="D147C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10909" y="896112"/>
            <a:ext cx="158537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3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10909" y="896112"/>
            <a:ext cx="158537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847718" y="896112"/>
            <a:ext cx="154315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3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847718" y="896112"/>
            <a:ext cx="154315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عِنَبًا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205266" y="2834640"/>
            <a:ext cx="273346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205266" y="2834640"/>
            <a:ext cx="273346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 عِنَبًا</a:t>
            </a:r>
            <a:endParaRPr lang="ar-SA" sz="4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8">
    <p:bg>
      <p:bgPr>
        <a:solidFill>
          <a:srgbClr val="F2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431922" y="896112"/>
            <a:ext cx="204934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1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431922" y="896112"/>
            <a:ext cx="204934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662735" y="896112"/>
            <a:ext cx="14491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1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62735" y="896112"/>
            <a:ext cx="14491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لَبَنًا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012348" y="2834640"/>
            <a:ext cx="311930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012348" y="2834640"/>
            <a:ext cx="311930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 لَبَنًا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9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264"/>
          </a:solidFill>
          <a:ln w="12700">
            <a:solidFill>
              <a:srgbClr val="2B3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E3479"/>
          </a:solidFill>
          <a:ln w="12700">
            <a:solidFill>
              <a:srgbClr val="4E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675517" y="896112"/>
            <a:ext cx="18961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E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675517" y="896112"/>
            <a:ext cx="18961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</a:t>
            </a:r>
            <a:endParaRPr lang="ar-SA" sz="4700" dirty="0"/>
          </a:p>
        </p:txBody>
      </p:sp>
      <p:sp>
        <p:nvSpPr>
          <p:cNvPr id="14" name="C2 W2 pill"/>
          <p:cNvSpPr/>
          <p:nvPr/>
        </p:nvSpPr>
        <p:spPr>
          <a:xfrm>
            <a:off x="2572362" y="896112"/>
            <a:ext cx="178311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E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572362" y="896112"/>
            <a:ext cx="17831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جَمَلًا</a:t>
            </a:r>
            <a:endParaRPr lang="ar-SA" sz="47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914839" y="2834640"/>
            <a:ext cx="331432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914839" y="2834640"/>
            <a:ext cx="331432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 جَمَلًا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0">
    <p:bg>
      <p:bgPr>
        <a:solidFill>
          <a:srgbClr val="F6C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68744" y="896112"/>
            <a:ext cx="20217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0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68744" y="896112"/>
            <a:ext cx="20217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حَمَلَ</a:t>
            </a:r>
            <a:endParaRPr lang="ar-SA" sz="5400" dirty="0"/>
          </a:p>
        </p:txBody>
      </p:sp>
      <p:sp>
        <p:nvSpPr>
          <p:cNvPr id="12" name="C2 W2 pill"/>
          <p:cNvSpPr/>
          <p:nvPr/>
        </p:nvSpPr>
        <p:spPr>
          <a:xfrm>
            <a:off x="2353518" y="896112"/>
            <a:ext cx="209518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0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53518" y="896112"/>
            <a:ext cx="209518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حَجَرًا</a:t>
            </a:r>
            <a:endParaRPr lang="ar-SA" sz="5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72363" y="2834640"/>
            <a:ext cx="379927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72363" y="2834640"/>
            <a:ext cx="379927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حَمَلَ حَجَرًا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1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4ED5E"/>
          </a:solidFill>
          <a:ln w="12700">
            <a:solidFill>
              <a:srgbClr val="9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603388" y="896112"/>
            <a:ext cx="189205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603388" y="896112"/>
            <a:ext cx="189205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صَعِدَ</a:t>
            </a:r>
            <a:endParaRPr lang="ar-SA" sz="4700" dirty="0"/>
          </a:p>
        </p:txBody>
      </p:sp>
      <p:sp>
        <p:nvSpPr>
          <p:cNvPr id="20" name="C2 W2 pill"/>
          <p:cNvSpPr/>
          <p:nvPr/>
        </p:nvSpPr>
        <p:spPr>
          <a:xfrm>
            <a:off x="2648554" y="896112"/>
            <a:ext cx="16347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2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648554" y="896112"/>
            <a:ext cx="16347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جَبَلًا</a:t>
            </a:r>
            <a:endParaRPr lang="ar-SA" sz="47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3021280" y="2834640"/>
            <a:ext cx="31014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3021280" y="2834640"/>
            <a:ext cx="31014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صَعِدَ جَبَلًا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2">
    <p:bg>
      <p:bgPr>
        <a:solidFill>
          <a:srgbClr val="2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D52E0"/>
          </a:solidFill>
          <a:ln w="12700">
            <a:solidFill>
              <a:srgbClr val="B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0DB70"/>
          </a:solidFill>
          <a:ln w="12700">
            <a:solidFill>
              <a:srgbClr val="C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B"/>
          </a:solidFill>
          <a:ln w="12700">
            <a:solidFill>
              <a:srgbClr val="47856B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14206" y="896112"/>
            <a:ext cx="16568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4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14206" y="896112"/>
            <a:ext cx="16568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زَرَعَ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572904" y="896112"/>
            <a:ext cx="20212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4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72904" y="896112"/>
            <a:ext cx="20212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شَجَرًا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87500" y="2834640"/>
            <a:ext cx="336900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87500" y="2834640"/>
            <a:ext cx="336900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زَرَعَ شَجَرًا</a:t>
            </a:r>
            <a:endParaRPr lang="ar-SA" sz="4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3">
    <p:bg>
      <p:bgPr>
        <a:solidFill>
          <a:srgbClr val="F6DF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464"/>
          </a:solidFill>
          <a:ln w="12700">
            <a:solidFill>
              <a:srgbClr val="D8D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547"/>
          </a:solidFill>
          <a:ln w="12700">
            <a:solidFill>
              <a:srgbClr val="D1B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73079" y="896112"/>
            <a:ext cx="154310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E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73079" y="896112"/>
            <a:ext cx="154310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أَخَذَ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827818" y="896112"/>
            <a:ext cx="162522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E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827818" y="896112"/>
            <a:ext cx="162522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قَلَمًا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178253" y="2834640"/>
            <a:ext cx="27874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178253" y="2834640"/>
            <a:ext cx="27874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أَخَذَ قَلَمًا</a:t>
            </a:r>
            <a:endParaRPr lang="ar-SA" sz="4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4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73974" y="896112"/>
            <a:ext cx="189864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C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73974" y="896112"/>
            <a:ext cx="189864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رَسَمَ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371378" y="896112"/>
            <a:ext cx="21825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C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71378" y="896112"/>
            <a:ext cx="21825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شَجَرَةً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678608" y="2834640"/>
            <a:ext cx="378678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678608" y="2834640"/>
            <a:ext cx="378678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رَسَمَ شَجَرَةً</a:t>
            </a:r>
            <a:endParaRPr lang="ar-SA" sz="4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5">
    <p:bg>
      <p:bgPr>
        <a:solidFill>
          <a:srgbClr val="431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0"/>
          </a:solidFill>
          <a:ln w="12700">
            <a:solidFill>
              <a:srgbClr val="642B4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D34"/>
          </a:solidFill>
          <a:ln w="12700">
            <a:solidFill>
              <a:srgbClr val="793D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51393" y="896112"/>
            <a:ext cx="158537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A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51393" y="896112"/>
            <a:ext cx="158537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2707234" y="896112"/>
            <a:ext cx="182411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AE2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707234" y="896112"/>
            <a:ext cx="182411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ثَمَرَةً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77511" y="2834640"/>
            <a:ext cx="298897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77511" y="2834640"/>
            <a:ext cx="298897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 ثَمَرَةً</a:t>
            </a:r>
            <a:endParaRPr lang="ar-SA" sz="4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455</Slides>
  <Notes>455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455</vt:i4>
      </vt:variant>
    </vt:vector>
  </HeadingPairs>
  <TitlesOfParts>
    <vt:vector size="4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  <vt:lpstr>Slide 250</vt:lpstr>
      <vt:lpstr>Slide 251</vt:lpstr>
      <vt:lpstr>Slide 252</vt:lpstr>
      <vt:lpstr>Slide 253</vt:lpstr>
      <vt:lpstr>Slide 254</vt:lpstr>
      <vt:lpstr>Slide 255</vt:lpstr>
      <vt:lpstr>Slide 256</vt:lpstr>
      <vt:lpstr>Slide 257</vt:lpstr>
      <vt:lpstr>Slide 258</vt:lpstr>
      <vt:lpstr>Slide 259</vt:lpstr>
      <vt:lpstr>Slide 260</vt:lpstr>
      <vt:lpstr>Slide 261</vt:lpstr>
      <vt:lpstr>Slide 262</vt:lpstr>
      <vt:lpstr>Slide 263</vt:lpstr>
      <vt:lpstr>Slide 264</vt:lpstr>
      <vt:lpstr>Slide 265</vt:lpstr>
      <vt:lpstr>Slide 266</vt:lpstr>
      <vt:lpstr>Slide 267</vt:lpstr>
      <vt:lpstr>Slide 268</vt:lpstr>
      <vt:lpstr>Slide 269</vt:lpstr>
      <vt:lpstr>Slide 270</vt:lpstr>
      <vt:lpstr>Slide 271</vt:lpstr>
      <vt:lpstr>Slide 272</vt:lpstr>
      <vt:lpstr>Slide 273</vt:lpstr>
      <vt:lpstr>Slide 274</vt:lpstr>
      <vt:lpstr>Slide 275</vt:lpstr>
      <vt:lpstr>Slide 276</vt:lpstr>
      <vt:lpstr>Slide 277</vt:lpstr>
      <vt:lpstr>Slide 278</vt:lpstr>
      <vt:lpstr>Slide 279</vt:lpstr>
      <vt:lpstr>Slide 280</vt:lpstr>
      <vt:lpstr>Slide 281</vt:lpstr>
      <vt:lpstr>Slide 282</vt:lpstr>
      <vt:lpstr>Slide 283</vt:lpstr>
      <vt:lpstr>Slide 284</vt:lpstr>
      <vt:lpstr>Slide 285</vt:lpstr>
      <vt:lpstr>Slide 286</vt:lpstr>
      <vt:lpstr>Slide 287</vt:lpstr>
      <vt:lpstr>Slide 288</vt:lpstr>
      <vt:lpstr>Slide 289</vt:lpstr>
      <vt:lpstr>Slide 290</vt:lpstr>
      <vt:lpstr>Slide 291</vt:lpstr>
      <vt:lpstr>Slide 292</vt:lpstr>
      <vt:lpstr>Slide 293</vt:lpstr>
      <vt:lpstr>Slide 294</vt:lpstr>
      <vt:lpstr>Slide 295</vt:lpstr>
      <vt:lpstr>Slide 296</vt:lpstr>
      <vt:lpstr>Slide 297</vt:lpstr>
      <vt:lpstr>Slide 298</vt:lpstr>
      <vt:lpstr>Slide 299</vt:lpstr>
      <vt:lpstr>Slide 300</vt:lpstr>
      <vt:lpstr>Slide 301</vt:lpstr>
      <vt:lpstr>Slide 302</vt:lpstr>
      <vt:lpstr>Slide 303</vt:lpstr>
      <vt:lpstr>Slide 304</vt:lpstr>
      <vt:lpstr>Slide 305</vt:lpstr>
      <vt:lpstr>Slide 306</vt:lpstr>
      <vt:lpstr>Slide 307</vt:lpstr>
      <vt:lpstr>Slide 308</vt:lpstr>
      <vt:lpstr>Slide 309</vt:lpstr>
      <vt:lpstr>Slide 310</vt:lpstr>
      <vt:lpstr>Slide 311</vt:lpstr>
      <vt:lpstr>Slide 312</vt:lpstr>
      <vt:lpstr>Slide 313</vt:lpstr>
      <vt:lpstr>Slide 314</vt:lpstr>
      <vt:lpstr>Slide 315</vt:lpstr>
      <vt:lpstr>Slide 316</vt:lpstr>
      <vt:lpstr>Slide 317</vt:lpstr>
      <vt:lpstr>Slide 318</vt:lpstr>
      <vt:lpstr>Slide 319</vt:lpstr>
      <vt:lpstr>Slide 320</vt:lpstr>
      <vt:lpstr>Slide 321</vt:lpstr>
      <vt:lpstr>Slide 322</vt:lpstr>
      <vt:lpstr>Slide 323</vt:lpstr>
      <vt:lpstr>Slide 324</vt:lpstr>
      <vt:lpstr>Slide 325</vt:lpstr>
      <vt:lpstr>Slide 326</vt:lpstr>
      <vt:lpstr>Slide 327</vt:lpstr>
      <vt:lpstr>Slide 328</vt:lpstr>
      <vt:lpstr>Slide 329</vt:lpstr>
      <vt:lpstr>Slide 330</vt:lpstr>
      <vt:lpstr>Slide 331</vt:lpstr>
      <vt:lpstr>Slide 332</vt:lpstr>
      <vt:lpstr>Slide 333</vt:lpstr>
      <vt:lpstr>Slide 334</vt:lpstr>
      <vt:lpstr>Slide 335</vt:lpstr>
      <vt:lpstr>Slide 336</vt:lpstr>
      <vt:lpstr>Slide 337</vt:lpstr>
      <vt:lpstr>Slide 338</vt:lpstr>
      <vt:lpstr>Slide 339</vt:lpstr>
      <vt:lpstr>Slide 340</vt:lpstr>
      <vt:lpstr>Slide 341</vt:lpstr>
      <vt:lpstr>Slide 342</vt:lpstr>
      <vt:lpstr>Slide 343</vt:lpstr>
      <vt:lpstr>Slide 344</vt:lpstr>
      <vt:lpstr>Slide 345</vt:lpstr>
      <vt:lpstr>Slide 346</vt:lpstr>
      <vt:lpstr>Slide 347</vt:lpstr>
      <vt:lpstr>Slide 348</vt:lpstr>
      <vt:lpstr>Slide 349</vt:lpstr>
      <vt:lpstr>Slide 350</vt:lpstr>
      <vt:lpstr>Slide 351</vt:lpstr>
      <vt:lpstr>Slide 352</vt:lpstr>
      <vt:lpstr>Slide 353</vt:lpstr>
      <vt:lpstr>Slide 354</vt:lpstr>
      <vt:lpstr>Slide 355</vt:lpstr>
      <vt:lpstr>Slide 356</vt:lpstr>
      <vt:lpstr>Slide 357</vt:lpstr>
      <vt:lpstr>Slide 358</vt:lpstr>
      <vt:lpstr>Slide 359</vt:lpstr>
      <vt:lpstr>Slide 360</vt:lpstr>
      <vt:lpstr>Slide 361</vt:lpstr>
      <vt:lpstr>Slide 362</vt:lpstr>
      <vt:lpstr>Slide 363</vt:lpstr>
      <vt:lpstr>Slide 364</vt:lpstr>
      <vt:lpstr>Slide 365</vt:lpstr>
      <vt:lpstr>Slide 366</vt:lpstr>
      <vt:lpstr>Slide 367</vt:lpstr>
      <vt:lpstr>Slide 368</vt:lpstr>
      <vt:lpstr>Slide 369</vt:lpstr>
      <vt:lpstr>Slide 370</vt:lpstr>
      <vt:lpstr>Slide 371</vt:lpstr>
      <vt:lpstr>Slide 372</vt:lpstr>
      <vt:lpstr>Slide 373</vt:lpstr>
      <vt:lpstr>Slide 374</vt:lpstr>
      <vt:lpstr>Slide 375</vt:lpstr>
      <vt:lpstr>Slide 376</vt:lpstr>
      <vt:lpstr>Slide 377</vt:lpstr>
      <vt:lpstr>Slide 378</vt:lpstr>
      <vt:lpstr>Slide 379</vt:lpstr>
      <vt:lpstr>Slide 380</vt:lpstr>
      <vt:lpstr>Slide 381</vt:lpstr>
      <vt:lpstr>Slide 382</vt:lpstr>
      <vt:lpstr>Slide 383</vt:lpstr>
      <vt:lpstr>Slide 384</vt:lpstr>
      <vt:lpstr>Slide 385</vt:lpstr>
      <vt:lpstr>Slide 386</vt:lpstr>
      <vt:lpstr>Slide 387</vt:lpstr>
      <vt:lpstr>Slide 388</vt:lpstr>
      <vt:lpstr>Slide 389</vt:lpstr>
      <vt:lpstr>Slide 390</vt:lpstr>
      <vt:lpstr>Slide 391</vt:lpstr>
      <vt:lpstr>Slide 392</vt:lpstr>
      <vt:lpstr>Slide 393</vt:lpstr>
      <vt:lpstr>Slide 394</vt:lpstr>
      <vt:lpstr>Slide 395</vt:lpstr>
      <vt:lpstr>Slide 396</vt:lpstr>
      <vt:lpstr>Slide 397</vt:lpstr>
      <vt:lpstr>Slide 398</vt:lpstr>
      <vt:lpstr>Slide 399</vt:lpstr>
      <vt:lpstr>Slide 400</vt:lpstr>
      <vt:lpstr>Slide 401</vt:lpstr>
      <vt:lpstr>Slide 402</vt:lpstr>
      <vt:lpstr>Slide 403</vt:lpstr>
      <vt:lpstr>Slide 404</vt:lpstr>
      <vt:lpstr>Slide 405</vt:lpstr>
      <vt:lpstr>Slide 406</vt:lpstr>
      <vt:lpstr>Slide 407</vt:lpstr>
      <vt:lpstr>Slide 408</vt:lpstr>
      <vt:lpstr>Slide 409</vt:lpstr>
      <vt:lpstr>Slide 410</vt:lpstr>
      <vt:lpstr>Slide 411</vt:lpstr>
      <vt:lpstr>Slide 412</vt:lpstr>
      <vt:lpstr>Slide 413</vt:lpstr>
      <vt:lpstr>Slide 414</vt:lpstr>
      <vt:lpstr>Slide 415</vt:lpstr>
      <vt:lpstr>Slide 416</vt:lpstr>
      <vt:lpstr>Slide 417</vt:lpstr>
      <vt:lpstr>Slide 418</vt:lpstr>
      <vt:lpstr>Slide 419</vt:lpstr>
      <vt:lpstr>Slide 420</vt:lpstr>
      <vt:lpstr>Slide 421</vt:lpstr>
      <vt:lpstr>Slide 422</vt:lpstr>
      <vt:lpstr>Slide 423</vt:lpstr>
      <vt:lpstr>Slide 424</vt:lpstr>
      <vt:lpstr>Slide 425</vt:lpstr>
      <vt:lpstr>Slide 426</vt:lpstr>
      <vt:lpstr>Slide 427</vt:lpstr>
      <vt:lpstr>Slide 428</vt:lpstr>
      <vt:lpstr>Slide 429</vt:lpstr>
      <vt:lpstr>Slide 430</vt:lpstr>
      <vt:lpstr>Slide 431</vt:lpstr>
      <vt:lpstr>Slide 432</vt:lpstr>
      <vt:lpstr>Slide 433</vt:lpstr>
      <vt:lpstr>Slide 434</vt:lpstr>
      <vt:lpstr>Slide 435</vt:lpstr>
      <vt:lpstr>Slide 436</vt:lpstr>
      <vt:lpstr>Slide 437</vt:lpstr>
      <vt:lpstr>Slide 438</vt:lpstr>
      <vt:lpstr>Slide 439</vt:lpstr>
      <vt:lpstr>Slide 440</vt:lpstr>
      <vt:lpstr>Slide 441</vt:lpstr>
      <vt:lpstr>Slide 442</vt:lpstr>
      <vt:lpstr>Slide 443</vt:lpstr>
      <vt:lpstr>Slide 444</vt:lpstr>
      <vt:lpstr>Slide 445</vt:lpstr>
      <vt:lpstr>Slide 446</vt:lpstr>
      <vt:lpstr>Slide 447</vt:lpstr>
      <vt:lpstr>Slide 448</vt:lpstr>
      <vt:lpstr>Slide 449</vt:lpstr>
      <vt:lpstr>Slide 450</vt:lpstr>
      <vt:lpstr>Slide 451</vt:lpstr>
      <vt:lpstr>Slide 452</vt:lpstr>
      <vt:lpstr>Slide 453</vt:lpstr>
      <vt:lpstr>Slide 454</vt:lpstr>
      <vt:lpstr>Slide 455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Tanween-1-Fathatan</dc:title>
  <dc:subject>PptxGenJS Presentation</dc:subject>
  <dc:creator>PptxGenJS</dc:creator>
  <cp:lastModifiedBy>PptxGenJS</cp:lastModifiedBy>
  <cp:revision>1</cp:revision>
  <dcterms:created xsi:type="dcterms:W3CDTF">2026-10-21T18:18:00Z</dcterms:created>
  <dcterms:modified xsi:type="dcterms:W3CDTF">2026-10-21T18:18:00Z</dcterms:modified>
</cp:coreProperties>
</file>