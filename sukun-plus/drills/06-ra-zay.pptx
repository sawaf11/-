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B64D8"/>
          </a:solidFill>
          <a:ln w="12700">
            <a:solidFill>
              <a:srgbClr val="8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47D1"/>
          </a:solidFill>
          <a:ln w="12700">
            <a:solidFill>
              <a:srgbClr val="5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02109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1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24558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أَرۡ</a:t>
            </a:r>
            <a:endParaRPr lang="ar-SA" sz="81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8828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8828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545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أَرۡ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4"/>
          </a:solidFill>
          <a:ln w="12700">
            <a:solidFill>
              <a:srgbClr val="2B6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779"/>
          </a:solidFill>
          <a:ln w="12700">
            <a:solidFill>
              <a:srgbClr val="345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261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261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إِرۡ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9512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6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9512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6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923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923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10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أُرۡ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A5E"/>
          </a:solidFill>
          <a:ln w="12700">
            <a:solidFill>
              <a:srgbClr val="EDC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712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712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840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رَأۡ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3E0"/>
          </a:solidFill>
          <a:ln w="12700">
            <a:solidFill>
              <a:srgbClr val="526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870"/>
          </a:solidFill>
          <a:ln w="12700">
            <a:solidFill>
              <a:srgbClr val="DB9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8547"/>
          </a:solidFill>
          <a:ln w="12700">
            <a:solidFill>
              <a:srgbClr val="5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235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235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252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رِبۡ</a:t>
            </a:r>
            <a:endParaRPr lang="ar-SA" sz="9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E64"/>
          </a:solidFill>
          <a:ln w="12700">
            <a:solidFill>
              <a:srgbClr val="D86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3"/>
          </a:solidFill>
          <a:ln w="12700">
            <a:solidFill>
              <a:srgbClr val="D1475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38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38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418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رُتۡ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836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2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836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669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رَثۡ</a:t>
            </a:r>
            <a:endParaRPr lang="ar-SA" sz="8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2B64"/>
          </a:solidFill>
          <a:ln w="12700">
            <a:solidFill>
              <a:srgbClr val="5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8"/>
          </a:solidFill>
          <a:ln w="12700">
            <a:solidFill>
              <a:srgbClr val="79346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235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4235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09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09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رُحۡ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6"/>
          </a:solidFill>
          <a:ln w="12700">
            <a:solidFill>
              <a:srgbClr val="5EEDA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57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57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7"/>
          </a:solidFill>
          <a:ln w="12700">
            <a:solidFill>
              <a:srgbClr val="E0528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E"/>
          </a:solidFill>
          <a:ln w="12700">
            <a:solidFill>
              <a:srgbClr val="70DB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885"/>
          </a:solidFill>
          <a:ln w="12700">
            <a:solidFill>
              <a:srgbClr val="476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3708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3708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990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رِدۡ</a:t>
            </a:r>
            <a:endParaRPr lang="ar-SA" sz="8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7D864"/>
          </a:solidFill>
          <a:ln w="12700">
            <a:solidFill>
              <a:srgbClr val="7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5D147"/>
          </a:solidFill>
          <a:ln w="12700">
            <a:solidFill>
              <a:srgbClr val="7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037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037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9325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رُذۡ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320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أَرۡبَ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82B"/>
          </a:solidFill>
          <a:ln w="12700">
            <a:solidFill>
              <a:srgbClr val="644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934"/>
          </a:solidFill>
          <a:ln w="12700">
            <a:solidFill>
              <a:srgbClr val="7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984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6984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206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بِرۡتَ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8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88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576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تُرۡثَ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25EED"/>
          </a:solidFill>
          <a:ln w="12700">
            <a:solidFill>
              <a:srgbClr val="8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ثَرۡجَ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BE052"/>
          </a:solidFill>
          <a:ln w="12700">
            <a:solidFill>
              <a:srgbClr val="A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DDB"/>
          </a:solidFill>
          <a:ln w="12700">
            <a:solidFill>
              <a:srgbClr val="707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8"/>
          </a:solidFill>
          <a:ln w="12700">
            <a:solidFill>
              <a:srgbClr val="8547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50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650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4763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جِرۡحَ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4D8"/>
          </a:solidFill>
          <a:ln w="12700">
            <a:solidFill>
              <a:srgbClr val="649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7D1"/>
          </a:solidFill>
          <a:ln w="12700">
            <a:solidFill>
              <a:srgbClr val="479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2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539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حُرۡخَ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98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87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خَرۡدَ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9"/>
          </a:solidFill>
          <a:ln w="12700">
            <a:solidFill>
              <a:srgbClr val="2B64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8"/>
          </a:solidFill>
          <a:ln w="12700">
            <a:solidFill>
              <a:srgbClr val="34796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دِرۡذَ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8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882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ذُرۡأَ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F5E"/>
          </a:solidFill>
          <a:ln w="12700">
            <a:solidFill>
              <a:srgbClr val="ED5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261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261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إِرۡ</a:t>
            </a:r>
            <a:endParaRPr lang="ar-SA" sz="8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EE0"/>
          </a:solidFill>
          <a:ln w="12700">
            <a:solidFill>
              <a:srgbClr val="52C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8"/>
          </a:solidFill>
          <a:ln w="12700">
            <a:solidFill>
              <a:srgbClr val="DB709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247"/>
          </a:solidFill>
          <a:ln w="12700">
            <a:solidFill>
              <a:srgbClr val="858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360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360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458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بُرۡ</a:t>
            </a:r>
            <a:endParaRPr lang="ar-SA" sz="10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1"/>
          </a:solidFill>
          <a:ln w="12700">
            <a:solidFill>
              <a:srgbClr val="D864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A"/>
          </a:solidFill>
          <a:ln w="12700">
            <a:solidFill>
              <a:srgbClr val="D147B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95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95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1104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تَرۡ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647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647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974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ثِرۡ</a:t>
            </a:r>
            <a:endParaRPr lang="ar-SA" sz="10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B64"/>
          </a:solidFill>
          <a:ln w="12700">
            <a:solidFill>
              <a:srgbClr val="2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3479"/>
          </a:solidFill>
          <a:ln w="12700">
            <a:solidFill>
              <a:srgbClr val="5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589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589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458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جُرۡ</a:t>
            </a:r>
            <a:endParaRPr lang="ar-SA" sz="10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163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163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919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حَرۡ</a:t>
            </a:r>
            <a:endParaRPr lang="ar-SA" sz="10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2ED5E"/>
          </a:solidFill>
          <a:ln w="12700">
            <a:solidFill>
              <a:srgbClr val="8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14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6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14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919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خِرۡ</a:t>
            </a:r>
            <a:endParaRPr lang="ar-SA" sz="10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F52E0"/>
          </a:solidFill>
          <a:ln w="12700">
            <a:solidFill>
              <a:srgbClr val="C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DB70"/>
          </a:solidFill>
          <a:ln w="12700">
            <a:solidFill>
              <a:srgbClr val="B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3"/>
          </a:solidFill>
          <a:ln w="12700">
            <a:solidFill>
              <a:srgbClr val="4785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380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380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784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دُرۡ</a:t>
            </a:r>
            <a:endParaRPr lang="ar-SA" sz="9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ED864"/>
          </a:solidFill>
          <a:ln w="12700">
            <a:solidFill>
              <a:srgbClr val="C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647"/>
          </a:solidFill>
          <a:ln w="12700">
            <a:solidFill>
              <a:srgbClr val="D1C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814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814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35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ذَرۡ</a:t>
            </a:r>
            <a:endParaRPr lang="ar-SA" sz="9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45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45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840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زَأۡ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9"/>
          </a:solidFill>
          <a:ln w="12700">
            <a:solidFill>
              <a:srgbClr val="642B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634"/>
          </a:solidFill>
          <a:ln w="12700">
            <a:solidFill>
              <a:srgbClr val="794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010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010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252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زِبۡ</a:t>
            </a:r>
            <a:endParaRPr lang="ar-SA" sz="9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30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30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01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زُتۡ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5ED"/>
          </a:solidFill>
          <a:ln w="12700">
            <a:solidFill>
              <a:srgbClr val="5EA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503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2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503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2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6691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زَثۡ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C52"/>
          </a:solidFill>
          <a:ln w="12700">
            <a:solidFill>
              <a:srgbClr val="E0A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DDB"/>
          </a:solidFill>
          <a:ln w="12700">
            <a:solidFill>
              <a:srgbClr val="70C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4785"/>
          </a:solidFill>
          <a:ln w="12700">
            <a:solidFill>
              <a:srgbClr val="6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010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010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زِجۡ</a:t>
            </a:r>
            <a:endParaRPr lang="ar-SA" sz="9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5"/>
          </a:solidFill>
          <a:ln w="12700">
            <a:solidFill>
              <a:srgbClr val="64D8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4"/>
          </a:solidFill>
          <a:ln w="12700">
            <a:solidFill>
              <a:srgbClr val="47D1A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2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2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6224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زُحۡ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511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511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زَخۡ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642B"/>
          </a:solidFill>
          <a:ln w="12700">
            <a:solidFill>
              <a:srgbClr val="4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4"/>
          </a:solidFill>
          <a:ln w="12700">
            <a:solidFill>
              <a:srgbClr val="3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63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463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9906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زِدۡ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19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19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9325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زُذۡ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9"/>
          </a:solidFill>
          <a:ln w="12700">
            <a:solidFill>
              <a:srgbClr val="ED5EC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384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384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7589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زَرۡ</a:t>
            </a:r>
            <a:endParaRPr lang="ar-SA" sz="9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8"/>
          </a:solidFill>
          <a:ln w="12700">
            <a:solidFill>
              <a:srgbClr val="52E08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E70DB"/>
          </a:solidFill>
          <a:ln w="12700">
            <a:solidFill>
              <a:srgbClr val="C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320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أَزۡبَ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864D8"/>
          </a:solidFill>
          <a:ln w="12700">
            <a:solidFill>
              <a:srgbClr val="A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247D1"/>
          </a:solidFill>
          <a:ln w="12700">
            <a:solidFill>
              <a:srgbClr val="8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157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157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805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بِزۡتَ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52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52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576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تُزۡثَ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564"/>
          </a:solidFill>
          <a:ln w="12700">
            <a:solidFill>
              <a:srgbClr val="2B5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579"/>
          </a:solidFill>
          <a:ln w="12700">
            <a:solidFill>
              <a:srgbClr val="344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ثَزۡجَ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2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672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648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جِزۡحَ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CED5E"/>
          </a:solidFill>
          <a:ln w="12700">
            <a:solidFill>
              <a:srgbClr val="E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41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41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648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حُزۡخَ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452E0"/>
          </a:solidFill>
          <a:ln w="12700">
            <a:solidFill>
              <a:srgbClr val="6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470"/>
          </a:solidFill>
          <a:ln w="12700">
            <a:solidFill>
              <a:srgbClr val="DBB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8547"/>
          </a:solidFill>
          <a:ln w="12700">
            <a:solidFill>
              <a:srgbClr val="4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294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خَزۡدَ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B64"/>
          </a:solidFill>
          <a:ln w="12700">
            <a:solidFill>
              <a:srgbClr val="D88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F47"/>
          </a:solidFill>
          <a:ln w="12700">
            <a:solidFill>
              <a:srgbClr val="D15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91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91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دِزۡذَ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ذُزۡرَ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4"/>
          </a:solidFill>
          <a:ln w="12700">
            <a:solidFill>
              <a:srgbClr val="6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6"/>
          </a:solidFill>
          <a:ln w="12700">
            <a:solidFill>
              <a:srgbClr val="7934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رَزۡأَ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409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409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341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إِزۡ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A"/>
          </a:solidFill>
          <a:ln w="12700">
            <a:solidFill>
              <a:srgbClr val="5EEDC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410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6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410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بُزۡ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2"/>
          </a:solidFill>
          <a:ln w="12700">
            <a:solidFill>
              <a:srgbClr val="E0526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9"/>
          </a:solidFill>
          <a:ln w="12700">
            <a:solidFill>
              <a:srgbClr val="70DB9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985"/>
          </a:solidFill>
          <a:ln w="12700">
            <a:solidFill>
              <a:srgbClr val="475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079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6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079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تَزۡ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E"/>
          </a:solidFill>
          <a:ln w="12700">
            <a:solidFill>
              <a:srgbClr val="64D86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D147"/>
          </a:solidFill>
          <a:ln w="12700">
            <a:solidFill>
              <a:srgbClr val="5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61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61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707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707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جُزۡ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62B"/>
          </a:solidFill>
          <a:ln w="12700">
            <a:solidFill>
              <a:srgbClr val="645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7934"/>
          </a:solidFill>
          <a:ln w="12700">
            <a:solidFill>
              <a:srgbClr val="6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320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320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حَزۡ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394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394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خِزۡ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75EED"/>
          </a:solidFill>
          <a:ln w="12700">
            <a:solidFill>
              <a:srgbClr val="A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338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7338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دُزۡ</a:t>
            </a:r>
            <a:endParaRPr lang="ar-SA" sz="9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6E052"/>
          </a:solidFill>
          <a:ln w="12700">
            <a:solidFill>
              <a:srgbClr val="8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70DB"/>
          </a:solidFill>
          <a:ln w="12700">
            <a:solidFill>
              <a:srgbClr val="7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8"/>
          </a:solidFill>
          <a:ln w="12700">
            <a:solidFill>
              <a:srgbClr val="8547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733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733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35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6D8"/>
          </a:solidFill>
          <a:ln w="12700">
            <a:solidFill>
              <a:srgbClr val="647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4D1"/>
          </a:solidFill>
          <a:ln w="12700">
            <a:solidFill>
              <a:srgbClr val="477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995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995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6013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رِزۡ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80103" y="896112"/>
            <a:ext cx="21012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8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80103" y="896112"/>
            <a:ext cx="21012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وَرَبَّكَ</a:t>
            </a:r>
            <a:endParaRPr lang="ar-SA" sz="5400" dirty="0"/>
          </a:p>
        </p:txBody>
      </p:sp>
      <p:sp>
        <p:nvSpPr>
          <p:cNvPr id="13" name="C2 W2 pill"/>
          <p:cNvSpPr/>
          <p:nvPr/>
        </p:nvSpPr>
        <p:spPr>
          <a:xfrm>
            <a:off x="2162603" y="896112"/>
            <a:ext cx="2397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8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162603" y="896112"/>
            <a:ext cx="2397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فَكَبِّرۡ</a:t>
            </a:r>
            <a:endParaRPr lang="ar-SA" sz="5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446865" y="2834640"/>
            <a:ext cx="425027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446865" y="2834640"/>
            <a:ext cx="425027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وَرَبَّكَ فَكَبِّرۡ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213209" y="896112"/>
            <a:ext cx="330773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A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213209" y="896112"/>
            <a:ext cx="330773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وَخَلَقۡنَٰكُمۡ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1623058" y="896112"/>
            <a:ext cx="227011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A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1623058" y="896112"/>
            <a:ext cx="227011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أَزۡوَٰجًا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1997150" y="2834640"/>
            <a:ext cx="514970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1997150" y="2834640"/>
            <a:ext cx="514970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وَخَلَقۡنَٰكُمۡ أَزۡوَٰجًا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63075" y="896112"/>
            <a:ext cx="13843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D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63075" y="896112"/>
            <a:ext cx="13843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فِي</a:t>
            </a:r>
            <a:endParaRPr lang="ar-SA" sz="4100" dirty="0"/>
          </a:p>
        </p:txBody>
      </p:sp>
      <p:sp>
        <p:nvSpPr>
          <p:cNvPr id="12" name="C2 W2 pill"/>
          <p:cNvSpPr/>
          <p:nvPr/>
        </p:nvSpPr>
        <p:spPr>
          <a:xfrm>
            <a:off x="2296583" y="896112"/>
            <a:ext cx="28464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D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96583" y="896112"/>
            <a:ext cx="28464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ٱلۡأَرۡضِ</a:t>
            </a:r>
            <a:endParaRPr lang="ar-SA" sz="41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20499" y="2834640"/>
            <a:ext cx="39030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20499" y="2834640"/>
            <a:ext cx="39030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فِي ٱلۡأَرۡضِ</a:t>
            </a:r>
            <a:endParaRPr lang="ar-SA" sz="4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06-ra-zay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