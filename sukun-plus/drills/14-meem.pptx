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</p:sldIdLst>
  <p:notesMasterIdLst>
    <p:notesMasterId r:id="rId7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notesMaster" Target="notesMasters/notesMaster1.xml"/><Relationship Id="rId79" Type="http://schemas.openxmlformats.org/officeDocument/2006/relationships/presProps" Target="presProps.xml"/><Relationship Id="rId80" Type="http://schemas.openxmlformats.org/officeDocument/2006/relationships/viewProps" Target="viewProps.xml"/><Relationship Id="rId81" Type="http://schemas.openxmlformats.org/officeDocument/2006/relationships/theme" Target="theme/theme1.xml"/><Relationship Id="rId8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نبدأ بحرف ساكن أبداً: الحرف الساكن (بسكون المصحف «ۡ») يحتاج قبله حرفاً متحركاً يستند إليه.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حرف متحرك + حرف ساكن = مقطع واحد ننطقه دفعة واحدة. هنا الحرف الأول عليه فتحة، ثم نقف على الحرف الساكن.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حرف متحرك + حرف ساكن = مقطع واحد ننطقه دفعة واحدة. هنا الحرف الأول عليه كسرة، ثم نقف على الحرف الساكن.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حرف متحرك + حرف ساكن = مقطع واحد ننطقه دفعة واحدة. هنا الحرف الأول عليه ضمة، ثم نقف على الحرف الساكن.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جملة قرآنية: ابحث عن الحروف الساكنة (علامة رأس الخاء) واقرأها بالوقوف عليها.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جملة قرآنية: ابحث عن الحروف الساكنة (علامة رأس الخاء) واقرأها بالوقوف عليها.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جملة قرآنية: ابحث عن الحروف الساكنة (علامة رأس الخاء) واقرأها بالوقوف عليها.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8"/>
          </a:solidFill>
          <a:ln w="12700">
            <a:solidFill>
              <a:srgbClr val="642B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5"/>
          </a:solidFill>
          <a:ln w="12700">
            <a:solidFill>
              <a:srgbClr val="793435"/>
            </a:solidFill>
            <a:prstDash val="solid"/>
          </a:ln>
        </p:spPr>
      </p:sp>
      <p:sp>
        <p:nvSpPr>
          <p:cNvPr id="12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120640" y="975716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7400" dirty="0"/>
          </a:p>
        </p:txBody>
      </p:sp>
      <p:sp>
        <p:nvSpPr>
          <p:cNvPr id="14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6" name="C3 W2 word"/>
          <p:cNvSpPr txBox="1"/>
          <p:nvPr/>
        </p:nvSpPr>
        <p:spPr>
          <a:xfrm>
            <a:off x="914400" y="1166238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أَمۡ</a:t>
            </a:r>
            <a:endParaRPr lang="ar-SA" sz="7400" dirty="0"/>
          </a:p>
        </p:txBody>
      </p:sp>
      <p:sp>
        <p:nvSpPr>
          <p:cNvPr id="17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18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6" grpId="0" animBg="1"/>
      <p:bldP spid="17" grpId="0" animBg="1"/>
      <p:bldP spid="18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86002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9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86002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9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7709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أَمۡ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CED"/>
          </a:solidFill>
          <a:ln w="12700">
            <a:solidFill>
              <a:srgbClr val="5EC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54590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59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54590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9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33463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إِمۡ</a:t>
            </a:r>
            <a:endParaRPr lang="ar-SA" sz="8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552"/>
          </a:solidFill>
          <a:ln w="12700">
            <a:solidFill>
              <a:srgbClr val="E08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C"/>
          </a:solidFill>
          <a:ln w="12700">
            <a:solidFill>
              <a:srgbClr val="70DBC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34785"/>
          </a:solidFill>
          <a:ln w="12700">
            <a:solidFill>
              <a:srgbClr val="5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9237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9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9237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</a:t>
            </a:r>
            <a:endParaRPr lang="ar-SA" sz="5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9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5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64645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أُمۡ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6"/>
          </a:solidFill>
          <a:ln w="12700">
            <a:solidFill>
              <a:srgbClr val="64D8A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F"/>
          </a:solidFill>
          <a:ln w="12700">
            <a:solidFill>
              <a:srgbClr val="47D17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273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8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273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72604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مَأۡ</a:t>
            </a:r>
            <a:endParaRPr lang="ar-SA" sz="7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4274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4274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43832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مِبۡ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3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7642B"/>
          </a:solidFill>
          <a:ln w="12700">
            <a:solidFill>
              <a:srgbClr val="5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67934"/>
          </a:solidFill>
          <a:ln w="12700">
            <a:solidFill>
              <a:srgbClr val="4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7434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4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57434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4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5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4419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مُتۡ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4437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2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4437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52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2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52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60705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مَثۡ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B5EED"/>
          </a:solidFill>
          <a:ln w="12700">
            <a:solidFill>
              <a:srgbClr val="E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4274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4274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6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36841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مِجۡ</a:t>
            </a:r>
            <a:endParaRPr lang="ar-SA" sz="9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1"/>
          </a:solidFill>
          <a:ln w="12700">
            <a:solidFill>
              <a:srgbClr val="52E06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170DB"/>
          </a:solidFill>
          <a:ln w="12700">
            <a:solidFill>
              <a:srgbClr val="B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B"/>
          </a:solidFill>
          <a:ln w="12700">
            <a:solidFill>
              <a:srgbClr val="85474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700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5700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6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36841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مُحۡ</a:t>
            </a:r>
            <a:endParaRPr lang="ar-SA" sz="9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964D8"/>
          </a:solidFill>
          <a:ln w="12700">
            <a:solidFill>
              <a:srgbClr val="8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C47D1"/>
          </a:solidFill>
          <a:ln w="12700">
            <a:solidFill>
              <a:srgbClr val="5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47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1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47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5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1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5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935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مَخۡ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37554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67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37554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67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49343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مِدۡ</a:t>
            </a:r>
            <a:endParaRPr lang="ar-SA" sz="10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3"/>
          </a:solidFill>
          <a:ln w="12700">
            <a:solidFill>
              <a:srgbClr val="2B646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879"/>
          </a:solidFill>
          <a:ln w="12700">
            <a:solidFill>
              <a:srgbClr val="345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5913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6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55913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74625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6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74625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63506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مُذۡ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0188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67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0188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908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67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908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39194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مَرۡ</a:t>
            </a:r>
            <a:endParaRPr lang="ar-SA" sz="10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75E"/>
          </a:solidFill>
          <a:ln w="12700">
            <a:solidFill>
              <a:srgbClr val="EDC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40385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61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40385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780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61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780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6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3403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مِزۡ</a:t>
            </a:r>
            <a:endParaRPr lang="ar-SA" sz="9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3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6E0"/>
          </a:solidFill>
          <a:ln w="12700">
            <a:solidFill>
              <a:srgbClr val="526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770"/>
          </a:solidFill>
          <a:ln w="12700">
            <a:solidFill>
              <a:srgbClr val="DB9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A8547"/>
          </a:solidFill>
          <a:ln w="12700">
            <a:solidFill>
              <a:srgbClr val="5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8520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9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58520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9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44411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مُسۡ</a:t>
            </a:r>
            <a:endParaRPr lang="ar-SA" sz="7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C64"/>
          </a:solidFill>
          <a:ln w="12700">
            <a:solidFill>
              <a:srgbClr val="D86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5"/>
          </a:solidFill>
          <a:ln w="12700">
            <a:solidFill>
              <a:srgbClr val="D1475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6136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6136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4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8257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مَشۡ</a:t>
            </a:r>
            <a:endParaRPr lang="ar-SA" sz="79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4604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9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4604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9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44576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مِصۡ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52B64"/>
          </a:solidFill>
          <a:ln w="12700">
            <a:solidFill>
              <a:srgbClr val="5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9"/>
          </a:solidFill>
          <a:ln w="12700">
            <a:solidFill>
              <a:srgbClr val="79346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8954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7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58954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880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7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880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4838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مُضۡ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3304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3304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8513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مَطۡ</a:t>
            </a:r>
            <a:endParaRPr lang="ar-SA" sz="9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4"/>
          </a:solidFill>
          <a:ln w="12700">
            <a:solidFill>
              <a:srgbClr val="5EEDA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44159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3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44159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53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7111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3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7111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53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6878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مِظۡ</a:t>
            </a:r>
            <a:endParaRPr lang="ar-SA" sz="9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9"/>
          </a:solidFill>
          <a:ln w="12700">
            <a:solidFill>
              <a:srgbClr val="E0528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C"/>
          </a:solidFill>
          <a:ln w="12700">
            <a:solidFill>
              <a:srgbClr val="70DB7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985"/>
          </a:solidFill>
          <a:ln w="12700">
            <a:solidFill>
              <a:srgbClr val="476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7217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5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57217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5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36344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مُعۡ</a:t>
            </a:r>
            <a:endParaRPr lang="ar-SA" sz="9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9D864"/>
          </a:solidFill>
          <a:ln w="12700">
            <a:solidFill>
              <a:srgbClr val="7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7D147"/>
          </a:solidFill>
          <a:ln w="12700">
            <a:solidFill>
              <a:srgbClr val="7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47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1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47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5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79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1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79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5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909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مَغۡ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4604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9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4604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9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9122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مِفۡ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72B"/>
          </a:solidFill>
          <a:ln w="12700">
            <a:solidFill>
              <a:srgbClr val="644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834"/>
          </a:solidFill>
          <a:ln w="12700">
            <a:solidFill>
              <a:srgbClr val="797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7434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4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57434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4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5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0482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مُقۡ</a:t>
            </a:r>
            <a:endParaRPr lang="ar-SA" sz="9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3304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3304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6063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مَكۡ</a:t>
            </a:r>
            <a:endParaRPr lang="ar-SA" sz="9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05EED"/>
          </a:solidFill>
          <a:ln w="12700">
            <a:solidFill>
              <a:srgbClr val="8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44159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3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44159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53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3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53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62405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مِلۡ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3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DE052"/>
          </a:solidFill>
          <a:ln w="12700">
            <a:solidFill>
              <a:srgbClr val="A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FDB"/>
          </a:solidFill>
          <a:ln w="12700">
            <a:solidFill>
              <a:srgbClr val="707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9"/>
          </a:solidFill>
          <a:ln w="12700">
            <a:solidFill>
              <a:srgbClr val="85477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21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21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7435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أَمۡبَ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6D8"/>
          </a:solidFill>
          <a:ln w="12700">
            <a:solidFill>
              <a:srgbClr val="649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AD1"/>
          </a:solidFill>
          <a:ln w="12700">
            <a:solidFill>
              <a:srgbClr val="479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244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244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5244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بِمۡتَ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3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33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359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359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857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تُمۡثَ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8"/>
          </a:solidFill>
          <a:ln w="12700">
            <a:solidFill>
              <a:srgbClr val="2B643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7"/>
          </a:solidFill>
          <a:ln w="12700">
            <a:solidFill>
              <a:srgbClr val="34796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59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359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ثَمۡجَ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830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6830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4811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جِمۡحَ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0"/>
          </a:solidFill>
          <a:ln w="12700">
            <a:solidFill>
              <a:srgbClr val="ED5E6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81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181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44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44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5539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حُمۡخَ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43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0E0"/>
          </a:solidFill>
          <a:ln w="12700">
            <a:solidFill>
              <a:srgbClr val="52D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A"/>
          </a:solidFill>
          <a:ln w="12700">
            <a:solidFill>
              <a:srgbClr val="DB709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147"/>
          </a:solidFill>
          <a:ln w="12700">
            <a:solidFill>
              <a:srgbClr val="858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4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44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9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99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2157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خَمۡدَ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3"/>
          </a:solidFill>
          <a:ln w="12700">
            <a:solidFill>
              <a:srgbClr val="D864B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C"/>
          </a:solidFill>
          <a:ln w="12700">
            <a:solidFill>
              <a:srgbClr val="D147B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47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847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5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5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547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دِمۡذَ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76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76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14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14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824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ذُمۡرَ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C64"/>
          </a:solidFill>
          <a:ln w="12700">
            <a:solidFill>
              <a:srgbClr val="2B2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63479"/>
          </a:solidFill>
          <a:ln w="12700">
            <a:solidFill>
              <a:srgbClr val="5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4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14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656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656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5903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رَمۡزَ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1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61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094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094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5105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زِمۡسَ</a:t>
            </a:r>
            <a:endParaRPr lang="ar-SA" sz="5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4ED5E"/>
          </a:solidFill>
          <a:ln w="12700">
            <a:solidFill>
              <a:srgbClr val="8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4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34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351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سُمۡشَ</a:t>
            </a:r>
            <a:endParaRPr lang="ar-SA" sz="5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D52E0"/>
          </a:solidFill>
          <a:ln w="12700">
            <a:solidFill>
              <a:srgbClr val="C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4DB70"/>
          </a:solidFill>
          <a:ln w="12700">
            <a:solidFill>
              <a:srgbClr val="B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2"/>
          </a:solidFill>
          <a:ln w="12700">
            <a:solidFill>
              <a:srgbClr val="47857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201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201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351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شَمۡصَ</a:t>
            </a:r>
            <a:endParaRPr lang="ar-SA" sz="5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0D864"/>
          </a:solidFill>
          <a:ln w="12700">
            <a:solidFill>
              <a:srgbClr val="D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447"/>
          </a:solidFill>
          <a:ln w="12700">
            <a:solidFill>
              <a:srgbClr val="D1C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061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061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135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صِمۡضَ</a:t>
            </a:r>
            <a:endParaRPr lang="ar-SA" sz="5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68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68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683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ضُمۡطَ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A"/>
          </a:solidFill>
          <a:ln w="12700">
            <a:solidFill>
              <a:srgbClr val="642B3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534"/>
          </a:solidFill>
          <a:ln w="12700">
            <a:solidFill>
              <a:srgbClr val="794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639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طَمۡظَ</a:t>
            </a:r>
            <a:endParaRPr lang="ar-SA" sz="5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84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584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13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13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5034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ظِمۡعَ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7ED"/>
          </a:solidFill>
          <a:ln w="12700">
            <a:solidFill>
              <a:srgbClr val="5EA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92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392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65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65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5476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عُمۡغَ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952"/>
          </a:solidFill>
          <a:ln w="12700">
            <a:solidFill>
              <a:srgbClr val="E0A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FDB"/>
          </a:solidFill>
          <a:ln w="12700">
            <a:solidFill>
              <a:srgbClr val="70C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34785"/>
          </a:solidFill>
          <a:ln w="12700">
            <a:solidFill>
              <a:srgbClr val="6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5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65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582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غَمۡفَ</a:t>
            </a:r>
            <a:endParaRPr lang="ar-SA" sz="5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4"/>
          </a:solidFill>
          <a:ln w="12700">
            <a:solidFill>
              <a:srgbClr val="64D8C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2"/>
          </a:solidFill>
          <a:ln w="12700">
            <a:solidFill>
              <a:srgbClr val="47D1A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90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390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5725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فِمۡقَ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5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15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29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29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7288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قُمۡكَ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642B"/>
          </a:solidFill>
          <a:ln w="12700">
            <a:solidFill>
              <a:srgbClr val="4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57934"/>
          </a:solidFill>
          <a:ln w="12700">
            <a:solidFill>
              <a:srgbClr val="3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29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29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090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090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632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كَمۡلَ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79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79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7834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لِمۡأَ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B"/>
          </a:solidFill>
          <a:ln w="12700">
            <a:solidFill>
              <a:srgbClr val="ED5EC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54590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59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54590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9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33463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إِمۡ</a:t>
            </a:r>
            <a:endParaRPr lang="ar-SA" sz="8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6"/>
          </a:solidFill>
          <a:ln w="12700">
            <a:solidFill>
              <a:srgbClr val="52E08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D70DB"/>
          </a:solidFill>
          <a:ln w="12700">
            <a:solidFill>
              <a:srgbClr val="C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447"/>
          </a:solidFill>
          <a:ln w="12700">
            <a:solidFill>
              <a:srgbClr val="855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4269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9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64269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5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9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5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37092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بُمۡ</a:t>
            </a:r>
            <a:endParaRPr lang="ar-SA" sz="9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764D8"/>
          </a:solidFill>
          <a:ln w="12700">
            <a:solidFill>
              <a:srgbClr val="A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F47D1"/>
          </a:solidFill>
          <a:ln w="12700">
            <a:solidFill>
              <a:srgbClr val="7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0737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9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0737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9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3465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تَمۡ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7990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9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57990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9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32765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ثِمۡ</a:t>
            </a:r>
            <a:endParaRPr lang="ar-SA" sz="9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664"/>
          </a:solidFill>
          <a:ln w="12700">
            <a:solidFill>
              <a:srgbClr val="2B5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679"/>
          </a:solidFill>
          <a:ln w="12700">
            <a:solidFill>
              <a:srgbClr val="344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7474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9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57474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9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37092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جُمۡ</a:t>
            </a:r>
            <a:endParaRPr lang="ar-SA" sz="9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3728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9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3728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9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32765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حَمۡ</a:t>
            </a:r>
            <a:endParaRPr lang="ar-SA" sz="9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C5E"/>
          </a:solidFill>
          <a:ln w="12700">
            <a:solidFill>
              <a:srgbClr val="EDE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44774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9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44774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9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32765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خِمۡ</a:t>
            </a:r>
            <a:endParaRPr lang="ar-SA" sz="9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252E0"/>
          </a:solidFill>
          <a:ln w="12700">
            <a:solidFill>
              <a:srgbClr val="6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270"/>
          </a:solidFill>
          <a:ln w="12700">
            <a:solidFill>
              <a:srgbClr val="DBB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B8547"/>
          </a:solidFill>
          <a:ln w="12700">
            <a:solidFill>
              <a:srgbClr val="4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73247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9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73247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5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9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5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40304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دُمۡ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A64"/>
          </a:solidFill>
          <a:ln w="12700">
            <a:solidFill>
              <a:srgbClr val="D88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D47"/>
          </a:solidFill>
          <a:ln w="12700">
            <a:solidFill>
              <a:srgbClr val="D15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706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9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706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9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6648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ذَمۡ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4091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9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4091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9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34198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رِمۡ</a:t>
            </a:r>
            <a:endParaRPr lang="ar-SA" sz="9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2B64"/>
          </a:solidFill>
          <a:ln w="12700">
            <a:solidFill>
              <a:srgbClr val="6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7"/>
          </a:solidFill>
          <a:ln w="12700">
            <a:solidFill>
              <a:srgbClr val="79345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8227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9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8227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9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46224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زُمۡ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620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9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620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9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33720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سَمۡ</a:t>
            </a:r>
            <a:endParaRPr lang="ar-SA" sz="9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8"/>
          </a:solidFill>
          <a:ln w="12700">
            <a:solidFill>
              <a:srgbClr val="5EEDC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51032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9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51032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9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33720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شِمۡ</a:t>
            </a:r>
            <a:endParaRPr lang="ar-SA" sz="9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5"/>
          </a:solidFill>
          <a:ln w="12700">
            <a:solidFill>
              <a:srgbClr val="E0526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7"/>
          </a:solidFill>
          <a:ln w="12700">
            <a:solidFill>
              <a:srgbClr val="70DB9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A85"/>
          </a:solidFill>
          <a:ln w="12700">
            <a:solidFill>
              <a:srgbClr val="475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152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9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6152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5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9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5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34931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صُمۡ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D"/>
          </a:solidFill>
          <a:ln w="12700">
            <a:solidFill>
              <a:srgbClr val="64D86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4D147"/>
          </a:solidFill>
          <a:ln w="12700">
            <a:solidFill>
              <a:srgbClr val="5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5407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8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5407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6052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8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6052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1250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ضَمۡ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3422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9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3422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9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35369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طِمۡ</a:t>
            </a:r>
            <a:endParaRPr lang="ar-SA" sz="9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52B"/>
          </a:solidFill>
          <a:ln w="12700">
            <a:solidFill>
              <a:srgbClr val="645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7934"/>
          </a:solidFill>
          <a:ln w="12700">
            <a:solidFill>
              <a:srgbClr val="6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83390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9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83390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9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35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ظُمۡ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6838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9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6838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9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32765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عَمۡ</a:t>
            </a:r>
            <a:endParaRPr lang="ar-SA" sz="9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55EED"/>
          </a:solidFill>
          <a:ln w="12700">
            <a:solidFill>
              <a:srgbClr val="A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47883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9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47883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9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32765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غِمۡ</a:t>
            </a:r>
            <a:endParaRPr lang="ar-SA" sz="9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8E052"/>
          </a:solidFill>
          <a:ln w="12700">
            <a:solidFill>
              <a:srgbClr val="8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D70DB"/>
          </a:solidFill>
          <a:ln w="12700">
            <a:solidFill>
              <a:srgbClr val="7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9"/>
          </a:solidFill>
          <a:ln w="12700">
            <a:solidFill>
              <a:srgbClr val="85476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81340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9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81340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5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9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5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4257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فُمۡ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8D8"/>
          </a:solidFill>
          <a:ln w="12700">
            <a:solidFill>
              <a:srgbClr val="647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6D1"/>
          </a:solidFill>
          <a:ln w="12700">
            <a:solidFill>
              <a:srgbClr val="477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8040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9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8040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9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909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قَمۡ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2508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9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2508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9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35369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كِمۡ</a:t>
            </a:r>
            <a:endParaRPr lang="ar-SA" sz="9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7"/>
          </a:solidFill>
          <a:ln w="12700">
            <a:solidFill>
              <a:srgbClr val="2B644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9"/>
          </a:solidFill>
          <a:ln w="12700">
            <a:solidFill>
              <a:srgbClr val="347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74633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9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74633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9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35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لُمۡ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060091" y="896112"/>
            <a:ext cx="267721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A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060091" y="896112"/>
            <a:ext cx="267721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ٱلۡحَمۡدُ</a:t>
            </a:r>
            <a:endParaRPr lang="ar-SA" sz="4000" dirty="0"/>
          </a:p>
        </p:txBody>
      </p:sp>
      <p:sp>
        <p:nvSpPr>
          <p:cNvPr id="12" name="C2 W2 pill"/>
          <p:cNvSpPr/>
          <p:nvPr/>
        </p:nvSpPr>
        <p:spPr>
          <a:xfrm>
            <a:off x="2406696" y="896112"/>
            <a:ext cx="1333355" cy="1371600"/>
          </a:xfrm>
          <a:prstGeom prst="roundRect">
            <a:avLst>
              <a:gd name="adj" fmla="val 27432"/>
            </a:avLst>
          </a:prstGeom>
          <a:solidFill>
            <a:srgbClr val="FFFFFF"/>
          </a:solidFill>
          <a:ln w="76200">
            <a:solidFill>
              <a:srgbClr val="E2DA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06696" y="896112"/>
            <a:ext cx="133335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لِلَّهِ</a:t>
            </a:r>
            <a:endParaRPr lang="ar-SA" sz="40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88116" y="2834640"/>
            <a:ext cx="356776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88116" y="2834640"/>
            <a:ext cx="356776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ٱلۡحَمۡدُ لِلَّهِ</a:t>
            </a:r>
            <a:endParaRPr lang="ar-SA" sz="4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15E"/>
          </a:solidFill>
          <a:ln w="12700">
            <a:solidFill>
              <a:srgbClr val="ED8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474492" y="896112"/>
            <a:ext cx="178481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8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474492" y="896112"/>
            <a:ext cx="178481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أَلَمۡ</a:t>
            </a:r>
            <a:endParaRPr lang="ar-SA" sz="4400" dirty="0"/>
          </a:p>
        </p:txBody>
      </p:sp>
      <p:sp>
        <p:nvSpPr>
          <p:cNvPr id="20" name="C2 W2 pill"/>
          <p:cNvSpPr/>
          <p:nvPr/>
        </p:nvSpPr>
        <p:spPr>
          <a:xfrm>
            <a:off x="2884691" y="896112"/>
            <a:ext cx="1269761" cy="1371600"/>
          </a:xfrm>
          <a:prstGeom prst="roundRect">
            <a:avLst>
              <a:gd name="adj" fmla="val 28805"/>
            </a:avLst>
          </a:prstGeom>
          <a:solidFill>
            <a:srgbClr val="FFFFFF"/>
          </a:solidFill>
          <a:ln w="76200">
            <a:solidFill>
              <a:srgbClr val="36B8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884691" y="896112"/>
            <a:ext cx="126976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تَرَ</a:t>
            </a:r>
            <a:endParaRPr lang="ar-SA" sz="4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3260556" y="2834640"/>
            <a:ext cx="26228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3260556" y="2834640"/>
            <a:ext cx="26228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أَلَمۡ تَرَ</a:t>
            </a:r>
            <a:endParaRPr lang="ar-SA" sz="4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CE0"/>
          </a:solidFill>
          <a:ln w="12700">
            <a:solidFill>
              <a:srgbClr val="52A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E"/>
          </a:solidFill>
          <a:ln w="12700">
            <a:solidFill>
              <a:srgbClr val="DB707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88547"/>
          </a:solidFill>
          <a:ln w="12700">
            <a:solidFill>
              <a:srgbClr val="78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39627" y="896112"/>
            <a:ext cx="286368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39627" y="896112"/>
            <a:ext cx="286368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أَنۡعَمۡتَ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1640690" y="896112"/>
            <a:ext cx="267889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1640690" y="896112"/>
            <a:ext cx="267889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عَلَيۡهِمۡ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1979016" y="2834640"/>
            <a:ext cx="518596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1979016" y="2834640"/>
            <a:ext cx="518596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أَنۡعَمۡتَ عَلَيۡهِمۡ</a:t>
            </a:r>
            <a:endParaRPr lang="ar-SA" sz="4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76</Slides>
  <Notes>76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76</vt:i4>
      </vt:variant>
    </vt:vector>
  </HeadingPairs>
  <TitlesOfParts>
    <vt:vector size="7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Sukun 14-meem</dc:title>
  <dc:subject>PptxGenJS Presentation</dc:subject>
  <dc:creator>PptxGenJS</dc:creator>
  <cp:lastModifiedBy>PptxGenJS</cp:lastModifiedBy>
  <cp:revision>1</cp:revision>
  <dcterms:created xsi:type="dcterms:W3CDTF">2026-10-21T19:08:32Z</dcterms:created>
  <dcterms:modified xsi:type="dcterms:W3CDTF">2026-10-21T19:08:32Z</dcterms:modified>
</cp:coreProperties>
</file>