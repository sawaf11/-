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notesMaster" Target="notesMasters/notesMaster1.xml"/><Relationship Id="rId79" Type="http://schemas.openxmlformats.org/officeDocument/2006/relationships/presProps" Target="presProps.xml"/><Relationship Id="rId80" Type="http://schemas.openxmlformats.org/officeDocument/2006/relationships/viewProps" Target="viewProps.xml"/><Relationship Id="rId81" Type="http://schemas.openxmlformats.org/officeDocument/2006/relationships/theme" Target="theme/theme1.xml"/><Relationship Id="rId8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نبدأ بحرف ساكن أبداً: الحرف الساكن (بسكون المصحف «ۡ») يحتاج قبله حرفاً متحركاً يستند إليه.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حرف متحرك + حرف ساكن = مقطع واحد ننطقه دفعة واحدة. هنا الحرف الأول عليه فتحة، ثم نقف على الحرف الساكن.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حرف متحرك + حرف ساكن = مقطع واحد ننطقه دفعة واحدة. هنا الحرف الأول عليه كسرة، ثم نقف على الحرف الساكن.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حرف متحرك + حرف ساكن = مقطع واحد ننطقه دفعة واحدة. هنا الحرف الأول عليه ضمة، ثم نقف على الحرف الساكن.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جملة قرآنية: ابحث عن الحروف الساكنة (علامة رأس الخاء) واقرأها بالوقوف عليها.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جملة قرآنية: ابحث عن الحروف الساكنة (علامة رأس الخاء) واقرأها بالوقوف عليها.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جملة قرآنية: ابحث عن الحروف الساكنة (علامة رأس الخاء) واقرأها بالوقوف عليها.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2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8"/>
          </a:solidFill>
          <a:ln w="12700">
            <a:solidFill>
              <a:srgbClr val="642B48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5"/>
          </a:solidFill>
          <a:ln w="12700">
            <a:solidFill>
              <a:srgbClr val="793435"/>
            </a:solidFill>
            <a:prstDash val="solid"/>
          </a:ln>
        </p:spPr>
      </p:sp>
      <p:sp>
        <p:nvSpPr>
          <p:cNvPr id="12" name="Panel 1"/>
          <p:cNvSpPr/>
          <p:nvPr/>
        </p:nvSpPr>
        <p:spPr>
          <a:xfrm>
            <a:off x="512064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E03131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5120640" y="975716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7400" dirty="0"/>
          </a:p>
        </p:txBody>
      </p:sp>
      <p:sp>
        <p:nvSpPr>
          <p:cNvPr id="14" name="C2 X wrong"/>
          <p:cNvSpPr/>
          <p:nvPr/>
        </p:nvSpPr>
        <p:spPr>
          <a:xfrm>
            <a:off x="6355080" y="3429000"/>
            <a:ext cx="640080" cy="640080"/>
          </a:xfrm>
          <a:prstGeom prst="mathMultiply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Panel 2"/>
          <p:cNvSpPr/>
          <p:nvPr/>
        </p:nvSpPr>
        <p:spPr>
          <a:xfrm>
            <a:off x="91440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6" name="C3 W2 word"/>
          <p:cNvSpPr txBox="1"/>
          <p:nvPr/>
        </p:nvSpPr>
        <p:spPr>
          <a:xfrm>
            <a:off x="914400" y="1166238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أَمۡ</a:t>
            </a:r>
            <a:endParaRPr lang="ar-SA" sz="7400" dirty="0"/>
          </a:p>
        </p:txBody>
      </p:sp>
      <p:sp>
        <p:nvSpPr>
          <p:cNvPr id="17" name="C4 V tick a"/>
          <p:cNvSpPr/>
          <p:nvPr/>
        </p:nvSpPr>
        <p:spPr>
          <a:xfrm>
            <a:off x="2194560" y="3703320"/>
            <a:ext cx="201168" cy="274320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  <p:sp>
        <p:nvSpPr>
          <p:cNvPr id="18" name="C4 V tick b"/>
          <p:cNvSpPr/>
          <p:nvPr/>
        </p:nvSpPr>
        <p:spPr>
          <a:xfrm flipV="1">
            <a:off x="2395728" y="3447288"/>
            <a:ext cx="384048" cy="530352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6" grpId="0" animBg="1"/>
      <p:bldP spid="17" grpId="0" animBg="1"/>
      <p:bldP spid="1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86002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9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86002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5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5582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9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5582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5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7709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أَمۡ</a:t>
            </a:r>
            <a:endParaRPr lang="ar-SA" sz="7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5D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CCED"/>
          </a:solidFill>
          <a:ln w="12700">
            <a:solidFill>
              <a:srgbClr val="5ECC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54590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59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54590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endParaRPr lang="ar-SA" sz="5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5582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9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5582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5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33463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إِمۡ</a:t>
            </a:r>
            <a:endParaRPr lang="ar-SA" sz="89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3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8552"/>
          </a:solidFill>
          <a:ln w="12700">
            <a:solidFill>
              <a:srgbClr val="E085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4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C"/>
          </a:solidFill>
          <a:ln w="12700">
            <a:solidFill>
              <a:srgbClr val="70DBCC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34785"/>
          </a:solidFill>
          <a:ln w="12700">
            <a:solidFill>
              <a:srgbClr val="53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9237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9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9237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أُ</a:t>
            </a:r>
            <a:endParaRPr lang="ar-SA" sz="5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5582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9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5582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5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64645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أُمۡ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5F7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A6"/>
          </a:solidFill>
          <a:ln w="12700">
            <a:solidFill>
              <a:srgbClr val="64D8A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7F"/>
          </a:solidFill>
          <a:ln w="12700">
            <a:solidFill>
              <a:srgbClr val="47D17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273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8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273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817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8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817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72604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مَأۡ</a:t>
            </a:r>
            <a:endParaRPr lang="ar-SA" sz="79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4274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4274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43832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مِبۡ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33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7642B"/>
          </a:solidFill>
          <a:ln w="12700">
            <a:solidFill>
              <a:srgbClr val="57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67934"/>
          </a:solidFill>
          <a:ln w="12700">
            <a:solidFill>
              <a:srgbClr val="46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57434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4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57434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</a:t>
            </a:r>
            <a:endParaRPr lang="ar-SA" sz="54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854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4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854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54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4419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مُتۡ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4437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2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4437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52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7220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2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7220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52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607058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مَثۡ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C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B5EED"/>
          </a:solidFill>
          <a:ln w="12700">
            <a:solidFill>
              <a:srgbClr val="EB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4274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6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4274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6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36841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مِجۡ</a:t>
            </a:r>
            <a:endParaRPr lang="ar-SA" sz="91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6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61"/>
          </a:solidFill>
          <a:ln w="12700">
            <a:solidFill>
              <a:srgbClr val="52E061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CA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170DB"/>
          </a:solidFill>
          <a:ln w="12700">
            <a:solidFill>
              <a:srgbClr val="B1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4B"/>
          </a:solidFill>
          <a:ln w="12700">
            <a:solidFill>
              <a:srgbClr val="85474B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57000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6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57000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6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36841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مُحۡ</a:t>
            </a:r>
            <a:endParaRPr lang="ar-SA" sz="91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5C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964D8"/>
          </a:solidFill>
          <a:ln w="12700">
            <a:solidFill>
              <a:srgbClr val="89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C47D1"/>
          </a:solidFill>
          <a:ln w="12700">
            <a:solidFill>
              <a:srgbClr val="5C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472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1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472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5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527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1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527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5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9352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مَخۡ</a:t>
            </a:r>
            <a:endParaRPr lang="ar-SA" sz="8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C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37554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67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37554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</a:t>
            </a:r>
            <a:endParaRPr lang="ar-SA" sz="6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656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67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656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6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493439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مِدۡ</a:t>
            </a:r>
            <a:endParaRPr lang="ar-SA" sz="102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4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63"/>
          </a:solidFill>
          <a:ln w="12700">
            <a:solidFill>
              <a:srgbClr val="2B646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879"/>
          </a:solidFill>
          <a:ln w="12700">
            <a:solidFill>
              <a:srgbClr val="3458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55913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61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55913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</a:t>
            </a:r>
            <a:endParaRPr lang="ar-SA" sz="61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74625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61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74625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61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63506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مُذۡ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0188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67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0188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6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5908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67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5908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6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39194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مَرۡ</a:t>
            </a:r>
            <a:endParaRPr lang="ar-SA" sz="108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C75E"/>
          </a:solidFill>
          <a:ln w="12700">
            <a:solidFill>
              <a:srgbClr val="EDC7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40385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61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40385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</a:t>
            </a:r>
            <a:endParaRPr lang="ar-SA" sz="61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7808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61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7808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61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3403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مِزۡ</a:t>
            </a:r>
            <a:endParaRPr lang="ar-SA" sz="9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3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66E0"/>
          </a:solidFill>
          <a:ln w="12700">
            <a:solidFill>
              <a:srgbClr val="5266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1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9770"/>
          </a:solidFill>
          <a:ln w="12700">
            <a:solidFill>
              <a:srgbClr val="DB97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A8547"/>
          </a:solidFill>
          <a:ln w="12700">
            <a:solidFill>
              <a:srgbClr val="5A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58520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9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58520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169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9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169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44411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مُسۡ</a:t>
            </a:r>
            <a:endParaRPr lang="ar-SA" sz="7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C5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C64"/>
          </a:solidFill>
          <a:ln w="12700">
            <a:solidFill>
              <a:srgbClr val="D86C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55"/>
          </a:solidFill>
          <a:ln w="12700">
            <a:solidFill>
              <a:srgbClr val="D1475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6136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6136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4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7079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7079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4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8257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مَشۡ</a:t>
            </a:r>
            <a:endParaRPr lang="ar-SA" sz="79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4604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9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4604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250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9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250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445768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مِصۡ</a:t>
            </a:r>
            <a:endParaRPr lang="ar-SA" sz="8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52B64"/>
          </a:solidFill>
          <a:ln w="12700">
            <a:solidFill>
              <a:srgbClr val="55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9"/>
          </a:solidFill>
          <a:ln w="12700">
            <a:solidFill>
              <a:srgbClr val="79346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58954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7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58954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880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47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880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4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4838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مُضۡ</a:t>
            </a:r>
            <a:endParaRPr lang="ar-SA" sz="8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D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3304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3304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489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489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85138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مَطۡ</a:t>
            </a:r>
            <a:endParaRPr lang="ar-SA" sz="91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5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A4"/>
          </a:solidFill>
          <a:ln w="12700">
            <a:solidFill>
              <a:srgbClr val="5EEDA4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44159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3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44159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</a:t>
            </a:r>
            <a:endParaRPr lang="ar-SA" sz="53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7111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3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7111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53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6878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مِظۡ</a:t>
            </a:r>
            <a:endParaRPr lang="ar-SA" sz="91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431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89"/>
          </a:solidFill>
          <a:ln w="12700">
            <a:solidFill>
              <a:srgbClr val="E05289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8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7C"/>
          </a:solidFill>
          <a:ln w="12700">
            <a:solidFill>
              <a:srgbClr val="70DB7C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985"/>
          </a:solidFill>
          <a:ln w="12700">
            <a:solidFill>
              <a:srgbClr val="4769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57217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5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57217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</a:t>
            </a:r>
            <a:endParaRPr lang="ar-SA" sz="5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081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5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081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5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36344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مُعۡ</a:t>
            </a:r>
            <a:endParaRPr lang="ar-SA" sz="92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9D864"/>
          </a:solidFill>
          <a:ln w="12700">
            <a:solidFill>
              <a:srgbClr val="79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7D147"/>
          </a:solidFill>
          <a:ln w="12700">
            <a:solidFill>
              <a:srgbClr val="77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472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1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472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5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7965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1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7965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5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909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مَغۡ</a:t>
            </a:r>
            <a:endParaRPr lang="ar-SA" sz="8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5D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4604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9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4604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7492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9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7492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9122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مِفۡ</a:t>
            </a:r>
            <a:endParaRPr lang="ar-SA" sz="88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43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72B"/>
          </a:solidFill>
          <a:ln w="12700">
            <a:solidFill>
              <a:srgbClr val="6447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834"/>
          </a:solidFill>
          <a:ln w="12700">
            <a:solidFill>
              <a:srgbClr val="7978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57434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4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57434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</a:t>
            </a:r>
            <a:endParaRPr lang="ar-SA" sz="54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7122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4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7122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54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0482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مُقۡ</a:t>
            </a:r>
            <a:endParaRPr lang="ar-SA" sz="92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C5F7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3304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3304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519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9519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60639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مَكۡ</a:t>
            </a:r>
            <a:endParaRPr lang="ar-SA" sz="9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05EED"/>
          </a:solidFill>
          <a:ln w="12700">
            <a:solidFill>
              <a:srgbClr val="80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44159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3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44159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</a:t>
            </a:r>
            <a:endParaRPr lang="ar-SA" sz="53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73741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3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73741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53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62405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مِلۡ</a:t>
            </a:r>
            <a:endParaRPr lang="ar-SA" sz="83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433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DE052"/>
          </a:solidFill>
          <a:ln w="12700">
            <a:solidFill>
              <a:srgbClr val="AD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A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7FDB"/>
          </a:solidFill>
          <a:ln w="12700">
            <a:solidFill>
              <a:srgbClr val="707F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9"/>
          </a:solidFill>
          <a:ln w="12700">
            <a:solidFill>
              <a:srgbClr val="854779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21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0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21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74351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أَمۡبَ</a:t>
            </a:r>
            <a:endParaRPr lang="ar-SA" sz="6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C5E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96D8"/>
          </a:solidFill>
          <a:ln w="12700">
            <a:solidFill>
              <a:srgbClr val="6496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9AD1"/>
          </a:solidFill>
          <a:ln w="12700">
            <a:solidFill>
              <a:srgbClr val="479A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244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244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080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080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52440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بِمۡتَ</a:t>
            </a:r>
            <a:endParaRPr lang="ar-SA" sz="64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C5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334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334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359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359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857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تُمۡثَ</a:t>
            </a:r>
            <a:endParaRPr lang="ar-SA" sz="64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2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8"/>
          </a:solidFill>
          <a:ln w="12700">
            <a:solidFill>
              <a:srgbClr val="2B6438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7"/>
          </a:solidFill>
          <a:ln w="12700">
            <a:solidFill>
              <a:srgbClr val="347967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359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359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92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92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5961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ثَمۡجَ</a:t>
            </a:r>
            <a:endParaRPr lang="ar-SA" sz="7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C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6830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6830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92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92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48117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جِمۡحَ</a:t>
            </a:r>
            <a:endParaRPr lang="ar-SA" sz="69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D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60"/>
          </a:solidFill>
          <a:ln w="12700">
            <a:solidFill>
              <a:srgbClr val="ED5E60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181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0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181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44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40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44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5539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حُمۡخَ</a:t>
            </a:r>
            <a:endParaRPr lang="ar-SA" sz="69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443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D0E0"/>
          </a:solidFill>
          <a:ln w="12700">
            <a:solidFill>
              <a:srgbClr val="52D0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4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A"/>
          </a:solidFill>
          <a:ln w="12700">
            <a:solidFill>
              <a:srgbClr val="DB709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8147"/>
          </a:solidFill>
          <a:ln w="12700">
            <a:solidFill>
              <a:srgbClr val="8581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44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40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44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9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99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2157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خَمۡدَ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3"/>
          </a:solidFill>
          <a:ln w="12700">
            <a:solidFill>
              <a:srgbClr val="D864B3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BC"/>
          </a:solidFill>
          <a:ln w="12700">
            <a:solidFill>
              <a:srgbClr val="D147B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847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847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5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5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547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دِمۡذَ</a:t>
            </a:r>
            <a:endParaRPr lang="ar-SA" sz="78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E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76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76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143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143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8243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ذُمۡرَ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42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2C64"/>
          </a:solidFill>
          <a:ln w="12700">
            <a:solidFill>
              <a:srgbClr val="2B2C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63479"/>
          </a:solidFill>
          <a:ln w="12700">
            <a:solidFill>
              <a:srgbClr val="56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143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143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656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656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59035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رَمۡزَ</a:t>
            </a:r>
            <a:endParaRPr lang="ar-SA" sz="7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C5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12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612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094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094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5105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زِمۡسَ</a:t>
            </a:r>
            <a:endParaRPr lang="ar-SA" sz="5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C5F7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4ED5E"/>
          </a:solidFill>
          <a:ln w="12700">
            <a:solidFill>
              <a:srgbClr val="84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348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0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348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0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351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سُمۡشَ</a:t>
            </a:r>
            <a:endParaRPr lang="ar-SA" sz="5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2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D52E0"/>
          </a:solidFill>
          <a:ln w="12700">
            <a:solidFill>
              <a:srgbClr val="CD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4DB70"/>
          </a:solidFill>
          <a:ln w="12700">
            <a:solidFill>
              <a:srgbClr val="B4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2"/>
          </a:solidFill>
          <a:ln w="12700">
            <a:solidFill>
              <a:srgbClr val="478572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0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201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0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201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351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شَمۡصَ</a:t>
            </a:r>
            <a:endParaRPr lang="ar-SA" sz="5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E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0D864"/>
          </a:solidFill>
          <a:ln w="12700">
            <a:solidFill>
              <a:srgbClr val="D0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C447"/>
          </a:solidFill>
          <a:ln w="12700">
            <a:solidFill>
              <a:srgbClr val="D1C4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061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061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135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صِمۡضَ</a:t>
            </a:r>
            <a:endParaRPr lang="ar-SA" sz="5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C5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68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68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8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6832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ضُمۡطَ</a:t>
            </a:r>
            <a:endParaRPr lang="ar-SA" sz="5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431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A"/>
          </a:solidFill>
          <a:ln w="12700">
            <a:solidFill>
              <a:srgbClr val="642B3A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534"/>
          </a:solidFill>
          <a:ln w="12700">
            <a:solidFill>
              <a:srgbClr val="7945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50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50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50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50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639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طَمۡظَ</a:t>
            </a:r>
            <a:endParaRPr lang="ar-SA" sz="57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D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584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584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13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13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5034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ظِمۡعَ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C5C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A7ED"/>
          </a:solidFill>
          <a:ln w="12700">
            <a:solidFill>
              <a:srgbClr val="5EA7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392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40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392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65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40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65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54762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عُمۡغَ</a:t>
            </a:r>
            <a:endParaRPr lang="ar-SA" sz="7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431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A952"/>
          </a:solidFill>
          <a:ln w="12700">
            <a:solidFill>
              <a:srgbClr val="E0A9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7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FDB"/>
          </a:solidFill>
          <a:ln w="12700">
            <a:solidFill>
              <a:srgbClr val="70CF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34785"/>
          </a:solidFill>
          <a:ln w="12700">
            <a:solidFill>
              <a:srgbClr val="63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65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40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65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545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0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545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5828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غَمۡفَ</a:t>
            </a:r>
            <a:endParaRPr lang="ar-SA" sz="5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C5F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C4"/>
          </a:solidFill>
          <a:ln w="12700">
            <a:solidFill>
              <a:srgbClr val="64D8C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A2"/>
          </a:solidFill>
          <a:ln w="12700">
            <a:solidFill>
              <a:srgbClr val="47D1A2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90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390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897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897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57257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فِمۡقَ</a:t>
            </a:r>
            <a:endParaRPr lang="ar-SA" sz="66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E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151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151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295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295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72888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قُمۡكَ</a:t>
            </a:r>
            <a:endParaRPr lang="ar-SA" sz="6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4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8642B"/>
          </a:solidFill>
          <a:ln w="12700">
            <a:solidFill>
              <a:srgbClr val="48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57934"/>
          </a:solidFill>
          <a:ln w="12700">
            <a:solidFill>
              <a:srgbClr val="35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295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295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090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090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6325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كَمۡلَ</a:t>
            </a:r>
            <a:endParaRPr lang="ar-SA" sz="65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C5E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79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079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78347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لِمۡأَ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C5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CB"/>
          </a:solidFill>
          <a:ln w="12700">
            <a:solidFill>
              <a:srgbClr val="ED5ECB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54590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59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54590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endParaRPr lang="ar-SA" sz="5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5582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9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5582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5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33463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إِمۡ</a:t>
            </a:r>
            <a:endParaRPr lang="ar-SA" sz="89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86"/>
          </a:solidFill>
          <a:ln w="12700">
            <a:solidFill>
              <a:srgbClr val="52E08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4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D70DB"/>
          </a:solidFill>
          <a:ln w="12700">
            <a:solidFill>
              <a:srgbClr val="CD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447"/>
          </a:solidFill>
          <a:ln w="12700">
            <a:solidFill>
              <a:srgbClr val="8554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4269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9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64269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5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5582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9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5582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5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37092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بُمۡ</a:t>
            </a:r>
            <a:endParaRPr lang="ar-SA" sz="91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C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764D8"/>
          </a:solidFill>
          <a:ln w="12700">
            <a:solidFill>
              <a:srgbClr val="A7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F47D1"/>
          </a:solidFill>
          <a:ln w="12700">
            <a:solidFill>
              <a:srgbClr val="7F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70737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9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70737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5582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9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5582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5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3465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تَمۡ</a:t>
            </a:r>
            <a:endParaRPr lang="ar-SA" sz="85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7D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57990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9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57990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</a:t>
            </a:r>
            <a:endParaRPr lang="ar-SA" sz="5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5582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9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5582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5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327658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ثِمۡ</a:t>
            </a:r>
            <a:endParaRPr lang="ar-SA" sz="95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44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664"/>
          </a:solidFill>
          <a:ln w="12700">
            <a:solidFill>
              <a:srgbClr val="2B56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679"/>
          </a:solidFill>
          <a:ln w="12700">
            <a:solidFill>
              <a:srgbClr val="3446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57474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9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57474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</a:t>
            </a:r>
            <a:endParaRPr lang="ar-SA" sz="5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5582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9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5582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5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37092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جُمۡ</a:t>
            </a:r>
            <a:endParaRPr lang="ar-SA" sz="91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C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3728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9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3728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5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5582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9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5582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5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327658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حَمۡ</a:t>
            </a:r>
            <a:endParaRPr lang="ar-SA" sz="9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E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EC5E"/>
          </a:solidFill>
          <a:ln w="12700">
            <a:solidFill>
              <a:srgbClr val="EDEC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44774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9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44774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</a:t>
            </a:r>
            <a:endParaRPr lang="ar-SA" sz="5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5582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9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5582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5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327658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خِمۡ</a:t>
            </a:r>
            <a:endParaRPr lang="ar-SA" sz="95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426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252E0"/>
          </a:solidFill>
          <a:ln w="12700">
            <a:solidFill>
              <a:srgbClr val="62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B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270"/>
          </a:solidFill>
          <a:ln w="12700">
            <a:solidFill>
              <a:srgbClr val="DBB2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B8547"/>
          </a:solidFill>
          <a:ln w="12700">
            <a:solidFill>
              <a:srgbClr val="4B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73247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9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73247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</a:t>
            </a:r>
            <a:endParaRPr lang="ar-SA" sz="5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5582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9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5582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5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40304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دُمۡ</a:t>
            </a:r>
            <a:endParaRPr lang="ar-SA" sz="8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7C5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A64"/>
          </a:solidFill>
          <a:ln w="12700">
            <a:solidFill>
              <a:srgbClr val="D88A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D47"/>
          </a:solidFill>
          <a:ln w="12700">
            <a:solidFill>
              <a:srgbClr val="D15D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7706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59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7706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5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5582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9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5582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5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6648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ذَمۡ</a:t>
            </a:r>
            <a:endParaRPr lang="ar-SA" sz="82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C5F7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4091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59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4091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</a:t>
            </a:r>
            <a:endParaRPr lang="ar-SA" sz="5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5582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9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5582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5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34198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رِمۡ</a:t>
            </a:r>
            <a:endParaRPr lang="ar-SA" sz="94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2B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32B64"/>
          </a:solidFill>
          <a:ln w="12700">
            <a:solidFill>
              <a:srgbClr val="63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7"/>
          </a:solidFill>
          <a:ln w="12700">
            <a:solidFill>
              <a:srgbClr val="793457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8227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59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8227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</a:t>
            </a:r>
            <a:endParaRPr lang="ar-SA" sz="5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5582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9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5582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5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46224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زُمۡ</a:t>
            </a:r>
            <a:endParaRPr lang="ar-SA" sz="83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7E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6201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59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6201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5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5582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9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5582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5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337208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سَمۡ</a:t>
            </a:r>
            <a:endParaRPr lang="ar-SA" sz="91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C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8"/>
          </a:solidFill>
          <a:ln w="12700">
            <a:solidFill>
              <a:srgbClr val="5EEDC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51032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59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51032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</a:t>
            </a:r>
            <a:endParaRPr lang="ar-SA" sz="5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5582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9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5582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5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337208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شِمۡ</a:t>
            </a:r>
            <a:endParaRPr lang="ar-SA" sz="91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431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5"/>
          </a:solidFill>
          <a:ln w="12700">
            <a:solidFill>
              <a:srgbClr val="E0526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7"/>
          </a:solidFill>
          <a:ln w="12700">
            <a:solidFill>
              <a:srgbClr val="70DB9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A85"/>
          </a:solidFill>
          <a:ln w="12700">
            <a:solidFill>
              <a:srgbClr val="475A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1521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59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61521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</a:t>
            </a:r>
            <a:endParaRPr lang="ar-SA" sz="5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5582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9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5582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5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34931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صُمۡ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D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D"/>
          </a:solidFill>
          <a:ln w="12700">
            <a:solidFill>
              <a:srgbClr val="64D86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4D147"/>
          </a:solidFill>
          <a:ln w="12700">
            <a:solidFill>
              <a:srgbClr val="54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5407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8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5407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56052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8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56052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1250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ضَمۡ</a:t>
            </a:r>
            <a:endParaRPr lang="ar-SA" sz="87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C5C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3422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9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3422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</a:t>
            </a:r>
            <a:endParaRPr lang="ar-SA" sz="5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D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5582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9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5582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5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35369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طِمۡ</a:t>
            </a:r>
            <a:endParaRPr lang="ar-SA" sz="9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43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52B"/>
          </a:solidFill>
          <a:ln w="12700">
            <a:solidFill>
              <a:srgbClr val="6455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97934"/>
          </a:solidFill>
          <a:ln w="12700">
            <a:solidFill>
              <a:srgbClr val="69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83390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9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83390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</a:t>
            </a:r>
            <a:endParaRPr lang="ar-SA" sz="5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5582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9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5582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5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35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ظُمۡ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C5F7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6838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9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6838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5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5582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9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5582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5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327658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عَمۡ</a:t>
            </a:r>
            <a:endParaRPr lang="ar-SA" sz="9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E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55EED"/>
          </a:solidFill>
          <a:ln w="12700">
            <a:solidFill>
              <a:srgbClr val="A5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47883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9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47883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</a:t>
            </a:r>
            <a:endParaRPr lang="ar-SA" sz="5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5582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9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5582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5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327658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غِمۡ</a:t>
            </a:r>
            <a:endParaRPr lang="ar-SA" sz="95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3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8E052"/>
          </a:solidFill>
          <a:ln w="12700">
            <a:solidFill>
              <a:srgbClr val="88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8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D70DB"/>
          </a:solidFill>
          <a:ln w="12700">
            <a:solidFill>
              <a:srgbClr val="7D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9"/>
          </a:solidFill>
          <a:ln w="12700">
            <a:solidFill>
              <a:srgbClr val="854769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81340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59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81340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</a:t>
            </a:r>
            <a:endParaRPr lang="ar-SA" sz="5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5582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9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5582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5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4257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فُمۡ</a:t>
            </a:r>
            <a:endParaRPr lang="ar-SA" sz="75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C5E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8D8"/>
          </a:solidFill>
          <a:ln w="12700">
            <a:solidFill>
              <a:srgbClr val="6478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6D1"/>
          </a:solidFill>
          <a:ln w="12700">
            <a:solidFill>
              <a:srgbClr val="4776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8040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9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8040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5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5582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9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5582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5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909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قَمۡ</a:t>
            </a:r>
            <a:endParaRPr lang="ar-SA" sz="8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7C5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2508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9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2508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</a:t>
            </a:r>
            <a:endParaRPr lang="ar-SA" sz="5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5582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9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5582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5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35369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كِمۡ</a:t>
            </a:r>
            <a:endParaRPr lang="ar-SA" sz="93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1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7"/>
          </a:solidFill>
          <a:ln w="12700">
            <a:solidFill>
              <a:srgbClr val="2B6447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9"/>
          </a:solidFill>
          <a:ln w="12700">
            <a:solidFill>
              <a:srgbClr val="3479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74633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9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74633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</a:t>
            </a:r>
            <a:endParaRPr lang="ar-SA" sz="5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5582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9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5582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5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35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لُمۡ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D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060091" y="896112"/>
            <a:ext cx="267721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DA36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060091" y="896112"/>
            <a:ext cx="267721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ٱلۡحَمۡدُ</a:t>
            </a:r>
            <a:endParaRPr lang="ar-SA" sz="4000" dirty="0"/>
          </a:p>
        </p:txBody>
      </p:sp>
      <p:sp>
        <p:nvSpPr>
          <p:cNvPr id="12" name="C2 W2 pill"/>
          <p:cNvSpPr/>
          <p:nvPr/>
        </p:nvSpPr>
        <p:spPr>
          <a:xfrm>
            <a:off x="2406696" y="896112"/>
            <a:ext cx="1333355" cy="1371600"/>
          </a:xfrm>
          <a:prstGeom prst="roundRect">
            <a:avLst>
              <a:gd name="adj" fmla="val 27432"/>
            </a:avLst>
          </a:prstGeom>
          <a:solidFill>
            <a:srgbClr val="FFFFFF"/>
          </a:solidFill>
          <a:ln w="76200">
            <a:solidFill>
              <a:srgbClr val="E2DA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406696" y="896112"/>
            <a:ext cx="133335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لِلَّهِ</a:t>
            </a:r>
            <a:endParaRPr lang="ar-SA" sz="40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3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788116" y="2834640"/>
            <a:ext cx="356776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788116" y="2834640"/>
            <a:ext cx="356776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ٱلۡحَمۡدُ لِلَّهِ</a:t>
            </a:r>
            <a:endParaRPr lang="ar-SA" sz="4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7E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815E"/>
          </a:solidFill>
          <a:ln w="12700">
            <a:solidFill>
              <a:srgbClr val="ED81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474492" y="896112"/>
            <a:ext cx="178481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B8E236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474492" y="896112"/>
            <a:ext cx="178481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أَلَمۡ</a:t>
            </a:r>
            <a:endParaRPr lang="ar-SA" sz="4400" dirty="0"/>
          </a:p>
        </p:txBody>
      </p:sp>
      <p:sp>
        <p:nvSpPr>
          <p:cNvPr id="20" name="C2 W2 pill"/>
          <p:cNvSpPr/>
          <p:nvPr/>
        </p:nvSpPr>
        <p:spPr>
          <a:xfrm>
            <a:off x="2884691" y="896112"/>
            <a:ext cx="1269761" cy="1371600"/>
          </a:xfrm>
          <a:prstGeom prst="roundRect">
            <a:avLst>
              <a:gd name="adj" fmla="val 28805"/>
            </a:avLst>
          </a:prstGeom>
          <a:solidFill>
            <a:srgbClr val="FFFFFF"/>
          </a:solidFill>
          <a:ln w="76200">
            <a:solidFill>
              <a:srgbClr val="36B8E2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884691" y="896112"/>
            <a:ext cx="126976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تَرَ</a:t>
            </a:r>
            <a:endParaRPr lang="ar-SA" sz="44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4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3260556" y="2834640"/>
            <a:ext cx="262288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3260556" y="2834640"/>
            <a:ext cx="262288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أَلَمۡ تَرَ</a:t>
            </a:r>
            <a:endParaRPr lang="ar-SA" sz="44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144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ACE0"/>
          </a:solidFill>
          <a:ln w="12700">
            <a:solidFill>
              <a:srgbClr val="52AC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A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E"/>
          </a:solidFill>
          <a:ln w="12700">
            <a:solidFill>
              <a:srgbClr val="DB707E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88547"/>
          </a:solidFill>
          <a:ln w="12700">
            <a:solidFill>
              <a:srgbClr val="788547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639627" y="896112"/>
            <a:ext cx="286368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86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639627" y="896112"/>
            <a:ext cx="286368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أَنۡعَمۡتَ</a:t>
            </a:r>
            <a:endParaRPr lang="ar-SA" sz="4400" dirty="0"/>
          </a:p>
        </p:txBody>
      </p:sp>
      <p:sp>
        <p:nvSpPr>
          <p:cNvPr id="17" name="C2 W2 pill"/>
          <p:cNvSpPr/>
          <p:nvPr/>
        </p:nvSpPr>
        <p:spPr>
          <a:xfrm>
            <a:off x="1640690" y="896112"/>
            <a:ext cx="267889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86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1640690" y="896112"/>
            <a:ext cx="267889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عَلَيۡهِمۡ</a:t>
            </a:r>
            <a:endParaRPr lang="ar-SA" sz="44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7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1979016" y="2834640"/>
            <a:ext cx="518596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1979016" y="2834640"/>
            <a:ext cx="518596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أَنۡعَمۡتَ عَلَيۡهِمۡ</a:t>
            </a:r>
            <a:endParaRPr lang="ar-SA" sz="4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76</Slides>
  <Notes>76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7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Sukun 14-meem</dc:title>
  <dc:subject>PptxGenJS Presentation</dc:subject>
  <dc:creator>PptxGenJS</dc:creator>
  <cp:lastModifiedBy>PptxGenJS</cp:lastModifiedBy>
  <cp:revision>1</cp:revision>
  <dcterms:created xsi:type="dcterms:W3CDTF">2026-10-21T19:08:32Z</dcterms:created>
  <dcterms:modified xsi:type="dcterms:W3CDTF">2026-10-21T19:08:32Z</dcterms:modified>
</cp:coreProperties>
</file>