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D2B"/>
          </a:solidFill>
          <a:ln w="12700">
            <a:solidFill>
              <a:srgbClr val="645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7934"/>
          </a:solidFill>
          <a:ln w="12700">
            <a:solidFill>
              <a:srgbClr val="5F7934"/>
            </a:solidFill>
            <a:prstDash val="solid"/>
          </a:ln>
        </p:spPr>
      </p:sp>
      <p:sp>
        <p:nvSpPr>
          <p:cNvPr id="12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120640" y="1037298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00" dirty="0"/>
          </a:p>
        </p:txBody>
      </p:sp>
      <p:sp>
        <p:nvSpPr>
          <p:cNvPr id="14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C3 W2 word"/>
          <p:cNvSpPr txBox="1"/>
          <p:nvPr/>
        </p:nvSpPr>
        <p:spPr>
          <a:xfrm>
            <a:off x="914400" y="1266121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أَبۡ</a:t>
            </a:r>
            <a:endParaRPr lang="ar-SA" sz="8200" dirty="0"/>
          </a:p>
        </p:txBody>
      </p:sp>
      <p:sp>
        <p:nvSpPr>
          <p:cNvPr id="17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8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514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514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7610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أَبۡ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95EED"/>
          </a:solidFill>
          <a:ln w="12700">
            <a:solidFill>
              <a:srgbClr val="B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346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إِبۡ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4E052"/>
          </a:solidFill>
          <a:ln w="12700">
            <a:solidFill>
              <a:srgbClr val="7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C70DB"/>
          </a:solidFill>
          <a:ln w="12700">
            <a:solidFill>
              <a:srgbClr val="8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0"/>
          </a:solidFill>
          <a:ln w="12700">
            <a:solidFill>
              <a:srgbClr val="8547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9119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9119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74289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أُبۡ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8D8"/>
          </a:solidFill>
          <a:ln w="12700">
            <a:solidFill>
              <a:srgbClr val="646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3D1"/>
          </a:solidFill>
          <a:ln w="12700">
            <a:solidFill>
              <a:srgbClr val="476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809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809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1743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بَأۡ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5812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5812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3769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بِتۡ</a:t>
            </a:r>
            <a:endParaRPr lang="ar-SA" sz="8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F"/>
          </a:solidFill>
          <a:ln w="12700">
            <a:solidFill>
              <a:srgbClr val="2B64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079"/>
          </a:solidFill>
          <a:ln w="12700">
            <a:solidFill>
              <a:srgbClr val="347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484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484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0063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بُثۡ</a:t>
            </a:r>
            <a:endParaRPr lang="ar-SA" sz="9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بَجۡ</a:t>
            </a:r>
            <a:endParaRPr lang="ar-SA" sz="9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55E"/>
          </a:solidFill>
          <a:ln w="12700">
            <a:solidFill>
              <a:srgbClr val="ED9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بِحۡ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8E0"/>
          </a:solidFill>
          <a:ln w="12700">
            <a:solidFill>
              <a:srgbClr val="529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170"/>
          </a:solidFill>
          <a:ln w="12700">
            <a:solidFill>
              <a:srgbClr val="DB7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8547"/>
          </a:solidFill>
          <a:ln w="12700">
            <a:solidFill>
              <a:srgbClr val="7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493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493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بُخۡ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5"/>
          </a:solidFill>
          <a:ln w="12700">
            <a:solidFill>
              <a:srgbClr val="D8648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5"/>
          </a:solidFill>
          <a:ln w="12700">
            <a:solidFill>
              <a:srgbClr val="D1478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37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37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561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بَدۡ</a:t>
            </a:r>
            <a:endParaRPr lang="ar-SA" sz="10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7631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أَبۡتَ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2B64"/>
          </a:solidFill>
          <a:ln w="12700">
            <a:solidFill>
              <a:srgbClr val="4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13479"/>
          </a:solidFill>
          <a:ln w="12700">
            <a:solidFill>
              <a:srgbClr val="7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6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6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08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تِبۡثَ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97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97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08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ثُبۡجَ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2"/>
          </a:solidFill>
          <a:ln w="12700">
            <a:solidFill>
              <a:srgbClr val="5EED7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4527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جَبۡحَ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B"/>
          </a:solidFill>
          <a:ln w="12700">
            <a:solidFill>
              <a:srgbClr val="E052B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ADB70"/>
          </a:solidFill>
          <a:ln w="12700">
            <a:solidFill>
              <a:srgbClr val="8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F85"/>
          </a:solidFill>
          <a:ln w="12700">
            <a:solidFill>
              <a:srgbClr val="477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883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6883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حِبۡخَ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2D864"/>
          </a:solidFill>
          <a:ln w="12700">
            <a:solidFill>
              <a:srgbClr val="A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7D147"/>
          </a:solidFill>
          <a:ln w="12700">
            <a:solidFill>
              <a:srgbClr val="A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1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01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628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خُبۡدَ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7816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دَبۡأَ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32B"/>
          </a:solidFill>
          <a:ln w="12700">
            <a:solidFill>
              <a:srgbClr val="643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034"/>
          </a:solidFill>
          <a:ln w="12700">
            <a:solidFill>
              <a:srgbClr val="796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346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إِبۡ</a:t>
            </a:r>
            <a:endParaRPr lang="ar-SA" sz="8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4213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4213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9204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تُبۡ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FED"/>
          </a:solidFill>
          <a:ln w="12700">
            <a:solidFill>
              <a:srgbClr val="5E6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456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456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9734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ثَبۡ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FE052"/>
          </a:solidFill>
          <a:ln w="12700">
            <a:solidFill>
              <a:srgbClr val="D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5DB"/>
          </a:solidFill>
          <a:ln w="12700">
            <a:solidFill>
              <a:srgbClr val="70A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4785"/>
          </a:solidFill>
          <a:ln w="12700">
            <a:solidFill>
              <a:srgbClr val="7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3915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3915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6006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جِبۡ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FD8"/>
          </a:solidFill>
          <a:ln w="12700">
            <a:solidFill>
              <a:srgbClr val="64B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AD1"/>
          </a:solidFill>
          <a:ln w="12700">
            <a:solidFill>
              <a:srgbClr val="47C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806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806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8312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حُبۡ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0696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خَبۡ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642B"/>
          </a:solidFill>
          <a:ln w="12700">
            <a:solidFill>
              <a:srgbClr val="3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F"/>
          </a:solidFill>
          <a:ln w="12700">
            <a:solidFill>
              <a:srgbClr val="34794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340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340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305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دِبۡ</a:t>
            </a:r>
            <a:endParaRPr lang="ar-SA" sz="9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71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71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تَأۡ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2"/>
          </a:solidFill>
          <a:ln w="12700">
            <a:solidFill>
              <a:srgbClr val="ED5E9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464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464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2944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تِبۡ</a:t>
            </a:r>
            <a:endParaRPr lang="ar-SA" sz="9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E"/>
          </a:solidFill>
          <a:ln w="12700">
            <a:solidFill>
              <a:srgbClr val="52E0B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F"/>
          </a:solidFill>
          <a:ln w="12700">
            <a:solidFill>
              <a:srgbClr val="DB70B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C47"/>
          </a:solidFill>
          <a:ln w="12700">
            <a:solidFill>
              <a:srgbClr val="856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385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2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385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52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1235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تُثۡ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564D8"/>
          </a:solidFill>
          <a:ln w="12700">
            <a:solidFill>
              <a:srgbClr val="D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647D1"/>
          </a:solidFill>
          <a:ln w="12700">
            <a:solidFill>
              <a:srgbClr val="B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65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65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3465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تَجۡ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464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464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تِحۡ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064"/>
          </a:solidFill>
          <a:ln w="12700">
            <a:solidFill>
              <a:srgbClr val="2B4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3479"/>
          </a:solidFill>
          <a:ln w="12700">
            <a:solidFill>
              <a:srgbClr val="3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376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376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تُخۡ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95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95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321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تَدۡ</a:t>
            </a:r>
            <a:endParaRPr lang="ar-SA" sz="10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6ED5E"/>
          </a:solidFill>
          <a:ln w="12700">
            <a:solidFill>
              <a:srgbClr val="B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7525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أَتۡبَ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B52E0"/>
          </a:solidFill>
          <a:ln w="12700">
            <a:solidFill>
              <a:srgbClr val="9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ADB70"/>
          </a:solidFill>
          <a:ln w="12700">
            <a:solidFill>
              <a:srgbClr val="D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D"/>
          </a:solidFill>
          <a:ln w="12700">
            <a:solidFill>
              <a:srgbClr val="47855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37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37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595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بِتۡثَ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864"/>
          </a:solidFill>
          <a:ln w="12700">
            <a:solidFill>
              <a:srgbClr val="D8B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447"/>
          </a:solidFill>
          <a:ln w="12700">
            <a:solidFill>
              <a:srgbClr val="D19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65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65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08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ثُتۡجَ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22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جَتۡحَ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E"/>
          </a:solidFill>
          <a:ln w="12700">
            <a:solidFill>
              <a:srgbClr val="642B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C"/>
          </a:solidFill>
          <a:ln w="12700">
            <a:solidFill>
              <a:srgbClr val="79343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99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699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حِتۡخَ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5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695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خُتۡدَ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9ED"/>
          </a:solidFill>
          <a:ln w="12700">
            <a:solidFill>
              <a:srgbClr val="5ED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7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7894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دَتۡأَ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752"/>
          </a:solidFill>
          <a:ln w="12700">
            <a:solidFill>
              <a:srgbClr val="E07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2"/>
          </a:solidFill>
          <a:ln w="12700">
            <a:solidFill>
              <a:srgbClr val="70DBC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4785"/>
          </a:solidFill>
          <a:ln w="12700">
            <a:solidFill>
              <a:srgbClr val="4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582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4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582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0321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إِتۡ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B"/>
          </a:solidFill>
          <a:ln w="12700">
            <a:solidFill>
              <a:srgbClr val="64D89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1"/>
          </a:solidFill>
          <a:ln w="12700">
            <a:solidFill>
              <a:srgbClr val="47D17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468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468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53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بُتۡ</a:t>
            </a:r>
            <a:endParaRPr lang="ar-SA" sz="9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437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437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1757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ثَتۡ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642B"/>
          </a:solidFill>
          <a:ln w="12700">
            <a:solidFill>
              <a:srgbClr val="5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7934"/>
          </a:solidFill>
          <a:ln w="12700">
            <a:solidFill>
              <a:srgbClr val="4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4022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4022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4307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جِتۡ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846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846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446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حُتۡ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D5EED"/>
          </a:solidFill>
          <a:ln w="12700">
            <a:solidFill>
              <a:srgbClr val="D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1963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4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1963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446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خَتۡ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4"/>
          </a:solidFill>
          <a:ln w="12700">
            <a:solidFill>
              <a:srgbClr val="52E05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770DB"/>
          </a:solidFill>
          <a:ln w="12700">
            <a:solidFill>
              <a:srgbClr val="A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1"/>
          </a:solidFill>
          <a:ln w="12700">
            <a:solidFill>
              <a:srgbClr val="8547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396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4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396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5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2324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دِتۡ</a:t>
            </a:r>
            <a:endParaRPr lang="ar-SA" sz="9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E64D8"/>
          </a:solidFill>
          <a:ln w="12700">
            <a:solidFill>
              <a:srgbClr val="7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F47D1"/>
          </a:solidFill>
          <a:ln w="12700">
            <a:solidFill>
              <a:srgbClr val="4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4762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4762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ثَأۡ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855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855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3621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ثِبۡ</a:t>
            </a:r>
            <a:endParaRPr lang="ar-SA" sz="9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E"/>
          </a:solidFill>
          <a:ln w="12700">
            <a:solidFill>
              <a:srgbClr val="2B64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E79"/>
          </a:solidFill>
          <a:ln w="12700">
            <a:solidFill>
              <a:srgbClr val="345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780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780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6806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ثُتۡ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456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456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829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ثَجۡ</a:t>
            </a:r>
            <a:endParaRPr lang="ar-SA" sz="7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A5E"/>
          </a:solidFill>
          <a:ln w="12700">
            <a:solidFill>
              <a:srgbClr val="EDB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855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855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ثِحۡ</a:t>
            </a:r>
            <a:endParaRPr lang="ar-SA" sz="9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3E0"/>
          </a:solidFill>
          <a:ln w="12700">
            <a:solidFill>
              <a:srgbClr val="527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D70"/>
          </a:solidFill>
          <a:ln w="12700">
            <a:solidFill>
              <a:srgbClr val="DB8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8547"/>
          </a:solidFill>
          <a:ln w="12700">
            <a:solidFill>
              <a:srgbClr val="6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732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732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5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4876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ثُخۡ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7"/>
          </a:solidFill>
          <a:ln w="12700">
            <a:solidFill>
              <a:srgbClr val="D8646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2"/>
          </a:solidFill>
          <a:ln w="12700">
            <a:solidFill>
              <a:srgbClr val="D1476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563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563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1757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ثَدۡ</a:t>
            </a:r>
            <a:endParaRPr lang="ar-SA" sz="9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7525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أَثۡبَ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2B64"/>
          </a:solidFill>
          <a:ln w="12700">
            <a:solidFill>
              <a:srgbClr val="4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0"/>
          </a:solidFill>
          <a:ln w="12700">
            <a:solidFill>
              <a:srgbClr val="7934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41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41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937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بِثۡتَ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9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9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909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تُثۡجَ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6"/>
          </a:solidFill>
          <a:ln w="12700">
            <a:solidFill>
              <a:srgbClr val="5EED9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805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جَثۡحَ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7"/>
          </a:solidFill>
          <a:ln w="12700">
            <a:solidFill>
              <a:srgbClr val="E0529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2"/>
          </a:solidFill>
          <a:ln w="12700">
            <a:solidFill>
              <a:srgbClr val="70DB7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F85"/>
          </a:solidFill>
          <a:ln w="12700">
            <a:solidFill>
              <a:srgbClr val="476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04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04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805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حِثۡخَ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4D864"/>
          </a:solidFill>
          <a:ln w="12700">
            <a:solidFill>
              <a:srgbClr val="8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4D147"/>
          </a:solidFill>
          <a:ln w="12700">
            <a:solidFill>
              <a:srgbClr val="8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2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2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55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خُثۡدَ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7894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دَثۡأَ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12B"/>
          </a:solidFill>
          <a:ln w="12700">
            <a:solidFill>
              <a:srgbClr val="644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234"/>
          </a:solidFill>
          <a:ln w="12700">
            <a:solidFill>
              <a:srgbClr val="797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6319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6319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668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إِثۡ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484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2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484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0063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بُثۡ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35EED"/>
          </a:solidFill>
          <a:ln w="12700">
            <a:solidFill>
              <a:srgbClr val="7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055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2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055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2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0881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تَثۡ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AE052"/>
          </a:solidFill>
          <a:ln w="12700">
            <a:solidFill>
              <a:srgbClr val="B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9DB"/>
          </a:solidFill>
          <a:ln w="12700">
            <a:solidFill>
              <a:srgbClr val="708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4129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2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4129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52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0553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جِثۡ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1D8"/>
          </a:solidFill>
          <a:ln w="12700">
            <a:solidFill>
              <a:srgbClr val="64A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7D1"/>
          </a:solidFill>
          <a:ln w="12700">
            <a:solidFill>
              <a:srgbClr val="47A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886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2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886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5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0472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حُثۡ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222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222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0472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خَثۡ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1"/>
          </a:solidFill>
          <a:ln w="12700">
            <a:solidFill>
              <a:srgbClr val="3479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452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452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884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دِثۡ</a:t>
            </a:r>
            <a:endParaRPr lang="ar-SA" sz="9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7388312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9E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7388312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5012397" y="896112"/>
            <a:ext cx="20558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E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5012397" y="896112"/>
            <a:ext cx="20558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شَانِئَكَ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3390367" y="896112"/>
            <a:ext cx="1301990" cy="1371600"/>
          </a:xfrm>
          <a:prstGeom prst="roundRect">
            <a:avLst>
              <a:gd name="adj" fmla="val 28092"/>
            </a:avLst>
          </a:prstGeom>
          <a:solidFill>
            <a:srgbClr val="FFFFFF"/>
          </a:solidFill>
          <a:ln w="76200">
            <a:solidFill>
              <a:srgbClr val="36E29E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3390367" y="896112"/>
            <a:ext cx="13019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هُوَ</a:t>
            </a:r>
            <a:endParaRPr lang="ar-SA" sz="4000" dirty="0"/>
          </a:p>
        </p:txBody>
      </p:sp>
      <p:sp>
        <p:nvSpPr>
          <p:cNvPr id="16" name="C4 W4 pill"/>
          <p:cNvSpPr/>
          <p:nvPr/>
        </p:nvSpPr>
        <p:spPr>
          <a:xfrm>
            <a:off x="503196" y="896112"/>
            <a:ext cx="25671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E36E2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503196" y="896112"/>
            <a:ext cx="25671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ٱلۡأَبۡتَرُ</a:t>
            </a:r>
            <a:endParaRPr lang="ar-SA" sz="40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1667020" y="2834640"/>
            <a:ext cx="580996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1667020" y="2834640"/>
            <a:ext cx="580996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شَانِئَكَ هُوَ ٱلۡأَبۡتَرُ</a:t>
            </a:r>
            <a:endParaRPr lang="ar-SA" sz="4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E"/>
          </a:solidFill>
          <a:ln w="12700">
            <a:solidFill>
              <a:srgbClr val="ED5E6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395533" y="896112"/>
            <a:ext cx="19094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0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395533" y="896112"/>
            <a:ext cx="19094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تَبَّتۡ</a:t>
            </a:r>
            <a:endParaRPr lang="ar-SA" sz="4200" dirty="0"/>
          </a:p>
        </p:txBody>
      </p:sp>
      <p:sp>
        <p:nvSpPr>
          <p:cNvPr id="20" name="C2 W2 pill"/>
          <p:cNvSpPr/>
          <p:nvPr/>
        </p:nvSpPr>
        <p:spPr>
          <a:xfrm>
            <a:off x="4694945" y="896112"/>
            <a:ext cx="13805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0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4694945" y="896112"/>
            <a:ext cx="13805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يَدَآ</a:t>
            </a:r>
            <a:endParaRPr lang="ar-SA" sz="4200" dirty="0"/>
          </a:p>
        </p:txBody>
      </p:sp>
      <p:sp>
        <p:nvSpPr>
          <p:cNvPr id="22" name="C3 W3 pill"/>
          <p:cNvSpPr/>
          <p:nvPr/>
        </p:nvSpPr>
        <p:spPr>
          <a:xfrm>
            <a:off x="2891532" y="896112"/>
            <a:ext cx="148337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036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2891532" y="896112"/>
            <a:ext cx="148337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أَبِي</a:t>
            </a:r>
            <a:endParaRPr lang="ar-SA" sz="4200" dirty="0"/>
          </a:p>
        </p:txBody>
      </p:sp>
      <p:sp>
        <p:nvSpPr>
          <p:cNvPr id="24" name="C4 W4 pill"/>
          <p:cNvSpPr/>
          <p:nvPr/>
        </p:nvSpPr>
        <p:spPr>
          <a:xfrm>
            <a:off x="839010" y="896112"/>
            <a:ext cx="17324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036"/>
            </a:solidFill>
            <a:prstDash val="solid"/>
          </a:ln>
        </p:spPr>
      </p:sp>
      <p:sp>
        <p:nvSpPr>
          <p:cNvPr id="25" name="C4 W4 word"/>
          <p:cNvSpPr txBox="1"/>
          <p:nvPr/>
        </p:nvSpPr>
        <p:spPr>
          <a:xfrm>
            <a:off x="839010" y="896112"/>
            <a:ext cx="17324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لَهَبٍ</a:t>
            </a:r>
            <a:endParaRPr lang="ar-SA" sz="4200" dirty="0"/>
          </a:p>
        </p:txBody>
      </p:sp>
      <p:sp>
        <p:nvSpPr>
          <p:cNvPr id="26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S panel"/>
          <p:cNvSpPr/>
          <p:nvPr/>
        </p:nvSpPr>
        <p:spPr>
          <a:xfrm>
            <a:off x="2170114" y="2834640"/>
            <a:ext cx="480377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C5 S sentence"/>
          <p:cNvSpPr txBox="1"/>
          <p:nvPr/>
        </p:nvSpPr>
        <p:spPr>
          <a:xfrm>
            <a:off x="2170114" y="2834640"/>
            <a:ext cx="480377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تَبَّتۡ يَدَآ أَبِي لَهَبٍ</a:t>
            </a:r>
            <a:endParaRPr lang="ar-SA" sz="4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EE0"/>
          </a:solidFill>
          <a:ln w="12700">
            <a:solidFill>
              <a:srgbClr val="52D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4"/>
          </a:solidFill>
          <a:ln w="12700">
            <a:solidFill>
              <a:srgbClr val="DB70A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B47"/>
          </a:solidFill>
          <a:ln w="12700">
            <a:solidFill>
              <a:srgbClr val="857B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77729" y="896112"/>
            <a:ext cx="20466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3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77729" y="896112"/>
            <a:ext cx="20466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يَٰٓأَهۡلَ</a:t>
            </a:r>
            <a:endParaRPr lang="ar-SA" sz="4100" dirty="0"/>
          </a:p>
        </p:txBody>
      </p:sp>
      <p:sp>
        <p:nvSpPr>
          <p:cNvPr id="17" name="C2 W2 pill"/>
          <p:cNvSpPr/>
          <p:nvPr/>
        </p:nvSpPr>
        <p:spPr>
          <a:xfrm>
            <a:off x="2319623" y="896112"/>
            <a:ext cx="21380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3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319623" y="896112"/>
            <a:ext cx="21380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يَثۡرِبَ</a:t>
            </a:r>
            <a:endParaRPr lang="ar-SA" sz="41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662176" y="2834640"/>
            <a:ext cx="381964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662176" y="2834640"/>
            <a:ext cx="381964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يَٰٓأَهۡلَ يَثۡرِبَ</a:t>
            </a:r>
            <a:endParaRPr lang="ar-SA" sz="4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02-ba-ta-tha</dc:title>
  <dc:subject>PptxGenJS Presentation</dc:subject>
  <dc:creator>PptxGenJS</dc:creator>
  <cp:lastModifiedBy>PptxGenJS</cp:lastModifiedBy>
  <cp:revision>1</cp:revision>
  <dcterms:created xsi:type="dcterms:W3CDTF">2026-10-21T19:08:31Z</dcterms:created>
  <dcterms:modified xsi:type="dcterms:W3CDTF">2026-10-21T19:08:31Z</dcterms:modified>
</cp:coreProperties>
</file>