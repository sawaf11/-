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037298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266121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82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761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إِبۡ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428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أُبۡ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0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0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1743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581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581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376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بِتۡ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84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84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0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بُثۡ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بَجۡ</a:t>
            </a:r>
            <a:endParaRPr lang="ar-SA" sz="9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بِحۡ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بُخۡ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37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37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56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بَدۡ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أَبۡتَ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6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تِبۡثَ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7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97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ثُبۡجَ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4527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جَبۡحَ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3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883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حِبۡخَ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1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1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62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خُبۡدَ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816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دَبۡأَ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إِبۡ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21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421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92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تُبۡ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45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45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973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ثَبۡ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00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جِبۡ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31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حُبۡ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069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305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دِبۡ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7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7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4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294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تِبۡ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E"/>
          </a:solidFill>
          <a:ln w="12700">
            <a:solidFill>
              <a:srgbClr val="52E0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385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385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1235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تُثۡ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4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4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376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376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3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تَدۡ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أَتۡبَ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52E0"/>
          </a:solidFill>
          <a:ln w="12700">
            <a:solidFill>
              <a:srgbClr val="9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7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37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5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بِتۡثَ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864"/>
          </a:solidFill>
          <a:ln w="12700">
            <a:solidFill>
              <a:srgbClr val="D8B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447"/>
          </a:solidFill>
          <a:ln w="12700">
            <a:solidFill>
              <a:srgbClr val="D19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65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65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ثُتۡجَ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22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جَتۡحَ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9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99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حِتۡخَ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69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خُتۡدَ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9ED"/>
          </a:solidFill>
          <a:ln w="12700">
            <a:solidFill>
              <a:srgbClr val="5ED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دَتۡأَ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03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إِتۡ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B"/>
          </a:solidFill>
          <a:ln w="12700">
            <a:solidFill>
              <a:srgbClr val="64D8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6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46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5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بُتۡ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37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437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17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022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022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430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جِتۡ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46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حُتۡ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46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4"/>
          </a:solidFill>
          <a:ln w="12700">
            <a:solidFill>
              <a:srgbClr val="52E05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9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39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232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دِتۡ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64D8"/>
          </a:solidFill>
          <a:ln w="12700">
            <a:solidFill>
              <a:srgbClr val="7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76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476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3621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ثِبۡ</a:t>
            </a:r>
            <a:endParaRPr lang="ar-SA" sz="9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780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780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680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ثُتۡ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5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45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829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ثَجۡ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ثِحۡ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3E0"/>
          </a:solidFill>
          <a:ln w="12700">
            <a:solidFill>
              <a:srgbClr val="527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D70"/>
          </a:solidFill>
          <a:ln w="12700">
            <a:solidFill>
              <a:srgbClr val="DB8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732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732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87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ثُخۡ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63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563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7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ثَدۡ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أَثۡبَ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3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بِثۡتَ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تُثۡجَ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جَثۡحَ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حِثۡخَ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D147"/>
          </a:solidFill>
          <a:ln w="12700">
            <a:solidFill>
              <a:srgbClr val="8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5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خُثۡدَ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دَثۡأَ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31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31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668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إِثۡ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84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484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0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بُثۡ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055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055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88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تَثۡ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129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129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0553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جِثۡ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86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86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472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حُثۡ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222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222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0472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خَثۡ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52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452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84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دِثۡ</a:t>
            </a:r>
            <a:endParaRPr lang="ar-SA" sz="9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388312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388312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012397" y="896112"/>
            <a:ext cx="20558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012397" y="896112"/>
            <a:ext cx="20558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شَانِئَكَ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390367" y="896112"/>
            <a:ext cx="1301990" cy="1371600"/>
          </a:xfrm>
          <a:prstGeom prst="roundRect">
            <a:avLst>
              <a:gd name="adj" fmla="val 28092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390367" y="896112"/>
            <a:ext cx="13019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هُوَ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503196" y="896112"/>
            <a:ext cx="25671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503196" y="896112"/>
            <a:ext cx="25671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ٱلۡأَبۡتَرُ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667020" y="2834640"/>
            <a:ext cx="58099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667020" y="2834640"/>
            <a:ext cx="58099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شَانِئَكَ هُوَ ٱلۡأَبۡتَرُ</a:t>
            </a:r>
            <a:endParaRPr lang="ar-SA" sz="4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395533" y="896112"/>
            <a:ext cx="19094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395533" y="896112"/>
            <a:ext cx="19094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تَبَّتۡ</a:t>
            </a:r>
            <a:endParaRPr lang="ar-SA" sz="4200" dirty="0"/>
          </a:p>
        </p:txBody>
      </p:sp>
      <p:sp>
        <p:nvSpPr>
          <p:cNvPr id="20" name="C2 W2 pill"/>
          <p:cNvSpPr/>
          <p:nvPr/>
        </p:nvSpPr>
        <p:spPr>
          <a:xfrm>
            <a:off x="4694945" y="896112"/>
            <a:ext cx="13805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0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94945" y="896112"/>
            <a:ext cx="13805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يَدَآ</a:t>
            </a:r>
            <a:endParaRPr lang="ar-SA" sz="4200" dirty="0"/>
          </a:p>
        </p:txBody>
      </p:sp>
      <p:sp>
        <p:nvSpPr>
          <p:cNvPr id="22" name="C3 W3 pill"/>
          <p:cNvSpPr/>
          <p:nvPr/>
        </p:nvSpPr>
        <p:spPr>
          <a:xfrm>
            <a:off x="2891532" y="896112"/>
            <a:ext cx="14833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891532" y="896112"/>
            <a:ext cx="14833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أَبِي</a:t>
            </a:r>
            <a:endParaRPr lang="ar-SA" sz="4200" dirty="0"/>
          </a:p>
        </p:txBody>
      </p:sp>
      <p:sp>
        <p:nvSpPr>
          <p:cNvPr id="24" name="C4 W4 pill"/>
          <p:cNvSpPr/>
          <p:nvPr/>
        </p:nvSpPr>
        <p:spPr>
          <a:xfrm>
            <a:off x="839010" y="896112"/>
            <a:ext cx="17324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839010" y="896112"/>
            <a:ext cx="17324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لَهَبٍ</a:t>
            </a:r>
            <a:endParaRPr lang="ar-SA" sz="42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170114" y="2834640"/>
            <a:ext cx="48037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170114" y="2834640"/>
            <a:ext cx="48037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تَبَّتۡ يَدَآ أَبِي لَهَبٍ</a:t>
            </a:r>
            <a:endParaRPr lang="ar-SA" sz="4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77729" y="896112"/>
            <a:ext cx="20466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77729" y="896112"/>
            <a:ext cx="20466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يَٰٓأَهۡلَ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319623" y="896112"/>
            <a:ext cx="21380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19623" y="896112"/>
            <a:ext cx="21380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يَثۡرِبَ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62176" y="2834640"/>
            <a:ext cx="38196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62176" y="2834640"/>
            <a:ext cx="38196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يَٰٓأَهۡلَ يَثۡرِبَ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02-ba-ta-tha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