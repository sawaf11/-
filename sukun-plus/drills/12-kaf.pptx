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FD8"/>
          </a:solidFill>
          <a:ln w="12700">
            <a:solidFill>
              <a:srgbClr val="648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8334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4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867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أَكۡ</a:t>
            </a:r>
            <a:endParaRPr lang="ar-SA" sz="84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94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أَكۡ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196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إِكۡ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609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أُكۡ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65E"/>
          </a:solidFill>
          <a:ln w="12700">
            <a:solidFill>
              <a:srgbClr val="ED6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38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38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7E0"/>
          </a:solidFill>
          <a:ln w="12700">
            <a:solidFill>
              <a:srgbClr val="52C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28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28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67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كِبۡ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C"/>
          </a:solidFill>
          <a:ln w="12700">
            <a:solidFill>
              <a:srgbClr val="D864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3"/>
          </a:solidFill>
          <a:ln w="12700">
            <a:solidFill>
              <a:srgbClr val="D147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933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933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4997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كُتۡ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334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334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064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كَثۡ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28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28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970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970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0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كُحۡ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32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32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652E0"/>
          </a:solidFill>
          <a:ln w="12700">
            <a:solidFill>
              <a:srgbClr val="D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60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60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3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كِدۡ</a:t>
            </a:r>
            <a:endParaRPr lang="ar-SA" sz="10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D864"/>
          </a:solidFill>
          <a:ln w="12700">
            <a:solidFill>
              <a:srgbClr val="C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D47"/>
          </a:solidFill>
          <a:ln w="12700">
            <a:solidFill>
              <a:srgbClr val="D1C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64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064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4997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كُذۡ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45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45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174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كَرۡ</a:t>
            </a:r>
            <a:endParaRPr lang="ar-SA" sz="9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228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228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838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838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44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كُسۡ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EED"/>
          </a:solidFill>
          <a:ln w="12700">
            <a:solidFill>
              <a:srgbClr val="5E9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285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285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82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كَشۡ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8DB"/>
          </a:solidFill>
          <a:ln w="12700">
            <a:solidFill>
              <a:srgbClr val="70C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63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363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591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كِصۡ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A"/>
          </a:solidFill>
          <a:ln w="12700">
            <a:solidFill>
              <a:srgbClr val="47D1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801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801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509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كُضۡ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366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366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90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كَطۡ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31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31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6862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كِظۡ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951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951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0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كُعۡ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2"/>
          </a:solidFill>
          <a:ln w="12700">
            <a:solidFill>
              <a:srgbClr val="ED5E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32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32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F"/>
          </a:solidFill>
          <a:ln w="12700">
            <a:solidFill>
              <a:srgbClr val="52E0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70DB"/>
          </a:solidFill>
          <a:ln w="12700">
            <a:solidFill>
              <a:srgbClr val="D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63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363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903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كِفۡ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64D8"/>
          </a:solidFill>
          <a:ln w="12700">
            <a:solidFill>
              <a:srgbClr val="A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47D1"/>
          </a:solidFill>
          <a:ln w="12700">
            <a:solidFill>
              <a:srgbClr val="8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933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933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9139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كُقۡ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465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أَكۡبَ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029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بِكۡتَ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63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تُكۡثَ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ED5E"/>
          </a:solidFill>
          <a:ln w="12700">
            <a:solidFill>
              <a:srgbClr val="E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ثَكۡجَ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B52E0"/>
          </a:solidFill>
          <a:ln w="12700">
            <a:solidFill>
              <a:srgbClr val="6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970"/>
          </a:solidFill>
          <a:ln w="12700">
            <a:solidFill>
              <a:srgbClr val="DBB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876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جِكۡحَ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164"/>
          </a:solidFill>
          <a:ln w="12700">
            <a:solidFill>
              <a:srgbClr val="D89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647"/>
          </a:solidFill>
          <a:ln w="12700">
            <a:solidFill>
              <a:srgbClr val="D16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76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حُكۡخَ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56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خَكۡدَ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3"/>
          </a:solidFill>
          <a:ln w="12700">
            <a:solidFill>
              <a:srgbClr val="7934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0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788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دِكۡذَ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2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72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34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ذُكۡرَ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1"/>
          </a:solidFill>
          <a:ln w="12700">
            <a:solidFill>
              <a:srgbClr val="5EED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8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رَكۡزَ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C"/>
          </a:solidFill>
          <a:ln w="12700">
            <a:solidFill>
              <a:srgbClr val="E052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E"/>
          </a:solidFill>
          <a:ln w="12700">
            <a:solidFill>
              <a:srgbClr val="70DB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685"/>
          </a:solidFill>
          <a:ln w="12700">
            <a:solidFill>
              <a:srgbClr val="475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8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8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031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زِكۡسَ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4"/>
          </a:solidFill>
          <a:ln w="12700">
            <a:solidFill>
              <a:srgbClr val="64D8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D147"/>
          </a:solidFill>
          <a:ln w="12700">
            <a:solidFill>
              <a:srgbClr val="4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13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سُكۡشَ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514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شَكۡصَ</a:t>
            </a:r>
            <a:endParaRPr lang="ar-SA" sz="5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156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156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514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صِكۡضَ</a:t>
            </a:r>
            <a:endParaRPr lang="ar-SA" sz="5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68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ضُكۡطَ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5EED"/>
          </a:solidFill>
          <a:ln w="12700">
            <a:solidFill>
              <a:srgbClr val="A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74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طَكۡظَ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E052"/>
          </a:solidFill>
          <a:ln w="12700">
            <a:solidFill>
              <a:srgbClr val="7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70DB"/>
          </a:solidFill>
          <a:ln w="12700">
            <a:solidFill>
              <a:srgbClr val="8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4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4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901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ظِكۡعَ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ED1"/>
          </a:solidFill>
          <a:ln w="12700">
            <a:solidFill>
              <a:srgbClr val="476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59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عُكۡغَ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78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غَكۡفَ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1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1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03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فِكۡقَ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قُكۡأَ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A5E"/>
          </a:solidFill>
          <a:ln w="12700">
            <a:solidFill>
              <a:srgbClr val="ED8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196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إِكۡ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3E0"/>
          </a:solidFill>
          <a:ln w="12700">
            <a:solidFill>
              <a:srgbClr val="52A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8"/>
          </a:solidFill>
          <a:ln w="12700">
            <a:solidFill>
              <a:srgbClr val="DB70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26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بُكۡ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E"/>
          </a:solidFill>
          <a:ln w="12700">
            <a:solidFill>
              <a:srgbClr val="D864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تَكۡ</a:t>
            </a:r>
            <a:endParaRPr lang="ar-SA" sz="9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5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ثِكۡ</a:t>
            </a:r>
            <a:endParaRPr lang="ar-SA" sz="9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56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جُكۡ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038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حَكۡ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6"/>
          </a:solidFill>
          <a:ln w="12700">
            <a:solidFill>
              <a:srgbClr val="5EED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51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خِكۡ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6"/>
          </a:solidFill>
          <a:ln w="12700">
            <a:solidFill>
              <a:srgbClr val="E052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دُكۡ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D864"/>
          </a:solidFill>
          <a:ln w="12700">
            <a:solidFill>
              <a:srgbClr val="A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6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6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55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ذَكۡ</a:t>
            </a:r>
            <a:endParaRPr lang="ar-SA" sz="9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4437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رِكۡ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9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زُكۡ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8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97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سَكۡ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AED"/>
          </a:solidFill>
          <a:ln w="12700">
            <a:solidFill>
              <a:srgbClr val="5E7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223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شِكۡ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752"/>
          </a:solidFill>
          <a:ln w="12700">
            <a:solidFill>
              <a:srgbClr val="E0D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97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صُكۡ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8D8"/>
          </a:solidFill>
          <a:ln w="12700">
            <a:solidFill>
              <a:srgbClr val="64C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E"/>
          </a:solidFill>
          <a:ln w="12700">
            <a:solidFill>
              <a:srgbClr val="47D1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5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5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97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ضَكۡ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19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طِكۡ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ظُكۡ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46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46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044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عَكۡ</a:t>
            </a:r>
            <a:endParaRPr lang="ar-SA" sz="9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519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غِكۡ</a:t>
            </a:r>
            <a:endParaRPr lang="ar-SA" sz="9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07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07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62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فُكۡ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0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0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0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قَكۡ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982252" y="896112"/>
            <a:ext cx="26865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8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982252" y="896112"/>
            <a:ext cx="26865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وَٱشۡكُرُوا۟</a:t>
            </a:r>
            <a:endParaRPr lang="ar-SA" sz="3100" dirty="0"/>
          </a:p>
        </p:txBody>
      </p:sp>
      <p:sp>
        <p:nvSpPr>
          <p:cNvPr id="13" name="C2 W2 pill"/>
          <p:cNvSpPr/>
          <p:nvPr/>
        </p:nvSpPr>
        <p:spPr>
          <a:xfrm>
            <a:off x="4465367" y="896112"/>
            <a:ext cx="1196845" cy="1371600"/>
          </a:xfrm>
          <a:prstGeom prst="roundRect">
            <a:avLst>
              <a:gd name="adj" fmla="val 30560"/>
            </a:avLst>
          </a:prstGeom>
          <a:solidFill>
            <a:srgbClr val="FFFFFF"/>
          </a:solidFill>
          <a:ln w="76200">
            <a:solidFill>
              <a:srgbClr val="3698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465367" y="896112"/>
            <a:ext cx="11968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لِي</a:t>
            </a:r>
            <a:endParaRPr lang="ar-SA" sz="3100" dirty="0"/>
          </a:p>
        </p:txBody>
      </p:sp>
      <p:sp>
        <p:nvSpPr>
          <p:cNvPr id="15" name="C3 W3 pill"/>
          <p:cNvSpPr/>
          <p:nvPr/>
        </p:nvSpPr>
        <p:spPr>
          <a:xfrm>
            <a:off x="3001597" y="896112"/>
            <a:ext cx="1143730" cy="1371600"/>
          </a:xfrm>
          <a:prstGeom prst="roundRect">
            <a:avLst>
              <a:gd name="adj" fmla="val 31980"/>
            </a:avLst>
          </a:prstGeom>
          <a:solidFill>
            <a:srgbClr val="FFFFFF"/>
          </a:solidFill>
          <a:ln w="76200">
            <a:solidFill>
              <a:srgbClr val="E23698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001597" y="896112"/>
            <a:ext cx="11437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3100" dirty="0"/>
          </a:p>
        </p:txBody>
      </p:sp>
      <p:sp>
        <p:nvSpPr>
          <p:cNvPr id="17" name="C4 W4 pill"/>
          <p:cNvSpPr/>
          <p:nvPr/>
        </p:nvSpPr>
        <p:spPr>
          <a:xfrm>
            <a:off x="475180" y="896112"/>
            <a:ext cx="22063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8E236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475180" y="896112"/>
            <a:ext cx="22063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تَكۡفُرُونِ</a:t>
            </a:r>
            <a:endParaRPr lang="ar-SA" sz="31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773378" y="2834640"/>
            <a:ext cx="75972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773378" y="2834640"/>
            <a:ext cx="75972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وَٱشۡكُرُوا۟ لِي وَلَا تَكۡفُرُونِ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56274" y="896112"/>
            <a:ext cx="17877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5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56274" y="896112"/>
            <a:ext cx="17877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وَلَٰكِنَّ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100014" y="896112"/>
            <a:ext cx="2836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5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00014" y="896112"/>
            <a:ext cx="2836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أَكۡثَرَهُمۡ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72897" y="2834640"/>
            <a:ext cx="41982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72897" y="2834640"/>
            <a:ext cx="41982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وَلَٰكِنَّ أَكۡثَرَهُمۡ</a:t>
            </a:r>
            <a:endParaRPr lang="ar-SA" sz="4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843815" y="896112"/>
            <a:ext cx="14369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9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843815" y="896112"/>
            <a:ext cx="14369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بِمَا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4281947" y="896112"/>
            <a:ext cx="2241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9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281947" y="896112"/>
            <a:ext cx="2241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كَانُوا۟</a:t>
            </a:r>
            <a:endParaRPr lang="ar-SA" sz="4800" dirty="0"/>
          </a:p>
        </p:txBody>
      </p:sp>
      <p:sp>
        <p:nvSpPr>
          <p:cNvPr id="14" name="C3 W3 pill"/>
          <p:cNvSpPr/>
          <p:nvPr/>
        </p:nvSpPr>
        <p:spPr>
          <a:xfrm>
            <a:off x="863210" y="896112"/>
            <a:ext cx="309869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9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863210" y="896112"/>
            <a:ext cx="309869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يَكۡسِبُونَ</a:t>
            </a:r>
            <a:endParaRPr lang="ar-SA" sz="4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653951" y="2834640"/>
            <a:ext cx="58360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653951" y="2834640"/>
            <a:ext cx="58360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بِمَا كَانُوا۟ يَكۡسِبُونَ</a:t>
            </a:r>
            <a:endParaRPr lang="ar-SA" sz="4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12-kaf</dc:title>
  <dc:subject>PptxGenJS Presentation</dc:subject>
  <dc:creator>PptxGenJS</dc:creator>
  <cp:lastModifiedBy>PptxGenJS</cp:lastModifiedBy>
  <cp:revision>1</cp:revision>
  <dcterms:created xsi:type="dcterms:W3CDTF">2026-10-21T19:08:32Z</dcterms:created>
  <dcterms:modified xsi:type="dcterms:W3CDTF">2026-10-21T19:08:32Z</dcterms:modified>
</cp:coreProperties>
</file>