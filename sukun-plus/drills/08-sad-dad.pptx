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notesMasterIdLst>
    <p:notesMasterId r:id="rId9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52B"/>
          </a:solidFill>
          <a:ln w="12700">
            <a:solidFill>
              <a:srgbClr val="643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334"/>
          </a:solidFill>
          <a:ln w="12700">
            <a:solidFill>
              <a:srgbClr val="796334"/>
            </a:solidFill>
            <a:prstDash val="solid"/>
          </a:ln>
        </p:spPr>
      </p:sp>
      <p:sp>
        <p:nvSpPr>
          <p:cNvPr id="12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120640" y="10329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100" dirty="0"/>
          </a:p>
        </p:txBody>
      </p:sp>
      <p:sp>
        <p:nvSpPr>
          <p:cNvPr id="14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C3 W2 word"/>
          <p:cNvSpPr txBox="1"/>
          <p:nvPr/>
        </p:nvSpPr>
        <p:spPr>
          <a:xfrm>
            <a:off x="914400" y="124558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أَصۡ</a:t>
            </a:r>
            <a:endParaRPr lang="ar-SA" sz="8100" dirty="0"/>
          </a:p>
        </p:txBody>
      </p:sp>
      <p:sp>
        <p:nvSpPr>
          <p:cNvPr id="17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8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314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314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5453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أَصۡ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8ED"/>
          </a:solidFill>
          <a:ln w="12700">
            <a:solidFill>
              <a:srgbClr val="5E6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706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706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3957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إِصۡ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8E052"/>
          </a:solidFill>
          <a:ln w="12700">
            <a:solidFill>
              <a:srgbClr val="D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FDB"/>
          </a:solidFill>
          <a:ln w="12700">
            <a:solidFill>
              <a:srgbClr val="709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4785"/>
          </a:solidFill>
          <a:ln w="12700">
            <a:solidFill>
              <a:srgbClr val="7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843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843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72104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أُصۡ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9D8"/>
          </a:solidFill>
          <a:ln w="12700">
            <a:solidFill>
              <a:srgbClr val="64B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3D1"/>
          </a:solidFill>
          <a:ln w="12700">
            <a:solidFill>
              <a:srgbClr val="47C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7967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7967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صَأۡ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238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238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5381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صِبۡ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642B"/>
          </a:solidFill>
          <a:ln w="12700">
            <a:solidFill>
              <a:srgbClr val="2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2"/>
          </a:solidFill>
          <a:ln w="12700">
            <a:solidFill>
              <a:srgbClr val="34795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21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21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4556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صُتۡ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912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2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912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0004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صَثۡ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B"/>
          </a:solidFill>
          <a:ln w="12700">
            <a:solidFill>
              <a:srgbClr val="ED5E8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238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238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صِجۡ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5"/>
          </a:solidFill>
          <a:ln w="12700">
            <a:solidFill>
              <a:srgbClr val="52E0C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A"/>
          </a:solidFill>
          <a:ln w="12700">
            <a:solidFill>
              <a:srgbClr val="DB70B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F47"/>
          </a:solidFill>
          <a:ln w="12700">
            <a:solidFill>
              <a:srgbClr val="856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190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190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صُحۡ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6"/>
          </a:solidFill>
          <a:ln w="12700">
            <a:solidFill>
              <a:srgbClr val="D864D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D47D1"/>
          </a:solidFill>
          <a:ln w="12700">
            <a:solidFill>
              <a:srgbClr val="B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9319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9319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صَخۡ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3808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6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3808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643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صِدۡ</a:t>
            </a:r>
            <a:endParaRPr lang="ar-SA" sz="9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D64"/>
          </a:solidFill>
          <a:ln w="12700">
            <a:solidFill>
              <a:srgbClr val="2B3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3479"/>
          </a:solidFill>
          <a:ln w="12700">
            <a:solidFill>
              <a:srgbClr val="4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139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60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139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453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0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453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350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صُذۡ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719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62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719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6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983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2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983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1151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صَرۡ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FED5E"/>
          </a:solidFill>
          <a:ln w="12700">
            <a:solidFill>
              <a:srgbClr val="A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3999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6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3999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صِزۡ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252E0"/>
          </a:solidFill>
          <a:ln w="12700">
            <a:solidFill>
              <a:srgbClr val="A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5DB70"/>
          </a:solidFill>
          <a:ln w="12700">
            <a:solidFill>
              <a:srgbClr val="D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F"/>
          </a:solidFill>
          <a:ln w="12700">
            <a:solidFill>
              <a:srgbClr val="4785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281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281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6290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صُسۡ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D64"/>
          </a:solidFill>
          <a:ln w="12700">
            <a:solidFill>
              <a:srgbClr val="D8B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A47"/>
          </a:solidFill>
          <a:ln w="12700">
            <a:solidFill>
              <a:srgbClr val="D19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028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028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7901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صَشۡ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7330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أَصۡبَ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B"/>
          </a:solidFill>
          <a:ln w="12700">
            <a:solidFill>
              <a:srgbClr val="642B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8"/>
          </a:solidFill>
          <a:ln w="12700">
            <a:solidFill>
              <a:srgbClr val="79343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376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بِصۡتَ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80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80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13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تُصۡثَ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3ED"/>
          </a:solidFill>
          <a:ln w="12700">
            <a:solidFill>
              <a:srgbClr val="5ED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996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ثَصۡجَ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E52"/>
          </a:solidFill>
          <a:ln w="12700">
            <a:solidFill>
              <a:srgbClr val="E07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7"/>
          </a:solidFill>
          <a:ln w="12700">
            <a:solidFill>
              <a:srgbClr val="70DBC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4785"/>
          </a:solidFill>
          <a:ln w="12700">
            <a:solidFill>
              <a:srgbClr val="5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15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15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029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جِصۡحَ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0"/>
          </a:solidFill>
          <a:ln w="12700">
            <a:solidFill>
              <a:srgbClr val="64D8A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8"/>
          </a:solidFill>
          <a:ln w="12700">
            <a:solidFill>
              <a:srgbClr val="47D17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00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00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6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حُصۡخَ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243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خَصۡدَ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642B"/>
          </a:solidFill>
          <a:ln w="12700">
            <a:solidFill>
              <a:srgbClr val="5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7934"/>
          </a:solidFill>
          <a:ln w="12700">
            <a:solidFill>
              <a:srgbClr val="4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16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16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535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دِصۡذَ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4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64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7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ذُصۡرَ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45EED"/>
          </a:solidFill>
          <a:ln w="12700">
            <a:solidFill>
              <a:srgbClr val="E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975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رَصۡزَ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A"/>
          </a:solidFill>
          <a:ln w="12700">
            <a:solidFill>
              <a:srgbClr val="52E05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C70DB"/>
          </a:solidFill>
          <a:ln w="12700">
            <a:solidFill>
              <a:srgbClr val="A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E"/>
          </a:solidFill>
          <a:ln w="12700">
            <a:solidFill>
              <a:srgbClr val="8547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16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816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283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زِصۡسَ</a:t>
            </a:r>
            <a:endParaRPr lang="ar-SA" sz="5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364D8"/>
          </a:solidFill>
          <a:ln w="12700">
            <a:solidFill>
              <a:srgbClr val="8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647D1"/>
          </a:solidFill>
          <a:ln w="12700">
            <a:solidFill>
              <a:srgbClr val="5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362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سُصۡشَ</a:t>
            </a:r>
            <a:endParaRPr lang="ar-SA" sz="4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7671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شَصۡأَ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0"/>
          </a:solidFill>
          <a:ln w="12700">
            <a:solidFill>
              <a:srgbClr val="2B64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B79"/>
          </a:solidFill>
          <a:ln w="12700">
            <a:solidFill>
              <a:srgbClr val="345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706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706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3957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إِصۡ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098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5098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629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بُصۡ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15E"/>
          </a:solidFill>
          <a:ln w="12700">
            <a:solidFill>
              <a:srgbClr val="EDC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047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047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1516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تَصۡ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CE0"/>
          </a:solidFill>
          <a:ln w="12700">
            <a:solidFill>
              <a:srgbClr val="526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270"/>
          </a:solidFill>
          <a:ln w="12700">
            <a:solidFill>
              <a:srgbClr val="DB9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8547"/>
          </a:solidFill>
          <a:ln w="12700">
            <a:solidFill>
              <a:srgbClr val="5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988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988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3761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ثِصۡ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664"/>
          </a:solidFill>
          <a:ln w="12700">
            <a:solidFill>
              <a:srgbClr val="D86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B"/>
          </a:solidFill>
          <a:ln w="12700">
            <a:solidFill>
              <a:srgbClr val="D1475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945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945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7250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جُصۡ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634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634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4984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حَصۡ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2B64"/>
          </a:solidFill>
          <a:ln w="12700">
            <a:solidFill>
              <a:srgbClr val="5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C"/>
          </a:solidFill>
          <a:ln w="12700">
            <a:solidFill>
              <a:srgbClr val="7934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4890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4890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4984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خِصۡ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255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255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899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دُصۡ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D"/>
          </a:solidFill>
          <a:ln w="12700">
            <a:solidFill>
              <a:srgbClr val="5EED9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572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572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4434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ذَصۡ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0"/>
          </a:solidFill>
          <a:ln w="12700">
            <a:solidFill>
              <a:srgbClr val="E0529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7"/>
          </a:solidFill>
          <a:ln w="12700">
            <a:solidFill>
              <a:srgbClr val="70DB7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C85"/>
          </a:solidFill>
          <a:ln w="12700">
            <a:solidFill>
              <a:srgbClr val="476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4570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4570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6579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رِصۡ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ED864"/>
          </a:solidFill>
          <a:ln w="12700">
            <a:solidFill>
              <a:srgbClr val="7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ED147"/>
          </a:solidFill>
          <a:ln w="12700">
            <a:solidFill>
              <a:srgbClr val="7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38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38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419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زُصۡ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839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839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5799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سَصۡ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42B"/>
          </a:solidFill>
          <a:ln w="12700">
            <a:solidFill>
              <a:srgbClr val="644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534"/>
          </a:solidFill>
          <a:ln w="12700">
            <a:solidFill>
              <a:srgbClr val="797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410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410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5799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شِصۡ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40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540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ضَأۡ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95EED"/>
          </a:solidFill>
          <a:ln w="12700">
            <a:solidFill>
              <a:srgbClr val="7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779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779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5381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ضِبۡ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4E052"/>
          </a:solidFill>
          <a:ln w="12700">
            <a:solidFill>
              <a:srgbClr val="B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4DB"/>
          </a:solidFill>
          <a:ln w="12700">
            <a:solidFill>
              <a:srgbClr val="708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C"/>
          </a:solidFill>
          <a:ln w="12700">
            <a:solidFill>
              <a:srgbClr val="8547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09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4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909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5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856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ضُتۡ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BD8"/>
          </a:solidFill>
          <a:ln w="12700">
            <a:solidFill>
              <a:srgbClr val="649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0D1"/>
          </a:solidFill>
          <a:ln w="12700">
            <a:solidFill>
              <a:srgbClr val="47A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79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2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579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0004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ضَثۡ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779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779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ضِجۡ</a:t>
            </a:r>
            <a:endParaRPr lang="ar-SA" sz="9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6"/>
          </a:solidFill>
          <a:ln w="12700">
            <a:solidFill>
              <a:srgbClr val="2B64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4"/>
          </a:solidFill>
          <a:ln w="12700">
            <a:solidFill>
              <a:srgbClr val="34796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09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09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791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791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7273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ضُحۡ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86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586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ضَخۡ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7"/>
          </a:solidFill>
          <a:ln w="12700">
            <a:solidFill>
              <a:srgbClr val="ED5E6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7036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8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7036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691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8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691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9643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ضِدۡ</a:t>
            </a:r>
            <a:endParaRPr lang="ar-SA" sz="9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7E0"/>
          </a:solidFill>
          <a:ln w="12700">
            <a:solidFill>
              <a:srgbClr val="52D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F"/>
          </a:solidFill>
          <a:ln w="12700">
            <a:solidFill>
              <a:srgbClr val="DB709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E47"/>
          </a:solidFill>
          <a:ln w="12700">
            <a:solidFill>
              <a:srgbClr val="857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09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5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909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408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5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408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350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ضُذۡ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8"/>
          </a:solidFill>
          <a:ln w="12700">
            <a:solidFill>
              <a:srgbClr val="D864B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2"/>
          </a:solidFill>
          <a:ln w="12700">
            <a:solidFill>
              <a:srgbClr val="D147C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40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540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043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043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8993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ضَرۡ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7036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7036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787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787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ضِزۡ</a:t>
            </a:r>
            <a:endParaRPr lang="ar-SA" sz="9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E64"/>
          </a:solidFill>
          <a:ln w="12700">
            <a:solidFill>
              <a:srgbClr val="2B2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3479"/>
          </a:solidFill>
          <a:ln w="12700">
            <a:solidFill>
              <a:srgbClr val="5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14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ضُسۡ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618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618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7901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ضَشۡ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BED5E"/>
          </a:solidFill>
          <a:ln w="12700">
            <a:solidFill>
              <a:srgbClr val="8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047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047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5799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ضِصۡ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652E0"/>
          </a:solidFill>
          <a:ln w="12700">
            <a:solidFill>
              <a:srgbClr val="C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9DB70"/>
          </a:solidFill>
          <a:ln w="12700">
            <a:solidFill>
              <a:srgbClr val="B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F"/>
          </a:solidFill>
          <a:ln w="12700">
            <a:solidFill>
              <a:srgbClr val="4785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88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88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6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6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7330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أَضۡبَ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5D864"/>
          </a:solidFill>
          <a:ln w="12700">
            <a:solidFill>
              <a:srgbClr val="D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E47"/>
          </a:solidFill>
          <a:ln w="12700">
            <a:solidFill>
              <a:srgbClr val="D1B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9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59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59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59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959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بِضۡتَ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6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6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8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8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813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تُضۡثَ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C"/>
          </a:solidFill>
          <a:ln w="12700">
            <a:solidFill>
              <a:srgbClr val="642B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134"/>
          </a:solidFill>
          <a:ln w="12700">
            <a:solidFill>
              <a:srgbClr val="794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8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28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996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ثَضۡجَ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258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258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812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جِضۡحَ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EED"/>
          </a:solidFill>
          <a:ln w="12700">
            <a:solidFill>
              <a:srgbClr val="5EA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3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3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4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4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812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حُضۡخَ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352"/>
          </a:solidFill>
          <a:ln w="12700">
            <a:solidFill>
              <a:srgbClr val="E0A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4DB"/>
          </a:solidFill>
          <a:ln w="12700">
            <a:solidFill>
              <a:srgbClr val="70D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4785"/>
          </a:solidFill>
          <a:ln w="12700">
            <a:solidFill>
              <a:srgbClr val="6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4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4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9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9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671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خَضۡدَ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E"/>
          </a:solidFill>
          <a:ln w="12700">
            <a:solidFill>
              <a:srgbClr val="64D8B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B"/>
          </a:solidFill>
          <a:ln w="12700">
            <a:solidFill>
              <a:srgbClr val="47D19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7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7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54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دِضۡذَ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09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09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77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ذُضۡرَ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642B"/>
          </a:solidFill>
          <a:ln w="12700">
            <a:solidFill>
              <a:srgbClr val="4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7934"/>
          </a:solidFill>
          <a:ln w="12700">
            <a:solidFill>
              <a:srgbClr val="3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09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09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1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1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39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رَضۡزَ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84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84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7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7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93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زِضۡسَ</a:t>
            </a:r>
            <a:endParaRPr lang="ar-SA" sz="5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2"/>
          </a:solidFill>
          <a:ln w="12700">
            <a:solidFill>
              <a:srgbClr val="ED5ED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73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73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4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4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10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سُضۡشَ</a:t>
            </a:r>
            <a:endParaRPr lang="ar-SA" sz="4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F"/>
          </a:solidFill>
          <a:ln w="12700">
            <a:solidFill>
              <a:srgbClr val="52E07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70DB"/>
          </a:solidFill>
          <a:ln w="12700">
            <a:solidFill>
              <a:srgbClr val="C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147"/>
          </a:solidFill>
          <a:ln w="12700">
            <a:solidFill>
              <a:srgbClr val="855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04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04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5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5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09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شَضۡصَ</a:t>
            </a:r>
            <a:endParaRPr lang="ar-SA" sz="4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164D8"/>
          </a:solidFill>
          <a:ln w="12700">
            <a:solidFill>
              <a:srgbClr val="A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947D1"/>
          </a:solidFill>
          <a:ln w="12700">
            <a:solidFill>
              <a:srgbClr val="7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44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8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8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545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صِضۡأَ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755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755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4863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إِضۡ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964"/>
          </a:solidFill>
          <a:ln w="12700">
            <a:solidFill>
              <a:srgbClr val="2B5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979"/>
          </a:solidFill>
          <a:ln w="12700">
            <a:solidFill>
              <a:srgbClr val="344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526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526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4792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بُضۡ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41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41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4792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تَضۡ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55E"/>
          </a:solidFill>
          <a:ln w="12700">
            <a:solidFill>
              <a:srgbClr val="EDE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026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7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026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4792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ثِضۡ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B52E0"/>
          </a:solidFill>
          <a:ln w="12700">
            <a:solidFill>
              <a:srgbClr val="5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D70"/>
          </a:solidFill>
          <a:ln w="12700">
            <a:solidFill>
              <a:srgbClr val="DBA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8547"/>
          </a:solidFill>
          <a:ln w="12700">
            <a:solidFill>
              <a:srgbClr val="4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985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7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985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486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جُضۡ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464"/>
          </a:solidFill>
          <a:ln w="12700">
            <a:solidFill>
              <a:srgbClr val="D88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747"/>
          </a:solidFill>
          <a:ln w="12700">
            <a:solidFill>
              <a:srgbClr val="D15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86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86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486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حَضۡ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973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973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486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خِضۡ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2B64"/>
          </a:solidFill>
          <a:ln w="12700">
            <a:solidFill>
              <a:srgbClr val="6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B"/>
          </a:solidFill>
          <a:ln w="12700">
            <a:solidFill>
              <a:srgbClr val="7934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241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241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4807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دُضۡ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546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546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4807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ذَضۡ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1"/>
          </a:solidFill>
          <a:ln w="12700">
            <a:solidFill>
              <a:srgbClr val="5EEDC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666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7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666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732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رِضۡ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B"/>
          </a:solidFill>
          <a:ln w="12700">
            <a:solidFill>
              <a:srgbClr val="E0526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2"/>
          </a:solidFill>
          <a:ln w="12700">
            <a:solidFill>
              <a:srgbClr val="70DB9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D85"/>
          </a:solidFill>
          <a:ln w="12700">
            <a:solidFill>
              <a:srgbClr val="475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84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7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84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4846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زُضۡ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7"/>
          </a:solidFill>
          <a:ln w="12700">
            <a:solidFill>
              <a:srgbClr val="64D86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BD147"/>
          </a:solidFill>
          <a:ln w="12700">
            <a:solidFill>
              <a:srgbClr val="5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883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883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4907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سَضۡ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472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472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4907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شِضۡ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7934"/>
          </a:solidFill>
          <a:ln w="12700">
            <a:solidFill>
              <a:srgbClr val="6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307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307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4907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صُضۡ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457699" y="896112"/>
            <a:ext cx="30798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8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457699" y="896112"/>
            <a:ext cx="30798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فَٱصۡبِرۡ</a:t>
            </a:r>
            <a:endParaRPr lang="ar-SA" sz="4700" dirty="0"/>
          </a:p>
        </p:txBody>
      </p:sp>
      <p:sp>
        <p:nvSpPr>
          <p:cNvPr id="12" name="C2 W2 pill"/>
          <p:cNvSpPr/>
          <p:nvPr/>
        </p:nvSpPr>
        <p:spPr>
          <a:xfrm>
            <a:off x="2924202" y="896112"/>
            <a:ext cx="22134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8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924202" y="896112"/>
            <a:ext cx="22134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صَبۡرًا</a:t>
            </a:r>
            <a:endParaRPr lang="ar-SA" sz="4700" dirty="0"/>
          </a:p>
        </p:txBody>
      </p:sp>
      <p:sp>
        <p:nvSpPr>
          <p:cNvPr id="14" name="C3 W3 pill"/>
          <p:cNvSpPr/>
          <p:nvPr/>
        </p:nvSpPr>
        <p:spPr>
          <a:xfrm>
            <a:off x="606453" y="896112"/>
            <a:ext cx="19977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8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606453" y="896112"/>
            <a:ext cx="19977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جَمِيلًا</a:t>
            </a:r>
            <a:endParaRPr lang="ar-SA" sz="47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1373846" y="2834640"/>
            <a:ext cx="639630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1373846" y="2834640"/>
            <a:ext cx="639630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فَٱصۡبِرۡ صَبۡرًا جَمِيلًا</a:t>
            </a:r>
            <a:endParaRPr lang="ar-SA" sz="4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5EED"/>
          </a:solidFill>
          <a:ln w="12700">
            <a:solidFill>
              <a:srgbClr val="9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072590" y="896112"/>
            <a:ext cx="398230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072590" y="896112"/>
            <a:ext cx="398230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وَٱخۡفِضۡ</a:t>
            </a:r>
            <a:endParaRPr lang="ar-SA" sz="5600" dirty="0"/>
          </a:p>
        </p:txBody>
      </p:sp>
      <p:sp>
        <p:nvSpPr>
          <p:cNvPr id="20" name="C2 W2 pill"/>
          <p:cNvSpPr/>
          <p:nvPr/>
        </p:nvSpPr>
        <p:spPr>
          <a:xfrm>
            <a:off x="1089107" y="896112"/>
            <a:ext cx="26634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6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1089107" y="896112"/>
            <a:ext cx="26634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جَنَاحَكَ</a:t>
            </a:r>
            <a:endParaRPr lang="ar-SA" sz="5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1402769" y="2834640"/>
            <a:ext cx="633846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1402769" y="2834640"/>
            <a:ext cx="633846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وَٱخۡفِضۡ جَنَاحَكَ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FE052"/>
          </a:solidFill>
          <a:ln w="12700">
            <a:solidFill>
              <a:srgbClr val="8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70DB"/>
          </a:solidFill>
          <a:ln w="12700">
            <a:solidFill>
              <a:srgbClr val="7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C"/>
          </a:solidFill>
          <a:ln w="12700">
            <a:solidFill>
              <a:srgbClr val="85476C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876667" y="896112"/>
            <a:ext cx="15768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4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876667" y="896112"/>
            <a:ext cx="15768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ذَٰلِكَ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3480630" y="896112"/>
            <a:ext cx="20759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4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480630" y="896112"/>
            <a:ext cx="20759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فَضۡلُ</a:t>
            </a:r>
            <a:endParaRPr lang="ar-SA" sz="4000" dirty="0"/>
          </a:p>
        </p:txBody>
      </p:sp>
      <p:sp>
        <p:nvSpPr>
          <p:cNvPr id="19" name="C3 W3 pill"/>
          <p:cNvSpPr/>
          <p:nvPr/>
        </p:nvSpPr>
        <p:spPr>
          <a:xfrm>
            <a:off x="1690501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4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690501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ٱللَّهِ</a:t>
            </a:r>
            <a:endParaRPr lang="ar-SA" sz="40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538295" y="2834640"/>
            <a:ext cx="406741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538295" y="2834640"/>
            <a:ext cx="406741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ذَٰلِكَ فَضۡلُ ٱللَّهِ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88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08-sad-dad</dc:title>
  <dc:subject>PptxGenJS Presentation</dc:subject>
  <dc:creator>PptxGenJS</dc:creator>
  <cp:lastModifiedBy>PptxGenJS</cp:lastModifiedBy>
  <cp:revision>1</cp:revision>
  <dcterms:created xsi:type="dcterms:W3CDTF">2026-10-21T19:08:31Z</dcterms:created>
  <dcterms:modified xsi:type="dcterms:W3CDTF">2026-10-21T19:08:31Z</dcterms:modified>
</cp:coreProperties>
</file>