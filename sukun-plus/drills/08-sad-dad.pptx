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notesMaster" Target="notesMasters/notesMaster1.xml"/><Relationship Id="rId91" Type="http://schemas.openxmlformats.org/officeDocument/2006/relationships/presProps" Target="presProps.xml"/><Relationship Id="rId92" Type="http://schemas.openxmlformats.org/officeDocument/2006/relationships/viewProps" Target="viewProps.xml"/><Relationship Id="rId93" Type="http://schemas.openxmlformats.org/officeDocument/2006/relationships/theme" Target="theme/theme1.xml"/><Relationship Id="rId9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نبدأ بحرف ساكن أبداً: الحرف الساكن (بسكون المصحف «ۡ») يحتاج قبله حرفاً متحركاً يستند إليه.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حرف متحرك + حرف ساكن = مقطع واحد ننطقه دفعة واحدة. هنا الحرف الأول عليه فتحة، ثم نقف على الحرف الساكن.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حرف متحرك + حرف ساكن = مقطع واحد ننطقه دفعة واحدة. هنا الحرف الأول عليه كسرة، ثم نقف على الحرف الساكن.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حرف متحرك + حرف ساكن = مقطع واحد ننطقه دفعة واحدة. هنا الحرف الأول عليه ضمة، ثم نقف على الحرف الساكن.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جملة قرآنية: ابحث عن الحروف الساكنة (علامة رأس الخاء) واقرأها بالوقوف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جملة قرآنية: ابحث عن الحروف الساكنة (علامة رأس الخاء) واقرأها بالوقوف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جملة قرآنية: ابحث عن الحروف الساكنة (علامة رأس الخاء) واقرأها بالوقوف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52B"/>
          </a:solidFill>
          <a:ln w="12700">
            <a:solidFill>
              <a:srgbClr val="643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334"/>
          </a:solidFill>
          <a:ln w="12700">
            <a:solidFill>
              <a:srgbClr val="796334"/>
            </a:solidFill>
            <a:prstDash val="solid"/>
          </a:ln>
        </p:spPr>
      </p:sp>
      <p:sp>
        <p:nvSpPr>
          <p:cNvPr id="12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120640" y="1032929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8100" dirty="0"/>
          </a:p>
        </p:txBody>
      </p:sp>
      <p:sp>
        <p:nvSpPr>
          <p:cNvPr id="14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6" name="C3 W2 word"/>
          <p:cNvSpPr txBox="1"/>
          <p:nvPr/>
        </p:nvSpPr>
        <p:spPr>
          <a:xfrm>
            <a:off x="914400" y="1245589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أَصۡ</a:t>
            </a:r>
            <a:endParaRPr lang="ar-SA" sz="8100" dirty="0"/>
          </a:p>
        </p:txBody>
      </p:sp>
      <p:sp>
        <p:nvSpPr>
          <p:cNvPr id="17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8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6" grpId="0" animBg="1"/>
      <p:bldP spid="17" grpId="0" animBg="1"/>
      <p:bldP spid="18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83148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83148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9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5453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أَصۡ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8ED"/>
          </a:solidFill>
          <a:ln w="12700">
            <a:solidFill>
              <a:srgbClr val="5E6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706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5706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9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33957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إِصۡ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8E052"/>
          </a:solidFill>
          <a:ln w="12700">
            <a:solidFill>
              <a:srgbClr val="D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FDB"/>
          </a:solidFill>
          <a:ln w="12700">
            <a:solidFill>
              <a:srgbClr val="709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4785"/>
          </a:solidFill>
          <a:ln w="12700">
            <a:solidFill>
              <a:srgbClr val="7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8843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8843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72104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أُصۡ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9D8"/>
          </a:solidFill>
          <a:ln w="12700">
            <a:solidFill>
              <a:srgbClr val="64B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3D1"/>
          </a:solidFill>
          <a:ln w="12700">
            <a:solidFill>
              <a:srgbClr val="47C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7967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8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7967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72604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صَأۡ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42388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42388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45381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صِبۡ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F642B"/>
          </a:solidFill>
          <a:ln w="12700">
            <a:solidFill>
              <a:srgbClr val="2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2"/>
          </a:solidFill>
          <a:ln w="12700">
            <a:solidFill>
              <a:srgbClr val="34795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21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4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21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4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5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4556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صُتۡ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912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2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912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52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2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52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0004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صَثۡ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B"/>
          </a:solidFill>
          <a:ln w="12700">
            <a:solidFill>
              <a:srgbClr val="ED5E8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42388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42388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6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36841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صِجۡ</a:t>
            </a:r>
            <a:endParaRPr lang="ar-SA" sz="9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5"/>
          </a:solidFill>
          <a:ln w="12700">
            <a:solidFill>
              <a:srgbClr val="52E0C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A"/>
          </a:solidFill>
          <a:ln w="12700">
            <a:solidFill>
              <a:srgbClr val="DB70B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F47"/>
          </a:solidFill>
          <a:ln w="12700">
            <a:solidFill>
              <a:srgbClr val="856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190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6190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6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36841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صُحۡ</a:t>
            </a:r>
            <a:endParaRPr lang="ar-SA" sz="9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6"/>
          </a:solidFill>
          <a:ln w="12700">
            <a:solidFill>
              <a:srgbClr val="D864D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D47D1"/>
          </a:solidFill>
          <a:ln w="12700">
            <a:solidFill>
              <a:srgbClr val="B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9319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1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9319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5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1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5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935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صَخۡ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38085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6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38085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6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49643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صِدۡ</a:t>
            </a:r>
            <a:endParaRPr lang="ar-SA" sz="9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D64"/>
          </a:solidFill>
          <a:ln w="12700">
            <a:solidFill>
              <a:srgbClr val="2B3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3479"/>
          </a:solidFill>
          <a:ln w="12700">
            <a:solidFill>
              <a:srgbClr val="4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1391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60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1391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74536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60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74536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63506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صُذۡ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7195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62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7195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62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983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62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983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62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1151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صَرۡ</a:t>
            </a:r>
            <a:endParaRPr lang="ar-SA" sz="9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FED5E"/>
          </a:solidFill>
          <a:ln w="12700">
            <a:solidFill>
              <a:srgbClr val="A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3999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61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3999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61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3403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صِزۡ</a:t>
            </a:r>
            <a:endParaRPr lang="ar-SA" sz="9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252E0"/>
          </a:solidFill>
          <a:ln w="12700">
            <a:solidFill>
              <a:srgbClr val="A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5DB70"/>
          </a:solidFill>
          <a:ln w="12700">
            <a:solidFill>
              <a:srgbClr val="D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F"/>
          </a:solidFill>
          <a:ln w="12700">
            <a:solidFill>
              <a:srgbClr val="47855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281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6281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9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46290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صُسۡ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D64"/>
          </a:solidFill>
          <a:ln w="12700">
            <a:solidFill>
              <a:srgbClr val="D8B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A47"/>
          </a:solidFill>
          <a:ln w="12700">
            <a:solidFill>
              <a:srgbClr val="D19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0284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0284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4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4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7901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صَشۡ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944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944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324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324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7330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أَصۡبَ</a:t>
            </a:r>
            <a:endParaRPr lang="ar-SA" sz="5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B"/>
          </a:solidFill>
          <a:ln w="12700">
            <a:solidFill>
              <a:srgbClr val="642B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8"/>
          </a:solidFill>
          <a:ln w="12700">
            <a:solidFill>
              <a:srgbClr val="79343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5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06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06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5376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بِصۡتَ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280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280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0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0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813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تُصۡثَ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3ED"/>
          </a:solidFill>
          <a:ln w="12700">
            <a:solidFill>
              <a:srgbClr val="5ED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0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4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30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4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5996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ثَصۡجَ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E52"/>
          </a:solidFill>
          <a:ln w="12700">
            <a:solidFill>
              <a:srgbClr val="E07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7"/>
          </a:solidFill>
          <a:ln w="12700">
            <a:solidFill>
              <a:srgbClr val="70DBC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4785"/>
          </a:solidFill>
          <a:ln w="12700">
            <a:solidFill>
              <a:srgbClr val="5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15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4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15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5029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جِصۡحَ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0"/>
          </a:solidFill>
          <a:ln w="12700">
            <a:solidFill>
              <a:srgbClr val="64D8A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8"/>
          </a:solidFill>
          <a:ln w="12700">
            <a:solidFill>
              <a:srgbClr val="47D17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00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300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2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2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56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حُصۡخَ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2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52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9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99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243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خَصۡدَ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642B"/>
          </a:solidFill>
          <a:ln w="12700">
            <a:solidFill>
              <a:srgbClr val="5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A7934"/>
          </a:solidFill>
          <a:ln w="12700">
            <a:solidFill>
              <a:srgbClr val="4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16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016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535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دِصۡذَ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4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64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6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6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778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ذُصۡرَ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45EED"/>
          </a:solidFill>
          <a:ln w="12700">
            <a:solidFill>
              <a:srgbClr val="E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6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4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26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70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4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70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59750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رَصۡزَ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A"/>
          </a:solidFill>
          <a:ln w="12700">
            <a:solidFill>
              <a:srgbClr val="52E05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C70DB"/>
          </a:solidFill>
          <a:ln w="12700">
            <a:solidFill>
              <a:srgbClr val="A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E"/>
          </a:solidFill>
          <a:ln w="12700">
            <a:solidFill>
              <a:srgbClr val="85474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16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4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816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5283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زِصۡسَ</a:t>
            </a:r>
            <a:endParaRPr lang="ar-SA" sz="5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364D8"/>
          </a:solidFill>
          <a:ln w="12700">
            <a:solidFill>
              <a:srgbClr val="8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647D1"/>
          </a:solidFill>
          <a:ln w="12700">
            <a:solidFill>
              <a:srgbClr val="5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00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00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362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سُصۡشَ</a:t>
            </a:r>
            <a:endParaRPr lang="ar-SA" sz="4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00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00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944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944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76718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شَصۡأَ</a:t>
            </a:r>
            <a:endParaRPr lang="ar-SA" sz="6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0"/>
          </a:solidFill>
          <a:ln w="12700">
            <a:solidFill>
              <a:srgbClr val="2B64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B79"/>
          </a:solidFill>
          <a:ln w="12700">
            <a:solidFill>
              <a:srgbClr val="345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706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9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706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33957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إِصۡ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5098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9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5098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9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6292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بُصۡ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15E"/>
          </a:solidFill>
          <a:ln w="12700">
            <a:solidFill>
              <a:srgbClr val="EDC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7047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9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7047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9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1516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تَصۡ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CE0"/>
          </a:solidFill>
          <a:ln w="12700">
            <a:solidFill>
              <a:srgbClr val="526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270"/>
          </a:solidFill>
          <a:ln w="12700">
            <a:solidFill>
              <a:srgbClr val="DB9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D8547"/>
          </a:solidFill>
          <a:ln w="12700">
            <a:solidFill>
              <a:srgbClr val="5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9884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9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59884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43761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ثِصۡ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664"/>
          </a:solidFill>
          <a:ln w="12700">
            <a:solidFill>
              <a:srgbClr val="D86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B"/>
          </a:solidFill>
          <a:ln w="12700">
            <a:solidFill>
              <a:srgbClr val="D1475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9456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9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9456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9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7250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جُصۡ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6344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9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56344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9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44984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حَصۡ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2B64"/>
          </a:solidFill>
          <a:ln w="12700">
            <a:solidFill>
              <a:srgbClr val="5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C"/>
          </a:solidFill>
          <a:ln w="12700">
            <a:solidFill>
              <a:srgbClr val="79346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48908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9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48908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44984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خِصۡ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2555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9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2555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9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8993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دُصۡ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D"/>
          </a:solidFill>
          <a:ln w="12700">
            <a:solidFill>
              <a:srgbClr val="5EED9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75729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9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75729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9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4434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ذَصۡ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0"/>
          </a:solidFill>
          <a:ln w="12700">
            <a:solidFill>
              <a:srgbClr val="E0529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7"/>
          </a:solidFill>
          <a:ln w="12700">
            <a:solidFill>
              <a:srgbClr val="70DB7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C85"/>
          </a:solidFill>
          <a:ln w="12700">
            <a:solidFill>
              <a:srgbClr val="476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4570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9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4570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36579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رِصۡ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ED864"/>
          </a:solidFill>
          <a:ln w="12700">
            <a:solidFill>
              <a:srgbClr val="7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ED147"/>
          </a:solidFill>
          <a:ln w="12700">
            <a:solidFill>
              <a:srgbClr val="7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8386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9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8386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9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4193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زُصۡ</a:t>
            </a:r>
            <a:endParaRPr lang="ar-SA" sz="7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8398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9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58398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9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45799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سَصۡ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42B"/>
          </a:solidFill>
          <a:ln w="12700">
            <a:solidFill>
              <a:srgbClr val="644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534"/>
          </a:solidFill>
          <a:ln w="12700">
            <a:solidFill>
              <a:srgbClr val="797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410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9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410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45799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شِصۡ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5407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8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5407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72604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ضَأۡ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95EED"/>
          </a:solidFill>
          <a:ln w="12700">
            <a:solidFill>
              <a:srgbClr val="7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47799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47799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45381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ضِبۡ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4E052"/>
          </a:solidFill>
          <a:ln w="12700">
            <a:solidFill>
              <a:srgbClr val="B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4DB"/>
          </a:solidFill>
          <a:ln w="12700">
            <a:solidFill>
              <a:srgbClr val="708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C"/>
          </a:solidFill>
          <a:ln w="12700">
            <a:solidFill>
              <a:srgbClr val="85477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09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4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6909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5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4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5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8568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ضُتۡ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BD8"/>
          </a:solidFill>
          <a:ln w="12700">
            <a:solidFill>
              <a:srgbClr val="649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0D1"/>
          </a:solidFill>
          <a:ln w="12700">
            <a:solidFill>
              <a:srgbClr val="47A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579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2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579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2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2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52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0004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ضَثۡ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47799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47799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36841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ضِجۡ</a:t>
            </a:r>
            <a:endParaRPr lang="ar-SA" sz="9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6"/>
          </a:solidFill>
          <a:ln w="12700">
            <a:solidFill>
              <a:srgbClr val="2B643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4"/>
          </a:solidFill>
          <a:ln w="12700">
            <a:solidFill>
              <a:srgbClr val="34796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094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094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57918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57918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47273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ضُحۡ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5860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1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5860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1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5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935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ضَخۡ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7"/>
          </a:solidFill>
          <a:ln w="12700">
            <a:solidFill>
              <a:srgbClr val="ED5E6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47036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8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47036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6917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8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6917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49643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ضِدۡ</a:t>
            </a:r>
            <a:endParaRPr lang="ar-SA" sz="9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7E0"/>
          </a:solidFill>
          <a:ln w="12700">
            <a:solidFill>
              <a:srgbClr val="52D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F"/>
          </a:solidFill>
          <a:ln w="12700">
            <a:solidFill>
              <a:srgbClr val="DB709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E47"/>
          </a:solidFill>
          <a:ln w="12700">
            <a:solidFill>
              <a:srgbClr val="857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094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5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69094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74088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5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74088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63506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ضُذۡ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8"/>
          </a:solidFill>
          <a:ln w="12700">
            <a:solidFill>
              <a:srgbClr val="D864B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2"/>
          </a:solidFill>
          <a:ln w="12700">
            <a:solidFill>
              <a:srgbClr val="D147C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5407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8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5407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043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8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043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8993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ضَرۡ</a:t>
            </a:r>
            <a:endParaRPr lang="ar-SA" sz="9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47036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47036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7875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7875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3403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ضِزۡ</a:t>
            </a:r>
            <a:endParaRPr lang="ar-SA" sz="9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E64"/>
          </a:solidFill>
          <a:ln w="12700">
            <a:solidFill>
              <a:srgbClr val="2B2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33479"/>
          </a:solidFill>
          <a:ln w="12700">
            <a:solidFill>
              <a:srgbClr val="5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9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9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141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ضُسۡ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6184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6184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4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4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7901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ضَشۡ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BED5E"/>
          </a:solidFill>
          <a:ln w="12700">
            <a:solidFill>
              <a:srgbClr val="8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0470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9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50470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9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45799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ضِصۡ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652E0"/>
          </a:solidFill>
          <a:ln w="12700">
            <a:solidFill>
              <a:srgbClr val="C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9DB70"/>
          </a:solidFill>
          <a:ln w="12700">
            <a:solidFill>
              <a:srgbClr val="B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F"/>
          </a:solidFill>
          <a:ln w="12700">
            <a:solidFill>
              <a:srgbClr val="47856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88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88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36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36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2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7330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أَضۡبَ</a:t>
            </a:r>
            <a:endParaRPr lang="ar-SA" sz="5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5D864"/>
          </a:solidFill>
          <a:ln w="12700">
            <a:solidFill>
              <a:srgbClr val="D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E47"/>
          </a:solidFill>
          <a:ln w="12700">
            <a:solidFill>
              <a:srgbClr val="D1B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9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59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059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059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5959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بِضۡتَ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26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26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28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28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2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813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تُضۡثَ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C"/>
          </a:solidFill>
          <a:ln w="12700">
            <a:solidFill>
              <a:srgbClr val="642B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134"/>
          </a:solidFill>
          <a:ln w="12700">
            <a:solidFill>
              <a:srgbClr val="794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28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28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13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13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2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5996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ثَضۡجَ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258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258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13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13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5812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جِضۡحَ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EED"/>
          </a:solidFill>
          <a:ln w="12700">
            <a:solidFill>
              <a:srgbClr val="5EA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3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33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54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54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2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5812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حُضۡخَ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352"/>
          </a:solidFill>
          <a:ln w="12700">
            <a:solidFill>
              <a:srgbClr val="E0A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4DB"/>
          </a:solidFill>
          <a:ln w="12700">
            <a:solidFill>
              <a:srgbClr val="70D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04785"/>
          </a:solidFill>
          <a:ln w="12700">
            <a:solidFill>
              <a:srgbClr val="6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4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54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92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992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2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671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خَضۡدَ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E"/>
          </a:solidFill>
          <a:ln w="12700">
            <a:solidFill>
              <a:srgbClr val="64D8B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B"/>
          </a:solidFill>
          <a:ln w="12700">
            <a:solidFill>
              <a:srgbClr val="47D19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7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7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3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402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402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544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دِضۡذَ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05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605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309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309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2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778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ذُضۡرَ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B642B"/>
          </a:solidFill>
          <a:ln w="12700">
            <a:solidFill>
              <a:srgbClr val="4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7934"/>
          </a:solidFill>
          <a:ln w="12700">
            <a:solidFill>
              <a:srgbClr val="3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09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309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71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71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2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39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رَضۡزَ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84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884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3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7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7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593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زِضۡسَ</a:t>
            </a:r>
            <a:endParaRPr lang="ar-SA" sz="5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2"/>
          </a:solidFill>
          <a:ln w="12700">
            <a:solidFill>
              <a:srgbClr val="ED5ED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73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473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3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04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904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2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10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سُضۡشَ</a:t>
            </a:r>
            <a:endParaRPr lang="ar-SA" sz="4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F"/>
          </a:solidFill>
          <a:ln w="12700">
            <a:solidFill>
              <a:srgbClr val="52E07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870DB"/>
          </a:solidFill>
          <a:ln w="12700">
            <a:solidFill>
              <a:srgbClr val="C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147"/>
          </a:solidFill>
          <a:ln w="12700">
            <a:solidFill>
              <a:srgbClr val="855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04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904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35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35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2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09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شَضۡصَ</a:t>
            </a:r>
            <a:endParaRPr lang="ar-SA" sz="4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164D8"/>
          </a:solidFill>
          <a:ln w="12700">
            <a:solidFill>
              <a:srgbClr val="A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947D1"/>
          </a:solidFill>
          <a:ln w="12700">
            <a:solidFill>
              <a:srgbClr val="7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44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3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88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88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7545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صِضۡأَ</a:t>
            </a:r>
            <a:endParaRPr lang="ar-SA" sz="6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7554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7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57554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7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44863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إِضۡ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964"/>
          </a:solidFill>
          <a:ln w="12700">
            <a:solidFill>
              <a:srgbClr val="2B5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979"/>
          </a:solidFill>
          <a:ln w="12700">
            <a:solidFill>
              <a:srgbClr val="344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5264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7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5264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7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4792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بُضۡ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041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7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041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4792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تَضۡ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55E"/>
          </a:solidFill>
          <a:ln w="12700">
            <a:solidFill>
              <a:srgbClr val="EDE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0263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7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60263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7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4792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ثِضۡ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B52E0"/>
          </a:solidFill>
          <a:ln w="12700">
            <a:solidFill>
              <a:srgbClr val="5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D70"/>
          </a:solidFill>
          <a:ln w="12700">
            <a:solidFill>
              <a:srgbClr val="DBA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8547"/>
          </a:solidFill>
          <a:ln w="12700">
            <a:solidFill>
              <a:srgbClr val="4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985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7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5985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7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4861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جُضۡ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464"/>
          </a:solidFill>
          <a:ln w="12700">
            <a:solidFill>
              <a:srgbClr val="D88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747"/>
          </a:solidFill>
          <a:ln w="12700">
            <a:solidFill>
              <a:srgbClr val="D15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686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7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686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4861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حَضۡ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49734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7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49734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7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4861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خِضۡ</a:t>
            </a:r>
            <a:endParaRPr lang="ar-SA" sz="7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2B64"/>
          </a:solidFill>
          <a:ln w="12700">
            <a:solidFill>
              <a:srgbClr val="6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B"/>
          </a:solidFill>
          <a:ln w="12700">
            <a:solidFill>
              <a:srgbClr val="79345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72417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7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72417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7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4807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دُضۡ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5461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7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5461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4807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ذَضۡ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1"/>
          </a:solidFill>
          <a:ln w="12700">
            <a:solidFill>
              <a:srgbClr val="5EEDC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46660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7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46660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7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47325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رِضۡ</a:t>
            </a:r>
            <a:endParaRPr lang="ar-SA" sz="8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B"/>
          </a:solidFill>
          <a:ln w="12700">
            <a:solidFill>
              <a:srgbClr val="E0526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2"/>
          </a:solidFill>
          <a:ln w="12700">
            <a:solidFill>
              <a:srgbClr val="70DB9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D85"/>
          </a:solidFill>
          <a:ln w="12700">
            <a:solidFill>
              <a:srgbClr val="475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841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7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6841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7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4846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زُضۡ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7"/>
          </a:solidFill>
          <a:ln w="12700">
            <a:solidFill>
              <a:srgbClr val="64D86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BD147"/>
          </a:solidFill>
          <a:ln w="12700">
            <a:solidFill>
              <a:srgbClr val="5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883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7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883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4907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سَضۡ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472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7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5472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7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4907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شِضۡ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32B"/>
          </a:solidFill>
          <a:ln w="12700">
            <a:solidFill>
              <a:srgbClr val="645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C7934"/>
          </a:solidFill>
          <a:ln w="12700">
            <a:solidFill>
              <a:srgbClr val="6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307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7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307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7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4907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صُضۡ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457699" y="896112"/>
            <a:ext cx="307984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8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457699" y="896112"/>
            <a:ext cx="307984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فَٱصۡبِرۡ</a:t>
            </a:r>
            <a:endParaRPr lang="ar-SA" sz="4700" dirty="0"/>
          </a:p>
        </p:txBody>
      </p:sp>
      <p:sp>
        <p:nvSpPr>
          <p:cNvPr id="12" name="C2 W2 pill"/>
          <p:cNvSpPr/>
          <p:nvPr/>
        </p:nvSpPr>
        <p:spPr>
          <a:xfrm>
            <a:off x="2924202" y="896112"/>
            <a:ext cx="221345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8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924202" y="896112"/>
            <a:ext cx="221345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صَبۡرًا</a:t>
            </a:r>
            <a:endParaRPr lang="ar-SA" sz="4700" dirty="0"/>
          </a:p>
        </p:txBody>
      </p:sp>
      <p:sp>
        <p:nvSpPr>
          <p:cNvPr id="14" name="C3 W3 pill"/>
          <p:cNvSpPr/>
          <p:nvPr/>
        </p:nvSpPr>
        <p:spPr>
          <a:xfrm>
            <a:off x="606453" y="896112"/>
            <a:ext cx="19977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8E236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606453" y="896112"/>
            <a:ext cx="19977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جَمِيلًا</a:t>
            </a:r>
            <a:endParaRPr lang="ar-SA" sz="47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1373846" y="2834640"/>
            <a:ext cx="639630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1373846" y="2834640"/>
            <a:ext cx="639630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فَٱصۡبِرۡ صَبۡرًا جَمِيلًا</a:t>
            </a:r>
            <a:endParaRPr lang="ar-SA" sz="4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E5EED"/>
          </a:solidFill>
          <a:ln w="12700">
            <a:solidFill>
              <a:srgbClr val="9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072590" y="896112"/>
            <a:ext cx="398230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072590" y="896112"/>
            <a:ext cx="398230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وَٱخۡفِضۡ</a:t>
            </a:r>
            <a:endParaRPr lang="ar-SA" sz="5600" dirty="0"/>
          </a:p>
        </p:txBody>
      </p:sp>
      <p:sp>
        <p:nvSpPr>
          <p:cNvPr id="20" name="C2 W2 pill"/>
          <p:cNvSpPr/>
          <p:nvPr/>
        </p:nvSpPr>
        <p:spPr>
          <a:xfrm>
            <a:off x="1089107" y="896112"/>
            <a:ext cx="26634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6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1089107" y="896112"/>
            <a:ext cx="26634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جَنَاحَكَ</a:t>
            </a:r>
            <a:endParaRPr lang="ar-SA" sz="5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1402769" y="2834640"/>
            <a:ext cx="63384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1402769" y="2834640"/>
            <a:ext cx="63384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وَٱخۡفِضۡ جَنَاحَكَ</a:t>
            </a:r>
            <a:endParaRPr lang="ar-SA" sz="5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FE052"/>
          </a:solidFill>
          <a:ln w="12700">
            <a:solidFill>
              <a:srgbClr val="8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870DB"/>
          </a:solidFill>
          <a:ln w="12700">
            <a:solidFill>
              <a:srgbClr val="7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C"/>
          </a:solidFill>
          <a:ln w="12700">
            <a:solidFill>
              <a:srgbClr val="85476C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876667" y="896112"/>
            <a:ext cx="15768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4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876667" y="896112"/>
            <a:ext cx="15768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ذَٰلِكَ</a:t>
            </a:r>
            <a:endParaRPr lang="ar-SA" sz="4000" dirty="0"/>
          </a:p>
        </p:txBody>
      </p:sp>
      <p:sp>
        <p:nvSpPr>
          <p:cNvPr id="17" name="C2 W2 pill"/>
          <p:cNvSpPr/>
          <p:nvPr/>
        </p:nvSpPr>
        <p:spPr>
          <a:xfrm>
            <a:off x="3480630" y="896112"/>
            <a:ext cx="20759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4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3480630" y="896112"/>
            <a:ext cx="20759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فَضۡلُ</a:t>
            </a:r>
            <a:endParaRPr lang="ar-SA" sz="4000" dirty="0"/>
          </a:p>
        </p:txBody>
      </p:sp>
      <p:sp>
        <p:nvSpPr>
          <p:cNvPr id="19" name="C3 W3 pill"/>
          <p:cNvSpPr/>
          <p:nvPr/>
        </p:nvSpPr>
        <p:spPr>
          <a:xfrm>
            <a:off x="1690501" y="896112"/>
            <a:ext cx="14700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4"/>
            </a:solidFill>
            <a:prstDash val="solid"/>
          </a:ln>
        </p:spPr>
      </p:sp>
      <p:sp>
        <p:nvSpPr>
          <p:cNvPr id="20" name="C3 W3 word"/>
          <p:cNvSpPr txBox="1"/>
          <p:nvPr/>
        </p:nvSpPr>
        <p:spPr>
          <a:xfrm>
            <a:off x="1690501" y="896112"/>
            <a:ext cx="14700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ٱللَّهِ</a:t>
            </a:r>
            <a:endParaRPr lang="ar-SA" sz="4000" dirty="0"/>
          </a:p>
        </p:txBody>
      </p:sp>
      <p:sp>
        <p:nvSpPr>
          <p:cNvPr id="21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S panel"/>
          <p:cNvSpPr/>
          <p:nvPr/>
        </p:nvSpPr>
        <p:spPr>
          <a:xfrm>
            <a:off x="2538295" y="2834640"/>
            <a:ext cx="406741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4 S sentence"/>
          <p:cNvSpPr txBox="1"/>
          <p:nvPr/>
        </p:nvSpPr>
        <p:spPr>
          <a:xfrm>
            <a:off x="2538295" y="2834640"/>
            <a:ext cx="406741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ذَٰلِكَ فَضۡلُ ٱللَّهِ</a:t>
            </a:r>
            <a:endParaRPr lang="ar-SA" sz="4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88</Slides>
  <Notes>88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88</vt:i4>
      </vt:variant>
    </vt:vector>
  </HeadingPairs>
  <TitlesOfParts>
    <vt:vector size="9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Sukun 08-sad-dad</dc:title>
  <dc:subject>PptxGenJS Presentation</dc:subject>
  <dc:creator>PptxGenJS</dc:creator>
  <cp:lastModifiedBy>PptxGenJS</cp:lastModifiedBy>
  <cp:revision>1</cp:revision>
  <dcterms:created xsi:type="dcterms:W3CDTF">2026-10-21T19:08:31Z</dcterms:created>
  <dcterms:modified xsi:type="dcterms:W3CDTF">2026-10-21T19:08:31Z</dcterms:modified>
</cp:coreProperties>
</file>