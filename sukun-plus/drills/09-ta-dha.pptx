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notesMaster" Target="notesMasters/notesMaster1.xml"/><Relationship Id="rId103" Type="http://schemas.openxmlformats.org/officeDocument/2006/relationships/presProps" Target="presProps.xml"/><Relationship Id="rId104" Type="http://schemas.openxmlformats.org/officeDocument/2006/relationships/viewProps" Target="viewProps.xml"/><Relationship Id="rId105" Type="http://schemas.openxmlformats.org/officeDocument/2006/relationships/theme" Target="theme/theme1.xml"/><Relationship Id="rId10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نبدأ بحرف ساكن أبداً: الحرف الساكن (بسكون المصحف «ۡ») يحتاج قبله حرفاً متحركاً يستند إليه.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حرف متحرك + حرف ساكن = مقطع واحد ننطقه دفعة واحدة. هنا الحرف الأول عليه فتحة، ثم نقف على الحرف الساكن.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حرف متحرك + حرف ساكن = مقطع واحد ننطقه دفعة واحدة. هنا الحرف الأول عليه كسرة، ثم نقف على الحرف الساكن.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حرف متحرك + حرف ساكن = مقطع واحد ننطقه دفعة واحدة. هنا الحرف الأول عليه ضمة، ثم نقف على الحرف الساكن.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جملة قرآنية: ابحث عن الحروف الساكنة (علامة رأس الخاء) واقرأها بالوقوف عليها.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جملة قرآنية: ابحث عن الحروف الساكنة (علامة رأس الخاء) واقرأها بالوقوف عليها.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جملة قرآنية: ابحث عن الحروف الساكنة (علامة رأس الخاء) واقرأها بالوقوف عليها.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120640" y="1078992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8400" dirty="0"/>
          </a:p>
        </p:txBody>
      </p:sp>
      <p:sp>
        <p:nvSpPr>
          <p:cNvPr id="12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4" name="C3 W2 word"/>
          <p:cNvSpPr txBox="1"/>
          <p:nvPr/>
        </p:nvSpPr>
        <p:spPr>
          <a:xfrm>
            <a:off x="914400" y="1286726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أَطۡ</a:t>
            </a:r>
            <a:endParaRPr lang="ar-SA" sz="8400" dirty="0"/>
          </a:p>
        </p:txBody>
      </p:sp>
      <p:sp>
        <p:nvSpPr>
          <p:cNvPr id="15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16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  <p:bldP spid="15" grpId="0" animBg="1"/>
      <p:bldP spid="16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9"/>
          </a:solidFill>
          <a:ln w="12700">
            <a:solidFill>
              <a:srgbClr val="5EEDA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85146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6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85146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489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6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489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69478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أَطۡ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14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4"/>
          </a:solidFill>
          <a:ln w="12700">
            <a:solidFill>
              <a:srgbClr val="E0528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0"/>
          </a:solidFill>
          <a:ln w="12700">
            <a:solidFill>
              <a:srgbClr val="70DB8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785"/>
          </a:solidFill>
          <a:ln w="12700">
            <a:solidFill>
              <a:srgbClr val="476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5331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56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55331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489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6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489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33463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إِطۡ</a:t>
            </a:r>
            <a:endParaRPr lang="ar-SA" sz="8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4D864"/>
          </a:solidFill>
          <a:ln w="12700">
            <a:solidFill>
              <a:srgbClr val="7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2D147"/>
          </a:solidFill>
          <a:ln w="12700">
            <a:solidFill>
              <a:srgbClr val="7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9119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9119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489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489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76097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أُطۡ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76888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76888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72604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طَأۡ</a:t>
            </a:r>
            <a:endParaRPr lang="ar-SA" sz="7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3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92B"/>
          </a:solidFill>
          <a:ln w="12700">
            <a:solidFill>
              <a:srgbClr val="644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87934"/>
          </a:solidFill>
          <a:ln w="12700">
            <a:solidFill>
              <a:srgbClr val="7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3714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3714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47663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طِبۡ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82184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4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82184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طُ</a:t>
            </a:r>
            <a:endParaRPr lang="ar-SA" sz="5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854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4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854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5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66610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طُتۡ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65EED"/>
          </a:solidFill>
          <a:ln w="12700">
            <a:solidFill>
              <a:srgbClr val="8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76089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2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76089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52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722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2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722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52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60121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طَثۡ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33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7E052"/>
          </a:solidFill>
          <a:ln w="12700">
            <a:solidFill>
              <a:srgbClr val="A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BDB"/>
          </a:solidFill>
          <a:ln w="12700">
            <a:solidFill>
              <a:srgbClr val="707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6"/>
          </a:solidFill>
          <a:ln w="12700">
            <a:solidFill>
              <a:srgbClr val="85477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3714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63714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6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36841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طِجۡ</a:t>
            </a:r>
            <a:endParaRPr lang="ar-SA" sz="9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1D8"/>
          </a:solidFill>
          <a:ln w="12700">
            <a:solidFill>
              <a:srgbClr val="649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4D1"/>
          </a:solidFill>
          <a:ln w="12700">
            <a:solidFill>
              <a:srgbClr val="479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82667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82667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35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طُحۡ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7595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7595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527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527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5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49352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طَخۡ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B"/>
          </a:solidFill>
          <a:ln w="12700">
            <a:solidFill>
              <a:srgbClr val="2B643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A"/>
          </a:solidFill>
          <a:ln w="12700">
            <a:solidFill>
              <a:srgbClr val="34796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2644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67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2644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656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67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656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49463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طِدۡ</a:t>
            </a:r>
            <a:endParaRPr lang="ar-SA" sz="10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83872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61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83872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طُ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74625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61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74625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67307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طُذۡ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25E"/>
          </a:solidFill>
          <a:ln w="12700">
            <a:solidFill>
              <a:srgbClr val="ED6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7808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67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7808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5908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67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5908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4276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طَرۡ</a:t>
            </a:r>
            <a:endParaRPr lang="ar-SA" sz="9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4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BE0"/>
          </a:solidFill>
          <a:ln w="12700">
            <a:solidFill>
              <a:srgbClr val="52C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5"/>
          </a:solidFill>
          <a:ln w="12700">
            <a:solidFill>
              <a:srgbClr val="DB709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447"/>
          </a:solidFill>
          <a:ln w="12700">
            <a:solidFill>
              <a:srgbClr val="858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3228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61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63228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780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61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780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3403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طِزۡ</a:t>
            </a:r>
            <a:endParaRPr lang="ar-SA" sz="9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E"/>
          </a:solidFill>
          <a:ln w="12700">
            <a:solidFill>
              <a:srgbClr val="D864A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6"/>
          </a:solidFill>
          <a:ln w="12700">
            <a:solidFill>
              <a:srgbClr val="D147B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80979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49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80979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169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9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169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62198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طُسۡ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75290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75290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7079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7079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4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7972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طَشۡ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C2B64"/>
          </a:solidFill>
          <a:ln w="12700">
            <a:solidFill>
              <a:srgbClr val="2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93479"/>
          </a:solidFill>
          <a:ln w="12700">
            <a:solidFill>
              <a:srgbClr val="5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439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49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439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25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9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25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46761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طِصۡ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8049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47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8049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طُ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880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7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880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62293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طُضۡ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EED5E"/>
          </a:solidFill>
          <a:ln w="12700">
            <a:solidFill>
              <a:srgbClr val="7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08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9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2008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734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أَطۡبَ</a:t>
            </a:r>
            <a:endParaRPr lang="ar-SA" sz="59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352E0"/>
          </a:solidFill>
          <a:ln w="12700">
            <a:solidFill>
              <a:srgbClr val="D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0DB70"/>
          </a:solidFill>
          <a:ln w="12700">
            <a:solidFill>
              <a:srgbClr val="B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4"/>
          </a:solidFill>
          <a:ln w="12700">
            <a:solidFill>
              <a:srgbClr val="47857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53579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بِطۡتَ</a:t>
            </a:r>
            <a:endParaRPr lang="ar-SA" sz="5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BD864"/>
          </a:solidFill>
          <a:ln w="12700">
            <a:solidFill>
              <a:srgbClr val="C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947"/>
          </a:solidFill>
          <a:ln w="12700">
            <a:solidFill>
              <a:srgbClr val="D1C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25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325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3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3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82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تُطۡثَ</a:t>
            </a:r>
            <a:endParaRPr lang="ar-SA" sz="5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3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59898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ثَطۡجَ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8"/>
          </a:solidFill>
          <a:ln w="12700">
            <a:solidFill>
              <a:srgbClr val="642B3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734"/>
          </a:solidFill>
          <a:ln w="12700">
            <a:solidFill>
              <a:srgbClr val="794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883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6883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9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5120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جِطۡحَ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01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01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45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45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5632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حُطۡخَ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2ED"/>
          </a:solidFill>
          <a:ln w="12700">
            <a:solidFill>
              <a:srgbClr val="5EA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5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9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45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9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9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99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2397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خَطۡدَ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F52"/>
          </a:solidFill>
          <a:ln w="12700">
            <a:solidFill>
              <a:srgbClr val="E0A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BDB"/>
          </a:solidFill>
          <a:ln w="12700">
            <a:solidFill>
              <a:srgbClr val="70C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54785"/>
          </a:solidFill>
          <a:ln w="12700">
            <a:solidFill>
              <a:srgbClr val="65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76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9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876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49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9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49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5370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دِطۡذَ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8"/>
          </a:solidFill>
          <a:ln w="12700">
            <a:solidFill>
              <a:srgbClr val="64D8C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7"/>
          </a:solidFill>
          <a:ln w="12700">
            <a:solidFill>
              <a:srgbClr val="47D1A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743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743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163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163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783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ذُطۡرَ</a:t>
            </a:r>
            <a:endParaRPr lang="ar-SA" sz="6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63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163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66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66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5967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رَطۡزَ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6642B"/>
          </a:solidFill>
          <a:ln w="12700">
            <a:solidFill>
              <a:srgbClr val="4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6"/>
          </a:solidFill>
          <a:ln w="12700">
            <a:solidFill>
              <a:srgbClr val="34793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4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64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1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9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1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5356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زِطۡسَ</a:t>
            </a:r>
            <a:endParaRPr lang="ar-SA" sz="5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64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364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88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88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359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سُطۡشَ</a:t>
            </a:r>
            <a:endParaRPr lang="ar-SA" sz="4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5"/>
          </a:solidFill>
          <a:ln w="12700">
            <a:solidFill>
              <a:srgbClr val="ED5EC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9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88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9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357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شَطۡصَ</a:t>
            </a:r>
            <a:endParaRPr lang="ar-SA" sz="4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B"/>
          </a:solidFill>
          <a:ln w="12700">
            <a:solidFill>
              <a:srgbClr val="52E08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170DB"/>
          </a:solidFill>
          <a:ln w="12700">
            <a:solidFill>
              <a:srgbClr val="D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647"/>
          </a:solidFill>
          <a:ln w="12700">
            <a:solidFill>
              <a:srgbClr val="855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109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9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109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72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72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154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صِطۡضَ</a:t>
            </a:r>
            <a:endParaRPr lang="ar-SA" sz="4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B64D8"/>
          </a:solidFill>
          <a:ln w="12700">
            <a:solidFill>
              <a:srgbClr val="A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547D1"/>
          </a:solidFill>
          <a:ln w="12700">
            <a:solidFill>
              <a:srgbClr val="8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68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68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8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68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7692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ضُطۡأَ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55331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55331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489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489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33463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إِطۡ</a:t>
            </a:r>
            <a:endParaRPr lang="ar-SA" sz="8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464"/>
          </a:solidFill>
          <a:ln w="12700">
            <a:solidFill>
              <a:srgbClr val="2B5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379"/>
          </a:solidFill>
          <a:ln w="12700">
            <a:solidFill>
              <a:srgbClr val="3443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4517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4517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489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489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48561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بُطۡ</a:t>
            </a:r>
            <a:endParaRPr lang="ar-SA" sz="9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0657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70657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489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489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323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تَطۡ</a:t>
            </a:r>
            <a:endParaRPr lang="ar-SA" sz="9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9ED5E"/>
          </a:solidFill>
          <a:ln w="12700">
            <a:solidFill>
              <a:srgbClr val="E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58558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6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58558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489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6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489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47431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ثِطۡ</a:t>
            </a:r>
            <a:endParaRPr lang="ar-SA" sz="9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852E0"/>
          </a:solidFill>
          <a:ln w="12700">
            <a:solidFill>
              <a:srgbClr val="6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670"/>
          </a:solidFill>
          <a:ln w="12700">
            <a:solidFill>
              <a:srgbClr val="DBB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88547"/>
          </a:solidFill>
          <a:ln w="12700">
            <a:solidFill>
              <a:srgbClr val="4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8069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6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58069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489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6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489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49543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جُطۡ</a:t>
            </a:r>
            <a:endParaRPr lang="ar-SA" sz="8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E64"/>
          </a:solidFill>
          <a:ln w="12700">
            <a:solidFill>
              <a:srgbClr val="D88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347"/>
          </a:solidFill>
          <a:ln w="12700">
            <a:solidFill>
              <a:srgbClr val="D16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451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451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489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489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8742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حَطۡ</a:t>
            </a:r>
            <a:endParaRPr lang="ar-SA" sz="8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46014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46014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489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489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48249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خِطۡ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2"/>
          </a:solidFill>
          <a:ln w="12700">
            <a:solidFill>
              <a:srgbClr val="642B6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5"/>
          </a:solidFill>
          <a:ln w="12700">
            <a:solidFill>
              <a:srgbClr val="79345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7304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7304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489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489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2306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دُطۡ</a:t>
            </a:r>
            <a:endParaRPr lang="ar-SA" sz="9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6667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76667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489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489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8557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ذَطۡ</a:t>
            </a:r>
            <a:endParaRPr lang="ar-SA" sz="9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E"/>
          </a:solidFill>
          <a:ln w="12700">
            <a:solidFill>
              <a:srgbClr val="5EEDC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4235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6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4235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489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6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489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35723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رِطۡ</a:t>
            </a:r>
            <a:endParaRPr lang="ar-SA" sz="9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F"/>
          </a:solidFill>
          <a:ln w="12700">
            <a:solidFill>
              <a:srgbClr val="E0525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C"/>
          </a:solidFill>
          <a:ln w="12700">
            <a:solidFill>
              <a:srgbClr val="70DB9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785"/>
          </a:solidFill>
          <a:ln w="12700">
            <a:solidFill>
              <a:srgbClr val="475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8275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6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68275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489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6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489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4019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زُطۡ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1"/>
          </a:solidFill>
          <a:ln w="12700">
            <a:solidFill>
              <a:srgbClr val="64D87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FD147"/>
          </a:solidFill>
          <a:ln w="12700">
            <a:solidFill>
              <a:srgbClr val="4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6860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6860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489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489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9428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سَطۡ</a:t>
            </a:r>
            <a:endParaRPr lang="ar-SA" sz="7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51954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51954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489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489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47760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شِطۡ</a:t>
            </a:r>
            <a:endParaRPr lang="ar-SA" sz="79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72B"/>
          </a:solidFill>
          <a:ln w="12700">
            <a:solidFill>
              <a:srgbClr val="645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67934"/>
          </a:solidFill>
          <a:ln w="12700">
            <a:solidFill>
              <a:srgbClr val="6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190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190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489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489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49428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صُطۡ</a:t>
            </a:r>
            <a:endParaRPr lang="ar-SA" sz="7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553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553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489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489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3591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ضَطۡ</a:t>
            </a:r>
            <a:endParaRPr lang="ar-SA" sz="7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A5EED"/>
          </a:solidFill>
          <a:ln w="12700">
            <a:solidFill>
              <a:srgbClr val="A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76888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8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76888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8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72604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ظَأۡ</a:t>
            </a:r>
            <a:endParaRPr lang="ar-SA" sz="79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3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3E052"/>
          </a:solidFill>
          <a:ln w="12700">
            <a:solidFill>
              <a:srgbClr val="8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170DB"/>
          </a:solidFill>
          <a:ln w="12700">
            <a:solidFill>
              <a:srgbClr val="8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7"/>
          </a:solidFill>
          <a:ln w="12700">
            <a:solidFill>
              <a:srgbClr val="85476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3714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63714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47663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ظِبۡ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4D8"/>
          </a:solidFill>
          <a:ln w="12700">
            <a:solidFill>
              <a:srgbClr val="647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1D1"/>
          </a:solidFill>
          <a:ln w="12700">
            <a:solidFill>
              <a:srgbClr val="477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82184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4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82184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</a:t>
            </a:r>
            <a:endParaRPr lang="ar-SA" sz="5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854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4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854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5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66610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ظُتۡ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76089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76089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722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722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60121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ظَثۡ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443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9"/>
          </a:solidFill>
          <a:ln w="12700">
            <a:solidFill>
              <a:srgbClr val="2B644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779"/>
          </a:solidFill>
          <a:ln w="12700">
            <a:solidFill>
              <a:srgbClr val="347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3714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3714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36841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ظِجۡ</a:t>
            </a:r>
            <a:endParaRPr lang="ar-SA" sz="9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82667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82667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35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ظُحۡ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75E"/>
          </a:solidFill>
          <a:ln w="12700">
            <a:solidFill>
              <a:srgbClr val="ED8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7595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1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7595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5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527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1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527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5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49352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ظَخۡ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44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6E0"/>
          </a:solidFill>
          <a:ln w="12700">
            <a:solidFill>
              <a:srgbClr val="52A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A"/>
          </a:solidFill>
          <a:ln w="12700">
            <a:solidFill>
              <a:srgbClr val="DB707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68547"/>
          </a:solidFill>
          <a:ln w="12700">
            <a:solidFill>
              <a:srgbClr val="76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2644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67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62644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656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67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656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49463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ظِدۡ</a:t>
            </a:r>
            <a:endParaRPr lang="ar-SA" sz="10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1"/>
          </a:solidFill>
          <a:ln w="12700">
            <a:solidFill>
              <a:srgbClr val="D8649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3"/>
          </a:solidFill>
          <a:ln w="12700">
            <a:solidFill>
              <a:srgbClr val="D1479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83872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61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83872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74625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61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74625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67307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ظُذۡ</a:t>
            </a:r>
            <a:endParaRPr lang="ar-SA" sz="8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7808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67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7808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5908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67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5908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4276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ظَرۡ</a:t>
            </a:r>
            <a:endParaRPr lang="ar-SA" sz="9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B2B64"/>
          </a:solidFill>
          <a:ln w="12700">
            <a:solidFill>
              <a:srgbClr val="3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A3479"/>
          </a:solidFill>
          <a:ln w="12700">
            <a:solidFill>
              <a:srgbClr val="6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3228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61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3228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780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61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780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6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3403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ظِزۡ</a:t>
            </a:r>
            <a:endParaRPr lang="ar-SA" sz="9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80979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49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80979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169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9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169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62198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ظُسۡ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3"/>
          </a:solidFill>
          <a:ln w="12700">
            <a:solidFill>
              <a:srgbClr val="5EED6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75290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46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75290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4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7079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6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7079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4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7972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ظَشۡ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3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A"/>
          </a:solidFill>
          <a:ln w="12700">
            <a:solidFill>
              <a:srgbClr val="E052C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5DB70"/>
          </a:solidFill>
          <a:ln w="12700">
            <a:solidFill>
              <a:srgbClr val="9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4"/>
          </a:solidFill>
          <a:ln w="12700">
            <a:solidFill>
              <a:srgbClr val="47858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439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49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6439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25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25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46761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ظِصۡ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ED864"/>
          </a:solidFill>
          <a:ln w="12700">
            <a:solidFill>
              <a:srgbClr val="A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6D147"/>
          </a:solidFill>
          <a:ln w="12700">
            <a:solidFill>
              <a:srgbClr val="B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8049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47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8049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880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7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880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62293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ظُضۡ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76621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76621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489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489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8005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ظَطۡ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43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D2B"/>
          </a:solidFill>
          <a:ln w="12700">
            <a:solidFill>
              <a:srgbClr val="642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934"/>
          </a:solidFill>
          <a:ln w="12700">
            <a:solidFill>
              <a:srgbClr val="795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001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20001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286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286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6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734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أَظۡبَ</a:t>
            </a:r>
            <a:endParaRPr lang="ar-SA" sz="5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1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41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069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069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6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5950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بِظۡتَ</a:t>
            </a:r>
            <a:endParaRPr lang="ar-SA" sz="5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DED"/>
          </a:solidFill>
          <a:ln w="12700">
            <a:solidFill>
              <a:srgbClr val="5E7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29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29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3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6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82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تُظۡثَ</a:t>
            </a:r>
            <a:endParaRPr lang="ar-SA" sz="5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432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352"/>
          </a:solidFill>
          <a:ln w="12700">
            <a:solidFill>
              <a:srgbClr val="E0D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9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FDB"/>
          </a:solidFill>
          <a:ln w="12700">
            <a:solidFill>
              <a:srgbClr val="70A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54785"/>
          </a:solidFill>
          <a:ln w="12700">
            <a:solidFill>
              <a:srgbClr val="75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6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59898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ثَظۡجَ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BD8"/>
          </a:solidFill>
          <a:ln w="12700">
            <a:solidFill>
              <a:srgbClr val="64C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A"/>
          </a:solidFill>
          <a:ln w="12700">
            <a:solidFill>
              <a:srgbClr val="47D1C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04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04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6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5801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جِظۡحَ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60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260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49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49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6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5801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حُظۡخَ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3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7642B"/>
          </a:solidFill>
          <a:ln w="12700">
            <a:solidFill>
              <a:srgbClr val="3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8"/>
          </a:solidFill>
          <a:ln w="12700">
            <a:solidFill>
              <a:srgbClr val="34794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9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49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94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994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6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674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خَظۡدَ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0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960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456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456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6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5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دِظۡذَ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1"/>
          </a:solidFill>
          <a:ln w="12700">
            <a:solidFill>
              <a:srgbClr val="ED5EA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84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684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</a:t>
            </a:r>
            <a:endParaRPr lang="ar-SA" sz="3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226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226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6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783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ذُظۡرَ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44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0"/>
          </a:solidFill>
          <a:ln w="12700">
            <a:solidFill>
              <a:srgbClr val="52E0B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A"/>
          </a:solidFill>
          <a:ln w="12700">
            <a:solidFill>
              <a:srgbClr val="DB70C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647"/>
          </a:solidFill>
          <a:ln w="12700">
            <a:solidFill>
              <a:srgbClr val="856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226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226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688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688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6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392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رَظۡزَ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964D8"/>
          </a:solidFill>
          <a:ln w="12700">
            <a:solidFill>
              <a:srgbClr val="C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847D1"/>
          </a:solidFill>
          <a:ln w="12700">
            <a:solidFill>
              <a:srgbClr val="A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48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748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182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182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6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5927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زِظۡسَ</a:t>
            </a:r>
            <a:endParaRPr lang="ar-SA" sz="5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11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411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896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896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6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09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سُظۡشَ</a:t>
            </a:r>
            <a:endParaRPr lang="ar-SA" sz="4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44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564"/>
          </a:solidFill>
          <a:ln w="12700">
            <a:solidFill>
              <a:srgbClr val="2B4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63479"/>
          </a:solidFill>
          <a:ln w="12700">
            <a:solidFill>
              <a:srgbClr val="3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96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896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27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27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6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08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شَظۡصَ</a:t>
            </a:r>
            <a:endParaRPr lang="ar-SA" sz="4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252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252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740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740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6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08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صِظۡضَ</a:t>
            </a:r>
            <a:endParaRPr lang="ar-SA" sz="4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4ED5E"/>
          </a:solidFill>
          <a:ln w="12700">
            <a:solidFill>
              <a:srgbClr val="C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69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969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</a:t>
            </a:r>
            <a:endParaRPr lang="ar-SA" sz="3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6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663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ضُظۡطَ</a:t>
            </a:r>
            <a:endParaRPr lang="ar-SA" sz="5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141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C52E0"/>
          </a:solidFill>
          <a:ln w="12700">
            <a:solidFill>
              <a:srgbClr val="8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270"/>
          </a:solidFill>
          <a:ln w="12700">
            <a:solidFill>
              <a:srgbClr val="DBD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6"/>
          </a:solidFill>
          <a:ln w="12700">
            <a:solidFill>
              <a:srgbClr val="47855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20001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20001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6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7712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طَظۡأَ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C64"/>
          </a:solidFill>
          <a:ln w="12700">
            <a:solidFill>
              <a:srgbClr val="D8A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647"/>
          </a:solidFill>
          <a:ln w="12700">
            <a:solidFill>
              <a:srgbClr val="D18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6072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53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6072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53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7111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3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7111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53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4863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إِظۡ</a:t>
            </a:r>
            <a:endParaRPr lang="ar-SA" sz="79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476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3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476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7111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3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7111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53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8162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بُظۡ</a:t>
            </a:r>
            <a:endParaRPr lang="ar-SA" sz="9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3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4"/>
          </a:solidFill>
          <a:ln w="12700">
            <a:solidFill>
              <a:srgbClr val="642B5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3"/>
          </a:solidFill>
          <a:ln w="12700">
            <a:solidFill>
              <a:srgbClr val="79344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70577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3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70577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7111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3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7111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53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8983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تَظۡ</a:t>
            </a:r>
            <a:endParaRPr lang="ar-SA" sz="9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9126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3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9126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53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7111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3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7111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53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8414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ثِظۡ</a:t>
            </a:r>
            <a:endParaRPr lang="ar-SA" sz="9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8ED"/>
          </a:solidFill>
          <a:ln w="12700">
            <a:solidFill>
              <a:srgbClr val="5EE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58663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3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58663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</a:t>
            </a:r>
            <a:endParaRPr lang="ar-SA" sz="53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7111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3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7111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53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8242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جُظۡ</a:t>
            </a:r>
            <a:endParaRPr lang="ar-SA" sz="8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43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952"/>
          </a:solidFill>
          <a:ln w="12700">
            <a:solidFill>
              <a:srgbClr val="E06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7"/>
          </a:solidFill>
          <a:ln w="12700">
            <a:solidFill>
              <a:srgbClr val="70DBB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885"/>
          </a:solidFill>
          <a:ln w="12700">
            <a:solidFill>
              <a:srgbClr val="474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5298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3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55298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3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7111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3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7111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53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8689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حَظۡ</a:t>
            </a:r>
            <a:endParaRPr lang="ar-SA" sz="8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F"/>
          </a:solidFill>
          <a:ln w="12700">
            <a:solidFill>
              <a:srgbClr val="64D88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3"/>
          </a:solidFill>
          <a:ln w="12700">
            <a:solidFill>
              <a:srgbClr val="47D16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47254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3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47254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</a:t>
            </a:r>
            <a:endParaRPr lang="ar-SA" sz="53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7111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3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7111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53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8195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خِظۡ</a:t>
            </a:r>
            <a:endParaRPr lang="ar-SA" sz="8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7283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3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7283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7111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3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7111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53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8983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دُظۡ</a:t>
            </a:r>
            <a:endParaRPr lang="ar-SA" sz="9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432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642B"/>
          </a:solidFill>
          <a:ln w="12700">
            <a:solidFill>
              <a:srgbClr val="6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47934"/>
          </a:solidFill>
          <a:ln w="12700">
            <a:solidFill>
              <a:srgbClr val="5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76265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3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76265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7111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3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7111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53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8983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ذَظۡ</a:t>
            </a:r>
            <a:endParaRPr lang="ar-SA" sz="9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43788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3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43788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</a:t>
            </a:r>
            <a:endParaRPr lang="ar-SA" sz="53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7111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3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7111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53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7325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رِظۡ</a:t>
            </a:r>
            <a:endParaRPr lang="ar-SA" sz="8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F5EED"/>
          </a:solidFill>
          <a:ln w="12700">
            <a:solidFill>
              <a:srgbClr val="C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8322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3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68322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</a:t>
            </a:r>
            <a:endParaRPr lang="ar-SA" sz="53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7111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3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7111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53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4762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زُظۡ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3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EE052"/>
          </a:solidFill>
          <a:ln w="12700">
            <a:solidFill>
              <a:srgbClr val="5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C70DB"/>
          </a:solidFill>
          <a:ln w="12700">
            <a:solidFill>
              <a:srgbClr val="9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7"/>
          </a:solidFill>
          <a:ln w="12700">
            <a:solidFill>
              <a:srgbClr val="85475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7519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3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57519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53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7111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3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7111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53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8357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سَظۡ</a:t>
            </a:r>
            <a:endParaRPr lang="ar-SA" sz="7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264D8"/>
          </a:solidFill>
          <a:ln w="12700">
            <a:solidFill>
              <a:srgbClr val="7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ED1"/>
          </a:solidFill>
          <a:ln w="12700">
            <a:solidFill>
              <a:srgbClr val="474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287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3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287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</a:t>
            </a:r>
            <a:endParaRPr lang="ar-SA" sz="53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7111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3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7111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53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6690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شِظۡ</a:t>
            </a:r>
            <a:endParaRPr lang="ar-SA" sz="7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2298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3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2298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7111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3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7111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53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8357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صُظۡ</a:t>
            </a:r>
            <a:endParaRPr lang="ar-SA" sz="7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144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8"/>
          </a:solidFill>
          <a:ln w="12700">
            <a:solidFill>
              <a:srgbClr val="2B64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579"/>
          </a:solidFill>
          <a:ln w="12700">
            <a:solidFill>
              <a:srgbClr val="346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5731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3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5731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7111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3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7111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53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8357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ضَظۡ</a:t>
            </a:r>
            <a:endParaRPr lang="ar-SA" sz="7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4006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3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4006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</a:t>
            </a:r>
            <a:endParaRPr lang="ar-SA" sz="53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7111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3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7111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53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6721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طِظۡ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B5E"/>
          </a:solidFill>
          <a:ln w="12700">
            <a:solidFill>
              <a:srgbClr val="EDA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6878197" y="896112"/>
            <a:ext cx="158382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6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6878197" y="896112"/>
            <a:ext cx="158382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ٱلَّذِيٓ</a:t>
            </a:r>
            <a:endParaRPr lang="ar-SA" sz="3500" dirty="0"/>
          </a:p>
        </p:txBody>
      </p:sp>
      <p:sp>
        <p:nvSpPr>
          <p:cNvPr id="20" name="C2 W2 pill"/>
          <p:cNvSpPr/>
          <p:nvPr/>
        </p:nvSpPr>
        <p:spPr>
          <a:xfrm>
            <a:off x="4095552" y="896112"/>
            <a:ext cx="246260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8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4095552" y="896112"/>
            <a:ext cx="246260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أَطۡعَمَهُم</a:t>
            </a:r>
            <a:endParaRPr lang="ar-SA" sz="3500" dirty="0"/>
          </a:p>
        </p:txBody>
      </p:sp>
      <p:sp>
        <p:nvSpPr>
          <p:cNvPr id="22" name="C3 W3 pill"/>
          <p:cNvSpPr/>
          <p:nvPr/>
        </p:nvSpPr>
        <p:spPr>
          <a:xfrm>
            <a:off x="2487222" y="896112"/>
            <a:ext cx="1288291" cy="1371600"/>
          </a:xfrm>
          <a:prstGeom prst="roundRect">
            <a:avLst>
              <a:gd name="adj" fmla="val 28391"/>
            </a:avLst>
          </a:prstGeom>
          <a:solidFill>
            <a:srgbClr val="FFFFFF"/>
          </a:solidFill>
          <a:ln w="76200">
            <a:solidFill>
              <a:srgbClr val="E23686"/>
            </a:solidFill>
            <a:prstDash val="solid"/>
          </a:ln>
        </p:spPr>
      </p:sp>
      <p:sp>
        <p:nvSpPr>
          <p:cNvPr id="23" name="C3 W3 word"/>
          <p:cNvSpPr txBox="1"/>
          <p:nvPr/>
        </p:nvSpPr>
        <p:spPr>
          <a:xfrm>
            <a:off x="2487222" y="896112"/>
            <a:ext cx="128829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مِّن</a:t>
            </a:r>
            <a:endParaRPr lang="ar-SA" sz="3500" dirty="0"/>
          </a:p>
        </p:txBody>
      </p:sp>
      <p:sp>
        <p:nvSpPr>
          <p:cNvPr id="24" name="C4 W4 pill"/>
          <p:cNvSpPr/>
          <p:nvPr/>
        </p:nvSpPr>
        <p:spPr>
          <a:xfrm>
            <a:off x="681982" y="896112"/>
            <a:ext cx="148520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6E236"/>
            </a:solidFill>
            <a:prstDash val="solid"/>
          </a:ln>
        </p:spPr>
      </p:sp>
      <p:sp>
        <p:nvSpPr>
          <p:cNvPr id="25" name="C4 W4 word"/>
          <p:cNvSpPr txBox="1"/>
          <p:nvPr/>
        </p:nvSpPr>
        <p:spPr>
          <a:xfrm>
            <a:off x="681982" y="896112"/>
            <a:ext cx="148520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جُوعٍ</a:t>
            </a:r>
            <a:endParaRPr lang="ar-SA" sz="3500" dirty="0"/>
          </a:p>
        </p:txBody>
      </p:sp>
      <p:sp>
        <p:nvSpPr>
          <p:cNvPr id="26" name="C5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7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S panel"/>
          <p:cNvSpPr/>
          <p:nvPr/>
        </p:nvSpPr>
        <p:spPr>
          <a:xfrm>
            <a:off x="1962291" y="2834640"/>
            <a:ext cx="521941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C5 S sentence"/>
          <p:cNvSpPr txBox="1"/>
          <p:nvPr/>
        </p:nvSpPr>
        <p:spPr>
          <a:xfrm>
            <a:off x="1962291" y="2834640"/>
            <a:ext cx="521941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ٱلَّذِيٓ أَطۡعَمَهُم مِّن جُوعٍ</a:t>
            </a:r>
            <a:endParaRPr lang="ar-SA" sz="3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2E0"/>
          </a:solidFill>
          <a:ln w="12700">
            <a:solidFill>
              <a:srgbClr val="528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270"/>
          </a:solidFill>
          <a:ln w="12700">
            <a:solidFill>
              <a:srgbClr val="DB8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68547"/>
          </a:solidFill>
          <a:ln w="12700">
            <a:solidFill>
              <a:srgbClr val="66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6368910" y="896112"/>
            <a:ext cx="172478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3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6368910" y="896112"/>
            <a:ext cx="172478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وَهَنَ</a:t>
            </a:r>
            <a:endParaRPr lang="ar-SA" sz="4500" dirty="0"/>
          </a:p>
        </p:txBody>
      </p:sp>
      <p:sp>
        <p:nvSpPr>
          <p:cNvPr id="17" name="C2 W2 pill"/>
          <p:cNvSpPr/>
          <p:nvPr/>
        </p:nvSpPr>
        <p:spPr>
          <a:xfrm>
            <a:off x="3015837" y="896112"/>
            <a:ext cx="303303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53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3015837" y="896112"/>
            <a:ext cx="303303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ٱلۡعَظۡمُ</a:t>
            </a:r>
            <a:endParaRPr lang="ar-SA" sz="4500" dirty="0"/>
          </a:p>
        </p:txBody>
      </p:sp>
      <p:sp>
        <p:nvSpPr>
          <p:cNvPr id="19" name="C3 W3 pill"/>
          <p:cNvSpPr/>
          <p:nvPr/>
        </p:nvSpPr>
        <p:spPr>
          <a:xfrm>
            <a:off x="1050304" y="896112"/>
            <a:ext cx="164549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3E236"/>
            </a:solidFill>
            <a:prstDash val="solid"/>
          </a:ln>
        </p:spPr>
      </p:sp>
      <p:sp>
        <p:nvSpPr>
          <p:cNvPr id="20" name="C3 W3 word"/>
          <p:cNvSpPr txBox="1"/>
          <p:nvPr/>
        </p:nvSpPr>
        <p:spPr>
          <a:xfrm>
            <a:off x="1050304" y="896112"/>
            <a:ext cx="164549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مِنِّي</a:t>
            </a:r>
            <a:endParaRPr lang="ar-SA" sz="4500" dirty="0"/>
          </a:p>
        </p:txBody>
      </p:sp>
      <p:sp>
        <p:nvSpPr>
          <p:cNvPr id="21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A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S panel"/>
          <p:cNvSpPr/>
          <p:nvPr/>
        </p:nvSpPr>
        <p:spPr>
          <a:xfrm>
            <a:off x="1823526" y="2834640"/>
            <a:ext cx="549694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4 S sentence"/>
          <p:cNvSpPr txBox="1"/>
          <p:nvPr/>
        </p:nvSpPr>
        <p:spPr>
          <a:xfrm>
            <a:off x="1823526" y="2834640"/>
            <a:ext cx="549694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وَهَنَ ٱلۡعَظۡمُ مِنِّي</a:t>
            </a:r>
            <a:endParaRPr lang="ar-SA" sz="4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3"/>
          </a:solidFill>
          <a:ln w="12700">
            <a:solidFill>
              <a:srgbClr val="D8647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0"/>
          </a:solidFill>
          <a:ln w="12700">
            <a:solidFill>
              <a:srgbClr val="D1477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692012" y="896112"/>
            <a:ext cx="141030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B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692012" y="896112"/>
            <a:ext cx="141030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وَلَا</a:t>
            </a:r>
            <a:endParaRPr lang="ar-SA" sz="5300" dirty="0"/>
          </a:p>
        </p:txBody>
      </p:sp>
      <p:sp>
        <p:nvSpPr>
          <p:cNvPr id="12" name="C2 W2 pill"/>
          <p:cNvSpPr/>
          <p:nvPr/>
        </p:nvSpPr>
        <p:spPr>
          <a:xfrm>
            <a:off x="2041679" y="896112"/>
            <a:ext cx="333029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4B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041679" y="896112"/>
            <a:ext cx="333029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يُظۡلَمُونَ</a:t>
            </a:r>
            <a:endParaRPr lang="ar-SA" sz="53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A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370444" y="2834640"/>
            <a:ext cx="440311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370444" y="2834640"/>
            <a:ext cx="440311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وَلَا يُظۡلَمُونَ</a:t>
            </a:r>
            <a:endParaRPr lang="ar-SA" sz="5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100</Slides>
  <Notes>100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100</vt:i4>
      </vt:variant>
    </vt:vector>
  </HeadingPairs>
  <TitlesOfParts>
    <vt:vector size="10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Sukun 09-ta-dha</dc:title>
  <dc:subject>PptxGenJS Presentation</dc:subject>
  <dc:creator>PptxGenJS</dc:creator>
  <cp:lastModifiedBy>PptxGenJS</cp:lastModifiedBy>
  <cp:revision>1</cp:revision>
  <dcterms:created xsi:type="dcterms:W3CDTF">2026-10-21T19:08:31Z</dcterms:created>
  <dcterms:modified xsi:type="dcterms:W3CDTF">2026-10-21T19:08:31Z</dcterms:modified>
</cp:coreProperties>
</file>