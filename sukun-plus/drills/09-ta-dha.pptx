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078992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4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867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</a:t>
            </a:r>
            <a:endParaRPr lang="ar-SA" sz="84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9"/>
          </a:solidFill>
          <a:ln w="12700">
            <a:solidFill>
              <a:srgbClr val="5EED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4"/>
          </a:solidFill>
          <a:ln w="12700">
            <a:solidFill>
              <a:srgbClr val="E052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0"/>
          </a:solidFill>
          <a:ln w="12700">
            <a:solidFill>
              <a:srgbClr val="70DB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إِطۡ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D864"/>
          </a:solidFill>
          <a:ln w="12700">
            <a:solidFill>
              <a:srgbClr val="7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D147"/>
          </a:solidFill>
          <a:ln w="12700">
            <a:solidFill>
              <a:srgbClr val="7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أُطۡ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68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68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7934"/>
          </a:solidFill>
          <a:ln w="12700">
            <a:solidFill>
              <a:srgbClr val="7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766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طِبۡ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661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طُتۡ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65EED"/>
          </a:solidFill>
          <a:ln w="12700">
            <a:solidFill>
              <a:srgbClr val="8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608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608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121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7E052"/>
          </a:solidFill>
          <a:ln w="12700">
            <a:solidFill>
              <a:srgbClr val="A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BDB"/>
          </a:solidFill>
          <a:ln w="12700">
            <a:solidFill>
              <a:srgbClr val="707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1D8"/>
          </a:solidFill>
          <a:ln w="12700">
            <a:solidFill>
              <a:srgbClr val="649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4D1"/>
          </a:solidFill>
          <a:ln w="12700">
            <a:solidFill>
              <a:srgbClr val="479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طُحۡ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95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595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264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264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46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طِدۡ</a:t>
            </a:r>
            <a:endParaRPr lang="ar-SA" sz="10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38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38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طُذۡ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25E"/>
          </a:solidFill>
          <a:ln w="12700">
            <a:solidFill>
              <a:srgbClr val="ED6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808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808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27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طَرۡ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BE0"/>
          </a:solidFill>
          <a:ln w="12700">
            <a:solidFill>
              <a:srgbClr val="52C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5"/>
          </a:solidFill>
          <a:ln w="12700">
            <a:solidFill>
              <a:srgbClr val="DB70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2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2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E"/>
          </a:solidFill>
          <a:ln w="12700">
            <a:solidFill>
              <a:srgbClr val="D864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6"/>
          </a:solidFill>
          <a:ln w="12700">
            <a:solidFill>
              <a:srgbClr val="D147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19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طُسۡ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2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52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797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طَشۡ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676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طِصۡ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49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49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29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طُضۡ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ED5E"/>
          </a:solidFill>
          <a:ln w="12700">
            <a:solidFill>
              <a:srgbClr val="7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3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أَطۡبَ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52E0"/>
          </a:solidFill>
          <a:ln w="12700">
            <a:solidFill>
              <a:srgbClr val="D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DB70"/>
          </a:solidFill>
          <a:ln w="12700">
            <a:solidFill>
              <a:srgbClr val="B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357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بِطۡتَ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D864"/>
          </a:solidFill>
          <a:ln w="12700">
            <a:solidFill>
              <a:srgbClr val="C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947"/>
          </a:solidFill>
          <a:ln w="12700">
            <a:solidFill>
              <a:srgbClr val="D1C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5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5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2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تُطۡثَ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89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ثَطۡجَ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734"/>
          </a:solidFill>
          <a:ln w="12700">
            <a:solidFill>
              <a:srgbClr val="794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83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883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120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جِطۡحَ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حُطۡخَ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2ED"/>
          </a:solidFill>
          <a:ln w="12700">
            <a:solidFill>
              <a:srgbClr val="5EA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239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خَطۡدَ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F52"/>
          </a:solidFill>
          <a:ln w="12700">
            <a:solidFill>
              <a:srgbClr val="E0A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BDB"/>
          </a:solidFill>
          <a:ln w="12700">
            <a:solidFill>
              <a:srgbClr val="70C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76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76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37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دِطۡذَ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8"/>
          </a:solidFill>
          <a:ln w="12700">
            <a:solidFill>
              <a:srgbClr val="64D8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7"/>
          </a:solidFill>
          <a:ln w="12700">
            <a:solidFill>
              <a:srgbClr val="47D1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43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743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8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ذُطۡرَ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67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رَطۡزَ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4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4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زِطۡسَ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64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64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59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سُطۡشَ</a:t>
            </a:r>
            <a:endParaRPr lang="ar-SA" sz="4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5"/>
          </a:solidFill>
          <a:ln w="12700">
            <a:solidFill>
              <a:srgbClr val="ED5E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3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شَطۡصَ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B"/>
          </a:solidFill>
          <a:ln w="12700">
            <a:solidFill>
              <a:srgbClr val="52E0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70DB"/>
          </a:solidFill>
          <a:ln w="12700">
            <a:solidFill>
              <a:srgbClr val="D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154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صِطۡضَ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64D8"/>
          </a:solidFill>
          <a:ln w="12700">
            <a:solidFill>
              <a:srgbClr val="A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47D1"/>
          </a:solidFill>
          <a:ln w="12700">
            <a:solidFill>
              <a:srgbClr val="8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8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8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692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ضُطۡأَ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إِطۡ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856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بُطۡ</a:t>
            </a:r>
            <a:endParaRPr lang="ar-SA" sz="9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32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تَطۡ</a:t>
            </a:r>
            <a:endParaRPr lang="ar-SA" sz="9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ED5E"/>
          </a:solidFill>
          <a:ln w="12700">
            <a:solidFill>
              <a:srgbClr val="E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43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ثِطۡ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52E0"/>
          </a:solidFill>
          <a:ln w="12700">
            <a:solidFill>
              <a:srgbClr val="6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670"/>
          </a:solidFill>
          <a:ln w="12700">
            <a:solidFill>
              <a:srgbClr val="DBB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5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جُطۡ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E64"/>
          </a:solidFill>
          <a:ln w="12700">
            <a:solidFill>
              <a:srgbClr val="D88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347"/>
          </a:solidFill>
          <a:ln w="12700">
            <a:solidFill>
              <a:srgbClr val="D16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74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حَطۡ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824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خِطۡ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230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دُطۡ</a:t>
            </a:r>
            <a:endParaRPr lang="ar-SA" sz="9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55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ذَطۡ</a:t>
            </a:r>
            <a:endParaRPr lang="ar-SA" sz="9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E"/>
          </a:solidFill>
          <a:ln w="12700">
            <a:solidFill>
              <a:srgbClr val="5EED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572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رِطۡ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F"/>
          </a:solidFill>
          <a:ln w="12700">
            <a:solidFill>
              <a:srgbClr val="E052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C"/>
          </a:solidFill>
          <a:ln w="12700">
            <a:solidFill>
              <a:srgbClr val="70DB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01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زُطۡ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1"/>
          </a:solidFill>
          <a:ln w="12700">
            <a:solidFill>
              <a:srgbClr val="64D8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D147"/>
          </a:solidFill>
          <a:ln w="12700">
            <a:solidFill>
              <a:srgbClr val="4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42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776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شِطۡ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42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صُطۡ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59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ضَطۡ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5EED"/>
          </a:solidFill>
          <a:ln w="12700">
            <a:solidFill>
              <a:srgbClr val="A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68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68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ظَأۡ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E052"/>
          </a:solidFill>
          <a:ln w="12700">
            <a:solidFill>
              <a:srgbClr val="8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70DB"/>
          </a:solidFill>
          <a:ln w="12700">
            <a:solidFill>
              <a:srgbClr val="8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766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ظِبۡ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4D8"/>
          </a:solidFill>
          <a:ln w="12700">
            <a:solidFill>
              <a:srgbClr val="647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1D1"/>
          </a:solidFill>
          <a:ln w="12700">
            <a:solidFill>
              <a:srgbClr val="477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661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ظُتۡ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608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608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0121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ظِجۡ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ظُحۡ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75E"/>
          </a:solidFill>
          <a:ln w="12700">
            <a:solidFill>
              <a:srgbClr val="ED8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95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595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ظَخۡ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6E0"/>
          </a:solidFill>
          <a:ln w="12700">
            <a:solidFill>
              <a:srgbClr val="52A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264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264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46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ظِدۡ</a:t>
            </a:r>
            <a:endParaRPr lang="ar-SA" sz="10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1"/>
          </a:solidFill>
          <a:ln w="12700">
            <a:solidFill>
              <a:srgbClr val="D864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3"/>
          </a:solidFill>
          <a:ln w="12700">
            <a:solidFill>
              <a:srgbClr val="D147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38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38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ظُذۡ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808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808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27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32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32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ظِزۡ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19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ظُسۡ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3"/>
          </a:solidFill>
          <a:ln w="12700">
            <a:solidFill>
              <a:srgbClr val="5EED6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2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529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797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ظَشۡ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A"/>
          </a:solidFill>
          <a:ln w="12700">
            <a:solidFill>
              <a:srgbClr val="E052C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676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ظِصۡ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D147"/>
          </a:solidFill>
          <a:ln w="12700">
            <a:solidFill>
              <a:srgbClr val="B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49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49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29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ظُضۡ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662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662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ظَطۡ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3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أَظۡبَ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5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بِظۡتَ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DED"/>
          </a:solidFill>
          <a:ln w="12700">
            <a:solidFill>
              <a:srgbClr val="5E7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2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تُظۡثَ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89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ثَظۡجَ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A"/>
          </a:solidFill>
          <a:ln w="12700">
            <a:solidFill>
              <a:srgbClr val="47D1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01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جِظۡحَ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60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60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801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حُظۡخَ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خَظۡدَ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دِظۡذَ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1"/>
          </a:solidFill>
          <a:ln w="12700">
            <a:solidFill>
              <a:srgbClr val="ED5EA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6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8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ذُظۡرَ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0"/>
          </a:solidFill>
          <a:ln w="12700">
            <a:solidFill>
              <a:srgbClr val="52E0B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3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رَظۡزَ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964D8"/>
          </a:solidFill>
          <a:ln w="12700">
            <a:solidFill>
              <a:srgbClr val="C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47D1"/>
          </a:solidFill>
          <a:ln w="12700">
            <a:solidFill>
              <a:srgbClr val="A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8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48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27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زِظۡسَ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11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11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09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سُظۡشَ</a:t>
            </a:r>
            <a:endParaRPr lang="ar-SA" sz="4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08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شَظۡصَ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08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صِظۡضَ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6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663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ضُظۡطَ</a:t>
            </a:r>
            <a:endParaRPr lang="ar-SA" sz="5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52E0"/>
          </a:solidFill>
          <a:ln w="12700">
            <a:solidFill>
              <a:srgbClr val="8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71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طَظۡأَ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C64"/>
          </a:solidFill>
          <a:ln w="12700">
            <a:solidFill>
              <a:srgbClr val="D8A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8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إِظۡ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476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476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162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بُظۡ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57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57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98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تَظۡ</a:t>
            </a:r>
            <a:endParaRPr lang="ar-SA" sz="9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12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12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41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ثِظۡ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8ED"/>
          </a:solidFill>
          <a:ln w="12700">
            <a:solidFill>
              <a:srgbClr val="5EE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6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6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824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جُظۡ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7"/>
          </a:solidFill>
          <a:ln w="12700">
            <a:solidFill>
              <a:srgbClr val="70DBB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29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29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68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حَظۡ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F"/>
          </a:solidFill>
          <a:ln w="12700">
            <a:solidFill>
              <a:srgbClr val="64D8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725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725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19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خِظۡ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283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283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98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دُظۡ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62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62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98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ذَظۡ</a:t>
            </a:r>
            <a:endParaRPr lang="ar-SA" sz="9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378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378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732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رِظۡ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5EED"/>
          </a:solidFill>
          <a:ln w="12700">
            <a:solidFill>
              <a:srgbClr val="C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32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32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76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زُظۡ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E052"/>
          </a:solidFill>
          <a:ln w="12700">
            <a:solidFill>
              <a:srgbClr val="5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51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51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35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سَظۡ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64D8"/>
          </a:solidFill>
          <a:ln w="12700">
            <a:solidFill>
              <a:srgbClr val="7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ED1"/>
          </a:solidFill>
          <a:ln w="12700">
            <a:solidFill>
              <a:srgbClr val="474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87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87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69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شِظۡ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22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22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35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صُظۡ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57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57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35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400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400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721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طِظۡ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B5E"/>
          </a:solidFill>
          <a:ln w="12700">
            <a:solidFill>
              <a:srgbClr val="EDA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878197" y="896112"/>
            <a:ext cx="15838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6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878197" y="896112"/>
            <a:ext cx="15838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ٱلَّذِيٓ</a:t>
            </a:r>
            <a:endParaRPr lang="ar-SA" sz="3500" dirty="0"/>
          </a:p>
        </p:txBody>
      </p:sp>
      <p:sp>
        <p:nvSpPr>
          <p:cNvPr id="20" name="C2 W2 pill"/>
          <p:cNvSpPr/>
          <p:nvPr/>
        </p:nvSpPr>
        <p:spPr>
          <a:xfrm>
            <a:off x="4095552" y="896112"/>
            <a:ext cx="246260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095552" y="896112"/>
            <a:ext cx="246260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أَطۡعَمَهُم</a:t>
            </a:r>
            <a:endParaRPr lang="ar-SA" sz="3500" dirty="0"/>
          </a:p>
        </p:txBody>
      </p:sp>
      <p:sp>
        <p:nvSpPr>
          <p:cNvPr id="22" name="C3 W3 pill"/>
          <p:cNvSpPr/>
          <p:nvPr/>
        </p:nvSpPr>
        <p:spPr>
          <a:xfrm>
            <a:off x="2487222" y="896112"/>
            <a:ext cx="1288291" cy="1371600"/>
          </a:xfrm>
          <a:prstGeom prst="roundRect">
            <a:avLst>
              <a:gd name="adj" fmla="val 28391"/>
            </a:avLst>
          </a:prstGeom>
          <a:solidFill>
            <a:srgbClr val="FFFFFF"/>
          </a:solidFill>
          <a:ln w="76200">
            <a:solidFill>
              <a:srgbClr val="E23686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487222" y="896112"/>
            <a:ext cx="128829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مِّن</a:t>
            </a:r>
            <a:endParaRPr lang="ar-SA" sz="3500" dirty="0"/>
          </a:p>
        </p:txBody>
      </p:sp>
      <p:sp>
        <p:nvSpPr>
          <p:cNvPr id="24" name="C4 W4 pill"/>
          <p:cNvSpPr/>
          <p:nvPr/>
        </p:nvSpPr>
        <p:spPr>
          <a:xfrm>
            <a:off x="681982" y="896112"/>
            <a:ext cx="148520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6E236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681982" y="896112"/>
            <a:ext cx="14852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جُوعٍ</a:t>
            </a:r>
            <a:endParaRPr lang="ar-SA" sz="35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1962291" y="2834640"/>
            <a:ext cx="521941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1962291" y="2834640"/>
            <a:ext cx="521941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ٱلَّذِيٓ أَطۡعَمَهُم مِّن جُوعٍ</a:t>
            </a:r>
            <a:endParaRPr lang="ar-SA" sz="3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2E0"/>
          </a:solidFill>
          <a:ln w="12700">
            <a:solidFill>
              <a:srgbClr val="528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68910" y="896112"/>
            <a:ext cx="17247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3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68910" y="896112"/>
            <a:ext cx="17247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وَهَنَ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3015837" y="896112"/>
            <a:ext cx="30330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3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015837" y="896112"/>
            <a:ext cx="30330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ٱلۡعَظۡمُ</a:t>
            </a:r>
            <a:endParaRPr lang="ar-SA" sz="4500" dirty="0"/>
          </a:p>
        </p:txBody>
      </p:sp>
      <p:sp>
        <p:nvSpPr>
          <p:cNvPr id="19" name="C3 W3 pill"/>
          <p:cNvSpPr/>
          <p:nvPr/>
        </p:nvSpPr>
        <p:spPr>
          <a:xfrm>
            <a:off x="1050304" y="896112"/>
            <a:ext cx="16454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3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050304" y="896112"/>
            <a:ext cx="16454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مِنِّي</a:t>
            </a:r>
            <a:endParaRPr lang="ar-SA" sz="45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1823526" y="2834640"/>
            <a:ext cx="54969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1823526" y="2834640"/>
            <a:ext cx="54969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وَهَنَ ٱلۡعَظۡمُ مِنِّي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3"/>
          </a:solidFill>
          <a:ln w="12700">
            <a:solidFill>
              <a:srgbClr val="D864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0"/>
          </a:solidFill>
          <a:ln w="12700">
            <a:solidFill>
              <a:srgbClr val="D147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692012" y="896112"/>
            <a:ext cx="14103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B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692012" y="896112"/>
            <a:ext cx="14103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041679" y="896112"/>
            <a:ext cx="33302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41679" y="896112"/>
            <a:ext cx="33302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يُظۡلَمُونَ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70444" y="2834640"/>
            <a:ext cx="44031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70444" y="2834640"/>
            <a:ext cx="44031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يُظۡلَمُونَ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09-ta-dha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