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</p:sldIdLst>
  <p:notesMasterIdLst>
    <p:notesMasterId r:id="rId1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notesMaster" Target="notesMasters/notesMaster1.xml"/><Relationship Id="rId115" Type="http://schemas.openxmlformats.org/officeDocument/2006/relationships/presProps" Target="presProps.xml"/><Relationship Id="rId116" Type="http://schemas.openxmlformats.org/officeDocument/2006/relationships/viewProps" Target="viewProps.xml"/><Relationship Id="rId117" Type="http://schemas.openxmlformats.org/officeDocument/2006/relationships/theme" Target="theme/theme1.xml"/><Relationship Id="rId1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نبدأ بحرف ساكن أبداً: الحرف الساكن (بسكون المصحف «ۡ») يحتاج قبله حرفاً متحركاً يستند إليه.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حرف متحرك + حرف ساكن = مقطع واحد ننطقه دفعة واحدة. هنا الحرف الأول عليه فتحة، ثم نقف على الحرف الساكن.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حرف متحرك + حرف ساكن = مقطع واحد ننطقه دفعة واحدة. هنا الحرف الأول عليه كسرة، ثم نقف على الحرف الساكن.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حرف متحرك + حرف ساكن = مقطع واحد ننطقه دفعة واحدة. هنا الحرف الأول عليه ضمة، ثم نقف على الحرف الساكن.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جملة قرآنية: ابحث عن الحروف الساكنة (علامة رأس الخاء) واقرأها بالوقوف عليها.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جملة قرآنية: ابحث عن الحروف الساكنة (علامة رأس الخاء) واقرأها بالوقوف عليها.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جملة قرآنية: ابحث عن الحروف الساكنة (علامة رأس الخاء) واقرأها بالوقوف عليها.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TrSnd" Type="http://schemas.openxmlformats.org/officeDocument/2006/relationships/audio" Target="../media/sparkle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TrSnd" Type="http://schemas.openxmlformats.org/officeDocument/2006/relationships/audio" Target="../media/marimba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TrSnd" Type="http://schemas.openxmlformats.org/officeDocument/2006/relationships/audio" Target="../media/harp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TrSnd" Type="http://schemas.openxmlformats.org/officeDocument/2006/relationships/audio" Target="../media/chime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TrSnd" Type="http://schemas.openxmlformats.org/officeDocument/2006/relationships/audio" Target="../media/whoosh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TrSnd" Type="http://schemas.openxmlformats.org/officeDocument/2006/relationships/audio" Target="../media/bubbles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TrSnd" Type="http://schemas.openxmlformats.org/officeDocument/2006/relationships/audio" Target="../media/sparkle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TrSnd" Type="http://schemas.openxmlformats.org/officeDocument/2006/relationships/audio" Target="../media/marimba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TrSnd" Type="http://schemas.openxmlformats.org/officeDocument/2006/relationships/audio" Target="../media/harp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TrSnd" Type="http://schemas.openxmlformats.org/officeDocument/2006/relationships/audio" Target="../media/chime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TrSnd" Type="http://schemas.openxmlformats.org/officeDocument/2006/relationships/audio" Target="../media/whoosh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TrSnd" Type="http://schemas.openxmlformats.org/officeDocument/2006/relationships/audio" Target="../media/bubbles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CED5E"/>
          </a:solidFill>
          <a:ln w="12700">
            <a:solidFill>
              <a:srgbClr val="DC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5120640" y="1030694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7400" dirty="0"/>
          </a:p>
        </p:txBody>
      </p:sp>
      <p:sp>
        <p:nvSpPr>
          <p:cNvPr id="20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22" name="C3 W2 word"/>
          <p:cNvSpPr txBox="1"/>
          <p:nvPr/>
        </p:nvSpPr>
        <p:spPr>
          <a:xfrm>
            <a:off x="914400" y="1166238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أَعۡ</a:t>
            </a:r>
            <a:endParaRPr lang="ar-SA" sz="7400" dirty="0"/>
          </a:p>
        </p:txBody>
      </p:sp>
      <p:sp>
        <p:nvSpPr>
          <p:cNvPr id="23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24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2" grpId="0" animBg="1"/>
      <p:bldP spid="23" grpId="0" animBg="1"/>
      <p:bldP spid="2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2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452E0"/>
          </a:solidFill>
          <a:ln w="12700">
            <a:solidFill>
              <a:srgbClr val="74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8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070"/>
          </a:solidFill>
          <a:ln w="12700">
            <a:solidFill>
              <a:srgbClr val="DBC0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C"/>
          </a:solidFill>
          <a:ln w="12700">
            <a:solidFill>
              <a:srgbClr val="47854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84861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5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84861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5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5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7709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أَعۡ</a:t>
            </a:r>
            <a:endParaRPr lang="ar-SA" sz="7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C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864"/>
          </a:solidFill>
          <a:ln w="12700">
            <a:solidFill>
              <a:srgbClr val="D89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6E47"/>
          </a:solidFill>
          <a:ln w="12700">
            <a:solidFill>
              <a:srgbClr val="D16E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5578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55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5578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5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0269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إِعۡ</a:t>
            </a:r>
            <a:endParaRPr lang="ar-SA" sz="8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F7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90798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5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90798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</a:t>
            </a:r>
            <a:endParaRPr lang="ar-SA" sz="5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5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5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64645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أُعۡ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D"/>
          </a:solidFill>
          <a:ln w="12700">
            <a:solidFill>
              <a:srgbClr val="642B5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F"/>
          </a:solidFill>
          <a:ln w="12700">
            <a:solidFill>
              <a:srgbClr val="79344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5704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5704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72604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عَأۡ</a:t>
            </a:r>
            <a:endParaRPr lang="ar-SA" sz="79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42707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42707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4233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عِبۡ</a:t>
            </a:r>
            <a:endParaRPr lang="ar-SA" sz="8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E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DA"/>
          </a:solidFill>
          <a:ln w="12700">
            <a:solidFill>
              <a:srgbClr val="5EEDD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1311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4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61311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54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4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54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4453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عُتۡ</a:t>
            </a:r>
            <a:endParaRPr lang="ar-SA" sz="87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31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53"/>
          </a:solidFill>
          <a:ln w="12700">
            <a:solidFill>
              <a:srgbClr val="E0525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E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5"/>
          </a:solidFill>
          <a:ln w="12700">
            <a:solidFill>
              <a:srgbClr val="70DBA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285"/>
          </a:solidFill>
          <a:ln w="12700">
            <a:solidFill>
              <a:srgbClr val="4752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58300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2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58300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52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2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52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60530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عَثۡ</a:t>
            </a:r>
            <a:endParaRPr lang="ar-SA" sz="8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B"/>
          </a:solidFill>
          <a:ln w="12700">
            <a:solidFill>
              <a:srgbClr val="64D87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4C"/>
          </a:solidFill>
          <a:ln w="12700">
            <a:solidFill>
              <a:srgbClr val="47D14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42707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42707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36841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عِجۡ</a:t>
            </a:r>
            <a:endParaRPr lang="ar-SA" sz="9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102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102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41945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عُحۡ</a:t>
            </a:r>
            <a:endParaRPr lang="ar-SA" sz="87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32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C2B"/>
          </a:solidFill>
          <a:ln w="12700">
            <a:solidFill>
              <a:srgbClr val="645C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07934"/>
          </a:solidFill>
          <a:ln w="12700">
            <a:solidFill>
              <a:srgbClr val="60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58509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1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58509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1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51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49352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عَخۡ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37510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67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37510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</a:t>
            </a:r>
            <a:endParaRPr lang="ar-SA" sz="6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67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6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0836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عِدۡ</a:t>
            </a:r>
            <a:endParaRPr lang="ar-SA" sz="10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75EED"/>
          </a:solidFill>
          <a:ln w="12700">
            <a:solidFill>
              <a:srgbClr val="B7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029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61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6029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61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74625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61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74625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61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63506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عُذۡ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6E052"/>
          </a:solidFill>
          <a:ln w="12700">
            <a:solidFill>
              <a:srgbClr val="76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A70DB"/>
          </a:solidFill>
          <a:ln w="12700">
            <a:solidFill>
              <a:srgbClr val="8A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1"/>
          </a:solidFill>
          <a:ln w="12700">
            <a:solidFill>
              <a:srgbClr val="85476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55166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67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55166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6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5908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67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5908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6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39194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عَرۡ</a:t>
            </a:r>
            <a:endParaRPr lang="ar-SA" sz="10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D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6AD8"/>
          </a:solidFill>
          <a:ln w="12700">
            <a:solidFill>
              <a:srgbClr val="646A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5D1"/>
          </a:solidFill>
          <a:ln w="12700">
            <a:solidFill>
              <a:srgbClr val="4765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40345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61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40345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</a:t>
            </a:r>
            <a:endParaRPr lang="ar-SA" sz="6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780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61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780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6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3403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عِزۡ</a:t>
            </a:r>
            <a:endParaRPr lang="ar-SA" sz="9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C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2038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49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2038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9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0831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عُسۡ</a:t>
            </a:r>
            <a:endParaRPr lang="ar-SA" sz="7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4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E"/>
          </a:solidFill>
          <a:ln w="12700">
            <a:solidFill>
              <a:srgbClr val="2B644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179"/>
          </a:solidFill>
          <a:ln w="12700">
            <a:solidFill>
              <a:srgbClr val="3471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59553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59553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4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8186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عَشۡ</a:t>
            </a:r>
            <a:endParaRPr lang="ar-SA" sz="77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D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46014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49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46014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9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4848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عِصۡ</a:t>
            </a:r>
            <a:endParaRPr lang="ar-SA" sz="7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E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935E"/>
          </a:solidFill>
          <a:ln w="12700">
            <a:solidFill>
              <a:srgbClr val="ED93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2329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47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62329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4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880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7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880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4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4853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عُضۡ</a:t>
            </a:r>
            <a:endParaRPr lang="ar-SA" sz="78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9AE0"/>
          </a:solidFill>
          <a:ln w="12700">
            <a:solidFill>
              <a:srgbClr val="529A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8D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1"/>
          </a:solidFill>
          <a:ln w="12700">
            <a:solidFill>
              <a:srgbClr val="DB707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18547"/>
          </a:solidFill>
          <a:ln w="12700">
            <a:solidFill>
              <a:srgbClr val="71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57464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6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57464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6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48666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عَطۡ</a:t>
            </a:r>
            <a:endParaRPr lang="ar-SA" sz="89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C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7"/>
          </a:solidFill>
          <a:ln w="12700">
            <a:solidFill>
              <a:srgbClr val="D8648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7"/>
          </a:solidFill>
          <a:ln w="12700">
            <a:solidFill>
              <a:srgbClr val="D1478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44124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3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44124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</a:t>
            </a:r>
            <a:endParaRPr lang="ar-SA" sz="53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111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3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111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53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8227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عِظۡ</a:t>
            </a:r>
            <a:endParaRPr lang="ar-SA" sz="89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7420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أَعۡبَ</a:t>
            </a:r>
            <a:endParaRPr lang="ar-SA" sz="6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02B64"/>
          </a:solidFill>
          <a:ln w="12700">
            <a:solidFill>
              <a:srgbClr val="40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03479"/>
          </a:solidFill>
          <a:ln w="12700">
            <a:solidFill>
              <a:srgbClr val="70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330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330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8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52102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بِعۡتَ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C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16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16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869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تُعۡثَ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F"/>
          </a:solidFill>
          <a:ln w="12700">
            <a:solidFill>
              <a:srgbClr val="5EED6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5961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ثَعۡجَ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3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BD"/>
          </a:solidFill>
          <a:ln w="12700">
            <a:solidFill>
              <a:srgbClr val="E052B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CDB70"/>
          </a:solidFill>
          <a:ln w="12700">
            <a:solidFill>
              <a:srgbClr val="8C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085"/>
          </a:solidFill>
          <a:ln w="12700">
            <a:solidFill>
              <a:srgbClr val="4780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4964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جِعۡحَ</a:t>
            </a:r>
            <a:endParaRPr lang="ar-SA" sz="7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4D864"/>
          </a:solidFill>
          <a:ln w="12700">
            <a:solidFill>
              <a:srgbClr val="A4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AD147"/>
          </a:solidFill>
          <a:ln w="12700">
            <a:solidFill>
              <a:srgbClr val="AA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5499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حُعۡخَ</a:t>
            </a:r>
            <a:endParaRPr lang="ar-SA" sz="7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5E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2054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خَعۡدَ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43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22B"/>
          </a:solidFill>
          <a:ln w="12700">
            <a:solidFill>
              <a:srgbClr val="6432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F34"/>
          </a:solidFill>
          <a:ln w="12700">
            <a:solidFill>
              <a:srgbClr val="795F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0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90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48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48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8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544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دِعۡذَ</a:t>
            </a:r>
            <a:endParaRPr lang="ar-SA" sz="76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72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72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1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1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814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ذُعۡرَ</a:t>
            </a:r>
            <a:endParaRPr lang="ar-SA" sz="69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1ED"/>
          </a:solidFill>
          <a:ln w="12700">
            <a:solidFill>
              <a:srgbClr val="5E71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1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672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672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8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59194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رَعۡزَ</a:t>
            </a:r>
            <a:endParaRPr lang="ar-SA" sz="68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432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E052"/>
          </a:solidFill>
          <a:ln w="12700">
            <a:solidFill>
              <a:srgbClr val="E0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0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6DB"/>
          </a:solidFill>
          <a:ln w="12700">
            <a:solidFill>
              <a:srgbClr val="70A6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A4785"/>
          </a:solidFill>
          <a:ln w="12700">
            <a:solidFill>
              <a:srgbClr val="7A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680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680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138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138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8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5435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زِعۡسَ</a:t>
            </a:r>
            <a:endParaRPr lang="ar-SA" sz="55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5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0D8"/>
          </a:solidFill>
          <a:ln w="12700">
            <a:solidFill>
              <a:srgbClr val="64C0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CD1"/>
          </a:solidFill>
          <a:ln w="12700">
            <a:solidFill>
              <a:srgbClr val="47CC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80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380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89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89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3490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سُعۡشَ</a:t>
            </a:r>
            <a:endParaRPr lang="ar-SA" sz="5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C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89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89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240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240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3469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شَعۡصَ</a:t>
            </a:r>
            <a:endParaRPr lang="ar-SA" sz="5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3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2642B"/>
          </a:solidFill>
          <a:ln w="12700">
            <a:solidFill>
              <a:srgbClr val="32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E"/>
          </a:solidFill>
          <a:ln w="12700">
            <a:solidFill>
              <a:srgbClr val="34794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156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156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72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72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8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122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صِعۡضَ</a:t>
            </a:r>
            <a:endParaRPr lang="ar-SA" sz="52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5D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68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68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6912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ضُعۡطَ</a:t>
            </a:r>
            <a:endParaRPr lang="ar-SA" sz="5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C5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4"/>
          </a:solidFill>
          <a:ln w="12700">
            <a:solidFill>
              <a:srgbClr val="ED5E9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8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6455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طَعۡظَ</a:t>
            </a:r>
            <a:endParaRPr lang="ar-SA" sz="59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44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C"/>
          </a:solidFill>
          <a:ln w="12700">
            <a:solidFill>
              <a:srgbClr val="52E0B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9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1"/>
          </a:solidFill>
          <a:ln w="12700">
            <a:solidFill>
              <a:srgbClr val="DB70C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B47"/>
          </a:solidFill>
          <a:ln w="12700">
            <a:solidFill>
              <a:srgbClr val="856B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04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604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8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7708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ظِعۡأَ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364D8"/>
          </a:solidFill>
          <a:ln w="12700">
            <a:solidFill>
              <a:srgbClr val="D3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447D1"/>
          </a:solidFill>
          <a:ln w="12700">
            <a:solidFill>
              <a:srgbClr val="B4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5578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55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5578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5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0269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إِعۡ</a:t>
            </a:r>
            <a:endParaRPr lang="ar-SA" sz="8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E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460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5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460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5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5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5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37092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بُعۡ</a:t>
            </a:r>
            <a:endParaRPr lang="ar-SA" sz="9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43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064"/>
          </a:solidFill>
          <a:ln w="12700">
            <a:solidFill>
              <a:srgbClr val="2B40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C3479"/>
          </a:solidFill>
          <a:ln w="12700">
            <a:solidFill>
              <a:srgbClr val="3C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7063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5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7063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5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5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43465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تَعۡ</a:t>
            </a:r>
            <a:endParaRPr lang="ar-SA" sz="85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C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8747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5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8747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5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36344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ثِعۡ</a:t>
            </a:r>
            <a:endParaRPr lang="ar-SA" sz="9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D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8ED5E"/>
          </a:solidFill>
          <a:ln w="12700">
            <a:solidFill>
              <a:srgbClr val="B8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58267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5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58267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5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5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5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37092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جُعۡ</a:t>
            </a:r>
            <a:endParaRPr lang="ar-SA" sz="91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952E0"/>
          </a:solidFill>
          <a:ln w="12700">
            <a:solidFill>
              <a:srgbClr val="99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B70"/>
          </a:solidFill>
          <a:ln w="12700">
            <a:solidFill>
              <a:srgbClr val="DB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C"/>
          </a:solidFill>
          <a:ln w="12700">
            <a:solidFill>
              <a:srgbClr val="47855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54774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5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54774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5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5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36344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حَعۡ</a:t>
            </a:r>
            <a:endParaRPr lang="ar-SA" sz="9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D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664"/>
          </a:solidFill>
          <a:ln w="12700">
            <a:solidFill>
              <a:srgbClr val="D8B6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247"/>
          </a:solidFill>
          <a:ln w="12700">
            <a:solidFill>
              <a:srgbClr val="D192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4642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5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4642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5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36344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خِعۡ</a:t>
            </a:r>
            <a:endParaRPr lang="ar-SA" sz="9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5F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7297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5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7297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5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5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5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42396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دُعۡ</a:t>
            </a:r>
            <a:endParaRPr lang="ar-SA" sz="8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3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F"/>
          </a:solidFill>
          <a:ln w="12700">
            <a:solidFill>
              <a:srgbClr val="642B4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D"/>
          </a:solidFill>
          <a:ln w="12700">
            <a:solidFill>
              <a:srgbClr val="79343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76533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5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76533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5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5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46648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ذَعۡ</a:t>
            </a:r>
            <a:endParaRPr lang="ar-SA" sz="82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42830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5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42830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5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2396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رِعۡ</a:t>
            </a:r>
            <a:endParaRPr lang="ar-SA" sz="8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5E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CED"/>
          </a:solidFill>
          <a:ln w="12700">
            <a:solidFill>
              <a:srgbClr val="5EDC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8290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5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68290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5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5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5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46224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زُعۡ</a:t>
            </a:r>
            <a:endParaRPr lang="ar-SA" sz="83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43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552"/>
          </a:solidFill>
          <a:ln w="12700">
            <a:solidFill>
              <a:srgbClr val="E075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9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0"/>
          </a:solidFill>
          <a:ln w="12700">
            <a:solidFill>
              <a:srgbClr val="70DBC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C4785"/>
          </a:solidFill>
          <a:ln w="12700">
            <a:solidFill>
              <a:srgbClr val="4C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57080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5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57080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5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5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5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36344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سَعۡ</a:t>
            </a:r>
            <a:endParaRPr lang="ar-SA" sz="92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5F7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9"/>
          </a:solidFill>
          <a:ln w="12700">
            <a:solidFill>
              <a:srgbClr val="64D89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F"/>
          </a:solidFill>
          <a:ln w="12700">
            <a:solidFill>
              <a:srgbClr val="47D16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226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5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226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5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36344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شِعۡ</a:t>
            </a:r>
            <a:endParaRPr lang="ar-SA" sz="9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D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2039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5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2039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5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5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5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36344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صُعۡ</a:t>
            </a:r>
            <a:endParaRPr lang="ar-SA" sz="92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433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D642B"/>
          </a:solidFill>
          <a:ln w="12700">
            <a:solidFill>
              <a:srgbClr val="5D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E7934"/>
          </a:solidFill>
          <a:ln w="12700">
            <a:solidFill>
              <a:srgbClr val="4E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5601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5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5601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5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5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5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41250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ضَعۡ</a:t>
            </a:r>
            <a:endParaRPr lang="ar-SA" sz="87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3812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5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3812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5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36344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طِعۡ</a:t>
            </a:r>
            <a:endParaRPr lang="ar-SA" sz="92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C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B5EED"/>
          </a:solidFill>
          <a:ln w="12700">
            <a:solidFill>
              <a:srgbClr val="DB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8242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5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8242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5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5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5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35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ظُعۡ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2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52"/>
          </a:solidFill>
          <a:ln w="12700">
            <a:solidFill>
              <a:srgbClr val="52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670DB"/>
          </a:solidFill>
          <a:ln w="12700">
            <a:solidFill>
              <a:srgbClr val="A6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2"/>
          </a:solidFill>
          <a:ln w="12700">
            <a:solidFill>
              <a:srgbClr val="85475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4486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8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64486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8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72604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غَأۡ</a:t>
            </a:r>
            <a:endParaRPr lang="ar-SA" sz="7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5C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C64D8"/>
          </a:solidFill>
          <a:ln w="12700">
            <a:solidFill>
              <a:srgbClr val="7C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D47D1"/>
          </a:solidFill>
          <a:ln w="12700">
            <a:solidFill>
              <a:srgbClr val="4D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4896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4896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3975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غِبۡ</a:t>
            </a:r>
            <a:endParaRPr lang="ar-SA" sz="89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C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8238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4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8238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4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54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62964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غُتۡ</a:t>
            </a:r>
            <a:endParaRPr lang="ar-SA" sz="8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44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D"/>
          </a:solidFill>
          <a:ln w="12700">
            <a:solidFill>
              <a:srgbClr val="2B645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F79"/>
          </a:solidFill>
          <a:ln w="12700">
            <a:solidFill>
              <a:srgbClr val="345F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4970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2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4970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2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52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60647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غَثۡ</a:t>
            </a:r>
            <a:endParaRPr lang="ar-SA" sz="89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E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4896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4896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36841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غِجۡ</a:t>
            </a:r>
            <a:endParaRPr lang="ar-SA" sz="91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F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85E"/>
          </a:solidFill>
          <a:ln w="12700">
            <a:solidFill>
              <a:srgbClr val="EDB8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8203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6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68203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6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1138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غُحۡ</a:t>
            </a:r>
            <a:endParaRPr lang="ar-SA" sz="78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43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5E0"/>
          </a:solidFill>
          <a:ln w="12700">
            <a:solidFill>
              <a:srgbClr val="5275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6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B70"/>
          </a:solidFill>
          <a:ln w="12700">
            <a:solidFill>
              <a:srgbClr val="DB8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18547"/>
          </a:solidFill>
          <a:ln w="12700">
            <a:solidFill>
              <a:srgbClr val="61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505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1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6505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5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1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5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49352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غَخۡ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C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9"/>
          </a:solidFill>
          <a:ln w="12700">
            <a:solidFill>
              <a:srgbClr val="D8646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4"/>
          </a:solidFill>
          <a:ln w="12700">
            <a:solidFill>
              <a:srgbClr val="D1476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46080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64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46080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64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6685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64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6685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64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0836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غِدۡ</a:t>
            </a:r>
            <a:endParaRPr lang="ar-SA" sz="10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816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816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74357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74357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63506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غُذۡ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F2B64"/>
          </a:solidFill>
          <a:ln w="12700">
            <a:solidFill>
              <a:srgbClr val="4F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1"/>
          </a:solidFill>
          <a:ln w="12700">
            <a:solidFill>
              <a:srgbClr val="79347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4244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61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4244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61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59983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61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59983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61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3286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غَرۡ</a:t>
            </a:r>
            <a:endParaRPr lang="ar-SA" sz="92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D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47162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61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47162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6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780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61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780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6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3403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غِزۡ</a:t>
            </a:r>
            <a:endParaRPr lang="ar-SA" sz="9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5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4"/>
          </a:solidFill>
          <a:ln w="12700">
            <a:solidFill>
              <a:srgbClr val="5EED9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8323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49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68323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9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8568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غُسۡ</a:t>
            </a:r>
            <a:endParaRPr lang="ar-SA" sz="78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4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9"/>
          </a:solidFill>
          <a:ln w="12700">
            <a:solidFill>
              <a:srgbClr val="E0529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0"/>
          </a:solidFill>
          <a:ln w="12700">
            <a:solidFill>
              <a:srgbClr val="70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085"/>
          </a:solidFill>
          <a:ln w="12700">
            <a:solidFill>
              <a:srgbClr val="4770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5454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46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65454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4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6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4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8221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غَشۡ</a:t>
            </a:r>
            <a:endParaRPr lang="ar-SA" sz="7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E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6D864"/>
          </a:solidFill>
          <a:ln w="12700">
            <a:solidFill>
              <a:srgbClr val="86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6D147"/>
          </a:solidFill>
          <a:ln w="12700">
            <a:solidFill>
              <a:srgbClr val="86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1490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49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1490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9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4576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غِصۡ</a:t>
            </a:r>
            <a:endParaRPr lang="ar-SA" sz="8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C5D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8358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47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8358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880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7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880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4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8648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غُضۡ</a:t>
            </a:r>
            <a:endParaRPr lang="ar-SA" sz="8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43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02B"/>
          </a:solidFill>
          <a:ln w="12700">
            <a:solidFill>
              <a:srgbClr val="6440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134"/>
          </a:solidFill>
          <a:ln w="12700">
            <a:solidFill>
              <a:srgbClr val="7971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4647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4647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7334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غَطۡ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C5F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0048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3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0048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53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111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3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111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53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8258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غِظۡ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D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05EED"/>
          </a:solidFill>
          <a:ln w="12700">
            <a:solidFill>
              <a:srgbClr val="70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8221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5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68221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</a:t>
            </a:r>
            <a:endParaRPr lang="ar-SA" sz="5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5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5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1138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غُعۡ</a:t>
            </a:r>
            <a:endParaRPr lang="ar-SA" sz="78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433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DE052"/>
          </a:solidFill>
          <a:ln w="12700">
            <a:solidFill>
              <a:srgbClr val="BD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6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BDB"/>
          </a:solidFill>
          <a:ln w="12700">
            <a:solidFill>
              <a:srgbClr val="708B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F"/>
          </a:solidFill>
          <a:ln w="12700">
            <a:solidFill>
              <a:srgbClr val="85477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972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972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305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305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5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74501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أَغۡبَ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C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3D8"/>
          </a:solidFill>
          <a:ln w="12700">
            <a:solidFill>
              <a:srgbClr val="64A3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9D1"/>
          </a:solidFill>
          <a:ln w="12700">
            <a:solidFill>
              <a:srgbClr val="47A9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460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460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06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06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056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بِغۡتَ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7C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289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289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311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311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5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869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تُغۡثَ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2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2"/>
          </a:solidFill>
          <a:ln w="12700">
            <a:solidFill>
              <a:srgbClr val="2B643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F"/>
          </a:solidFill>
          <a:ln w="12700">
            <a:solidFill>
              <a:srgbClr val="34795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311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311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5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5961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ثَغۡجَ</a:t>
            </a:r>
            <a:endParaRPr lang="ar-SA" sz="7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C5C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098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098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5895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جِغۡحَ</a:t>
            </a:r>
            <a:endParaRPr lang="ar-SA" sz="7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7C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0"/>
          </a:solidFill>
          <a:ln w="12700">
            <a:solidFill>
              <a:srgbClr val="ED5E7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280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280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3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5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5895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حُغۡخَ</a:t>
            </a:r>
            <a:endParaRPr lang="ar-SA" sz="7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144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E0"/>
          </a:solidFill>
          <a:ln w="12700">
            <a:solidFill>
              <a:srgbClr val="52E0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F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6"/>
          </a:solidFill>
          <a:ln w="12700">
            <a:solidFill>
              <a:srgbClr val="DB70A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B47"/>
          </a:solidFill>
          <a:ln w="12700">
            <a:solidFill>
              <a:srgbClr val="857B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9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99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5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905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خَغۡدَ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E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0"/>
          </a:solidFill>
          <a:ln w="12700">
            <a:solidFill>
              <a:srgbClr val="D864C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B"/>
          </a:solidFill>
          <a:ln w="12700">
            <a:solidFill>
              <a:srgbClr val="D147C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88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988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442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442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909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دِغۡذَ</a:t>
            </a:r>
            <a:endParaRPr lang="ar-SA" sz="79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66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66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247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247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5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8243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ذُغۡرَ</a:t>
            </a:r>
            <a:endParaRPr lang="ar-SA" sz="71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143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264"/>
          </a:solidFill>
          <a:ln w="12700">
            <a:solidFill>
              <a:srgbClr val="2B32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E3479"/>
          </a:solidFill>
          <a:ln w="12700">
            <a:solidFill>
              <a:srgbClr val="4E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247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247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695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695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5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694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رَغۡزَ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7C5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782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782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04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04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1298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زِغۡسَ</a:t>
            </a:r>
            <a:endParaRPr lang="ar-SA" sz="57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C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3ED5E"/>
          </a:solidFill>
          <a:ln w="12700">
            <a:solidFill>
              <a:srgbClr val="93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42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42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3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89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89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5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540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سُغۡشَ</a:t>
            </a:r>
            <a:endParaRPr lang="ar-SA" sz="5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2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D52E0"/>
          </a:solidFill>
          <a:ln w="12700">
            <a:solidFill>
              <a:srgbClr val="BD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0DB70"/>
          </a:solidFill>
          <a:ln w="12700">
            <a:solidFill>
              <a:srgbClr val="C0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B"/>
          </a:solidFill>
          <a:ln w="12700">
            <a:solidFill>
              <a:srgbClr val="47856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89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89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29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29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5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541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شَغۡصَ</a:t>
            </a:r>
            <a:endParaRPr lang="ar-SA" sz="5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7E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D464"/>
          </a:solidFill>
          <a:ln w="12700">
            <a:solidFill>
              <a:srgbClr val="D8D4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547"/>
          </a:solidFill>
          <a:ln w="12700">
            <a:solidFill>
              <a:srgbClr val="D1B5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300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300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747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747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541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صِغۡضَ</a:t>
            </a:r>
            <a:endParaRPr lang="ar-SA" sz="5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C5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69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69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43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43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5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809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ضُغۡطَ</a:t>
            </a:r>
            <a:endParaRPr lang="ar-SA" sz="5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431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0"/>
          </a:solidFill>
          <a:ln w="12700">
            <a:solidFill>
              <a:srgbClr val="642B4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D34"/>
          </a:solidFill>
          <a:ln w="12700">
            <a:solidFill>
              <a:srgbClr val="793D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3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43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43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43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5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8151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طَغۡظَ</a:t>
            </a:r>
            <a:endParaRPr lang="ar-SA" sz="59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E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33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33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42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42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5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59194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ظِغۡعَ</a:t>
            </a:r>
            <a:endParaRPr lang="ar-SA" sz="68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C5D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7ED"/>
          </a:solidFill>
          <a:ln w="12700">
            <a:solidFill>
              <a:srgbClr val="5EB7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464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464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3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972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972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5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78941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عُغۡأَ</a:t>
            </a:r>
            <a:endParaRPr lang="ar-SA" sz="71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43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A52"/>
          </a:solidFill>
          <a:ln w="12700">
            <a:solidFill>
              <a:srgbClr val="E09A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B"/>
          </a:solidFill>
          <a:ln w="12700">
            <a:solidFill>
              <a:srgbClr val="70DB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C4785"/>
          </a:solidFill>
          <a:ln w="12700">
            <a:solidFill>
              <a:srgbClr val="5C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5656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51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5656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5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79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1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79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5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1406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إِغۡ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C5F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7"/>
          </a:solidFill>
          <a:ln w="12700">
            <a:solidFill>
              <a:srgbClr val="64D8B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3"/>
          </a:solidFill>
          <a:ln w="12700">
            <a:solidFill>
              <a:srgbClr val="47D19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4932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1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4932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5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79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1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79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5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909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بُغۡ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E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70524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1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70524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79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1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79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5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4909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تَغۡ</a:t>
            </a:r>
            <a:endParaRPr lang="ar-SA" sz="8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433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E642B"/>
          </a:solidFill>
          <a:ln w="12700">
            <a:solidFill>
              <a:srgbClr val="4E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C7934"/>
          </a:solidFill>
          <a:ln w="12700">
            <a:solidFill>
              <a:srgbClr val="3C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59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1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59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79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1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79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51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4909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ثِغۡ</a:t>
            </a:r>
            <a:endParaRPr lang="ar-SA" sz="8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C5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90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1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90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5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79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1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79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5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909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جُغۡ</a:t>
            </a:r>
            <a:endParaRPr lang="ar-SA" sz="8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7C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B"/>
          </a:solidFill>
          <a:ln w="12700">
            <a:solidFill>
              <a:srgbClr val="ED5ED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558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1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558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1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79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1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79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51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4909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حَغۡ</a:t>
            </a:r>
            <a:endParaRPr lang="ar-SA" sz="8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1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6"/>
          </a:solidFill>
          <a:ln w="12700">
            <a:solidFill>
              <a:srgbClr val="52E07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170DB"/>
          </a:solidFill>
          <a:ln w="12700">
            <a:solidFill>
              <a:srgbClr val="C1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D47"/>
          </a:solidFill>
          <a:ln w="12700">
            <a:solidFill>
              <a:srgbClr val="854D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4808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1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4808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5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79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1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79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5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4909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خِغۡ</a:t>
            </a:r>
            <a:endParaRPr lang="ar-SA" sz="8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C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A64D8"/>
          </a:solidFill>
          <a:ln w="12700">
            <a:solidFill>
              <a:srgbClr val="9A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047D1"/>
          </a:solidFill>
          <a:ln w="12700">
            <a:solidFill>
              <a:srgbClr val="70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269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1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269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5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79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1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79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5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3662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دُغۡ</a:t>
            </a:r>
            <a:endParaRPr lang="ar-SA" sz="76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7D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75997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1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75997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79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1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79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5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3662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ذَغۡ</a:t>
            </a:r>
            <a:endParaRPr lang="ar-SA" sz="7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14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D64"/>
          </a:solidFill>
          <a:ln w="12700">
            <a:solidFill>
              <a:srgbClr val="2B5D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E79"/>
          </a:solidFill>
          <a:ln w="12700">
            <a:solidFill>
              <a:srgbClr val="344E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44745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1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44745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79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1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79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51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3662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رِغۡ</a:t>
            </a:r>
            <a:endParaRPr lang="ar-SA" sz="7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8354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1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8354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5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79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1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79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5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3662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زُغۡ</a:t>
            </a:r>
            <a:endParaRPr lang="ar-SA" sz="7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E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C5E"/>
          </a:solidFill>
          <a:ln w="12700">
            <a:solidFill>
              <a:srgbClr val="EDDC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5795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1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5795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51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79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1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79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51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4909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سَغۡ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142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2E0"/>
          </a:solidFill>
          <a:ln w="12700">
            <a:solidFill>
              <a:srgbClr val="52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0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670"/>
          </a:solidFill>
          <a:ln w="12700">
            <a:solidFill>
              <a:srgbClr val="DBA6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18547"/>
          </a:solidFill>
          <a:ln w="12700">
            <a:solidFill>
              <a:srgbClr val="51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53490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1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53490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5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79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1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79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5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4909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شِغۡ</a:t>
            </a:r>
            <a:endParaRPr lang="ar-SA" sz="8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7C5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D64"/>
          </a:solidFill>
          <a:ln w="12700">
            <a:solidFill>
              <a:srgbClr val="D87D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E47"/>
          </a:solidFill>
          <a:ln w="12700">
            <a:solidFill>
              <a:srgbClr val="D14E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2557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1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2557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5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79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1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79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5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909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صُغۡ</a:t>
            </a:r>
            <a:endParaRPr lang="ar-SA" sz="8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C5F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5860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1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5860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79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1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79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5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4909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ضَغۡ</a:t>
            </a:r>
            <a:endParaRPr lang="ar-SA" sz="8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2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D2B64"/>
          </a:solidFill>
          <a:ln w="12700">
            <a:solidFill>
              <a:srgbClr val="5D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F"/>
          </a:solidFill>
          <a:ln w="12700">
            <a:solidFill>
              <a:srgbClr val="79345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4201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1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4201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79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1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79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51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4909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طِغۡ</a:t>
            </a:r>
            <a:endParaRPr lang="ar-SA" sz="8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7E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8146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1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8146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5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79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1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79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5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35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ظُغۡ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C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8"/>
          </a:solidFill>
          <a:ln w="12700">
            <a:solidFill>
              <a:srgbClr val="5EEDB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58509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1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58509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51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79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1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79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51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4909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عَغۡ</a:t>
            </a:r>
            <a:endParaRPr lang="ar-SA" sz="8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43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4"/>
          </a:solidFill>
          <a:ln w="12700">
            <a:solidFill>
              <a:srgbClr val="E0527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6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C"/>
          </a:solidFill>
          <a:ln w="12700">
            <a:solidFill>
              <a:srgbClr val="70DB8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185"/>
          </a:solidFill>
          <a:ln w="12700">
            <a:solidFill>
              <a:srgbClr val="476185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854918" y="896112"/>
            <a:ext cx="172923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43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854918" y="896112"/>
            <a:ext cx="172923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إِيَّاكَ</a:t>
            </a:r>
            <a:endParaRPr lang="ar-SA" sz="4400" dirty="0"/>
          </a:p>
        </p:txBody>
      </p:sp>
      <p:sp>
        <p:nvSpPr>
          <p:cNvPr id="17" name="C2 W2 pill"/>
          <p:cNvSpPr/>
          <p:nvPr/>
        </p:nvSpPr>
        <p:spPr>
          <a:xfrm>
            <a:off x="2559851" y="896112"/>
            <a:ext cx="197502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3E236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559851" y="896112"/>
            <a:ext cx="197502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نَعۡبُدُ</a:t>
            </a:r>
            <a:endParaRPr lang="ar-SA" sz="44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953489" y="2834640"/>
            <a:ext cx="323702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953489" y="2834640"/>
            <a:ext cx="323702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إِيَّاكَ نَعۡبُدُ</a:t>
            </a:r>
            <a:endParaRPr lang="ar-SA" sz="4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D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8D864"/>
          </a:solidFill>
          <a:ln w="12700">
            <a:solidFill>
              <a:srgbClr val="68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3D147"/>
          </a:solidFill>
          <a:ln w="12700">
            <a:solidFill>
              <a:srgbClr val="63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6916080" y="896112"/>
            <a:ext cx="173504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5B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6916080" y="896112"/>
            <a:ext cx="173504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غَيۡرِ</a:t>
            </a:r>
            <a:endParaRPr lang="ar-SA" sz="3800" dirty="0"/>
          </a:p>
        </p:txBody>
      </p:sp>
      <p:sp>
        <p:nvSpPr>
          <p:cNvPr id="12" name="C2 W2 pill"/>
          <p:cNvSpPr/>
          <p:nvPr/>
        </p:nvSpPr>
        <p:spPr>
          <a:xfrm>
            <a:off x="3231254" y="896112"/>
            <a:ext cx="336478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B36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3231254" y="896112"/>
            <a:ext cx="336478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ٱلۡمَغۡضُوبِ</a:t>
            </a:r>
            <a:endParaRPr lang="ar-SA" sz="3800" dirty="0"/>
          </a:p>
        </p:txBody>
      </p:sp>
      <p:sp>
        <p:nvSpPr>
          <p:cNvPr id="14" name="C3 W3 pill"/>
          <p:cNvSpPr/>
          <p:nvPr/>
        </p:nvSpPr>
        <p:spPr>
          <a:xfrm>
            <a:off x="492881" y="896112"/>
            <a:ext cx="24183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5B36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492881" y="896112"/>
            <a:ext cx="24183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عَلَيۡهِمۡ</a:t>
            </a:r>
            <a:endParaRPr lang="ar-SA" sz="3800" dirty="0"/>
          </a:p>
        </p:txBody>
      </p:sp>
      <p:sp>
        <p:nvSpPr>
          <p:cNvPr id="16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S panel"/>
          <p:cNvSpPr/>
          <p:nvPr/>
        </p:nvSpPr>
        <p:spPr>
          <a:xfrm>
            <a:off x="801177" y="2834640"/>
            <a:ext cx="754164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4 S sentence"/>
          <p:cNvSpPr txBox="1"/>
          <p:nvPr/>
        </p:nvSpPr>
        <p:spPr>
          <a:xfrm>
            <a:off x="801177" y="2834640"/>
            <a:ext cx="754164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غَيۡرِ ٱلۡمَغۡضُوبِ عَلَيۡهِمۡ</a:t>
            </a:r>
            <a:endParaRPr lang="ar-SA" sz="45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C5C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3505468" y="896112"/>
            <a:ext cx="392319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D36E2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3505468" y="896112"/>
            <a:ext cx="392319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وَٱسۡتَغۡفِرُوا۟</a:t>
            </a:r>
            <a:endParaRPr lang="ar-SA" sz="4000" dirty="0"/>
          </a:p>
        </p:txBody>
      </p:sp>
      <p:sp>
        <p:nvSpPr>
          <p:cNvPr id="13" name="C2 W2 pill"/>
          <p:cNvSpPr/>
          <p:nvPr/>
        </p:nvSpPr>
        <p:spPr>
          <a:xfrm>
            <a:off x="1715339" y="896112"/>
            <a:ext cx="147008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8D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1715339" y="896112"/>
            <a:ext cx="147008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ٱللَّهَ</a:t>
            </a:r>
            <a:endParaRPr lang="ar-SA" sz="40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7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108310" y="2834640"/>
            <a:ext cx="492738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108310" y="2834640"/>
            <a:ext cx="492738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وَٱسۡتَغۡفِرُوا۟ ٱللَّهَ</a:t>
            </a:r>
            <a:endParaRPr lang="ar-SA" sz="4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112</Slides>
  <Notes>112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112</vt:i4>
      </vt:variant>
    </vt:vector>
  </HeadingPairs>
  <TitlesOfParts>
    <vt:vector size="1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Sukun 10-ain-ghain</dc:title>
  <dc:subject>PptxGenJS Presentation</dc:subject>
  <dc:creator>PptxGenJS</dc:creator>
  <cp:lastModifiedBy>PptxGenJS</cp:lastModifiedBy>
  <cp:revision>1</cp:revision>
  <dcterms:created xsi:type="dcterms:W3CDTF">2026-10-21T19:08:31Z</dcterms:created>
  <dcterms:modified xsi:type="dcterms:W3CDTF">2026-10-21T19:08:31Z</dcterms:modified>
</cp:coreProperties>
</file>