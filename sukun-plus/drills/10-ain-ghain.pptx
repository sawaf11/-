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ED5E"/>
          </a:solidFill>
          <a:ln w="12700">
            <a:solidFill>
              <a:srgbClr val="D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030694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74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166238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أَعۡ</a:t>
            </a:r>
            <a:endParaRPr lang="ar-SA" sz="74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070"/>
          </a:solidFill>
          <a:ln w="12700">
            <a:solidFill>
              <a:srgbClr val="DBC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486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486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770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أَعۡ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57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57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26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إِعۡ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9079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9079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464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أُعۡ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70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70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70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270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423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عِبۡ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31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31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45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عُتۡ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830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2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830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053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عَثۡ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70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270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02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02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194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عُحۡ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850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850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751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751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83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عِدۡ</a:t>
            </a:r>
            <a:endParaRPr lang="ar-SA" sz="10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5EED"/>
          </a:solidFill>
          <a:ln w="12700">
            <a:solidFill>
              <a:srgbClr val="B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2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6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02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عُذۡ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E052"/>
          </a:solidFill>
          <a:ln w="12700">
            <a:solidFill>
              <a:srgbClr val="7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516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516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919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عَرۡ</a:t>
            </a:r>
            <a:endParaRPr lang="ar-SA" sz="10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034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034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203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203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0831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عُسۡ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955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955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818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عَشۡ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48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عِصۡ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232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232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85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عُضۡ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46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46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866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عَطۡ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7"/>
          </a:solidFill>
          <a:ln w="12700">
            <a:solidFill>
              <a:srgbClr val="D147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412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412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22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عِظۡ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420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أَعۡبَ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210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بِعۡتَ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69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تُعۡثَ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ثَعۡجَ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D"/>
          </a:solidFill>
          <a:ln w="12700">
            <a:solidFill>
              <a:srgbClr val="E052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496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جِعۡحَ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49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حُعۡخَ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205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خَعۡدَ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0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544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دِعۡذَ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2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72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ذُعۡرَ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919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رَعۡزَ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8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8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43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زِعۡسَ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349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سُعۡشَ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34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شَعۡصَ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156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156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122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صِعۡضَ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691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ضُعۡطَ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4"/>
          </a:solidFill>
          <a:ln w="12700">
            <a:solidFill>
              <a:srgbClr val="ED5E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645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طَعۡظَ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4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04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ظِعۡأَ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57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57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26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إِعۡ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46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46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بُعۡ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063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063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346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تَعۡ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874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874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34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ثِعۡ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26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5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26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جُعۡ</a:t>
            </a:r>
            <a:endParaRPr lang="ar-SA" sz="9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77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477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34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حَعۡ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642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642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34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خِعۡ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29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29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239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دُعۡ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653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653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664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ذَعۡ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83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283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239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رِعۡ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829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5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829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6224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زُعۡ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08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08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34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سَعۡ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226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226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34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شِعۡ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203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203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634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صُعۡ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56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56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125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ضَعۡ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381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381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34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طِعۡ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242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5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8242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3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ظُعۡ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48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448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غَأۡ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896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896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3975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غِبۡ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823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823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296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غُتۡ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97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97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064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غَثۡ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896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896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غِجۡ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820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820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113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غُحۡ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505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505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غَخۡ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608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608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83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غِدۡ</a:t>
            </a:r>
            <a:endParaRPr lang="ar-SA" sz="10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816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816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35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35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غُذۡ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24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24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99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99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3286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غَرۡ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716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716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غِزۡ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832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832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856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غُسۡ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54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54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22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غَشۡ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149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149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457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غِصۡ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835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835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64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غُضۡ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64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64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733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غَطۡ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04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004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25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غِظۡ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822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5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822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113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غُعۡ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E052"/>
          </a:solidFill>
          <a:ln w="12700">
            <a:solidFill>
              <a:srgbClr val="B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450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أَغۡبَ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60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460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05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بِغۡتَ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8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8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869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تُغۡثَ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ثَغۡجَ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98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098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جِغۡحَ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8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8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حُغۡخَ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6"/>
          </a:solidFill>
          <a:ln w="12700">
            <a:solidFill>
              <a:srgbClr val="DB70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905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خَغۡدَ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88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909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دِغۡذَ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66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824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ذُغۡرَ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694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رَغۡزَ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82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82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129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زِغۡسَ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54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سُغۡشَ</a:t>
            </a:r>
            <a:endParaRPr lang="ar-SA" sz="5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541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شَغۡصَ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0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30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41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صِغۡضَ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6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80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ضُغۡطَ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81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طَغۡظَ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19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ظِغۡعَ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4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64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89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عُغۡأَ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656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656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1406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إِغۡ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93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493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بُغۡ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052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052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تَغۡ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9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9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ثِغۡ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90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90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جُغۡ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58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58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حَغۡ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808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808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خِغۡ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69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69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66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دُغۡ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9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59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366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ذَغۡ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474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474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366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رِغۡ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35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35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66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زُغۡ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795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795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349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349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شِغۡ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25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25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صُغۡ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86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586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ضَغۡ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2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2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طِغۡ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146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146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3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ظُغۡ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50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50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عَغۡ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54918" y="896112"/>
            <a:ext cx="1729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3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54918" y="896112"/>
            <a:ext cx="1729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إِيَّاكَ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59851" y="896112"/>
            <a:ext cx="19750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3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9851" y="896112"/>
            <a:ext cx="19750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نَعۡبُدُ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53489" y="2834640"/>
            <a:ext cx="32370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53489" y="2834640"/>
            <a:ext cx="32370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إِيَّاكَ نَعۡبُدُ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16080" y="896112"/>
            <a:ext cx="17350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16080" y="896112"/>
            <a:ext cx="17350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غَيۡرِ</a:t>
            </a:r>
            <a:endParaRPr lang="ar-SA" sz="3800" dirty="0"/>
          </a:p>
        </p:txBody>
      </p:sp>
      <p:sp>
        <p:nvSpPr>
          <p:cNvPr id="12" name="C2 W2 pill"/>
          <p:cNvSpPr/>
          <p:nvPr/>
        </p:nvSpPr>
        <p:spPr>
          <a:xfrm>
            <a:off x="3231254" y="896112"/>
            <a:ext cx="3364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B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231254" y="896112"/>
            <a:ext cx="3364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ٱلۡمَغۡضُوبِ</a:t>
            </a:r>
            <a:endParaRPr lang="ar-SA" sz="3800" dirty="0"/>
          </a:p>
        </p:txBody>
      </p:sp>
      <p:sp>
        <p:nvSpPr>
          <p:cNvPr id="14" name="C3 W3 pill"/>
          <p:cNvSpPr/>
          <p:nvPr/>
        </p:nvSpPr>
        <p:spPr>
          <a:xfrm>
            <a:off x="492881" y="896112"/>
            <a:ext cx="2418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492881" y="896112"/>
            <a:ext cx="2418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عَلَيۡهِمۡ</a:t>
            </a:r>
            <a:endParaRPr lang="ar-SA" sz="38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801177" y="2834640"/>
            <a:ext cx="75416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801177" y="2834640"/>
            <a:ext cx="75416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غَيۡرِ ٱلۡمَغۡضُوبِ عَلَيۡهِمۡ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3505468" y="896112"/>
            <a:ext cx="39231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3505468" y="896112"/>
            <a:ext cx="39231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وَٱسۡتَغۡفِرُوا۟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1715339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D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1715339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108310" y="2834640"/>
            <a:ext cx="49273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108310" y="2834640"/>
            <a:ext cx="49273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وَٱسۡتَغۡفِرُوا۟ ٱللَّهَ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10-ain-ghain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