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120640" y="1212952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100" dirty="0"/>
          </a:p>
        </p:txBody>
      </p:sp>
      <p:sp>
        <p:nvSpPr>
          <p:cNvPr id="13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5" name="C3 W2 word"/>
          <p:cNvSpPr txBox="1"/>
          <p:nvPr/>
        </p:nvSpPr>
        <p:spPr>
          <a:xfrm>
            <a:off x="914400" y="1250732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أَلۡ</a:t>
            </a:r>
            <a:endParaRPr lang="ar-SA" sz="8100" dirty="0"/>
          </a:p>
        </p:txBody>
      </p:sp>
      <p:sp>
        <p:nvSpPr>
          <p:cNvPr id="16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7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E2B"/>
          </a:solidFill>
          <a:ln w="12700">
            <a:solidFill>
              <a:srgbClr val="645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7934"/>
          </a:solidFill>
          <a:ln w="12700">
            <a:solidFill>
              <a:srgbClr val="5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8429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3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8429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5955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أَلۡ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07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07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2064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إِلۡ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A5EED"/>
          </a:solidFill>
          <a:ln w="12700">
            <a:solidFill>
              <a:srgbClr val="B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90011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3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90011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53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7279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أُلۡ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3E052"/>
          </a:solidFill>
          <a:ln w="12700">
            <a:solidFill>
              <a:srgbClr val="7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D70DB"/>
          </a:solidFill>
          <a:ln w="12700">
            <a:solidFill>
              <a:srgbClr val="8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0"/>
          </a:solidFill>
          <a:ln w="12700">
            <a:solidFill>
              <a:srgbClr val="85476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085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085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8624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لَأۡ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7D8"/>
          </a:solidFill>
          <a:ln w="12700">
            <a:solidFill>
              <a:srgbClr val="646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2D1"/>
          </a:solidFill>
          <a:ln w="12700">
            <a:solidFill>
              <a:srgbClr val="476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64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64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6121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لِبۡ</a:t>
            </a:r>
            <a:endParaRPr lang="ar-SA" sz="9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417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417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7307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لُتۡ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0"/>
          </a:solidFill>
          <a:ln w="12700">
            <a:solidFill>
              <a:srgbClr val="2B64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F79"/>
          </a:solidFill>
          <a:ln w="12700">
            <a:solidFill>
              <a:srgbClr val="346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0682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0682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1640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لَثۡ</a:t>
            </a:r>
            <a:endParaRPr lang="ar-SA" sz="9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64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64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لِجۡ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65E"/>
          </a:solidFill>
          <a:ln w="12700">
            <a:solidFill>
              <a:srgbClr val="ED9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435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435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35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لُحۡ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6E0"/>
          </a:solidFill>
          <a:ln w="12700">
            <a:solidFill>
              <a:srgbClr val="529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270"/>
          </a:solidFill>
          <a:ln w="12700">
            <a:solidFill>
              <a:srgbClr val="DB7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F8547"/>
          </a:solidFill>
          <a:ln w="12700">
            <a:solidFill>
              <a:srgbClr val="6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065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065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9729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لَخۡ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4"/>
          </a:solidFill>
          <a:ln w="12700">
            <a:solidFill>
              <a:srgbClr val="D8648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4"/>
          </a:solidFill>
          <a:ln w="12700">
            <a:solidFill>
              <a:srgbClr val="D1478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418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418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83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لِدۡ</a:t>
            </a:r>
            <a:endParaRPr lang="ar-SA" sz="10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481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6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481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7307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لُذۡ</a:t>
            </a:r>
            <a:endParaRPr lang="ar-SA" sz="8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2B64"/>
          </a:solidFill>
          <a:ln w="12700">
            <a:solidFill>
              <a:srgbClr val="4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3479"/>
          </a:solidFill>
          <a:ln w="12700">
            <a:solidFill>
              <a:srgbClr val="7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109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6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109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6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923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923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7459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لَرۡ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552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552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لِزۡ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3"/>
          </a:solidFill>
          <a:ln w="12700">
            <a:solidFill>
              <a:srgbClr val="5EED7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370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370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3149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لُسۡ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A"/>
          </a:solidFill>
          <a:ln w="12700">
            <a:solidFill>
              <a:srgbClr val="E052B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9DB70"/>
          </a:solidFill>
          <a:ln w="12700">
            <a:solidFill>
              <a:srgbClr val="8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E85"/>
          </a:solidFill>
          <a:ln w="12700">
            <a:solidFill>
              <a:srgbClr val="477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0507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0507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8399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لَشۡ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1D864"/>
          </a:solidFill>
          <a:ln w="12700">
            <a:solidFill>
              <a:srgbClr val="A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6D147"/>
          </a:solidFill>
          <a:ln w="12700">
            <a:solidFill>
              <a:srgbClr val="A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8211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8211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5192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لِصۡ</a:t>
            </a:r>
            <a:endParaRPr lang="ar-SA" sz="8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35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35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3149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لُضۡ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32B"/>
          </a:solidFill>
          <a:ln w="12700">
            <a:solidFill>
              <a:srgbClr val="643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134"/>
          </a:solidFill>
          <a:ln w="12700">
            <a:solidFill>
              <a:srgbClr val="796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1640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لَطۡ</a:t>
            </a:r>
            <a:endParaRPr lang="ar-SA" sz="9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731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731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414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لِظۡ</a:t>
            </a:r>
            <a:endParaRPr lang="ar-SA" sz="9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DED"/>
          </a:solidFill>
          <a:ln w="12700">
            <a:solidFill>
              <a:srgbClr val="5E6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4263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5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4263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35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لُعۡ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EE052"/>
          </a:solidFill>
          <a:ln w="12700">
            <a:solidFill>
              <a:srgbClr val="D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4DB"/>
          </a:solidFill>
          <a:ln w="12700">
            <a:solidFill>
              <a:srgbClr val="70A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4785"/>
          </a:solidFill>
          <a:ln w="12700">
            <a:solidFill>
              <a:srgbClr val="7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065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065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9729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لَغۡ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ED8"/>
          </a:solidFill>
          <a:ln w="12700">
            <a:solidFill>
              <a:srgbClr val="64B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9D1"/>
          </a:solidFill>
          <a:ln w="12700">
            <a:solidFill>
              <a:srgbClr val="47C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8211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8211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0715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لِفۡ</a:t>
            </a:r>
            <a:endParaRPr lang="ar-SA" sz="9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417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417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1530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لُقۡ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642B"/>
          </a:solidFill>
          <a:ln w="12700">
            <a:solidFill>
              <a:srgbClr val="3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F"/>
          </a:solidFill>
          <a:ln w="12700">
            <a:solidFill>
              <a:srgbClr val="34794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1640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لَكۡ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525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أَلۡبَ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1"/>
          </a:solidFill>
          <a:ln w="12700">
            <a:solidFill>
              <a:srgbClr val="ED5E9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41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41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80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بِلۡتَ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0"/>
          </a:solidFill>
          <a:ln w="12700">
            <a:solidFill>
              <a:srgbClr val="52E0C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E"/>
          </a:solidFill>
          <a:ln w="12700">
            <a:solidFill>
              <a:srgbClr val="DB70B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C47"/>
          </a:solidFill>
          <a:ln w="12700">
            <a:solidFill>
              <a:srgbClr val="856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9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9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7342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تُلۡثَ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664D8"/>
          </a:solidFill>
          <a:ln w="12700">
            <a:solidFill>
              <a:srgbClr val="D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747D1"/>
          </a:solidFill>
          <a:ln w="12700">
            <a:solidFill>
              <a:srgbClr val="B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357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ثَلۡجَ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04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04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357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جِلۡحَ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F64"/>
          </a:solidFill>
          <a:ln w="12700">
            <a:solidFill>
              <a:srgbClr val="2B3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3479"/>
          </a:solidFill>
          <a:ln w="12700">
            <a:solidFill>
              <a:srgbClr val="3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60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60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357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حُلۡخَ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417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خَلۡدَ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5ED5E"/>
          </a:solidFill>
          <a:ln w="12700">
            <a:solidFill>
              <a:srgbClr val="B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6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6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23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دِلۡذَ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C52E0"/>
          </a:solidFill>
          <a:ln w="12700">
            <a:solidFill>
              <a:srgbClr val="9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9DB70"/>
          </a:solidFill>
          <a:ln w="12700">
            <a:solidFill>
              <a:srgbClr val="D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D"/>
          </a:solidFill>
          <a:ln w="12700">
            <a:solidFill>
              <a:srgbClr val="47855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6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7043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ذُلۡرَ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964"/>
          </a:solidFill>
          <a:ln w="12700">
            <a:solidFill>
              <a:srgbClr val="D8B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547"/>
          </a:solidFill>
          <a:ln w="12700">
            <a:solidFill>
              <a:srgbClr val="D19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043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رَلۡزَ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48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748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38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زِلۡسَ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D"/>
          </a:solidFill>
          <a:ln w="12700">
            <a:solidFill>
              <a:srgbClr val="642B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B"/>
          </a:solidFill>
          <a:ln w="12700">
            <a:solidFill>
              <a:srgbClr val="79343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11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11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891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سُلۡشَ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99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شَلۡصَ</a:t>
            </a:r>
            <a:endParaRPr lang="ar-SA" sz="5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8ED"/>
          </a:solidFill>
          <a:ln w="12700">
            <a:solidFill>
              <a:srgbClr val="5ED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252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252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899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صِلۡضَ</a:t>
            </a:r>
            <a:endParaRPr lang="ar-SA" sz="5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852"/>
          </a:solidFill>
          <a:ln w="12700">
            <a:solidFill>
              <a:srgbClr val="E07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3"/>
          </a:solidFill>
          <a:ln w="12700">
            <a:solidFill>
              <a:srgbClr val="70DBC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4785"/>
          </a:solidFill>
          <a:ln w="12700">
            <a:solidFill>
              <a:srgbClr val="4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6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6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7218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ضُلۡطَ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C"/>
          </a:solidFill>
          <a:ln w="12700">
            <a:solidFill>
              <a:srgbClr val="64D89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3"/>
          </a:solidFill>
          <a:ln w="12700">
            <a:solidFill>
              <a:srgbClr val="47D17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230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طَلۡظَ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357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ظِلۡعَ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3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642B"/>
          </a:solidFill>
          <a:ln w="12700">
            <a:solidFill>
              <a:srgbClr val="5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7934"/>
          </a:solidFill>
          <a:ln w="12700">
            <a:solidFill>
              <a:srgbClr val="4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5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5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357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عُلۡغَ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26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غَلۡفَ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F5EED"/>
          </a:solidFill>
          <a:ln w="12700">
            <a:solidFill>
              <a:srgbClr val="D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48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48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898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فِلۡقَ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5"/>
          </a:solidFill>
          <a:ln w="12700">
            <a:solidFill>
              <a:srgbClr val="52E05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870DB"/>
          </a:solidFill>
          <a:ln w="12700">
            <a:solidFill>
              <a:srgbClr val="A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0"/>
          </a:solidFill>
          <a:ln w="12700">
            <a:solidFill>
              <a:srgbClr val="85475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13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7392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قُلۡكَ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F64D8"/>
          </a:solidFill>
          <a:ln w="12700">
            <a:solidFill>
              <a:srgbClr val="7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047D1"/>
          </a:solidFill>
          <a:ln w="12700">
            <a:solidFill>
              <a:srgbClr val="5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894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كَلۡأَ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607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607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2064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إِلۡ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E"/>
          </a:solidFill>
          <a:ln w="12700">
            <a:solidFill>
              <a:srgbClr val="2B64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E79"/>
          </a:solidFill>
          <a:ln w="12700">
            <a:solidFill>
              <a:srgbClr val="345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476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3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476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بُلۡ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57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57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تَلۡ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B5E"/>
          </a:solidFill>
          <a:ln w="12700">
            <a:solidFill>
              <a:srgbClr val="EDB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912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3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912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3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ثِلۡ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2E0"/>
          </a:solidFill>
          <a:ln w="12700">
            <a:solidFill>
              <a:srgbClr val="527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E70"/>
          </a:solidFill>
          <a:ln w="12700">
            <a:solidFill>
              <a:srgbClr val="DB8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8547"/>
          </a:solidFill>
          <a:ln w="12700">
            <a:solidFill>
              <a:srgbClr val="5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8663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3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8663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جُلۡ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6"/>
          </a:solidFill>
          <a:ln w="12700">
            <a:solidFill>
              <a:srgbClr val="D8646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1"/>
          </a:solidFill>
          <a:ln w="12700">
            <a:solidFill>
              <a:srgbClr val="D1476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529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529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حَلۡ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725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725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خِلۡ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2B64"/>
          </a:solidFill>
          <a:ln w="12700">
            <a:solidFill>
              <a:srgbClr val="5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F"/>
          </a:solidFill>
          <a:ln w="12700">
            <a:solidFill>
              <a:srgbClr val="7934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283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3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283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2615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دُلۡ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626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626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2615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ذَلۡ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7"/>
          </a:solidFill>
          <a:ln w="12700">
            <a:solidFill>
              <a:srgbClr val="5EED9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378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3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378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53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4590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رِلۡ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6"/>
          </a:solidFill>
          <a:ln w="12700">
            <a:solidFill>
              <a:srgbClr val="E0529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3"/>
          </a:solidFill>
          <a:ln w="12700">
            <a:solidFill>
              <a:srgbClr val="70DB7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F85"/>
          </a:solidFill>
          <a:ln w="12700">
            <a:solidFill>
              <a:srgbClr val="476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832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3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832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5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2088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زُلۡ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3D864"/>
          </a:solidFill>
          <a:ln w="12700">
            <a:solidFill>
              <a:srgbClr val="8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3D147"/>
          </a:solidFill>
          <a:ln w="12700">
            <a:solidFill>
              <a:srgbClr val="8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751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751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سَلۡ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287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287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شِلۡ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22B"/>
          </a:solidFill>
          <a:ln w="12700">
            <a:solidFill>
              <a:srgbClr val="644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234"/>
          </a:solidFill>
          <a:ln w="12700">
            <a:solidFill>
              <a:srgbClr val="797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229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3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229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صُلۡ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7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7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ضَلۡ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45EED"/>
          </a:solidFill>
          <a:ln w="12700">
            <a:solidFill>
              <a:srgbClr val="7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400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3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400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53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طِلۡ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9E052"/>
          </a:solidFill>
          <a:ln w="12700">
            <a:solidFill>
              <a:srgbClr val="B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8DB"/>
          </a:solidFill>
          <a:ln w="12700">
            <a:solidFill>
              <a:srgbClr val="708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194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194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5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376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ظُلۡ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0D8"/>
          </a:solidFill>
          <a:ln w="12700">
            <a:solidFill>
              <a:srgbClr val="64A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5D1"/>
          </a:solidFill>
          <a:ln w="12700">
            <a:solidFill>
              <a:srgbClr val="47A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8091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8091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عَلۡ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004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004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غِلۡ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8010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3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8010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2563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فُلۡ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15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15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قَلۡ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D"/>
          </a:solidFill>
          <a:ln w="12700">
            <a:solidFill>
              <a:srgbClr val="ED5E6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318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3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318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53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كِلۡ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DE0"/>
          </a:solidFill>
          <a:ln w="12700">
            <a:solidFill>
              <a:srgbClr val="52D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3"/>
          </a:solidFill>
          <a:ln w="12700">
            <a:solidFill>
              <a:srgbClr val="DB70A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C47"/>
          </a:solidFill>
          <a:ln w="12700">
            <a:solidFill>
              <a:srgbClr val="857C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351610" y="896112"/>
            <a:ext cx="164562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1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351610" y="896112"/>
            <a:ext cx="16456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000" dirty="0"/>
          </a:p>
        </p:txBody>
      </p:sp>
      <p:sp>
        <p:nvSpPr>
          <p:cNvPr id="17" name="C2 W2 pill"/>
          <p:cNvSpPr/>
          <p:nvPr/>
        </p:nvSpPr>
        <p:spPr>
          <a:xfrm>
            <a:off x="4729580" y="896112"/>
            <a:ext cx="1301990" cy="1371600"/>
          </a:xfrm>
          <a:prstGeom prst="roundRect">
            <a:avLst>
              <a:gd name="adj" fmla="val 28092"/>
            </a:avLst>
          </a:prstGeom>
          <a:solidFill>
            <a:srgbClr val="FFFFFF"/>
          </a:solidFill>
          <a:ln w="76200">
            <a:solidFill>
              <a:srgbClr val="E236C1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4729580" y="896112"/>
            <a:ext cx="13019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هُوَ</a:t>
            </a:r>
            <a:endParaRPr lang="ar-SA" sz="4000" dirty="0"/>
          </a:p>
        </p:txBody>
      </p:sp>
      <p:sp>
        <p:nvSpPr>
          <p:cNvPr id="19" name="C3 W3 pill"/>
          <p:cNvSpPr/>
          <p:nvPr/>
        </p:nvSpPr>
        <p:spPr>
          <a:xfrm>
            <a:off x="2939452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1E2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2939452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ٱللَّهُ</a:t>
            </a:r>
            <a:endParaRPr lang="ar-SA" sz="4000" dirty="0"/>
          </a:p>
        </p:txBody>
      </p:sp>
      <p:sp>
        <p:nvSpPr>
          <p:cNvPr id="21" name="C4 W4 pill"/>
          <p:cNvSpPr/>
          <p:nvPr/>
        </p:nvSpPr>
        <p:spPr>
          <a:xfrm>
            <a:off x="1146763" y="896112"/>
            <a:ext cx="14726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1E2"/>
            </a:solidFill>
            <a:prstDash val="solid"/>
          </a:ln>
        </p:spPr>
      </p:sp>
      <p:sp>
        <p:nvSpPr>
          <p:cNvPr id="22" name="C4 W4 word"/>
          <p:cNvSpPr txBox="1"/>
          <p:nvPr/>
        </p:nvSpPr>
        <p:spPr>
          <a:xfrm>
            <a:off x="1146763" y="896112"/>
            <a:ext cx="14726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أَحَدٌ</a:t>
            </a:r>
            <a:endParaRPr lang="ar-SA" sz="4000" dirty="0"/>
          </a:p>
        </p:txBody>
      </p:sp>
      <p:sp>
        <p:nvSpPr>
          <p:cNvPr id="23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S panel"/>
          <p:cNvSpPr/>
          <p:nvPr/>
        </p:nvSpPr>
        <p:spPr>
          <a:xfrm>
            <a:off x="2453274" y="2834640"/>
            <a:ext cx="42374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5" name="C5 S sentence"/>
          <p:cNvSpPr txBox="1"/>
          <p:nvPr/>
        </p:nvSpPr>
        <p:spPr>
          <a:xfrm>
            <a:off x="2453274" y="2834640"/>
            <a:ext cx="42374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هُوَ ٱللَّهُ أَحَدٌ</a:t>
            </a:r>
            <a:endParaRPr lang="ar-SA" sz="4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D"/>
          </a:solidFill>
          <a:ln w="12700">
            <a:solidFill>
              <a:srgbClr val="D864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8"/>
          </a:solidFill>
          <a:ln w="12700">
            <a:solidFill>
              <a:srgbClr val="D147C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060091" y="896112"/>
            <a:ext cx="267721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F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060091" y="896112"/>
            <a:ext cx="267721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ٱلۡحَمۡدُ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406696" y="896112"/>
            <a:ext cx="1333355" cy="1371600"/>
          </a:xfrm>
          <a:prstGeom prst="roundRect">
            <a:avLst>
              <a:gd name="adj" fmla="val 27432"/>
            </a:avLst>
          </a:prstGeom>
          <a:solidFill>
            <a:srgbClr val="FFFFFF"/>
          </a:solidFill>
          <a:ln w="76200">
            <a:solidFill>
              <a:srgbClr val="8F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06696" y="896112"/>
            <a:ext cx="133335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لِلَّهِ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88116" y="2834640"/>
            <a:ext cx="356776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88116" y="2834640"/>
            <a:ext cx="356776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ٱلۡحَمۡدُ لِلَّهِ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594847" y="896112"/>
            <a:ext cx="25084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D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594847" y="896112"/>
            <a:ext cx="25084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أَلۡهَىٰكُمُ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040723" y="896112"/>
            <a:ext cx="22340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D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040723" y="896112"/>
            <a:ext cx="22340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ٱلتَّكَاثُرُ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420311" y="2834640"/>
            <a:ext cx="430337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420311" y="2834640"/>
            <a:ext cx="430337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أَلۡهَىٰكُمُ ٱلتَّكَاثُرُ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13-lam</dc:title>
  <dc:subject>PptxGenJS Presentation</dc:subject>
  <dc:creator>PptxGenJS</dc:creator>
  <cp:lastModifiedBy>PptxGenJS</cp:lastModifiedBy>
  <cp:revision>1</cp:revision>
  <dcterms:created xsi:type="dcterms:W3CDTF">2026-10-21T19:08:32Z</dcterms:created>
  <dcterms:modified xsi:type="dcterms:W3CDTF">2026-10-21T19:08:32Z</dcterms:modified>
</cp:coreProperties>
</file>