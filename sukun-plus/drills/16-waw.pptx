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</p:sldIdLst>
  <p:notesMasterIdLst>
    <p:notesMasterId r:id="rId8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01955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1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24558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أَوۡ</a:t>
            </a:r>
            <a:endParaRPr lang="ar-SA" sz="81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857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857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54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36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36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إِوۡ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9512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6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9512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910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910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210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أُوۡ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60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60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840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وَأۡ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14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14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097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وِبۡ</a:t>
            </a:r>
            <a:endParaRPr lang="ar-SA" sz="9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9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9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019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وُتۡ</a:t>
            </a:r>
            <a:endParaRPr lang="ar-SA" sz="9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9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9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669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وَثۡ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14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14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590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وِجۡ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59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59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وُحۡ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12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12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597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597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862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وِدۡ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982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982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932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وُذۡ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65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65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919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وَرۡ</a:t>
            </a:r>
            <a:endParaRPr lang="ar-SA" sz="10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89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89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77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وِزۡ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66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66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295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وُسۡ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20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920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36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وَشۡ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489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489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5209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وِصۡ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7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7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481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وُضۡ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0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0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398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وَطۡ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47D1"/>
          </a:solidFill>
          <a:ln w="12700">
            <a:solidFill>
              <a:srgbClr val="B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91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91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08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وِظۡ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7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74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239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وُعۡ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12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12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66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وَغۡ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489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489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282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وِفۡ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9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90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712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وُقۡ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DB70"/>
          </a:solidFill>
          <a:ln w="12700">
            <a:solidFill>
              <a:srgbClr val="D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0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0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186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وَكۡ</a:t>
            </a:r>
            <a:endParaRPr lang="ar-SA" sz="9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91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3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91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5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38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وِلۡ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13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13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419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وُمۡ</a:t>
            </a:r>
            <a:endParaRPr lang="ar-SA" sz="9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660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660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وَنۡ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696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696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862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وِهۡ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09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320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أَوۡبَ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84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984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96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187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بِوۡتَ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8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7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تُوۡثَ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7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ثَوۡجَ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50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650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70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4725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جِوۡحَ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2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525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حُوۡخَ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03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86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خَوۡدَ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59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دِوۡذَ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8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88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ذُوۡرَ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0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871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رَوۡزَ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63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020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زِوۡسَ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4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سُوۡشَ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34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شَوۡصَ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64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122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صِوۡضَ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9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94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33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ضُوۡطَ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8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84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طَوۡظَ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26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26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080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ظِوۡعَ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6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6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عُوۡغَ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35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33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غَوۡفَ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02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302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192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فِوۡقَ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7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8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00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قُوۡكَ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108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61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كَوۡلَ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5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945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67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4796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لِوۡمَ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4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4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654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مُوۡنَ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0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088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نَوۡهَ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6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76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272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6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28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هِوۡأَ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36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36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إِوۡ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52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6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52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بُوۡ</a:t>
            </a:r>
            <a:endParaRPr lang="ar-SA" sz="10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097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097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110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تَوۡ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28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28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974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ثِوۡ</a:t>
            </a:r>
            <a:endParaRPr lang="ar-SA" sz="10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6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6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569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جُوۡ</a:t>
            </a:r>
            <a:endParaRPr lang="ar-SA" sz="10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6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137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883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حَوۡ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14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14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9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9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883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خِوۡ</a:t>
            </a:r>
            <a:endParaRPr lang="ar-SA" sz="10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387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387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784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دُوۡ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35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ذَوۡ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660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3660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179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رِوۡ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808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808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زُوۡ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6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6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663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910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910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051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سَوۡ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60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07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02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02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51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شِوۡ</a:t>
            </a:r>
            <a:endParaRPr lang="ar-SA" sz="9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39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002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002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257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صُوۡ</a:t>
            </a:r>
            <a:endParaRPr lang="ar-SA" sz="9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03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032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8857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ضَوۡ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254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2547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3383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طِوۡ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531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531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89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89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ظُوۡ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95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6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95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890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عَوۡ</a:t>
            </a:r>
            <a:endParaRPr lang="ar-SA" sz="10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608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6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608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4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4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883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غِوۡ</a:t>
            </a:r>
            <a:endParaRPr lang="ar-SA" sz="10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237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8237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94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9410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فُوۡ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786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786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قَوۡ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49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49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كِوۡ</a:t>
            </a:r>
            <a:endParaRPr lang="ar-SA" sz="10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500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6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7500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6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5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5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لُوۡ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990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6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990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883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مَوۡ</a:t>
            </a:r>
            <a:endParaRPr lang="ar-SA" sz="10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28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282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883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نِوۡ</a:t>
            </a:r>
            <a:endParaRPr lang="ar-SA" sz="10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343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343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805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هُوۡ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974789" y="896112"/>
            <a:ext cx="16968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974789" y="896112"/>
            <a:ext cx="16968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مَٰلِكِ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732927" y="896112"/>
            <a:ext cx="1921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732927" y="896112"/>
            <a:ext cx="1921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يَوۡمِ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72390" y="896112"/>
            <a:ext cx="19404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72390" y="896112"/>
            <a:ext cx="19404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ٱلدِّينِ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311183" y="2834640"/>
            <a:ext cx="45216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311183" y="2834640"/>
            <a:ext cx="45216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مَٰلِكِ يَوۡمِ ٱلدِّينِ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336461" y="896112"/>
            <a:ext cx="1277815" cy="1371600"/>
          </a:xfrm>
          <a:prstGeom prst="roundRect">
            <a:avLst>
              <a:gd name="adj" fmla="val 28624"/>
            </a:avLst>
          </a:prstGeom>
          <a:solidFill>
            <a:srgbClr val="FFFFFF"/>
          </a:solidFill>
          <a:ln w="76200">
            <a:solidFill>
              <a:srgbClr val="E2367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336461" y="896112"/>
            <a:ext cx="1277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إِنَّآ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855188" y="896112"/>
            <a:ext cx="31612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855188" y="896112"/>
            <a:ext cx="31612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أَعۡطَيۡنَٰكَ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529723" y="896112"/>
            <a:ext cx="30054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5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529723" y="896112"/>
            <a:ext cx="30054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ٱلۡكَوۡثَرَ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347867" y="2834640"/>
            <a:ext cx="64482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347867" y="2834640"/>
            <a:ext cx="64482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إِنَّآ أَعۡطَيۡنَٰكَ ٱلۡكَوۡثَرَ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6853" y="896112"/>
            <a:ext cx="19200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6853" y="896112"/>
            <a:ext cx="19200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57104" y="896112"/>
            <a:ext cx="21897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57104" y="896112"/>
            <a:ext cx="21897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ٱلۡقِيَٰمَةِ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8776" y="2834640"/>
            <a:ext cx="37064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8776" y="2834640"/>
            <a:ext cx="37064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يَوۡمَ ٱلۡقِيَٰمَةِ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85</Slides>
  <Notes>85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16-waw</dc:title>
  <dc:subject>PptxGenJS Presentation</dc:subject>
  <dc:creator>PptxGenJS</dc:creator>
  <cp:lastModifiedBy>PptxGenJS</cp:lastModifiedBy>
  <cp:revision>1</cp:revision>
  <dcterms:created xsi:type="dcterms:W3CDTF">2026-10-21T19:08:32Z</dcterms:created>
  <dcterms:modified xsi:type="dcterms:W3CDTF">2026-10-21T19:08:32Z</dcterms:modified>
</cp:coreProperties>
</file>