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A5E"/>
          </a:solidFill>
          <a:ln w="12700">
            <a:solidFill>
              <a:srgbClr val="ED9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101955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1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24558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أَوۡ</a:t>
            </a:r>
            <a:endParaRPr lang="ar-SA" sz="81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3E0"/>
          </a:solidFill>
          <a:ln w="12700">
            <a:solidFill>
              <a:srgbClr val="529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570"/>
          </a:solidFill>
          <a:ln w="12700">
            <a:solidFill>
              <a:srgbClr val="DB7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857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857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545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أَوۡ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1"/>
          </a:solidFill>
          <a:ln w="12700">
            <a:solidFill>
              <a:srgbClr val="D864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1"/>
          </a:solidFill>
          <a:ln w="12700">
            <a:solidFill>
              <a:srgbClr val="D1478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2367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2367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إِوۡ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9512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9512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910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910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7210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أُوۡ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2B64"/>
          </a:solidFill>
          <a:ln w="12700">
            <a:solidFill>
              <a:srgbClr val="4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3479"/>
          </a:solidFill>
          <a:ln w="12700">
            <a:solidFill>
              <a:srgbClr val="7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660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660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840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وَأۡ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142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142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097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وِبۡ</a:t>
            </a:r>
            <a:endParaRPr lang="ar-SA" sz="9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6"/>
          </a:solidFill>
          <a:ln w="12700">
            <a:solidFill>
              <a:srgbClr val="5EED7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090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090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0195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وُتۡ</a:t>
            </a:r>
            <a:endParaRPr lang="ar-SA" sz="9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7"/>
          </a:solidFill>
          <a:ln w="12700">
            <a:solidFill>
              <a:srgbClr val="E052B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DB70"/>
          </a:solidFill>
          <a:ln w="12700">
            <a:solidFill>
              <a:srgbClr val="8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D85"/>
          </a:solidFill>
          <a:ln w="12700">
            <a:solidFill>
              <a:srgbClr val="477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90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90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2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669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وَثۡ</a:t>
            </a:r>
            <a:endParaRPr lang="ar-SA" sz="8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D864"/>
          </a:solidFill>
          <a:ln w="12700">
            <a:solidFill>
              <a:srgbClr val="9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D147"/>
          </a:solidFill>
          <a:ln w="12700">
            <a:solidFill>
              <a:srgbClr val="A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142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142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5902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وِجۡ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059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059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وُحۡ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42B"/>
          </a:solidFill>
          <a:ln w="12700">
            <a:solidFill>
              <a:srgbClr val="643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234"/>
          </a:solidFill>
          <a:ln w="12700">
            <a:solidFill>
              <a:srgbClr val="796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812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812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597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597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8628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وِدۡ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AED"/>
          </a:solidFill>
          <a:ln w="12700">
            <a:solidFill>
              <a:srgbClr val="5E6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982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982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9325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وُذۡ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AE052"/>
          </a:solidFill>
          <a:ln w="12700">
            <a:solidFill>
              <a:srgbClr val="D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1DB"/>
          </a:solidFill>
          <a:ln w="12700">
            <a:solidFill>
              <a:srgbClr val="70A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4785"/>
          </a:solidFill>
          <a:ln w="12700">
            <a:solidFill>
              <a:srgbClr val="7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465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465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919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وَرۡ</a:t>
            </a:r>
            <a:endParaRPr lang="ar-SA" sz="10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BD8"/>
          </a:solidFill>
          <a:ln w="12700">
            <a:solidFill>
              <a:srgbClr val="64B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5D1"/>
          </a:solidFill>
          <a:ln w="12700">
            <a:solidFill>
              <a:srgbClr val="47C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895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895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477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وِزۡ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66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66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295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وُسۡ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642B"/>
          </a:solidFill>
          <a:ln w="12700">
            <a:solidFill>
              <a:srgbClr val="2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1"/>
          </a:solidFill>
          <a:ln w="12700">
            <a:solidFill>
              <a:srgbClr val="3479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920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920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836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وَشۡ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489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489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5209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وِصۡ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E"/>
          </a:solidFill>
          <a:ln w="12700">
            <a:solidFill>
              <a:srgbClr val="ED5E8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7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7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815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وُضۡ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3"/>
          </a:solidFill>
          <a:ln w="12700">
            <a:solidFill>
              <a:srgbClr val="52E0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C"/>
          </a:solidFill>
          <a:ln w="12700">
            <a:solidFill>
              <a:srgbClr val="DB70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E47"/>
          </a:solidFill>
          <a:ln w="12700">
            <a:solidFill>
              <a:srgbClr val="856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03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03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398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وَطۡ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8"/>
          </a:solidFill>
          <a:ln w="12700">
            <a:solidFill>
              <a:srgbClr val="D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47D1"/>
          </a:solidFill>
          <a:ln w="12700">
            <a:solidFill>
              <a:srgbClr val="B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291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291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6086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وِظۡ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074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074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239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وُعۡ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3479"/>
          </a:solidFill>
          <a:ln w="12700">
            <a:solidFill>
              <a:srgbClr val="4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812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812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3662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وَغۡ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489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489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282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وِفۡ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ED5E"/>
          </a:solidFill>
          <a:ln w="12700">
            <a:solidFill>
              <a:srgbClr val="B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090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090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712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وُقۡ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F52E0"/>
          </a:solidFill>
          <a:ln w="12700">
            <a:solidFill>
              <a:srgbClr val="9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6DB70"/>
          </a:solidFill>
          <a:ln w="12700">
            <a:solidFill>
              <a:srgbClr val="D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F"/>
          </a:solidFill>
          <a:ln w="12700">
            <a:solidFill>
              <a:srgbClr val="4785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03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03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186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وَكۡ</a:t>
            </a:r>
            <a:endParaRPr lang="ar-SA" sz="9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C64"/>
          </a:solidFill>
          <a:ln w="12700">
            <a:solidFill>
              <a:srgbClr val="D8B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847"/>
          </a:solidFill>
          <a:ln w="12700">
            <a:solidFill>
              <a:srgbClr val="D19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291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291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380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وِلۡ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013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013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419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وُمۡ</a:t>
            </a:r>
            <a:endParaRPr lang="ar-SA" sz="9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C"/>
          </a:solidFill>
          <a:ln w="12700">
            <a:solidFill>
              <a:srgbClr val="642B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660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660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وَنۡ</a:t>
            </a:r>
            <a:endParaRPr lang="ar-SA" sz="9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696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696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8628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وِهۡ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5ED"/>
          </a:solidFill>
          <a:ln w="12700">
            <a:solidFill>
              <a:srgbClr val="5ED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320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أَوۡبَ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C52"/>
          </a:solidFill>
          <a:ln w="12700">
            <a:solidFill>
              <a:srgbClr val="E07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5"/>
          </a:solidFill>
          <a:ln w="12700">
            <a:solidFill>
              <a:srgbClr val="70DB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984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6984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187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بِوۡتَ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F"/>
          </a:solidFill>
          <a:ln w="12700">
            <a:solidFill>
              <a:srgbClr val="64D8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6"/>
          </a:solidFill>
          <a:ln w="12700">
            <a:solidFill>
              <a:srgbClr val="47D17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8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57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تُوۡثَ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ثَوۡجَ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642B"/>
          </a:solidFill>
          <a:ln w="12700">
            <a:solidFill>
              <a:srgbClr val="5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7934"/>
          </a:solidFill>
          <a:ln w="12700">
            <a:solidFill>
              <a:srgbClr val="4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50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650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4725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جِوۡحَ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525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حُوۡخَ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25EED"/>
          </a:solidFill>
          <a:ln w="12700">
            <a:solidFill>
              <a:srgbClr val="E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860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خَوۡدَ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8"/>
          </a:solidFill>
          <a:ln w="12700">
            <a:solidFill>
              <a:srgbClr val="52E05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70DB"/>
          </a:solidFill>
          <a:ln w="12700">
            <a:solidFill>
              <a:srgbClr val="A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F"/>
          </a:solidFill>
          <a:ln w="12700">
            <a:solidFill>
              <a:srgbClr val="8547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دِوۡذَ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64D8"/>
          </a:solidFill>
          <a:ln w="12700">
            <a:solidFill>
              <a:srgbClr val="8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47D1"/>
          </a:solidFill>
          <a:ln w="12700">
            <a:solidFill>
              <a:srgbClr val="5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8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88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ذُوۡرَ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871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رَوۡزَ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0"/>
          </a:solidFill>
          <a:ln w="12700">
            <a:solidFill>
              <a:srgbClr val="2B64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C79"/>
          </a:solidFill>
          <a:ln w="12700">
            <a:solidFill>
              <a:srgbClr val="345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020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زِوۡسَ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4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4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34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سُوۡشَ</a:t>
            </a:r>
            <a:endParaRPr lang="ar-SA" sz="5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E5E"/>
          </a:solidFill>
          <a:ln w="12700">
            <a:solidFill>
              <a:srgbClr val="EDB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34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شَوۡصَ</a:t>
            </a:r>
            <a:endParaRPr lang="ar-SA" sz="5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FE0"/>
          </a:solidFill>
          <a:ln w="12700">
            <a:solidFill>
              <a:srgbClr val="526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070"/>
          </a:solidFill>
          <a:ln w="12700">
            <a:solidFill>
              <a:srgbClr val="DB9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8547"/>
          </a:solidFill>
          <a:ln w="12700">
            <a:solidFill>
              <a:srgbClr val="5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06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06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122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صِوۡضَ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564"/>
          </a:solidFill>
          <a:ln w="12700">
            <a:solidFill>
              <a:srgbClr val="D86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E"/>
          </a:solidFill>
          <a:ln w="12700">
            <a:solidFill>
              <a:srgbClr val="D1475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33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ضُوۡطَ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384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طَوۡظَ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D"/>
          </a:solidFill>
          <a:ln w="12700">
            <a:solidFill>
              <a:srgbClr val="7934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26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26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080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ظِوۡعَ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6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6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عُوۡغَ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B"/>
          </a:solidFill>
          <a:ln w="12700">
            <a:solidFill>
              <a:srgbClr val="5EED9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2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554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غَوۡفَ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2"/>
          </a:solidFill>
          <a:ln w="12700">
            <a:solidFill>
              <a:srgbClr val="E052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5"/>
          </a:solidFill>
          <a:ln w="12700">
            <a:solidFill>
              <a:srgbClr val="70DB7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D85"/>
          </a:solidFill>
          <a:ln w="12700">
            <a:solidFill>
              <a:srgbClr val="476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02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02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192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فِوۡقَ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D864"/>
          </a:solidFill>
          <a:ln w="12700">
            <a:solidFill>
              <a:srgbClr val="8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0D147"/>
          </a:solidFill>
          <a:ln w="12700">
            <a:solidFill>
              <a:srgbClr val="8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7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17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8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8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006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قُوۡكَ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614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كَوۡلَ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32B"/>
          </a:solidFill>
          <a:ln w="12700">
            <a:solidFill>
              <a:srgbClr val="644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434"/>
          </a:solidFill>
          <a:ln w="12700">
            <a:solidFill>
              <a:srgbClr val="797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45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45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4796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لِوۡمَ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4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4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654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مُوۡنَ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75EED"/>
          </a:solidFill>
          <a:ln w="12700">
            <a:solidFill>
              <a:srgbClr val="7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088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نَوۡهَ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6E052"/>
          </a:solidFill>
          <a:ln w="12700">
            <a:solidFill>
              <a:srgbClr val="B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6DB"/>
          </a:solidFill>
          <a:ln w="12700">
            <a:solidFill>
              <a:srgbClr val="708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D"/>
          </a:solidFill>
          <a:ln w="12700">
            <a:solidFill>
              <a:srgbClr val="8547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6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6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هِوۡأَ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DD8"/>
          </a:solidFill>
          <a:ln w="12700">
            <a:solidFill>
              <a:srgbClr val="649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2D1"/>
          </a:solidFill>
          <a:ln w="12700">
            <a:solidFill>
              <a:srgbClr val="47A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2367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2367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إِوۡ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352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352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458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بُوۡ</a:t>
            </a:r>
            <a:endParaRPr lang="ar-SA" sz="10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5"/>
          </a:solidFill>
          <a:ln w="12700">
            <a:solidFill>
              <a:srgbClr val="2B64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3"/>
          </a:solidFill>
          <a:ln w="12700">
            <a:solidFill>
              <a:srgbClr val="3479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097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6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097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1104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تَوۡ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28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6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28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974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ثِوۡ</a:t>
            </a:r>
            <a:endParaRPr lang="ar-SA" sz="10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9"/>
          </a:solidFill>
          <a:ln w="12700">
            <a:solidFill>
              <a:srgbClr val="ED5E6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569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6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569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458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جُوۡ</a:t>
            </a:r>
            <a:endParaRPr lang="ar-SA" sz="10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9E0"/>
          </a:solidFill>
          <a:ln w="12700">
            <a:solidFill>
              <a:srgbClr val="52D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0"/>
          </a:solidFill>
          <a:ln w="12700">
            <a:solidFill>
              <a:srgbClr val="DB70A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D47"/>
          </a:solidFill>
          <a:ln w="12700">
            <a:solidFill>
              <a:srgbClr val="857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137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6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137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883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حَوۡ</a:t>
            </a:r>
            <a:endParaRPr lang="ar-SA" sz="10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A"/>
          </a:solidFill>
          <a:ln w="12700">
            <a:solidFill>
              <a:srgbClr val="D864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4"/>
          </a:solidFill>
          <a:ln w="12700">
            <a:solidFill>
              <a:srgbClr val="D147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14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14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95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95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883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خِوۡ</a:t>
            </a:r>
            <a:endParaRPr lang="ar-SA" sz="10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387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387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784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دُوۡ</a:t>
            </a:r>
            <a:endParaRPr lang="ar-SA" sz="9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F64"/>
          </a:solidFill>
          <a:ln w="12700">
            <a:solidFill>
              <a:srgbClr val="2B2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3479"/>
          </a:solidFill>
          <a:ln w="12700">
            <a:solidFill>
              <a:srgbClr val="5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82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82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435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ذَوۡ</a:t>
            </a:r>
            <a:endParaRPr lang="ar-SA" sz="9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660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660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1795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رِوۡ</a:t>
            </a:r>
            <a:endParaRPr lang="ar-SA" sz="9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DED5E"/>
          </a:solidFill>
          <a:ln w="12700">
            <a:solidFill>
              <a:srgbClr val="8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808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808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3987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زُوۡ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452E0"/>
          </a:solidFill>
          <a:ln w="12700">
            <a:solidFill>
              <a:srgbClr val="C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DB70"/>
          </a:solidFill>
          <a:ln w="12700">
            <a:solidFill>
              <a:srgbClr val="B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466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6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466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910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910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0512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سَوۡ</a:t>
            </a:r>
            <a:endParaRPr lang="ar-SA" sz="9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7D864"/>
          </a:solidFill>
          <a:ln w="12700">
            <a:solidFill>
              <a:srgbClr val="D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B47"/>
          </a:solidFill>
          <a:ln w="12700">
            <a:solidFill>
              <a:srgbClr val="D1B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072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60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072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02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0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02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0512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شِوۡ</a:t>
            </a:r>
            <a:endParaRPr lang="ar-SA" sz="9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39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39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002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002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2574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صُوۡ</a:t>
            </a:r>
            <a:endParaRPr lang="ar-SA" sz="9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D"/>
          </a:solidFill>
          <a:ln w="12700">
            <a:solidFill>
              <a:srgbClr val="642B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032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032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8857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ضَوۡ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2547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6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2547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3383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طِوۡ</a:t>
            </a:r>
            <a:endParaRPr lang="ar-SA" sz="10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0ED"/>
          </a:solidFill>
          <a:ln w="12700">
            <a:solidFill>
              <a:srgbClr val="5EB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8531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8531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895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895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314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ظُوۡ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052"/>
          </a:solidFill>
          <a:ln w="12700">
            <a:solidFill>
              <a:srgbClr val="E0A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6DB"/>
          </a:solidFill>
          <a:ln w="12700">
            <a:solidFill>
              <a:srgbClr val="70D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4785"/>
          </a:solidFill>
          <a:ln w="12700">
            <a:solidFill>
              <a:srgbClr val="5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495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6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495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8905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عَوۡ</a:t>
            </a:r>
            <a:endParaRPr lang="ar-SA" sz="10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C"/>
          </a:solidFill>
          <a:ln w="12700">
            <a:solidFill>
              <a:srgbClr val="64D8B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9"/>
          </a:solidFill>
          <a:ln w="12700">
            <a:solidFill>
              <a:srgbClr val="47D19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608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6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608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941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941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883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غِوۡ</a:t>
            </a:r>
            <a:endParaRPr lang="ar-SA" sz="10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8237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6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8237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941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941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2036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فُوۡ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642B"/>
          </a:solidFill>
          <a:ln w="12700">
            <a:solidFill>
              <a:srgbClr val="4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7934"/>
          </a:solidFill>
          <a:ln w="12700">
            <a:solidFill>
              <a:srgbClr val="3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786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6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786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684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قَوۡ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49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6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49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2900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كِوۡ</a:t>
            </a:r>
            <a:endParaRPr lang="ar-SA" sz="10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4"/>
          </a:solidFill>
          <a:ln w="12700">
            <a:solidFill>
              <a:srgbClr val="ED5ED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500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500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6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956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956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314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لُوۡ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D"/>
          </a:solidFill>
          <a:ln w="12700">
            <a:solidFill>
              <a:srgbClr val="52E0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670DB"/>
          </a:solidFill>
          <a:ln w="12700">
            <a:solidFill>
              <a:srgbClr val="C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047"/>
          </a:solidFill>
          <a:ln w="12700">
            <a:solidFill>
              <a:srgbClr val="855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990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6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990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883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مَوۡ</a:t>
            </a:r>
            <a:endParaRPr lang="ar-SA" sz="10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F64D8"/>
          </a:solidFill>
          <a:ln w="12700">
            <a:solidFill>
              <a:srgbClr val="9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47D1"/>
          </a:solidFill>
          <a:ln w="12700">
            <a:solidFill>
              <a:srgbClr val="7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282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282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883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نِوۡ</a:t>
            </a:r>
            <a:endParaRPr lang="ar-SA" sz="10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343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343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805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هُوۡ</a:t>
            </a:r>
            <a:endParaRPr lang="ar-SA" sz="9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A79"/>
          </a:solidFill>
          <a:ln w="12700">
            <a:solidFill>
              <a:srgbClr val="344A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974789" y="896112"/>
            <a:ext cx="16968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7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974789" y="896112"/>
            <a:ext cx="16968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مَٰلِكِ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3732927" y="896112"/>
            <a:ext cx="19218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7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732927" y="896112"/>
            <a:ext cx="19218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يَوۡمِ</a:t>
            </a:r>
            <a:endParaRPr lang="ar-SA" sz="4400" dirty="0"/>
          </a:p>
        </p:txBody>
      </p:sp>
      <p:sp>
        <p:nvSpPr>
          <p:cNvPr id="16" name="C3 W3 pill"/>
          <p:cNvSpPr/>
          <p:nvPr/>
        </p:nvSpPr>
        <p:spPr>
          <a:xfrm>
            <a:off x="1472390" y="896112"/>
            <a:ext cx="194049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7E2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472390" y="896112"/>
            <a:ext cx="194049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ٱلدِّينِ</a:t>
            </a:r>
            <a:endParaRPr lang="ar-SA" sz="44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311183" y="2834640"/>
            <a:ext cx="452163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311183" y="2834640"/>
            <a:ext cx="452163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مَٰلِكِ يَوۡمِ ٱلدِّينِ</a:t>
            </a:r>
            <a:endParaRPr lang="ar-SA" sz="4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7336461" y="896112"/>
            <a:ext cx="1277815" cy="1371600"/>
          </a:xfrm>
          <a:prstGeom prst="roundRect">
            <a:avLst>
              <a:gd name="adj" fmla="val 28624"/>
            </a:avLst>
          </a:prstGeom>
          <a:solidFill>
            <a:srgbClr val="FFFFFF"/>
          </a:solidFill>
          <a:ln w="76200">
            <a:solidFill>
              <a:srgbClr val="E23675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7336461" y="896112"/>
            <a:ext cx="1277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إِنَّآ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3855188" y="896112"/>
            <a:ext cx="316123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5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855188" y="896112"/>
            <a:ext cx="316123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أَعۡطَيۡنَٰكَ</a:t>
            </a:r>
            <a:endParaRPr lang="ar-SA" sz="4400" dirty="0"/>
          </a:p>
        </p:txBody>
      </p:sp>
      <p:sp>
        <p:nvSpPr>
          <p:cNvPr id="14" name="C3 W3 pill"/>
          <p:cNvSpPr/>
          <p:nvPr/>
        </p:nvSpPr>
        <p:spPr>
          <a:xfrm>
            <a:off x="529723" y="896112"/>
            <a:ext cx="30054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5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529723" y="896112"/>
            <a:ext cx="30054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ٱلۡكَوۡثَرَ</a:t>
            </a:r>
            <a:endParaRPr lang="ar-SA" sz="44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347867" y="2834640"/>
            <a:ext cx="644826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347867" y="2834640"/>
            <a:ext cx="644826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إِنَّآ أَعۡطَيۡنَٰكَ ٱلۡكَوۡثَرَ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35E"/>
          </a:solidFill>
          <a:ln w="12700">
            <a:solidFill>
              <a:srgbClr val="EDE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66853" y="896112"/>
            <a:ext cx="19200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3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66853" y="896112"/>
            <a:ext cx="19200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يَوۡمَ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57104" y="896112"/>
            <a:ext cx="218971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3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57104" y="896112"/>
            <a:ext cx="21897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ٱلۡقِيَٰمَةِ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18776" y="2834640"/>
            <a:ext cx="370644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18776" y="2834640"/>
            <a:ext cx="370644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يَوۡمَ ٱلۡقِيَٰمَةِ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16-waw</dc:title>
  <dc:subject>PptxGenJS Presentation</dc:subject>
  <dc:creator>PptxGenJS</dc:creator>
  <cp:lastModifiedBy>PptxGenJS</cp:lastModifiedBy>
  <cp:revision>1</cp:revision>
  <dcterms:created xsi:type="dcterms:W3CDTF">2026-10-21T19:08:32Z</dcterms:created>
  <dcterms:modified xsi:type="dcterms:W3CDTF">2026-10-21T19:08:32Z</dcterms:modified>
</cp:coreProperties>
</file>