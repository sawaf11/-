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</p:sldIdLst>
  <p:notesMasterIdLst>
    <p:notesMasterId r:id="rId16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notesMaster" Target="notesMasters/notesMaster1.xml"/><Relationship Id="rId163" Type="http://schemas.openxmlformats.org/officeDocument/2006/relationships/presProps" Target="presProps.xml"/><Relationship Id="rId164" Type="http://schemas.openxmlformats.org/officeDocument/2006/relationships/viewProps" Target="viewProps.xml"/><Relationship Id="rId165" Type="http://schemas.openxmlformats.org/officeDocument/2006/relationships/theme" Target="theme/theme1.xml"/><Relationship Id="rId1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نبدأ بحرف ساكن أبداً: الحرف الساكن (بسكون المصحف «ۡ») يحتاج قبله حرفاً متحركاً يستند إليه.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فتحة،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كسرة،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حرف متحرك + حرف ساكن = مقطع واحد ننطقه دفعة واحدة. هنا الحرف الأول عليه ضمة، ثم نقف على الحرف الساكن.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 وهذا الحرف من حروف القلقلة (قطب جد): إذا سكن نُخرجه بارتداد خفيف.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الدائرة الحمراء حرف ساكن: نقف عليه ولا نضيف 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جملة قرآنية: ابحث عن الحروف الساكنة (علامة رأس الخاء) واقرأها بالوقوف عليها.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20640" y="1106030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8200" dirty="0"/>
          </a:p>
        </p:txBody>
      </p:sp>
      <p:sp>
        <p:nvSpPr>
          <p:cNvPr id="12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4" name="C3 W2 word"/>
          <p:cNvSpPr txBox="1"/>
          <p:nvPr/>
        </p:nvSpPr>
        <p:spPr>
          <a:xfrm>
            <a:off x="914400" y="1257269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أَنۡ</a:t>
            </a:r>
            <a:endParaRPr lang="ar-SA" sz="8200" dirty="0"/>
          </a:p>
        </p:txBody>
      </p:sp>
      <p:sp>
        <p:nvSpPr>
          <p:cNvPr id="15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16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DED"/>
          </a:solidFill>
          <a:ln w="12700">
            <a:solidFill>
              <a:srgbClr val="5EC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571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8571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659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أَنۡ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452"/>
          </a:solidFill>
          <a:ln w="12700">
            <a:solidFill>
              <a:srgbClr val="E08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B"/>
          </a:solidFill>
          <a:ln w="12700">
            <a:solidFill>
              <a:srgbClr val="70DB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483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483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9979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إِنۡ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5"/>
          </a:solidFill>
          <a:ln w="12700">
            <a:solidFill>
              <a:srgbClr val="64D8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D"/>
          </a:solidFill>
          <a:ln w="12700">
            <a:solidFill>
              <a:srgbClr val="47D1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9197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9197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73253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أُنۡ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323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323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72604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نَأۡ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747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4747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2944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نِبۡ</a:t>
            </a:r>
            <a:endParaRPr lang="ar-SA" sz="9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07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707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1235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نُتۡ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A5EED"/>
          </a:solidFill>
          <a:ln w="12700">
            <a:solidFill>
              <a:srgbClr val="E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384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2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384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2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60881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نَثۡ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0"/>
          </a:solidFill>
          <a:ln w="12700">
            <a:solidFill>
              <a:srgbClr val="52E06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747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747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نِجۡ</a:t>
            </a:r>
            <a:endParaRPr lang="ar-SA" sz="9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64D8"/>
          </a:solidFill>
          <a:ln w="12700">
            <a:solidFill>
              <a:srgbClr val="8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47D1"/>
          </a:solidFill>
          <a:ln w="12700">
            <a:solidFill>
              <a:srgbClr val="5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699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699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25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نُحۡ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395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395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نَخۡ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321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43211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083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نِدۡ</a:t>
            </a:r>
            <a:endParaRPr lang="ar-SA" sz="10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680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680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350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نُذۡ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65E"/>
          </a:solidFill>
          <a:ln w="12700">
            <a:solidFill>
              <a:srgbClr val="EDC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231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231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1104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نَرۡ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7E0"/>
          </a:solidFill>
          <a:ln w="12700">
            <a:solidFill>
              <a:srgbClr val="526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670"/>
          </a:solidFill>
          <a:ln w="12700">
            <a:solidFill>
              <a:srgbClr val="DB9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553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6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553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340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نِزۡ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B64"/>
          </a:solidFill>
          <a:ln w="12700">
            <a:solidFill>
              <a:srgbClr val="D86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6"/>
          </a:solidFill>
          <a:ln w="12700">
            <a:solidFill>
              <a:srgbClr val="D147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26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726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6941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نُسۡ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446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446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843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نَشۡ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01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01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3761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نِصۡ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343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7343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6977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نُضۡ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3"/>
          </a:solidFill>
          <a:ln w="12700">
            <a:solidFill>
              <a:srgbClr val="5EEDA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343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343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32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نَطۡ</a:t>
            </a:r>
            <a:endParaRPr lang="ar-SA" sz="9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A"/>
          </a:solidFill>
          <a:ln w="12700">
            <a:solidFill>
              <a:srgbClr val="E0528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B"/>
          </a:solidFill>
          <a:ln w="12700">
            <a:solidFill>
              <a:srgbClr val="70DB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863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3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863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5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8414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نِظۡ</a:t>
            </a:r>
            <a:endParaRPr lang="ar-SA" sz="9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D864"/>
          </a:solidFill>
          <a:ln w="12700">
            <a:solidFill>
              <a:srgbClr val="7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8D147"/>
          </a:solidFill>
          <a:ln w="12700">
            <a:solidFill>
              <a:srgbClr val="7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03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703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25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نُعۡ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395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395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نَغۡ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01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501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0715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نِفۡ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707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707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338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نُقۡ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F5EED"/>
          </a:solidFill>
          <a:ln w="12700">
            <a:solidFill>
              <a:srgbClr val="7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343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343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607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نَكۡ</a:t>
            </a:r>
            <a:endParaRPr lang="ar-SA" sz="9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E052"/>
          </a:solidFill>
          <a:ln w="12700">
            <a:solidFill>
              <a:srgbClr val="A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0DB"/>
          </a:solidFill>
          <a:ln w="12700">
            <a:solidFill>
              <a:srgbClr val="708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863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3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4863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5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2405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نِلۡ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7D8"/>
          </a:solidFill>
          <a:ln w="12700">
            <a:solidFill>
              <a:srgbClr val="649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BD1"/>
          </a:solidFill>
          <a:ln w="12700">
            <a:solidFill>
              <a:srgbClr val="479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687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6878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25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نُمۡ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10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752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أَنۡبَ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244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244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43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بِنۡتَ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3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3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90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تُنۡثَ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1"/>
          </a:solidFill>
          <a:ln w="12700">
            <a:solidFill>
              <a:srgbClr val="ED5E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35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ثَنۡجَ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30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68300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92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22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جِنۡحَ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D"/>
          </a:solidFill>
          <a:ln w="12700">
            <a:solidFill>
              <a:srgbClr val="D147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8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81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حُنۡخَ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440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996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289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خَنۡدَ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4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847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95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740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دِنۡذَ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6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76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ذُنۡرَ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143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656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549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رَنۡزَ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52E0"/>
          </a:solidFill>
          <a:ln w="12700">
            <a:solidFill>
              <a:srgbClr val="C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DB70"/>
          </a:solidFill>
          <a:ln w="12700">
            <a:solidFill>
              <a:srgbClr val="B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1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612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094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963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زِنۡسَ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347"/>
          </a:solidFill>
          <a:ln w="12700">
            <a:solidFill>
              <a:srgbClr val="D1C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4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48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342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سُنۡشَ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88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201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3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شَنۡصَ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06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061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714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10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صِنۡضَ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80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80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70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ضُنۡطَ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0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658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طَنۡظَ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84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584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3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270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ظِنۡعَ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3"/>
          </a:solidFill>
          <a:ln w="12700">
            <a:solidFill>
              <a:srgbClr val="64D8C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1"/>
          </a:solidFill>
          <a:ln w="12700">
            <a:solidFill>
              <a:srgbClr val="47D1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9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92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عُنۡغَ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65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595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غَنۡفَ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9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39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82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فِنۡقَ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5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151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400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قُنۡكَ</a:t>
            </a:r>
            <a:endParaRPr lang="ar-SA" sz="7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C"/>
          </a:solidFill>
          <a:ln w="12700">
            <a:solidFill>
              <a:srgbClr val="ED5E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9295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09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6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كَنۡلَ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5"/>
          </a:solidFill>
          <a:ln w="12700">
            <a:solidFill>
              <a:srgbClr val="52E08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784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22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لِنۡمَ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64D8"/>
          </a:solidFill>
          <a:ln w="12700">
            <a:solidFill>
              <a:srgbClr val="A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04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87934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115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89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مُنۡأَ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483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483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9979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إِنۡ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35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351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بُنۡ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7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7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1104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تَنۡ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B5E"/>
          </a:solidFill>
          <a:ln w="12700">
            <a:solidFill>
              <a:srgbClr val="EDE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17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17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ثِنۡ</a:t>
            </a:r>
            <a:endParaRPr lang="ar-SA" sz="9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52E0"/>
          </a:solidFill>
          <a:ln w="12700">
            <a:solidFill>
              <a:srgbClr val="6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767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767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جُنۡ</a:t>
            </a:r>
            <a:endParaRPr lang="ar-SA" sz="9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964"/>
          </a:solidFill>
          <a:ln w="12700">
            <a:solidFill>
              <a:srgbClr val="D88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C47"/>
          </a:solidFill>
          <a:ln w="12700">
            <a:solidFill>
              <a:srgbClr val="D15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99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399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حَنۡ</a:t>
            </a:r>
            <a:endParaRPr lang="ar-SA" sz="9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518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518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خِنۡ</a:t>
            </a:r>
            <a:endParaRPr lang="ar-SA" sz="9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317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317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1029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دُنۡ</a:t>
            </a:r>
            <a:endParaRPr lang="ar-SA" sz="9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693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693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507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ذَنۡ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139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139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2465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رِنۡ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824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824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3987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زُنۡ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42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42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478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سَنۡ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133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1339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0478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شِنۡ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65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650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0478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صُنۡ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407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478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ضَنۡ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352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352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0362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طِنۡ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314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314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ظُنۡ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0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04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عَنۡ</a:t>
            </a:r>
            <a:endParaRPr lang="ar-SA" sz="9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824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8244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غِنۡ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113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113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62036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فُنۡ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05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05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684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قَنۡ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262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262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كِنۡ</a:t>
            </a:r>
            <a:endParaRPr lang="ar-SA" sz="9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454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454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63149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لُنۡ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273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273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مَنۡ</a:t>
            </a:r>
            <a:endParaRPr lang="ar-SA" sz="9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589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589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8175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71644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يَأۡ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3794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3794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321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يِبۡ</a:t>
            </a:r>
            <a:endParaRPr lang="ar-SA" sz="9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33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333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54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3415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يُتۡ</a:t>
            </a:r>
            <a:endParaRPr lang="ar-SA" sz="9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830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2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830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2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2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7220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52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9946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يَثۡ</a:t>
            </a:r>
            <a:endParaRPr lang="ar-SA" sz="9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794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37942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84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يِجۡ</a:t>
            </a:r>
            <a:endParaRPr lang="ar-SA" sz="9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274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274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771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709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يُحۡ</a:t>
            </a:r>
            <a:endParaRPr lang="ar-SA" sz="9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870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870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527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35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يَخۡ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3180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3180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568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0886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يِدۡ</a:t>
            </a:r>
            <a:endParaRPr lang="ar-SA" sz="9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127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61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1279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4625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6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6256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يُذۡ</a:t>
            </a:r>
            <a:endParaRPr lang="ar-SA" sz="8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228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67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228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908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9194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يَرۡ</a:t>
            </a:r>
            <a:endParaRPr lang="ar-SA" sz="10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515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61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3515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61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67808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7027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يِزۡ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4"/>
          </a:solidFill>
          <a:ln w="12700">
            <a:solidFill>
              <a:srgbClr val="47D1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7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4797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169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6505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يُسۡ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071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0711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707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8435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يَشۡ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184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4184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250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715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يِصۡ</a:t>
            </a:r>
            <a:endParaRPr lang="ar-SA" sz="8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3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5383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880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4792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يُضۡ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66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66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4896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47046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يَطۡ</a:t>
            </a:r>
            <a:endParaRPr lang="ar-SA" sz="9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961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3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3961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5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3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1116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53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8438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يِظۡ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03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5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3038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5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6081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709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يُعۡ</a:t>
            </a:r>
            <a:endParaRPr lang="ar-SA" sz="9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870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8705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796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09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يَغۡ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4184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4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4184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7492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0716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يِفۡ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33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4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333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5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4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71221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5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048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يُقۡ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66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669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951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13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يَكۡ</a:t>
            </a:r>
            <a:endParaRPr lang="ar-SA" sz="9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961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3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39614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5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3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73741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53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96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يِلۡ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186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9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186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9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582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7092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يُمۡ</a:t>
            </a:r>
            <a:endParaRPr lang="ar-SA" sz="9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589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589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6549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4990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يَنۡ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3292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32924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66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45563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يِهۡ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4922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68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49226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68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880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يُوۡ</a:t>
            </a:r>
            <a:endParaRPr lang="ar-SA" sz="10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C"/>
          </a:solidFill>
          <a:ln w="12700">
            <a:solidFill>
              <a:srgbClr val="5EED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48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752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أَيۡبَ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33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3305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07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09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بِيۡتَ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316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38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تُيۡثَ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340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ثَيۡجَ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6937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4527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جِيۡحَ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220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حُيۡخَ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467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95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104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خَيۡدَ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0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0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948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دِيۡذَ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2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724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ذُيۡرَ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8184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86721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583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رَيۡزَ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8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7680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38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5167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زِيۡسَ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8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80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342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سُيۡشَ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45E"/>
          </a:solidFill>
          <a:ln w="12700">
            <a:solidFill>
              <a:srgbClr val="EDA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891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240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34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شَيۡصَ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9E0"/>
          </a:solidFill>
          <a:ln w="12700">
            <a:solidFill>
              <a:srgbClr val="528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156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156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727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10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صِيۡضَ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7"/>
          </a:solidFill>
          <a:ln w="12700">
            <a:solidFill>
              <a:srgbClr val="D1477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968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648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ضُيۡطَ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479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598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طَيۡظَ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04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604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8179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486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ظِيۡعَ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421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عُيۡغَ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667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951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53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غَيۡفَ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FDB70"/>
          </a:solidFill>
          <a:ln w="12700">
            <a:solidFill>
              <a:srgbClr val="7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1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841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901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62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فِيۡقَ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91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قُيۡكَ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800" dirty="0"/>
          </a:p>
        </p:txBody>
      </p:sp>
      <p:sp>
        <p:nvSpPr>
          <p:cNvPr id="16" name="C2 M1 mark"/>
          <p:cNvSpPr txBox="1"/>
          <p:nvPr/>
        </p:nvSpPr>
        <p:spPr>
          <a:xfrm>
            <a:off x="7269480" y="19279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9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22" name="C8 M3 mark"/>
          <p:cNvSpPr txBox="1"/>
          <p:nvPr/>
        </p:nvSpPr>
        <p:spPr>
          <a:xfrm>
            <a:off x="3703320" y="19084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656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كَيۡلَ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3703320" y="17897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لِيۡمَ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4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148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557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مُيۡنَ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0ED"/>
          </a:solidFill>
          <a:ln w="12700">
            <a:solidFill>
              <a:srgbClr val="5E6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800" dirty="0"/>
          </a:p>
        </p:txBody>
      </p:sp>
      <p:sp>
        <p:nvSpPr>
          <p:cNvPr id="23" name="C2 M1 mark"/>
          <p:cNvSpPr txBox="1"/>
          <p:nvPr/>
        </p:nvSpPr>
        <p:spPr>
          <a:xfrm>
            <a:off x="7269480" y="1858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6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9" name="C8 M3 mark"/>
          <p:cNvSpPr txBox="1"/>
          <p:nvPr/>
        </p:nvSpPr>
        <p:spPr>
          <a:xfrm>
            <a:off x="3703320" y="18971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364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نَيۡهَ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0E052"/>
          </a:solidFill>
          <a:ln w="12700">
            <a:solidFill>
              <a:srgbClr val="D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0" name="C2 M1 mark"/>
          <p:cNvSpPr txBox="1"/>
          <p:nvPr/>
        </p:nvSpPr>
        <p:spPr>
          <a:xfrm>
            <a:off x="7269480" y="179766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23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6" name="C8 M3 mark"/>
          <p:cNvSpPr txBox="1"/>
          <p:nvPr/>
        </p:nvSpPr>
        <p:spPr>
          <a:xfrm>
            <a:off x="3703320" y="1815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5285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هِيۡوَ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9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15" name="C2 M1 mark"/>
          <p:cNvSpPr txBox="1"/>
          <p:nvPr/>
        </p:nvSpPr>
        <p:spPr>
          <a:xfrm>
            <a:off x="7269480" y="1839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800" dirty="0"/>
          </a:p>
        </p:txBody>
      </p:sp>
      <p:sp>
        <p:nvSpPr>
          <p:cNvPr id="18" name="C5 M2 mark"/>
          <p:cNvSpPr txBox="1"/>
          <p:nvPr/>
        </p:nvSpPr>
        <p:spPr>
          <a:xfrm>
            <a:off x="5486400" y="17979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800" dirty="0"/>
          </a:p>
        </p:txBody>
      </p:sp>
      <p:sp>
        <p:nvSpPr>
          <p:cNvPr id="21" name="C8 M3 mark"/>
          <p:cNvSpPr txBox="1"/>
          <p:nvPr/>
        </p:nvSpPr>
        <p:spPr>
          <a:xfrm>
            <a:off x="3703320" y="20058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7531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وُيۡأَ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5331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346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إِيۡ</a:t>
            </a:r>
            <a:endParaRPr lang="ar-SA" sz="8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451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603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بُيۡ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065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2433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تَيۡ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58558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1512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ثِيۡ</a:t>
            </a:r>
            <a:endParaRPr lang="ar-SA" sz="9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E"/>
          </a:solidFill>
          <a:ln w="12700">
            <a:solidFill>
              <a:srgbClr val="52E0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58069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36036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جُيۡ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1117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حَيۡ</a:t>
            </a:r>
            <a:endParaRPr lang="ar-SA" sz="9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601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1117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خِيۡ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30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304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926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دُيۡ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66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7666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5623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ذَيۡ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7ED5E"/>
          </a:solidFill>
          <a:ln w="12700">
            <a:solidFill>
              <a:srgbClr val="A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4235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4235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0594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رِيۡ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FDB70"/>
          </a:solidFill>
          <a:ln w="12700">
            <a:solidFill>
              <a:srgbClr val="C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82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68275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45315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زُيۡ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247"/>
          </a:solidFill>
          <a:ln w="12700">
            <a:solidFill>
              <a:srgbClr val="D1A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68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686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3471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سَيۡ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19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51954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3471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شِيۡ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190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1909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5367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صُيۡ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55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5536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0743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ضَيۡ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AED"/>
          </a:solidFill>
          <a:ln w="12700">
            <a:solidFill>
              <a:srgbClr val="5EC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3714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5909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طِيۡ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652"/>
          </a:solidFill>
          <a:ln w="12700">
            <a:solidFill>
              <a:srgbClr val="E08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D"/>
          </a:solidFill>
          <a:ln w="12700">
            <a:solidFill>
              <a:srgbClr val="70DB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8266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82667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415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ظُيۡ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46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464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0915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عَيۡ</a:t>
            </a:r>
            <a:endParaRPr lang="ar-SA" sz="9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896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8965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0594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غِيۡ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8072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8072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3239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فُيۡ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809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68097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480737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قَيۡ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C5EED"/>
          </a:solidFill>
          <a:ln w="12700">
            <a:solidFill>
              <a:srgbClr val="E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284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2846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كِيۡ</a:t>
            </a:r>
            <a:endParaRPr lang="ar-SA" sz="9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3"/>
          </a:solidFill>
          <a:ln w="12700">
            <a:solidFill>
              <a:srgbClr val="52E0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435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2 M1 mark"/>
          <p:cNvSpPr txBox="1"/>
          <p:nvPr/>
        </p:nvSpPr>
        <p:spPr>
          <a:xfrm>
            <a:off x="6720840" y="174355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4415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لُيۡ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330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3304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0594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مَيۡ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4747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4747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30594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نِيۡ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268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7268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3938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هُيۡ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703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5600" dirty="0"/>
          </a:p>
        </p:txBody>
      </p:sp>
      <p:sp>
        <p:nvSpPr>
          <p:cNvPr id="14" name="C2 M1 mark"/>
          <p:cNvSpPr txBox="1"/>
          <p:nvPr/>
        </p:nvSpPr>
        <p:spPr>
          <a:xfrm>
            <a:off x="6720840" y="157038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M2 mark"/>
          <p:cNvSpPr txBox="1"/>
          <p:nvPr/>
        </p:nvSpPr>
        <p:spPr>
          <a:xfrm>
            <a:off x="4343400" y="154513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30594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وَيۡ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95E"/>
          </a:solidFill>
          <a:ln w="12700">
            <a:solidFill>
              <a:srgbClr val="EDC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39627" y="896112"/>
            <a:ext cx="28636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39627" y="896112"/>
            <a:ext cx="28636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أَنۡعَمۡتَ</a:t>
            </a:r>
            <a:endParaRPr lang="ar-SA" sz="4400" dirty="0"/>
          </a:p>
        </p:txBody>
      </p:sp>
      <p:sp>
        <p:nvSpPr>
          <p:cNvPr id="20" name="C2 W2 pill"/>
          <p:cNvSpPr/>
          <p:nvPr/>
        </p:nvSpPr>
        <p:spPr>
          <a:xfrm>
            <a:off x="1640690" y="896112"/>
            <a:ext cx="267889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2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640690" y="896112"/>
            <a:ext cx="267889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عَلَيۡهِمۡ</a:t>
            </a:r>
            <a:endParaRPr lang="ar-SA" sz="4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1979016" y="2834640"/>
            <a:ext cx="518596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1979016" y="2834640"/>
            <a:ext cx="518596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أَنۡعَمۡتَ عَلَيۡهِمۡ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4E0"/>
          </a:solidFill>
          <a:ln w="12700">
            <a:solidFill>
              <a:srgbClr val="526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7336461" y="896112"/>
            <a:ext cx="1277815" cy="1371600"/>
          </a:xfrm>
          <a:prstGeom prst="roundRect">
            <a:avLst>
              <a:gd name="adj" fmla="val 28624"/>
            </a:avLst>
          </a:prstGeom>
          <a:solidFill>
            <a:srgbClr val="FFFFFF"/>
          </a:solidFill>
          <a:ln w="76200">
            <a:solidFill>
              <a:srgbClr val="3D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7336461" y="896112"/>
            <a:ext cx="12778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إِنَّآ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3855188" y="896112"/>
            <a:ext cx="31612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D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855188" y="896112"/>
            <a:ext cx="31612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أَعۡطَيۡنَٰكَ</a:t>
            </a:r>
            <a:endParaRPr lang="ar-SA" sz="4400" dirty="0"/>
          </a:p>
        </p:txBody>
      </p:sp>
      <p:sp>
        <p:nvSpPr>
          <p:cNvPr id="19" name="C3 W3 pill"/>
          <p:cNvSpPr/>
          <p:nvPr/>
        </p:nvSpPr>
        <p:spPr>
          <a:xfrm>
            <a:off x="529723" y="896112"/>
            <a:ext cx="30054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D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529723" y="896112"/>
            <a:ext cx="30054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ٱلۡكَوۡثَرَ</a:t>
            </a:r>
            <a:endParaRPr lang="ar-SA" sz="44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1347867" y="2834640"/>
            <a:ext cx="64482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1347867" y="2834640"/>
            <a:ext cx="64482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إِنَّآ أَعۡطَيۡنَٰكَ ٱلۡكَوۡثَرَ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D64"/>
          </a:solidFill>
          <a:ln w="12700">
            <a:solidFill>
              <a:srgbClr val="D86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916080" y="896112"/>
            <a:ext cx="17350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916080" y="896112"/>
            <a:ext cx="17350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غَيۡرِ</a:t>
            </a:r>
            <a:endParaRPr lang="ar-SA" sz="3800" dirty="0"/>
          </a:p>
        </p:txBody>
      </p:sp>
      <p:sp>
        <p:nvSpPr>
          <p:cNvPr id="12" name="C2 W2 pill"/>
          <p:cNvSpPr/>
          <p:nvPr/>
        </p:nvSpPr>
        <p:spPr>
          <a:xfrm>
            <a:off x="3231254" y="896112"/>
            <a:ext cx="33647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F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231254" y="896112"/>
            <a:ext cx="33647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ٱلۡمَغۡضُوبِ</a:t>
            </a:r>
            <a:endParaRPr lang="ar-SA" sz="3800" dirty="0"/>
          </a:p>
        </p:txBody>
      </p:sp>
      <p:sp>
        <p:nvSpPr>
          <p:cNvPr id="14" name="C3 W3 pill"/>
          <p:cNvSpPr/>
          <p:nvPr/>
        </p:nvSpPr>
        <p:spPr>
          <a:xfrm>
            <a:off x="492881" y="896112"/>
            <a:ext cx="24183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492881" y="896112"/>
            <a:ext cx="24183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عَلَيۡهِمۡ</a:t>
            </a:r>
            <a:endParaRPr lang="ar-SA" sz="38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801177" y="2834640"/>
            <a:ext cx="754164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801177" y="2834640"/>
            <a:ext cx="754164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غَيۡرِ ٱلۡمَغۡضُوبِ عَلَيۡهِمۡ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160</Slides>
  <Notes>160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160</vt:i4>
      </vt:variant>
    </vt:vector>
  </HeadingPairs>
  <TitlesOfParts>
    <vt:vector size="1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Sukun 03-noon-ya</dc:title>
  <dc:subject>PptxGenJS Presentation</dc:subject>
  <dc:creator>PptxGenJS</dc:creator>
  <cp:lastModifiedBy>PptxGenJS</cp:lastModifiedBy>
  <cp:revision>1</cp:revision>
  <dcterms:created xsi:type="dcterms:W3CDTF">2026-10-21T19:08:31Z</dcterms:created>
  <dcterms:modified xsi:type="dcterms:W3CDTF">2026-10-21T19:08:31Z</dcterms:modified>
</cp:coreProperties>
</file>