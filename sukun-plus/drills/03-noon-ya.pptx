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notesMaster" Target="notesMasters/notesMaster1.xml"/><Relationship Id="rId163" Type="http://schemas.openxmlformats.org/officeDocument/2006/relationships/presProps" Target="presProps.xml"/><Relationship Id="rId164" Type="http://schemas.openxmlformats.org/officeDocument/2006/relationships/viewProps" Target="viewProps.xml"/><Relationship Id="rId165" Type="http://schemas.openxmlformats.org/officeDocument/2006/relationships/theme" Target="theme/theme1.xml"/><Relationship Id="rId1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106030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82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25726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</a:t>
            </a:r>
            <a:endParaRPr lang="ar-SA" sz="82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DED"/>
          </a:solidFill>
          <a:ln w="12700">
            <a:solidFill>
              <a:srgbClr val="5EC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857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8571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659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452"/>
          </a:solidFill>
          <a:ln w="12700">
            <a:solidFill>
              <a:srgbClr val="E08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B"/>
          </a:solidFill>
          <a:ln w="12700">
            <a:solidFill>
              <a:srgbClr val="70DBC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4785"/>
          </a:solidFill>
          <a:ln w="12700">
            <a:solidFill>
              <a:srgbClr val="5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8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48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9979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إِنۡ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5"/>
          </a:solidFill>
          <a:ln w="12700">
            <a:solidFill>
              <a:srgbClr val="64D8A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D"/>
          </a:solidFill>
          <a:ln w="12700">
            <a:solidFill>
              <a:srgbClr val="47D17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9197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9197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3253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أُنۡ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2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32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642B"/>
          </a:solidFill>
          <a:ln w="12700">
            <a:solidFill>
              <a:srgbClr val="5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7934"/>
          </a:solidFill>
          <a:ln w="12700">
            <a:solidFill>
              <a:srgbClr val="4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747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747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2944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نِبۡ</a:t>
            </a:r>
            <a:endParaRPr lang="ar-SA" sz="9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07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707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235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نُتۡ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A5EED"/>
          </a:solidFill>
          <a:ln w="12700">
            <a:solidFill>
              <a:srgbClr val="E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84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2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84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2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0881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نَثۡ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0"/>
          </a:solidFill>
          <a:ln w="12700">
            <a:solidFill>
              <a:srgbClr val="52E06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170DB"/>
          </a:solidFill>
          <a:ln w="12700">
            <a:solidFill>
              <a:srgbClr val="B1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B"/>
          </a:solidFill>
          <a:ln w="12700">
            <a:solidFill>
              <a:srgbClr val="8547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747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747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864D8"/>
          </a:solidFill>
          <a:ln w="12700">
            <a:solidFill>
              <a:srgbClr val="8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B47D1"/>
          </a:solidFill>
          <a:ln w="12700">
            <a:solidFill>
              <a:srgbClr val="5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699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699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25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نُحۡ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95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395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3"/>
          </a:solidFill>
          <a:ln w="12700">
            <a:solidFill>
              <a:srgbClr val="2B64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879"/>
          </a:solidFill>
          <a:ln w="12700">
            <a:solidFill>
              <a:srgbClr val="345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32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321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08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نِدۡ</a:t>
            </a:r>
            <a:endParaRPr lang="ar-SA" sz="10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680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680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350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نُذۡ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65E"/>
          </a:solidFill>
          <a:ln w="12700">
            <a:solidFill>
              <a:srgbClr val="EDC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231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231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110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نَرۡ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7E0"/>
          </a:solidFill>
          <a:ln w="12700">
            <a:solidFill>
              <a:srgbClr val="526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670"/>
          </a:solidFill>
          <a:ln w="12700">
            <a:solidFill>
              <a:srgbClr val="DB9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B8547"/>
          </a:solidFill>
          <a:ln w="12700">
            <a:solidFill>
              <a:srgbClr val="5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553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5535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B64"/>
          </a:solidFill>
          <a:ln w="12700">
            <a:solidFill>
              <a:srgbClr val="D86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6"/>
          </a:solidFill>
          <a:ln w="12700">
            <a:solidFill>
              <a:srgbClr val="D1475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26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726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941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نُسۡ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446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446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43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نَشۡ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A"/>
          </a:solidFill>
          <a:ln w="12700">
            <a:solidFill>
              <a:srgbClr val="7934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01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01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3761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نِصۡ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343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7343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977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نُضۡ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3"/>
          </a:solidFill>
          <a:ln w="12700">
            <a:solidFill>
              <a:srgbClr val="5EED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43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43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323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نَطۡ</a:t>
            </a:r>
            <a:endParaRPr lang="ar-SA" sz="9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A"/>
          </a:solidFill>
          <a:ln w="12700">
            <a:solidFill>
              <a:srgbClr val="E0528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7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B"/>
          </a:solidFill>
          <a:ln w="12700">
            <a:solidFill>
              <a:srgbClr val="70DB7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A85"/>
          </a:solidFill>
          <a:ln w="12700">
            <a:solidFill>
              <a:srgbClr val="476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86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86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414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نِظۡ</a:t>
            </a:r>
            <a:endParaRPr lang="ar-SA" sz="9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AD864"/>
          </a:solidFill>
          <a:ln w="12700">
            <a:solidFill>
              <a:srgbClr val="7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8D147"/>
          </a:solidFill>
          <a:ln w="12700">
            <a:solidFill>
              <a:srgbClr val="7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03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703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25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نُعۡ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95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395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نَغۡ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62B"/>
          </a:solidFill>
          <a:ln w="12700">
            <a:solidFill>
              <a:srgbClr val="644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834"/>
          </a:solidFill>
          <a:ln w="12700">
            <a:solidFill>
              <a:srgbClr val="797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01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01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071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نِفۡ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07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707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338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نُقۡ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F5EED"/>
          </a:solidFill>
          <a:ln w="12700">
            <a:solidFill>
              <a:srgbClr val="7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43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43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607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نَكۡ</a:t>
            </a:r>
            <a:endParaRPr lang="ar-SA" sz="9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EE052"/>
          </a:solidFill>
          <a:ln w="12700">
            <a:solidFill>
              <a:srgbClr val="A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0DB"/>
          </a:solidFill>
          <a:ln w="12700">
            <a:solidFill>
              <a:srgbClr val="708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9"/>
          </a:solidFill>
          <a:ln w="12700">
            <a:solidFill>
              <a:srgbClr val="8547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86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863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2405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نِلۡ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7D8"/>
          </a:solidFill>
          <a:ln w="12700">
            <a:solidFill>
              <a:srgbClr val="649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BD1"/>
          </a:solidFill>
          <a:ln w="12700">
            <a:solidFill>
              <a:srgbClr val="479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687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687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250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نُمۡ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أَنۡبَ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7"/>
          </a:solidFill>
          <a:ln w="12700">
            <a:solidFill>
              <a:srgbClr val="3479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244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244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43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بِنۡتَ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907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تُنۡثَ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1"/>
          </a:solidFill>
          <a:ln w="12700">
            <a:solidFill>
              <a:srgbClr val="ED5E6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ثَنۡجَ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2E0"/>
          </a:solidFill>
          <a:ln w="12700">
            <a:solidFill>
              <a:srgbClr val="52D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30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6830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22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جِنۡحَ</a:t>
            </a:r>
            <a:endParaRPr lang="ar-SA" sz="7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4"/>
          </a:solidFill>
          <a:ln w="12700">
            <a:solidFill>
              <a:srgbClr val="D864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D"/>
          </a:solidFill>
          <a:ln w="12700">
            <a:solidFill>
              <a:srgbClr val="D147B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1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حُنۡخَ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28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خَنۡدَ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4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740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دِنۡذَ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76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ذُنۡرَ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5ED5E"/>
          </a:solidFill>
          <a:ln w="12700">
            <a:solidFill>
              <a:srgbClr val="8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549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رَنۡزَ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C52E0"/>
          </a:solidFill>
          <a:ln w="12700">
            <a:solidFill>
              <a:srgbClr val="C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5DB70"/>
          </a:solidFill>
          <a:ln w="12700">
            <a:solidFill>
              <a:srgbClr val="B5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2"/>
          </a:solidFill>
          <a:ln w="12700">
            <a:solidFill>
              <a:srgbClr val="4785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12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963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زِنۡسَ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D864"/>
          </a:solidFill>
          <a:ln w="12700">
            <a:solidFill>
              <a:srgbClr val="D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347"/>
          </a:solidFill>
          <a:ln w="12700">
            <a:solidFill>
              <a:srgbClr val="D1C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48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42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سُنۡشَ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3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شَنۡصَ</a:t>
            </a:r>
            <a:endParaRPr lang="ar-SA" sz="5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434"/>
          </a:solidFill>
          <a:ln w="12700">
            <a:solidFill>
              <a:srgbClr val="794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061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10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صِنۡضَ</a:t>
            </a:r>
            <a:endParaRPr lang="ar-SA" sz="5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707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ضُنۡطَ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9ED"/>
          </a:solidFill>
          <a:ln w="12700">
            <a:solidFill>
              <a:srgbClr val="5EA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658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طَنۡظَ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1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852"/>
          </a:solidFill>
          <a:ln w="12700">
            <a:solidFill>
              <a:srgbClr val="E0A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7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0DB"/>
          </a:solidFill>
          <a:ln w="12700">
            <a:solidFill>
              <a:srgbClr val="70D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84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84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270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ظِنۡعَ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3"/>
          </a:solidFill>
          <a:ln w="12700">
            <a:solidFill>
              <a:srgbClr val="64D8C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1"/>
          </a:solidFill>
          <a:ln w="12700">
            <a:solidFill>
              <a:srgbClr val="47D1A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9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92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عُنۡغَ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595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غَنۡفَ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8642B"/>
          </a:solidFill>
          <a:ln w="12700">
            <a:solidFill>
              <a:srgbClr val="4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57934"/>
          </a:solidFill>
          <a:ln w="12700">
            <a:solidFill>
              <a:srgbClr val="3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9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90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82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فِنۡقَ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51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400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قُنۡكَ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C"/>
          </a:solidFill>
          <a:ln w="12700">
            <a:solidFill>
              <a:srgbClr val="ED5E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6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كَنۡلَ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5"/>
          </a:solidFill>
          <a:ln w="12700">
            <a:solidFill>
              <a:srgbClr val="52E08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70DB"/>
          </a:solidFill>
          <a:ln w="12700">
            <a:solidFill>
              <a:srgbClr val="C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79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22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لِنۡمَ</a:t>
            </a:r>
            <a:endParaRPr lang="ar-SA" sz="7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664D8"/>
          </a:solidFill>
          <a:ln w="12700">
            <a:solidFill>
              <a:srgbClr val="A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E47D1"/>
          </a:solidFill>
          <a:ln w="12700">
            <a:solidFill>
              <a:srgbClr val="7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مُنۡأَ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48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483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9979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إِنۡ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35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351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بُنۡ</a:t>
            </a:r>
            <a:endParaRPr lang="ar-SA" sz="9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7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71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1104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تَنۡ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B5E"/>
          </a:solidFill>
          <a:ln w="12700">
            <a:solidFill>
              <a:srgbClr val="EDE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17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17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ثِنۡ</a:t>
            </a:r>
            <a:endParaRPr lang="ar-SA" sz="9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152E0"/>
          </a:solidFill>
          <a:ln w="12700">
            <a:solidFill>
              <a:srgbClr val="6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170"/>
          </a:solidFill>
          <a:ln w="12700">
            <a:solidFill>
              <a:srgbClr val="DBB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6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67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جُنۡ</a:t>
            </a:r>
            <a:endParaRPr lang="ar-SA" sz="9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964"/>
          </a:solidFill>
          <a:ln w="12700">
            <a:solidFill>
              <a:srgbClr val="D88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C47"/>
          </a:solidFill>
          <a:ln w="12700">
            <a:solidFill>
              <a:srgbClr val="D15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9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99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حَنۡ</a:t>
            </a:r>
            <a:endParaRPr lang="ar-SA" sz="9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518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518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خِنۡ</a:t>
            </a:r>
            <a:endParaRPr lang="ar-SA" sz="9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317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317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1029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دُنۡ</a:t>
            </a:r>
            <a:endParaRPr lang="ar-SA" sz="98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93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935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507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ذَنۡ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139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139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2465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رِنۡ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7"/>
          </a:solidFill>
          <a:ln w="12700">
            <a:solidFill>
              <a:srgbClr val="70DB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A85"/>
          </a:solidFill>
          <a:ln w="12700">
            <a:solidFill>
              <a:srgbClr val="475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824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824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3987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زُنۡ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C"/>
          </a:solidFill>
          <a:ln w="12700">
            <a:solidFill>
              <a:srgbClr val="64D86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5D147"/>
          </a:solidFill>
          <a:ln w="12700">
            <a:solidFill>
              <a:srgbClr val="5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42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42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78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سَنۡ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133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1339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0478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شِنۡ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1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65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65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0478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صُنۡ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40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78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ضَنۡ</a:t>
            </a:r>
            <a:endParaRPr lang="ar-SA" sz="8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5EED"/>
          </a:solidFill>
          <a:ln w="12700">
            <a:solidFill>
              <a:srgbClr val="A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52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520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0362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طِنۡ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9E052"/>
          </a:solidFill>
          <a:ln w="12700">
            <a:solidFill>
              <a:srgbClr val="8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C70DB"/>
          </a:solidFill>
          <a:ln w="12700">
            <a:solidFill>
              <a:srgbClr val="7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314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314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ظُنۡ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9D8"/>
          </a:solidFill>
          <a:ln w="12700">
            <a:solidFill>
              <a:srgbClr val="647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7D1"/>
          </a:solidFill>
          <a:ln w="12700">
            <a:solidFill>
              <a:srgbClr val="477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0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04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عَنۡ</a:t>
            </a:r>
            <a:endParaRPr lang="ar-SA" sz="9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82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82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غِنۡ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7"/>
          </a:solidFill>
          <a:ln w="12700">
            <a:solidFill>
              <a:srgbClr val="2B64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113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8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113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203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فُنۡ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05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05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84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قَنۡ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05E"/>
          </a:solidFill>
          <a:ln w="12700">
            <a:solidFill>
              <a:srgbClr val="ED8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262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8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2620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كِنۡ</a:t>
            </a:r>
            <a:endParaRPr lang="ar-SA" sz="9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44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DE0"/>
          </a:solidFill>
          <a:ln w="12700">
            <a:solidFill>
              <a:srgbClr val="52A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F"/>
          </a:solidFill>
          <a:ln w="12700">
            <a:solidFill>
              <a:srgbClr val="DB70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454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454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لُنۡ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6"/>
          </a:solidFill>
          <a:ln w="12700">
            <a:solidFill>
              <a:srgbClr val="D8649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273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273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مَنۡ</a:t>
            </a:r>
            <a:endParaRPr lang="ar-SA" sz="9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589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589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71644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يَأۡ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3794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3794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321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يِبۡ</a:t>
            </a:r>
            <a:endParaRPr lang="ar-SA" sz="9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33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33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3415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يُتۡ</a:t>
            </a:r>
            <a:endParaRPr lang="ar-SA" sz="9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0ED5E"/>
          </a:solidFill>
          <a:ln w="12700">
            <a:solidFill>
              <a:srgbClr val="6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830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2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830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2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9946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يَثۡ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3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794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37942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يِجۡ</a:t>
            </a:r>
            <a:endParaRPr lang="ar-SA" sz="9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D864"/>
          </a:solidFill>
          <a:ln w="12700">
            <a:solidFill>
              <a:srgbClr val="B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CD147"/>
          </a:solidFill>
          <a:ln w="12700">
            <a:solidFill>
              <a:srgbClr val="B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274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274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يُحۡ</a:t>
            </a:r>
            <a:endParaRPr lang="ar-SA" sz="9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870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870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يَخۡ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3180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6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31809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6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0886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يِدۡ</a:t>
            </a:r>
            <a:endParaRPr lang="ar-SA" sz="9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127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6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1279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6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256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يُذۡ</a:t>
            </a:r>
            <a:endParaRPr lang="ar-SA" sz="8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4ED"/>
          </a:solidFill>
          <a:ln w="12700">
            <a:solidFill>
              <a:srgbClr val="5E8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228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228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9194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يَرۡ</a:t>
            </a:r>
            <a:endParaRPr lang="ar-SA" sz="10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D52"/>
          </a:solidFill>
          <a:ln w="12700">
            <a:solidFill>
              <a:srgbClr val="E0C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515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3515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702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يِزۡ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0D8"/>
          </a:solidFill>
          <a:ln w="12700">
            <a:solidFill>
              <a:srgbClr val="64D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4"/>
          </a:solidFill>
          <a:ln w="12700">
            <a:solidFill>
              <a:srgbClr val="47D1C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7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7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6505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يُسۡ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071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0711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843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يَشۡ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184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184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715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يِصۡ</a:t>
            </a:r>
            <a:endParaRPr lang="ar-SA" sz="8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3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3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4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4792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يُضۡ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66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66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704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يَطۡ</a:t>
            </a:r>
            <a:endParaRPr lang="ar-SA" sz="9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9"/>
          </a:solidFill>
          <a:ln w="12700">
            <a:solidFill>
              <a:srgbClr val="52E0A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961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3961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843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يِظۡ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03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5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03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يُعۡ</a:t>
            </a:r>
            <a:endParaRPr lang="ar-SA" sz="9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870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870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يَغۡ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184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184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0716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يِفۡ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33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33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يُقۡ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BED5E"/>
          </a:solidFill>
          <a:ln w="12700">
            <a:solidFill>
              <a:srgbClr val="C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66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66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9519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13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يَكۡ</a:t>
            </a:r>
            <a:endParaRPr lang="ar-SA" sz="9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3961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3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3961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53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3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374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3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96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يِلۡ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664"/>
          </a:solidFill>
          <a:ln w="12700">
            <a:solidFill>
              <a:srgbClr val="D8A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F47"/>
          </a:solidFill>
          <a:ln w="12700">
            <a:solidFill>
              <a:srgbClr val="D17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186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186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582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7092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يُمۡ</a:t>
            </a:r>
            <a:endParaRPr lang="ar-SA" sz="9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589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8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589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8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4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900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يَنۡ</a:t>
            </a:r>
            <a:endParaRPr lang="ar-SA" sz="9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3292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6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3292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6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664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45563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يِهۡ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4922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6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4922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6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880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4588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يُوۡ</a:t>
            </a:r>
            <a:endParaRPr lang="ar-SA" sz="10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C"/>
          </a:solidFill>
          <a:ln w="12700">
            <a:solidFill>
              <a:srgbClr val="5EED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أَيۡبَ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252"/>
          </a:solidFill>
          <a:ln w="12700">
            <a:solidFill>
              <a:srgbClr val="E06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2"/>
          </a:solidFill>
          <a:ln w="12700">
            <a:solidFill>
              <a:srgbClr val="70DBB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B85"/>
          </a:solidFill>
          <a:ln w="12700">
            <a:solidFill>
              <a:srgbClr val="474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330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09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بِيۡتَ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9"/>
          </a:solidFill>
          <a:ln w="12700">
            <a:solidFill>
              <a:srgbClr val="64D88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D"/>
          </a:solidFill>
          <a:ln w="12700">
            <a:solidFill>
              <a:srgbClr val="47D1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16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38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تُيۡثَ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ثَيۡجَ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32B"/>
          </a:solidFill>
          <a:ln w="12700">
            <a:solidFill>
              <a:srgbClr val="646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4527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جِيۡحَ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حُيۡخَ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85EED"/>
          </a:solidFill>
          <a:ln w="12700">
            <a:solidFill>
              <a:srgbClr val="C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1043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خَيۡدَ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E052"/>
          </a:solidFill>
          <a:ln w="12700">
            <a:solidFill>
              <a:srgbClr val="6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770DB"/>
          </a:solidFill>
          <a:ln w="12700">
            <a:solidFill>
              <a:srgbClr val="97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0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0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552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دِيۡذَ</a:t>
            </a:r>
            <a:endParaRPr lang="ar-SA" sz="8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64D8"/>
          </a:solidFill>
          <a:ln w="12700">
            <a:solidFill>
              <a:srgbClr val="6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4D1"/>
          </a:solidFill>
          <a:ln w="12700">
            <a:solidFill>
              <a:srgbClr val="475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72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72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4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ذُيۡرَ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832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رَيۡزَ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979"/>
          </a:solidFill>
          <a:ln w="12700">
            <a:solidFill>
              <a:srgbClr val="346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68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680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167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زِيۡسَ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0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42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سُيۡشَ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45E"/>
          </a:solidFill>
          <a:ln w="12700">
            <a:solidFill>
              <a:srgbClr val="EDA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34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شَيۡصَ</a:t>
            </a:r>
            <a:endParaRPr lang="ar-SA" sz="5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43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9E0"/>
          </a:solidFill>
          <a:ln w="12700">
            <a:solidFill>
              <a:srgbClr val="528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156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156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102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صِيۡضَ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8"/>
          </a:solidFill>
          <a:ln w="12700">
            <a:solidFill>
              <a:srgbClr val="D864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7"/>
          </a:solidFill>
          <a:ln w="12700">
            <a:solidFill>
              <a:srgbClr val="D1477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68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648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ضُيۡطَ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598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طَيۡظَ</a:t>
            </a:r>
            <a:endParaRPr lang="ar-SA" sz="6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04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04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486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ظِيۡعَ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435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عُيۡغَ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1"/>
          </a:solidFill>
          <a:ln w="12700">
            <a:solidFill>
              <a:srgbClr val="5EED8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533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غَيۡفَ</a:t>
            </a:r>
            <a:endParaRPr lang="ar-SA" sz="6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C"/>
          </a:solidFill>
          <a:ln w="12700">
            <a:solidFill>
              <a:srgbClr val="E052A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FDB70"/>
          </a:solidFill>
          <a:ln w="12700">
            <a:solidFill>
              <a:srgbClr val="7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1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1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625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فِيۡقَ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D864"/>
          </a:solidFill>
          <a:ln w="12700">
            <a:solidFill>
              <a:srgbClr val="9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D147"/>
          </a:solidFill>
          <a:ln w="12700">
            <a:solidFill>
              <a:srgbClr val="9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4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32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قُيۡكَ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656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كَيۡلَ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734"/>
          </a:solidFill>
          <a:ln w="12700">
            <a:solidFill>
              <a:srgbClr val="796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لِيۡمَ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8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574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مُيۡنَ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0ED"/>
          </a:solidFill>
          <a:ln w="12700">
            <a:solidFill>
              <a:srgbClr val="5E6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364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نَيۡهَ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0E052"/>
          </a:solidFill>
          <a:ln w="12700">
            <a:solidFill>
              <a:srgbClr val="D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9DB"/>
          </a:solidFill>
          <a:ln w="12700">
            <a:solidFill>
              <a:srgbClr val="709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7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285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هِيۡوَ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2D8"/>
          </a:solidFill>
          <a:ln w="12700">
            <a:solidFill>
              <a:srgbClr val="64B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BD1"/>
          </a:solidFill>
          <a:ln w="12700">
            <a:solidFill>
              <a:srgbClr val="47BB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9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92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531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وُيۡأَ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533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346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إِيۡ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2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6"/>
          </a:solidFill>
          <a:ln w="12700">
            <a:solidFill>
              <a:srgbClr val="3479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60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بُيۡ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657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2433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تَيۡ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3"/>
          </a:solidFill>
          <a:ln w="12700">
            <a:solidFill>
              <a:srgbClr val="ED5E8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558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151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ثِيۡ</a:t>
            </a:r>
            <a:endParaRPr lang="ar-SA" sz="9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E"/>
          </a:solidFill>
          <a:ln w="12700">
            <a:solidFill>
              <a:srgbClr val="52E0C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4"/>
          </a:solidFill>
          <a:ln w="12700">
            <a:solidFill>
              <a:srgbClr val="DB70B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247"/>
          </a:solidFill>
          <a:ln w="12700">
            <a:solidFill>
              <a:srgbClr val="857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806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36036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جُيۡ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F"/>
          </a:solidFill>
          <a:ln w="12700">
            <a:solidFill>
              <a:srgbClr val="D864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47D1"/>
          </a:solidFill>
          <a:ln w="12700">
            <a:solidFill>
              <a:srgbClr val="C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1117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حَيۡ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601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1117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خِيۡ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43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A64"/>
          </a:solidFill>
          <a:ln w="12700">
            <a:solidFill>
              <a:srgbClr val="2B3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3040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926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دُيۡ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6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66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562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ذَيۡ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7ED5E"/>
          </a:solidFill>
          <a:ln w="12700">
            <a:solidFill>
              <a:srgbClr val="A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235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059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رِيۡ</a:t>
            </a:r>
            <a:endParaRPr lang="ar-SA" sz="9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A52E0"/>
          </a:solidFill>
          <a:ln w="12700">
            <a:solidFill>
              <a:srgbClr val="A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FDB70"/>
          </a:solidFill>
          <a:ln w="12700">
            <a:solidFill>
              <a:srgbClr val="C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827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45315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زُيۡ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464"/>
          </a:solidFill>
          <a:ln w="12700">
            <a:solidFill>
              <a:srgbClr val="D8C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247"/>
          </a:solidFill>
          <a:ln w="12700">
            <a:solidFill>
              <a:srgbClr val="D1A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68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686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347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سَيۡ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1954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347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شِيۡ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8"/>
          </a:solidFill>
          <a:ln w="12700">
            <a:solidFill>
              <a:srgbClr val="642B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190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536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صُيۡ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5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53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074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ضَيۡ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AED"/>
          </a:solidFill>
          <a:ln w="12700">
            <a:solidFill>
              <a:srgbClr val="5EC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3714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5909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طِيۡ</a:t>
            </a:r>
            <a:endParaRPr lang="ar-SA" sz="8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43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652"/>
          </a:solidFill>
          <a:ln w="12700">
            <a:solidFill>
              <a:srgbClr val="E08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D"/>
          </a:solidFill>
          <a:ln w="12700">
            <a:solidFill>
              <a:srgbClr val="70DBC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4785"/>
          </a:solidFill>
          <a:ln w="12700">
            <a:solidFill>
              <a:srgbClr val="5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2667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41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ظُيۡ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7"/>
          </a:solidFill>
          <a:ln w="12700">
            <a:solidFill>
              <a:srgbClr val="64D8A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0"/>
          </a:solidFill>
          <a:ln w="12700">
            <a:solidFill>
              <a:srgbClr val="47D18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46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46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0915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عَيۡ</a:t>
            </a:r>
            <a:endParaRPr lang="ar-SA" sz="9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896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059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غِيۡ</a:t>
            </a:r>
            <a:endParaRPr lang="ar-SA" sz="9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67934"/>
          </a:solidFill>
          <a:ln w="12700">
            <a:solidFill>
              <a:srgbClr val="4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07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07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3239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فُيۡ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0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0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8073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قَيۡ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C5EED"/>
          </a:solidFill>
          <a:ln w="12700">
            <a:solidFill>
              <a:srgbClr val="E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28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284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4529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كِيۡ</a:t>
            </a:r>
            <a:endParaRPr lang="ar-SA" sz="9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2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3"/>
          </a:solidFill>
          <a:ln w="12700">
            <a:solidFill>
              <a:srgbClr val="52E0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70DB"/>
          </a:solidFill>
          <a:ln w="12700">
            <a:solidFill>
              <a:srgbClr val="B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A"/>
          </a:solidFill>
          <a:ln w="12700">
            <a:solidFill>
              <a:srgbClr val="8547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435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435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41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لُيۡ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64D8"/>
          </a:solidFill>
          <a:ln w="12700">
            <a:solidFill>
              <a:srgbClr val="8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47D1"/>
          </a:solidFill>
          <a:ln w="12700">
            <a:solidFill>
              <a:srgbClr val="5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33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33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059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مَيۡ</a:t>
            </a:r>
            <a:endParaRPr lang="ar-SA" sz="9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747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747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059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نِيۡ</a:t>
            </a:r>
            <a:endParaRPr lang="ar-SA" sz="9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268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2684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3938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هُيۡ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0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038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451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3059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وَيۡ</a:t>
            </a:r>
            <a:endParaRPr lang="ar-SA" sz="9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95E"/>
          </a:solidFill>
          <a:ln w="12700">
            <a:solidFill>
              <a:srgbClr val="EDC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39627" y="896112"/>
            <a:ext cx="28636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2E236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39627" y="896112"/>
            <a:ext cx="28636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أَنۡعَمۡتَ</a:t>
            </a:r>
            <a:endParaRPr lang="ar-SA" sz="4400" dirty="0"/>
          </a:p>
        </p:txBody>
      </p:sp>
      <p:sp>
        <p:nvSpPr>
          <p:cNvPr id="20" name="C2 W2 pill"/>
          <p:cNvSpPr/>
          <p:nvPr/>
        </p:nvSpPr>
        <p:spPr>
          <a:xfrm>
            <a:off x="1640690" y="896112"/>
            <a:ext cx="267889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2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1640690" y="896112"/>
            <a:ext cx="267889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عَلَيۡهِمۡ</a:t>
            </a:r>
            <a:endParaRPr lang="ar-SA" sz="4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1979016" y="2834640"/>
            <a:ext cx="518596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1979016" y="2834640"/>
            <a:ext cx="518596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أَنۡعَمۡتَ عَلَيۡهِمۡ</a:t>
            </a:r>
            <a:endParaRPr lang="ar-SA" sz="4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4E0"/>
          </a:solidFill>
          <a:ln w="12700">
            <a:solidFill>
              <a:srgbClr val="526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870"/>
          </a:solidFill>
          <a:ln w="12700">
            <a:solidFill>
              <a:srgbClr val="DB9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7336461" y="896112"/>
            <a:ext cx="1277815" cy="1371600"/>
          </a:xfrm>
          <a:prstGeom prst="roundRect">
            <a:avLst>
              <a:gd name="adj" fmla="val 28624"/>
            </a:avLst>
          </a:prstGeom>
          <a:solidFill>
            <a:srgbClr val="FFFFFF"/>
          </a:solidFill>
          <a:ln w="76200">
            <a:solidFill>
              <a:srgbClr val="3D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7336461" y="896112"/>
            <a:ext cx="1277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إِنَّآ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3855188" y="896112"/>
            <a:ext cx="316123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D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855188" y="896112"/>
            <a:ext cx="316123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أَعۡطَيۡنَٰكَ</a:t>
            </a:r>
            <a:endParaRPr lang="ar-SA" sz="4400" dirty="0"/>
          </a:p>
        </p:txBody>
      </p:sp>
      <p:sp>
        <p:nvSpPr>
          <p:cNvPr id="19" name="C3 W3 pill"/>
          <p:cNvSpPr/>
          <p:nvPr/>
        </p:nvSpPr>
        <p:spPr>
          <a:xfrm>
            <a:off x="529723" y="896112"/>
            <a:ext cx="30054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D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529723" y="896112"/>
            <a:ext cx="30054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ٱلۡكَوۡثَرَ</a:t>
            </a:r>
            <a:endParaRPr lang="ar-SA" sz="44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1347867" y="2834640"/>
            <a:ext cx="64482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1347867" y="2834640"/>
            <a:ext cx="64482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إِنَّآ أَعۡطَيۡنَٰكَ ٱلۡكَوۡثَرَ</a:t>
            </a:r>
            <a:endParaRPr lang="ar-SA" sz="4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D64"/>
          </a:solidFill>
          <a:ln w="12700">
            <a:solidFill>
              <a:srgbClr val="D86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3"/>
          </a:solidFill>
          <a:ln w="12700">
            <a:solidFill>
              <a:srgbClr val="D147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16080" y="896112"/>
            <a:ext cx="17350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F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16080" y="896112"/>
            <a:ext cx="1735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غَيۡرِ</a:t>
            </a:r>
            <a:endParaRPr lang="ar-SA" sz="3800" dirty="0"/>
          </a:p>
        </p:txBody>
      </p:sp>
      <p:sp>
        <p:nvSpPr>
          <p:cNvPr id="12" name="C2 W2 pill"/>
          <p:cNvSpPr/>
          <p:nvPr/>
        </p:nvSpPr>
        <p:spPr>
          <a:xfrm>
            <a:off x="3231254" y="896112"/>
            <a:ext cx="336478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F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231254" y="896112"/>
            <a:ext cx="336478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ٱلۡمَغۡضُوبِ</a:t>
            </a:r>
            <a:endParaRPr lang="ar-SA" sz="3800" dirty="0"/>
          </a:p>
        </p:txBody>
      </p:sp>
      <p:sp>
        <p:nvSpPr>
          <p:cNvPr id="14" name="C3 W3 pill"/>
          <p:cNvSpPr/>
          <p:nvPr/>
        </p:nvSpPr>
        <p:spPr>
          <a:xfrm>
            <a:off x="492881" y="896112"/>
            <a:ext cx="24183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F36E2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492881" y="896112"/>
            <a:ext cx="24183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عَلَيۡهِمۡ</a:t>
            </a:r>
            <a:endParaRPr lang="ar-SA" sz="38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801177" y="2834640"/>
            <a:ext cx="75416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801177" y="2834640"/>
            <a:ext cx="75416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غَيۡرِ ٱلۡمَغۡضُوبِ عَلَيۡهِمۡ</a:t>
            </a:r>
            <a:endParaRPr lang="ar-SA" sz="4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160</Slides>
  <Notes>160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160</vt:i4>
      </vt:variant>
    </vt:vector>
  </HeadingPairs>
  <TitlesOfParts>
    <vt:vector size="1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03-noon-ya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