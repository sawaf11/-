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10463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4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28672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أَهۡ</a:t>
            </a:r>
            <a:endParaRPr lang="ar-SA" sz="84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7ED5E"/>
          </a:solidFill>
          <a:ln w="12700">
            <a:solidFill>
              <a:srgbClr val="7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8771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5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8771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947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أَهۡ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952E0"/>
          </a:solidFill>
          <a:ln w="12700">
            <a:solidFill>
              <a:srgbClr val="D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DB70"/>
          </a:solidFill>
          <a:ln w="12700">
            <a:solidFill>
              <a:srgbClr val="A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310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5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310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7426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إِهۡ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D864"/>
          </a:solidFill>
          <a:ln w="12700">
            <a:solidFill>
              <a:srgbClr val="C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D047"/>
          </a:solidFill>
          <a:ln w="12700">
            <a:solidFill>
              <a:srgbClr val="D1D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9473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9473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6097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أُهۡ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2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2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هَأۡ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5"/>
          </a:solidFill>
          <a:ln w="12700">
            <a:solidFill>
              <a:srgbClr val="642B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B34"/>
          </a:solidFill>
          <a:ln w="12700">
            <a:solidFill>
              <a:srgbClr val="794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446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446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3832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هِبۡ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55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55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419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هُتۡ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BED"/>
          </a:solidFill>
          <a:ln w="12700">
            <a:solidFill>
              <a:srgbClr val="5E9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3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2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913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2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0705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هَثۡ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652"/>
          </a:solidFill>
          <a:ln w="12700">
            <a:solidFill>
              <a:srgbClr val="E0B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6DB"/>
          </a:solidFill>
          <a:ln w="12700">
            <a:solidFill>
              <a:srgbClr val="70C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4785"/>
          </a:solidFill>
          <a:ln w="12700">
            <a:solidFill>
              <a:srgbClr val="6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446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446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E"/>
          </a:solidFill>
          <a:ln w="12700">
            <a:solidFill>
              <a:srgbClr val="64D8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E"/>
          </a:solidFill>
          <a:ln w="12700">
            <a:solidFill>
              <a:srgbClr val="47D1A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68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68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0425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هُحۡ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3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3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642B"/>
          </a:solidFill>
          <a:ln w="12700">
            <a:solidFill>
              <a:srgbClr val="4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9"/>
          </a:solidFill>
          <a:ln w="12700">
            <a:solidFill>
              <a:srgbClr val="3479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158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158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34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هِدۡ</a:t>
            </a:r>
            <a:endParaRPr lang="ar-SA" sz="10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99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99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هُذۡ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E"/>
          </a:solidFill>
          <a:ln w="12700">
            <a:solidFill>
              <a:srgbClr val="ED5E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2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912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043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هَرۡ</a:t>
            </a:r>
            <a:endParaRPr lang="ar-SA" sz="10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2"/>
          </a:solidFill>
          <a:ln w="12700">
            <a:solidFill>
              <a:srgbClr val="52E0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670DB"/>
          </a:solidFill>
          <a:ln w="12700">
            <a:solidFill>
              <a:srgbClr val="D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947"/>
          </a:solidFill>
          <a:ln w="12700">
            <a:solidFill>
              <a:srgbClr val="855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315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315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هِزۡ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164D8"/>
          </a:solidFill>
          <a:ln w="12700">
            <a:solidFill>
              <a:srgbClr val="B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B47D1"/>
          </a:solidFill>
          <a:ln w="12700">
            <a:solidFill>
              <a:srgbClr val="8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24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24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48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هُسۡ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3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3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8257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هَشۡ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164"/>
          </a:solidFill>
          <a:ln w="12700">
            <a:solidFill>
              <a:srgbClr val="2B5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079"/>
          </a:solidFill>
          <a:ln w="12700">
            <a:solidFill>
              <a:srgbClr val="344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630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630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4440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هِصۡ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11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11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83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هُضۡ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2ED5E"/>
          </a:solidFill>
          <a:ln w="12700">
            <a:solidFill>
              <a:srgbClr val="E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2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912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8437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هَطۡ</a:t>
            </a:r>
            <a:endParaRPr lang="ar-SA" sz="9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F52E0"/>
          </a:solidFill>
          <a:ln w="12700">
            <a:solidFill>
              <a:srgbClr val="6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B70"/>
          </a:solidFill>
          <a:ln w="12700">
            <a:solidFill>
              <a:srgbClr val="DBB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A"/>
          </a:solidFill>
          <a:ln w="12700">
            <a:solidFill>
              <a:srgbClr val="4785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525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3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525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5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689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هِظۡ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464"/>
          </a:solidFill>
          <a:ln w="12700">
            <a:solidFill>
              <a:srgbClr val="D89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947"/>
          </a:solidFill>
          <a:ln w="12700">
            <a:solidFill>
              <a:srgbClr val="D16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62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62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0425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هُعۡ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3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3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هَغۡ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0"/>
          </a:solidFill>
          <a:ln w="12700">
            <a:solidFill>
              <a:srgbClr val="642B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1"/>
          </a:solidFill>
          <a:ln w="12700">
            <a:solidFill>
              <a:srgbClr val="7934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630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630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9122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هِفۡ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55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55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48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هُقۡ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5"/>
          </a:solidFill>
          <a:ln w="12700">
            <a:solidFill>
              <a:srgbClr val="5EEDD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2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912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606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هَكۡ</a:t>
            </a:r>
            <a:endParaRPr lang="ar-SA" sz="9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8"/>
          </a:solidFill>
          <a:ln w="12700">
            <a:solidFill>
              <a:srgbClr val="E0525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1"/>
          </a:solidFill>
          <a:ln w="12700">
            <a:solidFill>
              <a:srgbClr val="70DB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485"/>
          </a:solidFill>
          <a:ln w="12700">
            <a:solidFill>
              <a:srgbClr val="475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525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3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525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5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هِلۡ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7"/>
          </a:solidFill>
          <a:ln w="12700">
            <a:solidFill>
              <a:srgbClr val="64D8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D147"/>
          </a:solidFill>
          <a:ln w="12700">
            <a:solidFill>
              <a:srgbClr val="4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87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87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0425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هُمۡ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2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2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هَنۡ</a:t>
            </a:r>
            <a:endParaRPr lang="ar-SA" sz="9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7450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أَهۡبَ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2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02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212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بِهۡتَ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5EED"/>
          </a:solidFill>
          <a:ln w="12700">
            <a:solidFill>
              <a:srgbClr val="B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7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7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57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تُهۡثَ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CE052"/>
          </a:solidFill>
          <a:ln w="12700">
            <a:solidFill>
              <a:srgbClr val="7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70DB"/>
          </a:solidFill>
          <a:ln w="12700">
            <a:solidFill>
              <a:srgbClr val="8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ثَهۡجَ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ED8"/>
          </a:solidFill>
          <a:ln w="12700">
            <a:solidFill>
              <a:srgbClr val="646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AD1"/>
          </a:solidFill>
          <a:ln w="12700">
            <a:solidFill>
              <a:srgbClr val="476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56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656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498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جِهۡحَ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0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0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499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حُهۡخَ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C"/>
          </a:solidFill>
          <a:ln w="12700">
            <a:solidFill>
              <a:srgbClr val="2B64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479"/>
          </a:solidFill>
          <a:ln w="12700">
            <a:solidFill>
              <a:srgbClr val="347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868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خَهۡدَ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548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دِهۡذَ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D5E"/>
          </a:solidFill>
          <a:ln w="12700">
            <a:solidFill>
              <a:srgbClr val="ED8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86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86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824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ذُهۡرَ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FE0"/>
          </a:solidFill>
          <a:ln w="12700">
            <a:solidFill>
              <a:srgbClr val="529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5"/>
          </a:solidFill>
          <a:ln w="12700">
            <a:solidFill>
              <a:srgbClr val="DB707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8547"/>
          </a:solidFill>
          <a:ln w="12700">
            <a:solidFill>
              <a:srgbClr val="7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90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رَهۡزَ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B"/>
          </a:solidFill>
          <a:ln w="12700">
            <a:solidFill>
              <a:srgbClr val="D864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D"/>
          </a:solidFill>
          <a:ln w="12700">
            <a:solidFill>
              <a:srgbClr val="D1478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46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زِهۡسَ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4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4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34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سُهۡشَ</a:t>
            </a:r>
            <a:endParaRPr lang="ar-SA" sz="5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2B64"/>
          </a:solidFill>
          <a:ln w="12700">
            <a:solidFill>
              <a:srgbClr val="3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3479"/>
          </a:solidFill>
          <a:ln w="12700">
            <a:solidFill>
              <a:srgbClr val="6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34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شَهۡصَ</a:t>
            </a:r>
            <a:endParaRPr lang="ar-SA" sz="5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6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06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122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صِهۡضَ</a:t>
            </a:r>
            <a:endParaRPr lang="ar-SA" sz="5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A"/>
          </a:solidFill>
          <a:ln w="12700">
            <a:solidFill>
              <a:srgbClr val="5EED6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2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2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3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ضُهۡطَ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3"/>
          </a:solidFill>
          <a:ln w="12700">
            <a:solidFill>
              <a:srgbClr val="E052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0DB70"/>
          </a:solidFill>
          <a:ln w="12700">
            <a:solidFill>
              <a:srgbClr val="9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285"/>
          </a:solidFill>
          <a:ln w="12700">
            <a:solidFill>
              <a:srgbClr val="478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383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طَهۡظَ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8D864"/>
          </a:solidFill>
          <a:ln w="12700">
            <a:solidFill>
              <a:srgbClr val="A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FD147"/>
          </a:solidFill>
          <a:ln w="12700">
            <a:solidFill>
              <a:srgbClr val="A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3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3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048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ظِهۡعَ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6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6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43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عُهۡغَ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F2B"/>
          </a:solidFill>
          <a:ln w="12700">
            <a:solidFill>
              <a:srgbClr val="642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C34"/>
          </a:solidFill>
          <a:ln w="12700">
            <a:solidFill>
              <a:srgbClr val="795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2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315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غَهۡفَ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1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1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681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فِهۡقَ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6ED"/>
          </a:solidFill>
          <a:ln w="12700">
            <a:solidFill>
              <a:srgbClr val="5E7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7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17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قُهۡكَ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A52"/>
          </a:solidFill>
          <a:ln w="12700">
            <a:solidFill>
              <a:srgbClr val="E0D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ADB"/>
          </a:solidFill>
          <a:ln w="12700">
            <a:solidFill>
              <a:srgbClr val="70A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4785"/>
          </a:solidFill>
          <a:ln w="12700">
            <a:solidFill>
              <a:srgbClr val="7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599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كَهۡلَ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5D8"/>
          </a:solidFill>
          <a:ln w="12700">
            <a:solidFill>
              <a:srgbClr val="64C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D1"/>
          </a:solidFill>
          <a:ln w="12700">
            <a:solidFill>
              <a:srgbClr val="47D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6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4884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لِهۡمَ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96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96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683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مُهۡنَ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642B"/>
          </a:solidFill>
          <a:ln w="12700">
            <a:solidFill>
              <a:srgbClr val="3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B"/>
          </a:solidFill>
          <a:ln w="12700">
            <a:solidFill>
              <a:srgbClr val="3479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7531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نَهۡأَ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310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310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7426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إِهۡ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A"/>
          </a:solidFill>
          <a:ln w="12700">
            <a:solidFill>
              <a:srgbClr val="ED5E9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377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377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26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بُهۡ</a:t>
            </a:r>
            <a:endParaRPr lang="ar-SA" sz="9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7"/>
          </a:solidFill>
          <a:ln w="12700">
            <a:solidFill>
              <a:srgbClr val="52E0B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5"/>
          </a:solidFill>
          <a:ln w="12700">
            <a:solidFill>
              <a:srgbClr val="DB70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847"/>
          </a:solidFill>
          <a:ln w="12700">
            <a:solidFill>
              <a:srgbClr val="856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089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65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089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607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تَهۡ</a:t>
            </a:r>
            <a:endParaRPr lang="ar-SA" sz="9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E64D8"/>
          </a:solidFill>
          <a:ln w="12700">
            <a:solidFill>
              <a:srgbClr val="C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F47D1"/>
          </a:solidFill>
          <a:ln w="12700">
            <a:solidFill>
              <a:srgbClr val="A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8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6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8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52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ثِهۡ</a:t>
            </a:r>
            <a:endParaRPr lang="ar-SA" sz="9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628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6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628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57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جُهۡ</a:t>
            </a:r>
            <a:endParaRPr lang="ar-SA" sz="9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364"/>
          </a:solidFill>
          <a:ln w="12700">
            <a:solidFill>
              <a:srgbClr val="2B4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3479"/>
          </a:solidFill>
          <a:ln w="12700">
            <a:solidFill>
              <a:srgbClr val="3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215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6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215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607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حَهۡ</a:t>
            </a:r>
            <a:endParaRPr lang="ar-SA" sz="9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229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6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229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52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خِهۡ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EED5E"/>
          </a:solidFill>
          <a:ln w="12700">
            <a:solidFill>
              <a:srgbClr val="B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366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5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366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2080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دُهۡ</a:t>
            </a:r>
            <a:endParaRPr lang="ar-SA" sz="10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52E0"/>
          </a:solidFill>
          <a:ln w="12700">
            <a:solidFill>
              <a:srgbClr val="9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770"/>
          </a:solidFill>
          <a:ln w="12700">
            <a:solidFill>
              <a:srgbClr val="DBD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787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5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787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855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ذَهۡ</a:t>
            </a:r>
            <a:endParaRPr lang="ar-SA" sz="9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164"/>
          </a:solidFill>
          <a:ln w="12700">
            <a:solidFill>
              <a:srgbClr val="D8B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C47"/>
          </a:solidFill>
          <a:ln w="12700">
            <a:solidFill>
              <a:srgbClr val="D18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804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804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990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رِهۡ</a:t>
            </a:r>
            <a:endParaRPr lang="ar-SA" sz="8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8132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8132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3987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زُهۡ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488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6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488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606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سَهۡ</a:t>
            </a:r>
            <a:endParaRPr lang="ar-SA" sz="9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072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60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072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83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0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83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01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شِهۡ</a:t>
            </a:r>
            <a:endParaRPr lang="ar-SA" sz="9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1ED"/>
          </a:solidFill>
          <a:ln w="12700">
            <a:solidFill>
              <a:srgbClr val="5EE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39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60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39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83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0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83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6057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صُهۡ</a:t>
            </a:r>
            <a:endParaRPr lang="ar-SA" sz="9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F52"/>
          </a:solidFill>
          <a:ln w="12700">
            <a:solidFill>
              <a:srgbClr val="E06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C"/>
          </a:solidFill>
          <a:ln w="12700">
            <a:solidFill>
              <a:srgbClr val="70DB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4785"/>
          </a:solidFill>
          <a:ln w="12700">
            <a:solidFill>
              <a:srgbClr val="4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91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91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6057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ضَهۡ</a:t>
            </a:r>
            <a:endParaRPr lang="ar-SA" sz="9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5"/>
          </a:solidFill>
          <a:ln w="12700">
            <a:solidFill>
              <a:srgbClr val="64D8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A"/>
          </a:solidFill>
          <a:ln w="12700">
            <a:solidFill>
              <a:srgbClr val="47D16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283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6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283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01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طِهۡ</a:t>
            </a:r>
            <a:endParaRPr lang="ar-SA" sz="9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8483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6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8483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730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ظُهۡ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642B"/>
          </a:solidFill>
          <a:ln w="12700">
            <a:solidFill>
              <a:srgbClr val="5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7934"/>
          </a:solidFill>
          <a:ln w="12700">
            <a:solidFill>
              <a:srgbClr val="5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558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6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558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607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عَهۡ</a:t>
            </a:r>
            <a:endParaRPr lang="ar-SA" sz="9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608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6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608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6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6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52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غِهۡ</a:t>
            </a:r>
            <a:endParaRPr lang="ar-SA" sz="9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5EED"/>
          </a:solidFill>
          <a:ln w="12700">
            <a:solidFill>
              <a:srgbClr val="D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8237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6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8237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6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6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6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622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فُهۡ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7E052"/>
          </a:solidFill>
          <a:ln w="12700">
            <a:solidFill>
              <a:srgbClr val="5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70DB"/>
          </a:solidFill>
          <a:ln w="12700">
            <a:solidFill>
              <a:srgbClr val="A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4"/>
          </a:solidFill>
          <a:ln w="12700">
            <a:solidFill>
              <a:srgbClr val="8547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792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65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792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105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قَهۡ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864D8"/>
          </a:solidFill>
          <a:ln w="12700">
            <a:solidFill>
              <a:srgbClr val="7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47D1"/>
          </a:solidFill>
          <a:ln w="12700">
            <a:solidFill>
              <a:srgbClr val="4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8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6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8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01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كِهۡ</a:t>
            </a:r>
            <a:endParaRPr lang="ar-SA" sz="9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500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6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500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6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72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72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730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لُهۡ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279"/>
          </a:solidFill>
          <a:ln w="12700">
            <a:solidFill>
              <a:srgbClr val="346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075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6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075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607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مَهۡ</a:t>
            </a:r>
            <a:endParaRPr lang="ar-SA" sz="9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398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398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52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نِهۡ</a:t>
            </a:r>
            <a:endParaRPr lang="ar-SA" sz="9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25E"/>
          </a:solidFill>
          <a:ln w="12700">
            <a:solidFill>
              <a:srgbClr val="EDB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902088" y="896112"/>
            <a:ext cx="17329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E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902088" y="896112"/>
            <a:ext cx="17329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ٱهۡدِنَا</a:t>
            </a:r>
            <a:endParaRPr lang="ar-SA" sz="4100" dirty="0"/>
          </a:p>
        </p:txBody>
      </p:sp>
      <p:sp>
        <p:nvSpPr>
          <p:cNvPr id="20" name="C2 W2 pill"/>
          <p:cNvSpPr/>
          <p:nvPr/>
        </p:nvSpPr>
        <p:spPr>
          <a:xfrm>
            <a:off x="4325564" y="896112"/>
            <a:ext cx="2256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E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325564" y="896112"/>
            <a:ext cx="2256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ٱلصِّرَٰطَ</a:t>
            </a:r>
            <a:endParaRPr lang="ar-SA" sz="4100" dirty="0"/>
          </a:p>
        </p:txBody>
      </p:sp>
      <p:sp>
        <p:nvSpPr>
          <p:cNvPr id="22" name="C3 W3 pill"/>
          <p:cNvSpPr/>
          <p:nvPr/>
        </p:nvSpPr>
        <p:spPr>
          <a:xfrm>
            <a:off x="508960" y="896112"/>
            <a:ext cx="34965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E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508960" y="896112"/>
            <a:ext cx="34965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ٱلۡمُسۡتَقِيمَ</a:t>
            </a:r>
            <a:endParaRPr lang="ar-SA" sz="41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946996" y="2834640"/>
            <a:ext cx="72500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946996" y="2834640"/>
            <a:ext cx="72500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ٱهۡدِنَا ٱلصِّرَٰطَ ٱلۡمُسۡتَقِيمَ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BE0"/>
          </a:solidFill>
          <a:ln w="12700">
            <a:solidFill>
              <a:srgbClr val="527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770"/>
          </a:solidFill>
          <a:ln w="12700">
            <a:solidFill>
              <a:srgbClr val="DB8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8547"/>
          </a:solidFill>
          <a:ln w="12700">
            <a:solidFill>
              <a:srgbClr val="63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33465" y="896112"/>
            <a:ext cx="20466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B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33465" y="896112"/>
            <a:ext cx="20466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يَٰٓأَهۡلَ</a:t>
            </a:r>
            <a:endParaRPr lang="ar-SA" sz="4100" dirty="0"/>
          </a:p>
        </p:txBody>
      </p:sp>
      <p:sp>
        <p:nvSpPr>
          <p:cNvPr id="17" name="C2 W2 pill"/>
          <p:cNvSpPr/>
          <p:nvPr/>
        </p:nvSpPr>
        <p:spPr>
          <a:xfrm>
            <a:off x="2363887" y="896112"/>
            <a:ext cx="204953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B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63887" y="896112"/>
            <a:ext cx="204953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ٱلۡكِتَٰبِ</a:t>
            </a:r>
            <a:endParaRPr lang="ar-SA" sz="41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58562" y="2834640"/>
            <a:ext cx="36268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58562" y="2834640"/>
            <a:ext cx="36268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يَٰٓأَهۡلَ ٱلۡكِتَٰبِ</a:t>
            </a:r>
            <a:endParaRPr lang="ar-SA" sz="4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D"/>
          </a:solidFill>
          <a:ln w="12700">
            <a:solidFill>
              <a:srgbClr val="D864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9"/>
          </a:solidFill>
          <a:ln w="12700">
            <a:solidFill>
              <a:srgbClr val="D147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26610" y="896112"/>
            <a:ext cx="22592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3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26610" y="896112"/>
            <a:ext cx="22592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وَأۡمُرۡ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258096" y="896112"/>
            <a:ext cx="20484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3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58096" y="896112"/>
            <a:ext cx="20484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أَهۡلَكَ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04145" y="2834640"/>
            <a:ext cx="393571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04145" y="2834640"/>
            <a:ext cx="393571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وَأۡمُرۡ أَهۡلَكَ</a:t>
            </a:r>
            <a:endParaRPr lang="ar-SA" sz="4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15-ha</dc:title>
  <dc:subject>PptxGenJS Presentation</dc:subject>
  <dc:creator>PptxGenJS</dc:creator>
  <cp:lastModifiedBy>PptxGenJS</cp:lastModifiedBy>
  <cp:revision>1</cp:revision>
  <dcterms:created xsi:type="dcterms:W3CDTF">2026-10-21T19:08:32Z</dcterms:created>
  <dcterms:modified xsi:type="dcterms:W3CDTF">2026-10-21T19:08:32Z</dcterms:modified>
</cp:coreProperties>
</file>