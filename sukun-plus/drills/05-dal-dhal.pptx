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نبدأ بحرف ساكن أبداً: الحرف الساكن (بسكون المصحف «ۡ») يحتاج قبله حرفاً متحركاً يستند إليه.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فتحة،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كسرة،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ضمة،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4E0"/>
          </a:solidFill>
          <a:ln w="12700">
            <a:solidFill>
              <a:srgbClr val="529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470"/>
          </a:solidFill>
          <a:ln w="12700">
            <a:solidFill>
              <a:srgbClr val="DB7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5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120640" y="1110463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400" dirty="0"/>
          </a:p>
        </p:txBody>
      </p:sp>
      <p:sp>
        <p:nvSpPr>
          <p:cNvPr id="17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9" name="C3 W2 word"/>
          <p:cNvSpPr txBox="1"/>
          <p:nvPr/>
        </p:nvSpPr>
        <p:spPr>
          <a:xfrm>
            <a:off x="914400" y="128672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أَدۡ</a:t>
            </a:r>
            <a:endParaRPr lang="ar-SA" sz="8400" dirty="0"/>
          </a:p>
        </p:txBody>
      </p:sp>
      <p:sp>
        <p:nvSpPr>
          <p:cNvPr id="20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21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2"/>
          </a:solidFill>
          <a:ln w="12700">
            <a:solidFill>
              <a:srgbClr val="D8648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2"/>
          </a:solidFill>
          <a:ln w="12700">
            <a:solidFill>
              <a:srgbClr val="D1478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8828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67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8828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947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أَدۡ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261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67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261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37426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إِدۡ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2B64"/>
          </a:solidFill>
          <a:ln w="12700">
            <a:solidFill>
              <a:srgbClr val="4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3479"/>
          </a:solidFill>
          <a:ln w="12700">
            <a:solidFill>
              <a:srgbClr val="7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9512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6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9512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660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660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76097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أُدۡ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49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949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72604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دَأۡ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5"/>
          </a:solidFill>
          <a:ln w="12700">
            <a:solidFill>
              <a:srgbClr val="5EED7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3402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3402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305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دِبۡ</a:t>
            </a:r>
            <a:endParaRPr lang="ar-SA" sz="9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8"/>
          </a:solidFill>
          <a:ln w="12700">
            <a:solidFill>
              <a:srgbClr val="E052B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7DB70"/>
          </a:solidFill>
          <a:ln w="12700">
            <a:solidFill>
              <a:srgbClr val="8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D85"/>
          </a:solidFill>
          <a:ln w="12700">
            <a:solidFill>
              <a:srgbClr val="477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2901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4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72901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5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4350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دُتۡ</a:t>
            </a:r>
            <a:endParaRPr lang="ar-SA" sz="9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FD864"/>
          </a:solidFill>
          <a:ln w="12700">
            <a:solidFill>
              <a:srgbClr val="9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4D147"/>
          </a:solidFill>
          <a:ln w="12700">
            <a:solidFill>
              <a:srgbClr val="A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46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2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946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0881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دَثۡ</a:t>
            </a:r>
            <a:endParaRPr lang="ar-SA" sz="9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3402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3402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دِجۡ</a:t>
            </a:r>
            <a:endParaRPr lang="ar-SA" sz="9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42B"/>
          </a:solidFill>
          <a:ln w="12700">
            <a:solidFill>
              <a:srgbClr val="643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234"/>
          </a:solidFill>
          <a:ln w="12700">
            <a:solidFill>
              <a:srgbClr val="796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304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7304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0304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دُحۡ</a:t>
            </a:r>
            <a:endParaRPr lang="ar-SA" sz="8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45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945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935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دَخۡ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BED"/>
          </a:solidFill>
          <a:ln w="12700">
            <a:solidFill>
              <a:srgbClr val="5E6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6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7495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أَدۡبَ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BE052"/>
          </a:solidFill>
          <a:ln w="12700">
            <a:solidFill>
              <a:srgbClr val="D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2DB"/>
          </a:solidFill>
          <a:ln w="12700">
            <a:solidFill>
              <a:srgbClr val="70A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4785"/>
          </a:solidFill>
          <a:ln w="12700">
            <a:solidFill>
              <a:srgbClr val="7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984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6984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6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5403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بِدۡتَ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CD8"/>
          </a:solidFill>
          <a:ln w="12700">
            <a:solidFill>
              <a:srgbClr val="64B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7D1"/>
          </a:solidFill>
          <a:ln w="12700">
            <a:solidFill>
              <a:srgbClr val="47C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8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869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تُدۡثَ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ثَدۡجَ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642B"/>
          </a:solidFill>
          <a:ln w="12700">
            <a:solidFill>
              <a:srgbClr val="3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0"/>
          </a:solidFill>
          <a:ln w="12700">
            <a:solidFill>
              <a:srgbClr val="34795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50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650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5210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جِدۡحَ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0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0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525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حُدۡخَ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F"/>
          </a:solidFill>
          <a:ln w="12700">
            <a:solidFill>
              <a:srgbClr val="ED5E8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7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خَدۡأَ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2"/>
          </a:solidFill>
          <a:ln w="12700">
            <a:solidFill>
              <a:srgbClr val="52E0C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D"/>
          </a:solidFill>
          <a:ln w="12700">
            <a:solidFill>
              <a:srgbClr val="DB70B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D47"/>
          </a:solidFill>
          <a:ln w="12700">
            <a:solidFill>
              <a:srgbClr val="856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261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67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261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37426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إِدۡ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8"/>
          </a:solidFill>
          <a:ln w="12700">
            <a:solidFill>
              <a:srgbClr val="D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947D1"/>
          </a:solidFill>
          <a:ln w="12700">
            <a:solidFill>
              <a:srgbClr val="B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360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67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360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0561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بُدۡ</a:t>
            </a:r>
            <a:endParaRPr lang="ar-SA" sz="10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095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67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7095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321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تَدۡ</a:t>
            </a:r>
            <a:endParaRPr lang="ar-SA" sz="10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E64"/>
          </a:solidFill>
          <a:ln w="12700">
            <a:solidFill>
              <a:srgbClr val="2B3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F3479"/>
          </a:solidFill>
          <a:ln w="12700">
            <a:solidFill>
              <a:srgbClr val="3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647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647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0836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ثِدۡ</a:t>
            </a:r>
            <a:endParaRPr lang="ar-SA" sz="10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589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67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589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089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جُدۡ</a:t>
            </a:r>
            <a:endParaRPr lang="ar-SA" sz="10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2ED5E"/>
          </a:solidFill>
          <a:ln w="12700">
            <a:solidFill>
              <a:srgbClr val="B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163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67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163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1380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حَدۡ</a:t>
            </a:r>
            <a:endParaRPr lang="ar-SA" sz="10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E52E0"/>
          </a:solidFill>
          <a:ln w="12700">
            <a:solidFill>
              <a:srgbClr val="9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7DB70"/>
          </a:solidFill>
          <a:ln w="12700">
            <a:solidFill>
              <a:srgbClr val="D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E"/>
          </a:solidFill>
          <a:ln w="12700">
            <a:solidFill>
              <a:srgbClr val="4785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4146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67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4146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0836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خِدۡ</a:t>
            </a:r>
            <a:endParaRPr lang="ar-SA" sz="10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B64"/>
          </a:solidFill>
          <a:ln w="12700">
            <a:solidFill>
              <a:srgbClr val="D8B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747"/>
          </a:solidFill>
          <a:ln w="12700">
            <a:solidFill>
              <a:srgbClr val="D19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6935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8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6935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72604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ذَأۡ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0301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0301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305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ذِبۡ</a:t>
            </a:r>
            <a:endParaRPr lang="ar-SA" sz="9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C"/>
          </a:solidFill>
          <a:ln w="12700">
            <a:solidFill>
              <a:srgbClr val="642B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A"/>
          </a:solidFill>
          <a:ln w="12700">
            <a:solidFill>
              <a:srgbClr val="7934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982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7982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63981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ذُتۡ</a:t>
            </a:r>
            <a:endParaRPr lang="ar-SA" sz="8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613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2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613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0881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ذَثۡ</a:t>
            </a:r>
            <a:endParaRPr lang="ar-SA" sz="9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6ED"/>
          </a:solidFill>
          <a:ln w="12700">
            <a:solidFill>
              <a:srgbClr val="5ED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0301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0301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ذِجۡ</a:t>
            </a:r>
            <a:endParaRPr lang="ar-SA" sz="9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B52"/>
          </a:solidFill>
          <a:ln w="12700">
            <a:solidFill>
              <a:srgbClr val="E07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5"/>
          </a:solidFill>
          <a:ln w="12700">
            <a:solidFill>
              <a:srgbClr val="70DB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4785"/>
          </a:solidFill>
          <a:ln w="12700">
            <a:solidFill>
              <a:srgbClr val="4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80223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80223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2074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ذُحۡ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E"/>
          </a:solidFill>
          <a:ln w="12700">
            <a:solidFill>
              <a:srgbClr val="64D89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5"/>
          </a:solidFill>
          <a:ln w="12700">
            <a:solidFill>
              <a:srgbClr val="47D17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599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599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935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ذَخۡ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856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67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856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9343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ذِدۡ</a:t>
            </a:r>
            <a:endParaRPr lang="ar-SA" sz="10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642B"/>
          </a:solidFill>
          <a:ln w="12700">
            <a:solidFill>
              <a:srgbClr val="5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7934"/>
          </a:solidFill>
          <a:ln w="12700">
            <a:solidFill>
              <a:srgbClr val="4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2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7495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أَذۡبَ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157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157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249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بِذۡتَ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15EED"/>
          </a:solidFill>
          <a:ln w="12700">
            <a:solidFill>
              <a:srgbClr val="E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52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352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2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705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تُذۡثَ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7"/>
          </a:solidFill>
          <a:ln w="12700">
            <a:solidFill>
              <a:srgbClr val="52E05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A70DB"/>
          </a:solidFill>
          <a:ln w="12700">
            <a:solidFill>
              <a:srgbClr val="A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F"/>
          </a:solidFill>
          <a:ln w="12700">
            <a:solidFill>
              <a:srgbClr val="8547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2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113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ثَذۡجَ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164D8"/>
          </a:solidFill>
          <a:ln w="12700">
            <a:solidFill>
              <a:srgbClr val="8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247D1"/>
          </a:solidFill>
          <a:ln w="12700">
            <a:solidFill>
              <a:srgbClr val="5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2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672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113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جِذۡحَ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41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41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2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113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حُذۡخَ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F"/>
          </a:solidFill>
          <a:ln w="12700">
            <a:solidFill>
              <a:srgbClr val="2B64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D79"/>
          </a:solidFill>
          <a:ln w="12700">
            <a:solidFill>
              <a:srgbClr val="345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2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713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خَذۡدَ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91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791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7524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دِذۡأَ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D5E"/>
          </a:solidFill>
          <a:ln w="12700">
            <a:solidFill>
              <a:srgbClr val="EDB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409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61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409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61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935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إِذۡ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0E0"/>
          </a:solidFill>
          <a:ln w="12700">
            <a:solidFill>
              <a:srgbClr val="527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F70"/>
          </a:solidFill>
          <a:ln w="12700">
            <a:solidFill>
              <a:srgbClr val="DB8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8547"/>
          </a:solidFill>
          <a:ln w="12700">
            <a:solidFill>
              <a:srgbClr val="5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4103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61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4103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61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62681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بُذۡ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4"/>
          </a:solidFill>
          <a:ln w="12700">
            <a:solidFill>
              <a:srgbClr val="D86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F"/>
          </a:solidFill>
          <a:ln w="12700">
            <a:solidFill>
              <a:srgbClr val="D1475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079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6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079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6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3506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تَذۡ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7611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6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7611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6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62917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ثِذۡ</a:t>
            </a:r>
            <a:endParaRPr lang="ar-SA" sz="8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2B64"/>
          </a:solidFill>
          <a:ln w="12700">
            <a:solidFill>
              <a:srgbClr val="5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E"/>
          </a:solidFill>
          <a:ln w="12700">
            <a:solidFill>
              <a:srgbClr val="7934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707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6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707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6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62964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جُذۡ</a:t>
            </a:r>
            <a:endParaRPr lang="ar-SA" sz="8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320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6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320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6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3506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حَذۡ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A"/>
          </a:solidFill>
          <a:ln w="12700">
            <a:solidFill>
              <a:srgbClr val="5EED9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394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61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4394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61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62917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خِذۡ</a:t>
            </a:r>
            <a:endParaRPr lang="ar-SA" sz="8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3"/>
          </a:solidFill>
          <a:ln w="12700">
            <a:solidFill>
              <a:srgbClr val="E0529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4"/>
          </a:solidFill>
          <a:ln w="12700">
            <a:solidFill>
              <a:srgbClr val="70DB7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E85"/>
          </a:solidFill>
          <a:ln w="12700">
            <a:solidFill>
              <a:srgbClr val="476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338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1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7338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61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63506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دُذۡ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1D864"/>
          </a:solidFill>
          <a:ln w="12700">
            <a:solidFill>
              <a:srgbClr val="8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1D147"/>
          </a:solidFill>
          <a:ln w="12700">
            <a:solidFill>
              <a:srgbClr val="8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937634" y="896112"/>
            <a:ext cx="160350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937634" y="896112"/>
            <a:ext cx="160350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قَدۡ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4578872" y="896112"/>
            <a:ext cx="20387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4578872" y="896112"/>
            <a:ext cx="20387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أَفۡلَحَ</a:t>
            </a:r>
            <a:endParaRPr lang="ar-SA" sz="4400" dirty="0"/>
          </a:p>
        </p:txBody>
      </p:sp>
      <p:sp>
        <p:nvSpPr>
          <p:cNvPr id="14" name="C3 W3 pill"/>
          <p:cNvSpPr/>
          <p:nvPr/>
        </p:nvSpPr>
        <p:spPr>
          <a:xfrm>
            <a:off x="602864" y="896112"/>
            <a:ext cx="36559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602864" y="896112"/>
            <a:ext cx="36559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ٱلۡمُؤۡمِنُونَ</a:t>
            </a:r>
            <a:endParaRPr lang="ar-SA" sz="44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1398655" y="2834640"/>
            <a:ext cx="634668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1398655" y="2834640"/>
            <a:ext cx="634668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قَدۡ أَفۡلَحَ ٱلۡمُؤۡمِنُونَ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620559" y="896112"/>
            <a:ext cx="171428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8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620559" y="896112"/>
            <a:ext cx="17142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وَإِذۡ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3760581" y="896112"/>
            <a:ext cx="15399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8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3760581" y="896112"/>
            <a:ext cx="15399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قَالَ</a:t>
            </a:r>
            <a:endParaRPr lang="ar-SA" sz="4400" dirty="0"/>
          </a:p>
        </p:txBody>
      </p:sp>
      <p:sp>
        <p:nvSpPr>
          <p:cNvPr id="15" name="C3 W3 pill"/>
          <p:cNvSpPr/>
          <p:nvPr/>
        </p:nvSpPr>
        <p:spPr>
          <a:xfrm>
            <a:off x="1809161" y="896112"/>
            <a:ext cx="16313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8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1809161" y="896112"/>
            <a:ext cx="16313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رَبُّكَ</a:t>
            </a:r>
            <a:endParaRPr lang="ar-SA" sz="4400" dirty="0"/>
          </a:p>
        </p:txBody>
      </p:sp>
      <p:sp>
        <p:nvSpPr>
          <p:cNvPr id="17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S panel"/>
          <p:cNvSpPr/>
          <p:nvPr/>
        </p:nvSpPr>
        <p:spPr>
          <a:xfrm>
            <a:off x="2602613" y="2834640"/>
            <a:ext cx="393877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4 S sentence"/>
          <p:cNvSpPr txBox="1"/>
          <p:nvPr/>
        </p:nvSpPr>
        <p:spPr>
          <a:xfrm>
            <a:off x="2602613" y="2834640"/>
            <a:ext cx="393877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وَإِذۡ قَالَ رَبُّكَ</a:t>
            </a:r>
            <a:endParaRPr lang="ar-SA" sz="4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32B"/>
          </a:solidFill>
          <a:ln w="12700">
            <a:solidFill>
              <a:srgbClr val="644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334"/>
          </a:solidFill>
          <a:ln w="12700">
            <a:solidFill>
              <a:srgbClr val="7973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512645" y="896112"/>
            <a:ext cx="23338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A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512645" y="896112"/>
            <a:ext cx="23338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وَٱدۡخُلِي</a:t>
            </a:r>
            <a:endParaRPr lang="ar-SA" sz="4500" dirty="0"/>
          </a:p>
        </p:txBody>
      </p:sp>
      <p:sp>
        <p:nvSpPr>
          <p:cNvPr id="14" name="C2 W2 pill"/>
          <p:cNvSpPr/>
          <p:nvPr/>
        </p:nvSpPr>
        <p:spPr>
          <a:xfrm>
            <a:off x="2297512" y="896112"/>
            <a:ext cx="189509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A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297512" y="896112"/>
            <a:ext cx="189509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جَنَّتِي</a:t>
            </a:r>
            <a:endParaRPr lang="ar-SA" sz="45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53828" y="2834640"/>
            <a:ext cx="383634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53828" y="2834640"/>
            <a:ext cx="383634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وَٱدۡخُلِي جَنَّتِي</a:t>
            </a:r>
            <a:endParaRPr lang="ar-SA" sz="4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Sukun 05-dal-dhal</dc:title>
  <dc:subject>PptxGenJS Presentation</dc:subject>
  <dc:creator>PptxGenJS</dc:creator>
  <cp:lastModifiedBy>PptxGenJS</cp:lastModifiedBy>
  <cp:revision>1</cp:revision>
  <dcterms:created xsi:type="dcterms:W3CDTF">2026-10-21T19:08:31Z</dcterms:created>
  <dcterms:modified xsi:type="dcterms:W3CDTF">2026-10-21T19:08:31Z</dcterms:modified>
</cp:coreProperties>
</file>