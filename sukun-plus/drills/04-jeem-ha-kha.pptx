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ED5E"/>
          </a:solidFill>
          <a:ln w="12700">
            <a:solidFill>
              <a:srgbClr val="7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991692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74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66238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</a:t>
            </a:r>
            <a:endParaRPr lang="ar-SA" sz="74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852E0"/>
          </a:solidFill>
          <a:ln w="12700">
            <a:solidFill>
              <a:srgbClr val="D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DB70"/>
          </a:solidFill>
          <a:ln w="12700">
            <a:solidFill>
              <a:srgbClr val="A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514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770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D864"/>
          </a:solidFill>
          <a:ln w="12700">
            <a:solidFill>
              <a:srgbClr val="C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F47"/>
          </a:solidFill>
          <a:ln w="12700">
            <a:solidFill>
              <a:srgbClr val="D1C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471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إِجۡ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9119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464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أُجۡ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1991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00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جِبۡ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CED"/>
          </a:solidFill>
          <a:ln w="12700">
            <a:solidFill>
              <a:srgbClr val="5E9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02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جُتۡ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552"/>
          </a:solidFill>
          <a:ln w="12700">
            <a:solidFill>
              <a:srgbClr val="E0B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7DB"/>
          </a:solidFill>
          <a:ln w="12700">
            <a:solidFill>
              <a:srgbClr val="70C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5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5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0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جَثۡ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D"/>
          </a:solidFill>
          <a:ln w="12700">
            <a:solidFill>
              <a:srgbClr val="64D8C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D"/>
          </a:solidFill>
          <a:ln w="12700">
            <a:solidFill>
              <a:srgbClr val="47D1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جِحۡ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جُخۡ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89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جَدۡ</a:t>
            </a:r>
            <a:endParaRPr lang="ar-SA" sz="10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405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أَجۡبَ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282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بِجۡتَ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1"/>
          </a:solidFill>
          <a:ln w="12700">
            <a:solidFill>
              <a:srgbClr val="52E09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813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تُجۡثَ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64D8"/>
          </a:solidFill>
          <a:ln w="12700">
            <a:solidFill>
              <a:srgbClr val="B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47D1"/>
          </a:solidFill>
          <a:ln w="12700">
            <a:solidFill>
              <a:srgbClr val="8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ثَجۡحَ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565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حِجۡخَ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0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2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خُجۡدَ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38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دَجۡأَ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3ED5E"/>
          </a:solidFill>
          <a:ln w="12700">
            <a:solidFill>
              <a:srgbClr val="E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471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إِجۡ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B70"/>
          </a:solidFill>
          <a:ln w="12700">
            <a:solidFill>
              <a:srgbClr val="DBB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بُجۡ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364"/>
          </a:solidFill>
          <a:ln w="12700">
            <a:solidFill>
              <a:srgbClr val="D89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847"/>
          </a:solidFill>
          <a:ln w="12700">
            <a:solidFill>
              <a:srgbClr val="D16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4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ثِجۡ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حُجۡ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13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خَجۡ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3"/>
          </a:solidFill>
          <a:ln w="12700">
            <a:solidFill>
              <a:srgbClr val="5EED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دِجۡ</a:t>
            </a:r>
            <a:endParaRPr lang="ar-SA" sz="9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9"/>
          </a:solidFill>
          <a:ln w="12700">
            <a:solidFill>
              <a:srgbClr val="E0525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0"/>
          </a:solidFill>
          <a:ln w="12700">
            <a:solidFill>
              <a:srgbClr val="70DB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6"/>
          </a:solidFill>
          <a:ln w="12700">
            <a:solidFill>
              <a:srgbClr val="64D87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9D147"/>
          </a:solidFill>
          <a:ln w="12700">
            <a:solidFill>
              <a:srgbClr val="4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36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حِبۡ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446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حُتۡ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5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55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472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حَثۡ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915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حِجۡ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05EED"/>
          </a:solidFill>
          <a:ln w="12700">
            <a:solidFill>
              <a:srgbClr val="B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DE052"/>
          </a:solidFill>
          <a:ln w="12700">
            <a:solidFill>
              <a:srgbClr val="7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38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حَدۡ</a:t>
            </a:r>
            <a:endParaRPr lang="ar-SA" sz="10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FD8"/>
          </a:solidFill>
          <a:ln w="12700">
            <a:solidFill>
              <a:srgbClr val="646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405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أَحۡبَ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282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بِحۡتَ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84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تُحۡثَ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ثَحۡجَ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565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جِحۡخَ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8547"/>
          </a:solidFill>
          <a:ln w="12700">
            <a:solidFill>
              <a:srgbClr val="7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08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66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خُحۡدَ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C"/>
          </a:solidFill>
          <a:ln w="12700">
            <a:solidFill>
              <a:srgbClr val="D8648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E"/>
          </a:solidFill>
          <a:ln w="12700">
            <a:solidFill>
              <a:srgbClr val="D147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دَحۡأَ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471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إِحۡ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بُحۡ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4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تَحۡ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9"/>
          </a:solidFill>
          <a:ln w="12700">
            <a:solidFill>
              <a:srgbClr val="5EED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ثِحۡ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4"/>
          </a:solidFill>
          <a:ln w="12700">
            <a:solidFill>
              <a:srgbClr val="E052C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جُحۡ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D864"/>
          </a:solidFill>
          <a:ln w="12700">
            <a:solidFill>
              <a:srgbClr val="A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0D147"/>
          </a:solidFill>
          <a:ln w="12700">
            <a:solidFill>
              <a:srgbClr val="B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13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خَحۡ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340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دِحۡ</a:t>
            </a:r>
            <a:endParaRPr lang="ar-SA" sz="9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C34"/>
          </a:solidFill>
          <a:ln w="12700">
            <a:solidFill>
              <a:srgbClr val="795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42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42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36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خِبۡ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8ED"/>
          </a:solidFill>
          <a:ln w="12700">
            <a:solidFill>
              <a:srgbClr val="5E7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539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539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796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خُتۡ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952"/>
          </a:solidFill>
          <a:ln w="12700">
            <a:solidFill>
              <a:srgbClr val="E0D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BDB"/>
          </a:solidFill>
          <a:ln w="12700">
            <a:solidFill>
              <a:srgbClr val="70A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222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222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472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خَثۡ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6D8"/>
          </a:solidFill>
          <a:ln w="12700">
            <a:solidFill>
              <a:srgbClr val="64C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0"/>
          </a:solidFill>
          <a:ln w="12700">
            <a:solidFill>
              <a:srgbClr val="47D1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خِجۡ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52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525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6277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خُحۡ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062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062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1847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خَدۡ</a:t>
            </a:r>
            <a:endParaRPr lang="ar-SA" sz="10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405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أَخۡبَ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B"/>
          </a:solidFill>
          <a:ln w="12700">
            <a:solidFill>
              <a:srgbClr val="ED5E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60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460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848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بِخۡتَ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5"/>
          </a:solidFill>
          <a:ln w="12700">
            <a:solidFill>
              <a:srgbClr val="52E0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8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8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845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تُخۡثَ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64D8"/>
          </a:solidFill>
          <a:ln w="12700">
            <a:solidFill>
              <a:srgbClr val="C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47D1"/>
          </a:solidFill>
          <a:ln w="12700">
            <a:solidFill>
              <a:srgbClr val="A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ثَخۡجَ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98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098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676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جِخۡحَ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1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حُخۡدَ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دَخۡأَ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656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656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18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إِخۡ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52E0"/>
          </a:solidFill>
          <a:ln w="12700">
            <a:solidFill>
              <a:srgbClr val="9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بُخۡ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164"/>
          </a:solidFill>
          <a:ln w="12700">
            <a:solidFill>
              <a:srgbClr val="D8B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5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5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9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9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ثِخۡ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جُخۡ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8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8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حَخۡ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2ED"/>
          </a:solidFill>
          <a:ln w="12700">
            <a:solidFill>
              <a:srgbClr val="5EE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480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480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دِخۡ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222263" y="896112"/>
            <a:ext cx="33969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5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222263" y="896112"/>
            <a:ext cx="33969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وَٱلشَّمۡسُ</a:t>
            </a:r>
            <a:endParaRPr lang="ar-SA" sz="4500" dirty="0"/>
          </a:p>
        </p:txBody>
      </p:sp>
      <p:sp>
        <p:nvSpPr>
          <p:cNvPr id="17" name="C2 W2 pill"/>
          <p:cNvSpPr/>
          <p:nvPr/>
        </p:nvSpPr>
        <p:spPr>
          <a:xfrm>
            <a:off x="1524741" y="896112"/>
            <a:ext cx="23774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5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1524741" y="896112"/>
            <a:ext cx="23774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تَجۡرِي</a:t>
            </a:r>
            <a:endParaRPr lang="ar-SA" sz="45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1892731" y="2834640"/>
            <a:ext cx="53585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1892731" y="2834640"/>
            <a:ext cx="53585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وَٱلشَّمۡسُ تَجۡرِي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4"/>
          </a:solidFill>
          <a:ln w="12700">
            <a:solidFill>
              <a:srgbClr val="64D8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9"/>
          </a:solidFill>
          <a:ln w="12700">
            <a:solidFill>
              <a:srgbClr val="47D1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7498522" y="896112"/>
            <a:ext cx="1155504" cy="1371600"/>
          </a:xfrm>
          <a:prstGeom prst="roundRect">
            <a:avLst>
              <a:gd name="adj" fmla="val 31654"/>
            </a:avLst>
          </a:prstGeom>
          <a:solidFill>
            <a:srgbClr val="FFFFFF"/>
          </a:solidFill>
          <a:ln w="76200">
            <a:solidFill>
              <a:srgbClr val="36E2A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7498522" y="896112"/>
            <a:ext cx="11555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إِنَّا</a:t>
            </a:r>
            <a:endParaRPr lang="ar-SA" sz="3900" dirty="0"/>
          </a:p>
        </p:txBody>
      </p:sp>
      <p:sp>
        <p:nvSpPr>
          <p:cNvPr id="12" name="C2 W2 pill"/>
          <p:cNvSpPr/>
          <p:nvPr/>
        </p:nvSpPr>
        <p:spPr>
          <a:xfrm>
            <a:off x="5304464" y="896112"/>
            <a:ext cx="18740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8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5304464" y="896112"/>
            <a:ext cx="18740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نَحۡنُ</a:t>
            </a:r>
            <a:endParaRPr lang="ar-SA" sz="3900" dirty="0"/>
          </a:p>
        </p:txBody>
      </p:sp>
      <p:sp>
        <p:nvSpPr>
          <p:cNvPr id="14" name="C3 W3 pill"/>
          <p:cNvSpPr/>
          <p:nvPr/>
        </p:nvSpPr>
        <p:spPr>
          <a:xfrm>
            <a:off x="3092500" y="896112"/>
            <a:ext cx="18919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8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092500" y="896112"/>
            <a:ext cx="18919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نَزَّلۡنَا</a:t>
            </a:r>
            <a:endParaRPr lang="ar-SA" sz="3900" dirty="0"/>
          </a:p>
        </p:txBody>
      </p:sp>
      <p:sp>
        <p:nvSpPr>
          <p:cNvPr id="16" name="C4 W4 pill"/>
          <p:cNvSpPr/>
          <p:nvPr/>
        </p:nvSpPr>
        <p:spPr>
          <a:xfrm>
            <a:off x="489975" y="896112"/>
            <a:ext cx="22824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8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89975" y="896112"/>
            <a:ext cx="22824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ٱلذِّكۡرَ</a:t>
            </a:r>
            <a:endParaRPr lang="ar-SA" sz="39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565184" y="2834640"/>
            <a:ext cx="601363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565184" y="2834640"/>
            <a:ext cx="601363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إِنَّا نَحۡنُ نَزَّلۡنَا ٱلذِّكۡرَ</a:t>
            </a:r>
            <a:endParaRPr lang="ar-SA" sz="4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3941263" y="896112"/>
            <a:ext cx="29651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A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3941263" y="896112"/>
            <a:ext cx="29651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فَأَخۡرَجۡنَا</a:t>
            </a:r>
            <a:endParaRPr lang="ar-SA" sz="4100" dirty="0"/>
          </a:p>
        </p:txBody>
      </p:sp>
      <p:sp>
        <p:nvSpPr>
          <p:cNvPr id="13" name="C2 W2 pill"/>
          <p:cNvSpPr/>
          <p:nvPr/>
        </p:nvSpPr>
        <p:spPr>
          <a:xfrm>
            <a:off x="2237592" y="896112"/>
            <a:ext cx="13836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A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37592" y="896112"/>
            <a:ext cx="13836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بِهِۦ</a:t>
            </a:r>
            <a:endParaRPr lang="ar-SA" sz="4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70143" y="2834640"/>
            <a:ext cx="40037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70143" y="2834640"/>
            <a:ext cx="40037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فَأَخۡرَجۡنَا بِهِۦ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04-jeem-ha-kha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