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31673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0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310132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بَأۡ</a:t>
            </a:r>
            <a:endParaRPr lang="ar-SA" sz="80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B"/>
          </a:solidFill>
          <a:ln w="12700">
            <a:solidFill>
              <a:srgbClr val="3479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809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809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71743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بَأۡ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408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408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16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بِأۡ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45E"/>
          </a:solidFill>
          <a:ln w="12700">
            <a:solidFill>
              <a:srgbClr val="ED6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435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435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71743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بُأۡ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9E0"/>
          </a:solidFill>
          <a:ln w="12700">
            <a:solidFill>
              <a:srgbClr val="52C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4"/>
          </a:solidFill>
          <a:ln w="12700">
            <a:solidFill>
              <a:srgbClr val="DB70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547"/>
          </a:solidFill>
          <a:ln w="12700">
            <a:solidFill>
              <a:srgbClr val="8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761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أَبۡ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D"/>
          </a:solidFill>
          <a:ln w="12700">
            <a:solidFill>
              <a:srgbClr val="D864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4"/>
          </a:solidFill>
          <a:ln w="12700">
            <a:solidFill>
              <a:srgbClr val="D147B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82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82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32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إِتۡ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8961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8961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76097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أُثۡ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2B64"/>
          </a:solidFill>
          <a:ln w="12700">
            <a:solidFill>
              <a:srgbClr val="2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3479"/>
          </a:solidFill>
          <a:ln w="12700">
            <a:solidFill>
              <a:srgbClr val="5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7709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أَجۡ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471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إِحۡ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CED5E"/>
          </a:solidFill>
          <a:ln w="12700">
            <a:solidFill>
              <a:srgbClr val="7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922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8922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464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أُخۡ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552E0"/>
          </a:solidFill>
          <a:ln w="12700">
            <a:solidFill>
              <a:srgbClr val="D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FDB70"/>
          </a:solidFill>
          <a:ln w="12700">
            <a:solidFill>
              <a:srgbClr val="A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5"/>
          </a:solidFill>
          <a:ln w="12700">
            <a:solidFill>
              <a:srgbClr val="4785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828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828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947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أَدۡ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D864"/>
          </a:solidFill>
          <a:ln w="12700">
            <a:solidFill>
              <a:srgbClr val="C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C47"/>
          </a:solidFill>
          <a:ln w="12700">
            <a:solidFill>
              <a:srgbClr val="D1C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90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بَأۡتَ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36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36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918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تِأۡثَ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7"/>
          </a:solidFill>
          <a:ln w="12700">
            <a:solidFill>
              <a:srgbClr val="642B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834"/>
          </a:solidFill>
          <a:ln w="12700">
            <a:solidFill>
              <a:srgbClr val="794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13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613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931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ثُأۡجَ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931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جَأۡحَ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0ED"/>
          </a:solidFill>
          <a:ln w="12700">
            <a:solidFill>
              <a:srgbClr val="5EA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830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6830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931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حِأۡخَ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152"/>
          </a:solidFill>
          <a:ln w="12700">
            <a:solidFill>
              <a:srgbClr val="E0B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9DB"/>
          </a:solidFill>
          <a:ln w="12700">
            <a:solidFill>
              <a:srgbClr val="70C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9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9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خُأۡدَ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A"/>
          </a:solidFill>
          <a:ln w="12700">
            <a:solidFill>
              <a:srgbClr val="64D8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9"/>
          </a:solidFill>
          <a:ln w="12700">
            <a:solidFill>
              <a:srgbClr val="47D1A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793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دَأۡبَ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408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408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216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بِأۡ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642B"/>
          </a:solidFill>
          <a:ln w="12700">
            <a:solidFill>
              <a:srgbClr val="4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7"/>
          </a:solidFill>
          <a:ln w="12700">
            <a:solidFill>
              <a:srgbClr val="3479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439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439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تُأۡ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476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476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ثَأۡ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3"/>
          </a:solidFill>
          <a:ln w="12700">
            <a:solidFill>
              <a:srgbClr val="ED5EC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3807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3807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238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جِأۡ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E"/>
          </a:solidFill>
          <a:ln w="12700">
            <a:solidFill>
              <a:srgbClr val="52E08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370DB"/>
          </a:solidFill>
          <a:ln w="12700">
            <a:solidFill>
              <a:srgbClr val="D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747"/>
          </a:solidFill>
          <a:ln w="12700">
            <a:solidFill>
              <a:srgbClr val="855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67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67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حُأۡ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D64D8"/>
          </a:solidFill>
          <a:ln w="12700">
            <a:solidFill>
              <a:srgbClr val="A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747D1"/>
          </a:solidFill>
          <a:ln w="12700">
            <a:solidFill>
              <a:srgbClr val="8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42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42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خَأۡ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283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283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7054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دِأۡ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364"/>
          </a:solidFill>
          <a:ln w="12700">
            <a:solidFill>
              <a:srgbClr val="2B5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279"/>
          </a:solidFill>
          <a:ln w="12700">
            <a:solidFill>
              <a:srgbClr val="3442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934825" y="896112"/>
            <a:ext cx="22592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3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934825" y="896112"/>
            <a:ext cx="22592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وَأۡمُرۡ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3566311" y="896112"/>
            <a:ext cx="20484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3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566311" y="896112"/>
            <a:ext cx="20484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أَهۡلَكَ</a:t>
            </a:r>
            <a:endParaRPr lang="ar-SA" sz="4000" dirty="0"/>
          </a:p>
        </p:txBody>
      </p:sp>
      <p:sp>
        <p:nvSpPr>
          <p:cNvPr id="16" name="C3 W3 pill"/>
          <p:cNvSpPr/>
          <p:nvPr/>
        </p:nvSpPr>
        <p:spPr>
          <a:xfrm>
            <a:off x="949881" y="896112"/>
            <a:ext cx="2296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3E2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949881" y="896112"/>
            <a:ext cx="2296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بِٱلصَّلَوٰةِ</a:t>
            </a:r>
            <a:endParaRPr lang="ar-SA" sz="40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1724514" y="2834640"/>
            <a:ext cx="569497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1724514" y="2834640"/>
            <a:ext cx="569497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وَأۡمُرۡ أَهۡلَكَ بِٱلصَّلَوٰةِ</a:t>
            </a:r>
            <a:endParaRPr lang="ar-SA" sz="4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39253" y="896112"/>
            <a:ext cx="25512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39253" y="896112"/>
            <a:ext cx="25512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لَيَأۡكُلُونَ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053482" y="896112"/>
            <a:ext cx="21657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1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53482" y="896112"/>
            <a:ext cx="21657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ٱلطَّعَامَ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438833" y="2834640"/>
            <a:ext cx="426633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438833" y="2834640"/>
            <a:ext cx="426633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لَيَأۡكُلُونَ ٱلطَّعَامَ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7ED5E"/>
          </a:solidFill>
          <a:ln w="12700">
            <a:solidFill>
              <a:srgbClr val="E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56807" y="896112"/>
            <a:ext cx="2265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E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56807" y="896112"/>
            <a:ext cx="2265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فَأۡتُوا۟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221697" y="896112"/>
            <a:ext cx="211507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E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21697" y="896112"/>
            <a:ext cx="211507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بِسُورَةٍ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68489" y="2834640"/>
            <a:ext cx="40070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68489" y="2834640"/>
            <a:ext cx="40070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فَأۡتُوا۟ بِسُورَةٍ</a:t>
            </a:r>
            <a:endParaRPr lang="ar-SA" sz="4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01-alif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