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31673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0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310132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</a:t>
            </a:r>
            <a:endParaRPr lang="ar-SA" sz="80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09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09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1743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408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408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16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بِأۡ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45E"/>
          </a:solidFill>
          <a:ln w="12700">
            <a:solidFill>
              <a:srgbClr val="ED6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435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435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71743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بُأۡ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9E0"/>
          </a:solidFill>
          <a:ln w="12700">
            <a:solidFill>
              <a:srgbClr val="52C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4"/>
          </a:solidFill>
          <a:ln w="12700">
            <a:solidFill>
              <a:srgbClr val="DB70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547"/>
          </a:solidFill>
          <a:ln w="12700">
            <a:solidFill>
              <a:srgbClr val="8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761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أَبۡ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82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82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3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إِتۡ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961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8961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7609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أُثۡ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770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أَجۡ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471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إِحۡ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ED5E"/>
          </a:solidFill>
          <a:ln w="12700">
            <a:solidFill>
              <a:srgbClr val="7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922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922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464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أُخۡ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828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828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94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أَدۡ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90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بَأۡتَ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6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36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918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تِأۡثَ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613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931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ثُأۡجَ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931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جَأۡحَ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0ED"/>
          </a:solidFill>
          <a:ln w="12700">
            <a:solidFill>
              <a:srgbClr val="5EA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30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6830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931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حِأۡخَ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152"/>
          </a:solidFill>
          <a:ln w="12700">
            <a:solidFill>
              <a:srgbClr val="E0B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9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9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خُأۡدَ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9"/>
          </a:solidFill>
          <a:ln w="12700">
            <a:solidFill>
              <a:srgbClr val="47D1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793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دَأۡبَ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408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408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216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بِأۡ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تُأۡ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476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476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ثَأۡ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3"/>
          </a:solidFill>
          <a:ln w="12700">
            <a:solidFill>
              <a:srgbClr val="ED5E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3807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3807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238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جِأۡ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E"/>
          </a:solidFill>
          <a:ln w="12700">
            <a:solidFill>
              <a:srgbClr val="52E0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6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6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حُأۡ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64D8"/>
          </a:solidFill>
          <a:ln w="12700">
            <a:solidFill>
              <a:srgbClr val="A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47D1"/>
          </a:solidFill>
          <a:ln w="12700">
            <a:solidFill>
              <a:srgbClr val="8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42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42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خَأۡ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283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283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705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دِأۡ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934825" y="896112"/>
            <a:ext cx="22592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3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934825" y="896112"/>
            <a:ext cx="22592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وَأۡمُرۡ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3566311" y="896112"/>
            <a:ext cx="20484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3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566311" y="896112"/>
            <a:ext cx="20484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أَهۡلَكَ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949881" y="896112"/>
            <a:ext cx="2296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E2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949881" y="896112"/>
            <a:ext cx="2296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بِٱلصَّلَوٰةِ</a:t>
            </a:r>
            <a:endParaRPr lang="ar-SA" sz="40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1724514" y="2834640"/>
            <a:ext cx="56949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1724514" y="2834640"/>
            <a:ext cx="56949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وَأۡمُرۡ أَهۡلَكَ بِٱلصَّلَوٰةِ</a:t>
            </a:r>
            <a:endParaRPr lang="ar-SA" sz="4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39253" y="896112"/>
            <a:ext cx="25512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39253" y="896112"/>
            <a:ext cx="25512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لَيَأۡكُلُونَ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053482" y="896112"/>
            <a:ext cx="21657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53482" y="896112"/>
            <a:ext cx="21657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ٱلطَّعَامَ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38833" y="2834640"/>
            <a:ext cx="426633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38833" y="2834640"/>
            <a:ext cx="426633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لَيَأۡكُلُونَ ٱلطَّعَامَ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ED5E"/>
          </a:solidFill>
          <a:ln w="12700">
            <a:solidFill>
              <a:srgbClr val="E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56807" y="896112"/>
            <a:ext cx="2265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56807" y="896112"/>
            <a:ext cx="2265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فَأۡتُوا۟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221697" y="896112"/>
            <a:ext cx="21150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21697" y="896112"/>
            <a:ext cx="21150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بِسُورَةٍ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68489" y="2834640"/>
            <a:ext cx="40070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68489" y="2834640"/>
            <a:ext cx="40070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فَأۡتُوا۟ بِسُورَةٍ</a:t>
            </a:r>
            <a:endParaRPr lang="ar-SA" sz="4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01-alif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