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24167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84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2867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</a:t>
            </a:r>
            <a:endParaRPr lang="ar-SA" sz="84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314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947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155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إِفۡ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843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7609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أُفۡ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74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74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09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344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فِبۡ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030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030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فُتۡ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59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59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فَثۡ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9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9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2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فُحۡ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45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45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939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939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فِدۡ</a:t>
            </a:r>
            <a:endParaRPr lang="ar-SA" sz="10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17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175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فُذۡ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873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873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فَرۡ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26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026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7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927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87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فُسۡ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7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573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32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فَشۡ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5EED"/>
          </a:solidFill>
          <a:ln w="12700">
            <a:solidFill>
              <a:srgbClr val="E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201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201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430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فِصۡ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88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7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886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195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فُضۡ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716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716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فَطۡ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14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143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691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فِظۡ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51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051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2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فُعۡ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45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450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4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465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أَفۡبَ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46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546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61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073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بِفۡتَ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271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271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74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تُفۡثَ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9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ثَفۡجَ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05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205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1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جِفۡحَ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20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20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حُفۡخَ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3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2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918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خَفۡدَ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4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44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1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7181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دِفۡذَ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D147"/>
          </a:solidFill>
          <a:ln w="12700">
            <a:solidFill>
              <a:srgbClr val="7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5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625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992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ذُفۡرَ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88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71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97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رَفۡزَ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0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50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4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35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زِفۡسَ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5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5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سُفۡشَ</a:t>
            </a:r>
            <a:endParaRPr lang="ar-SA" sz="5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02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336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5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شَفۡصَ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9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395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60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5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صِفۡضَ</a:t>
            </a:r>
            <a:endParaRPr lang="ar-SA" sz="5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9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17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ضُفۡطَ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1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82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طَفۡظَ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52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52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84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936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ظِفۡعَ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93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عُفۡغَ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70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361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915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غَفۡأَ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06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155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إِفۡ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09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472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بُفۡ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047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129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تَفۡ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988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71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ثِفۡ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945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30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جُفۡ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63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728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حَفۡ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890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257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خِفۡ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255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5668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دُفۡ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757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5668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ذَفۡ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570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404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رِفۡ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386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50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زُفۡ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39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39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288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سَفۡ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1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10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663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شِفۡ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281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281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022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صُفۡ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99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599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60225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ضَفۡ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39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870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طِفۡ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8097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633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ظُفۡ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9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92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791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عَفۡ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1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149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429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غِفۡ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5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5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قَأۡ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250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250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344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قِبۡ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56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156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قُتۡ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2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1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قَثۡ</a:t>
            </a:r>
            <a:endParaRPr lang="ar-SA" sz="9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250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2502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قِجۡ</a:t>
            </a:r>
            <a:endParaRPr lang="ar-SA" sz="9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16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16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2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قُحۡ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9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19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قَخۡ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92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922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4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قِدۡ</a:t>
            </a:r>
            <a:endParaRPr lang="ar-SA" sz="10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87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187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6220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قُذۡ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8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8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قَرۡ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101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61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101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قِزۡ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134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1342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187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قُسۡ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2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2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328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قَشۡ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58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458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430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قِصۡ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2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125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956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قُضۡ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05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قَطۡ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339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3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339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5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91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قِظۡ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CE052"/>
          </a:solidFill>
          <a:ln w="12700">
            <a:solidFill>
              <a:srgbClr val="8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160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160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25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قُعۡ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AD1"/>
          </a:solidFill>
          <a:ln w="12700">
            <a:solidFill>
              <a:srgbClr val="477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19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192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قَغۡ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58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458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920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قِفۡ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67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7465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أَقۡبَ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7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373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07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073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بِقۡتَ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0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74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تُقۡثَ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330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ثَقۡجَ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9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6990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00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جِقۡحَ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240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240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حُقۡخَ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480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994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918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خَقۡدَ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3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93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6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181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دِقۡذَ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ED5E"/>
          </a:solidFill>
          <a:ln w="12700">
            <a:solidFill>
              <a:srgbClr val="6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04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704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992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ذُقۡرَ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3"/>
          </a:solidFill>
          <a:ln w="12700">
            <a:solidFill>
              <a:srgbClr val="E052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CDB70"/>
          </a:solidFill>
          <a:ln w="12700">
            <a:solidFill>
              <a:srgbClr val="9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0"/>
          </a:solidFill>
          <a:ln w="12700">
            <a:solidFill>
              <a:srgbClr val="47858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205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680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97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رَقۡزَ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5D864"/>
          </a:solidFill>
          <a:ln w="12700">
            <a:solidFill>
              <a:srgbClr val="B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ED147"/>
          </a:solidFill>
          <a:ln w="12700">
            <a:solidFill>
              <a:srgbClr val="B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71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60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5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زِقۡسَ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95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395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55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سُقۡشَ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14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D"/>
          </a:solidFill>
          <a:ln w="12700">
            <a:solidFill>
              <a:srgbClr val="642B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89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259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55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شَقۡصَ</a:t>
            </a:r>
            <a:endParaRPr lang="ar-SA" sz="5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7204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734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553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صِقۡضَ</a:t>
            </a:r>
            <a:endParaRPr lang="ar-SA" sz="5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6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7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96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817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ضُقۡطَ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A52"/>
          </a:solidFill>
          <a:ln w="12700">
            <a:solidFill>
              <a:srgbClr val="E0C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7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66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823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طَقۡظَ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2D8"/>
          </a:solidFill>
          <a:ln w="12700">
            <a:solidFill>
              <a:srgbClr val="64D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3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613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2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936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ظِقۡعَ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35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35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1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عُقۡغَ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3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3"/>
          </a:solidFill>
          <a:ln w="12700">
            <a:solidFill>
              <a:srgbClr val="34794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7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02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7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836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غَقۡفَ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4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7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34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7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9114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7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29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فِقۡأَ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A"/>
          </a:solidFill>
          <a:ln w="12700">
            <a:solidFill>
              <a:srgbClr val="ED5E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5825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184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إِقۡ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1"/>
          </a:solidFill>
          <a:ln w="12700">
            <a:solidFill>
              <a:srgbClr val="DB70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46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46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بُقۡ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F47D1"/>
          </a:solidFill>
          <a:ln w="12700">
            <a:solidFill>
              <a:srgbClr val="9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893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893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ثِقۡ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846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جُقۡ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03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03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84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684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خِقۡ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52E0"/>
          </a:solidFill>
          <a:ln w="12700">
            <a:solidFill>
              <a:srgbClr val="8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290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290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87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دُقۡ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D47"/>
          </a:solidFill>
          <a:ln w="12700">
            <a:solidFill>
              <a:srgbClr val="D17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39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399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8877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ذَقۡ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33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33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65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رِقۡ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83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83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712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زُقۡ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2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29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91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256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256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091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شِقۡ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21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21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096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صُقۡ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66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66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96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ضَقۡ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9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90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086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طِقۡ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218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153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ظُقۡ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88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88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عَقۡ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968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4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968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غِقۡ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030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4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030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033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فُقۡ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37634" y="896112"/>
            <a:ext cx="16035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37634" y="896112"/>
            <a:ext cx="16035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4578872" y="896112"/>
            <a:ext cx="20387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B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4578872" y="896112"/>
            <a:ext cx="20387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أَفۡلَحَ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602864" y="896112"/>
            <a:ext cx="36559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B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602864" y="896112"/>
            <a:ext cx="36559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ٱلۡمُؤۡمِنُونَ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398655" y="2834640"/>
            <a:ext cx="63466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398655" y="2834640"/>
            <a:ext cx="63466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قَدۡ أَفۡلَحَ ٱلۡمُؤۡمِنُونَ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374405" y="896112"/>
            <a:ext cx="23011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D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374405" y="896112"/>
            <a:ext cx="23011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ٱقۡرَأۡ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341390" y="896112"/>
            <a:ext cx="17129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D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341390" y="896112"/>
            <a:ext cx="17129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بِٱسۡمِ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1468450" y="896112"/>
            <a:ext cx="15528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36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468450" y="896112"/>
            <a:ext cx="15528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رَبِّكَ</a:t>
            </a:r>
            <a:endParaRPr lang="ar-SA" sz="40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13333" y="2834640"/>
            <a:ext cx="45173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13333" y="2834640"/>
            <a:ext cx="45173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ٱقۡرَأۡ بِٱسۡمِ رَبِّكَ</a:t>
            </a:r>
            <a:endParaRPr lang="ar-SA" sz="4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307247" y="896112"/>
            <a:ext cx="1384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0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307247" y="896112"/>
            <a:ext cx="1384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3910445" y="896112"/>
            <a:ext cx="2076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910445" y="896112"/>
            <a:ext cx="2076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مَقۡعَدِ</a:t>
            </a:r>
            <a:endParaRPr lang="ar-SA" sz="4100" dirty="0"/>
          </a:p>
        </p:txBody>
      </p:sp>
      <p:sp>
        <p:nvSpPr>
          <p:cNvPr id="16" name="C3 W3 pill"/>
          <p:cNvSpPr/>
          <p:nvPr/>
        </p:nvSpPr>
        <p:spPr>
          <a:xfrm>
            <a:off x="1452411" y="896112"/>
            <a:ext cx="2137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52411" y="896112"/>
            <a:ext cx="2137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صِدۡقٍ</a:t>
            </a:r>
            <a:endParaRPr lang="ar-SA" sz="41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32947" y="2834640"/>
            <a:ext cx="4678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32947" y="2834640"/>
            <a:ext cx="4678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 مَقۡعَدِ صِدۡقٍ</a:t>
            </a:r>
            <a:endParaRPr lang="ar-SA" sz="4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124</Slides>
  <Notes>124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11-fa-qaf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