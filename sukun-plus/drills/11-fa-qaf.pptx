
<file path=[Content_Types].xml><?xml version="1.0" encoding="utf-8"?>
<Types xmlns="http://schemas.openxmlformats.org/package/2006/content-types">
  <Default Extension="wav" ContentType="audio/wav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slideMasters/slideMaster37.xml" ContentType="application/vnd.openxmlformats-officedocument.presentationml.slideMaster+xml"/>
  <Override PartName="/ppt/slides/slide37.xml" ContentType="application/vnd.openxmlformats-officedocument.presentationml.slide+xml"/>
  <Override PartName="/ppt/slideMasters/slideMaster38.xml" ContentType="application/vnd.openxmlformats-officedocument.presentationml.slideMaster+xml"/>
  <Override PartName="/ppt/slides/slide38.xml" ContentType="application/vnd.openxmlformats-officedocument.presentationml.slide+xml"/>
  <Override PartName="/ppt/slideMasters/slideMaster39.xml" ContentType="application/vnd.openxmlformats-officedocument.presentationml.slideMaster+xml"/>
  <Override PartName="/ppt/slides/slide39.xml" ContentType="application/vnd.openxmlformats-officedocument.presentationml.slide+xml"/>
  <Override PartName="/ppt/slideMasters/slideMaster40.xml" ContentType="application/vnd.openxmlformats-officedocument.presentationml.slideMaster+xml"/>
  <Override PartName="/ppt/slides/slide40.xml" ContentType="application/vnd.openxmlformats-officedocument.presentationml.slide+xml"/>
  <Override PartName="/ppt/slideMasters/slideMaster41.xml" ContentType="application/vnd.openxmlformats-officedocument.presentationml.slideMaster+xml"/>
  <Override PartName="/ppt/slides/slide41.xml" ContentType="application/vnd.openxmlformats-officedocument.presentationml.slide+xml"/>
  <Override PartName="/ppt/slideMasters/slideMaster42.xml" ContentType="application/vnd.openxmlformats-officedocument.presentationml.slideMaster+xml"/>
  <Override PartName="/ppt/slides/slide42.xml" ContentType="application/vnd.openxmlformats-officedocument.presentationml.slide+xml"/>
  <Override PartName="/ppt/slideMasters/slideMaster43.xml" ContentType="application/vnd.openxmlformats-officedocument.presentationml.slideMaster+xml"/>
  <Override PartName="/ppt/slides/slide43.xml" ContentType="application/vnd.openxmlformats-officedocument.presentationml.slide+xml"/>
  <Override PartName="/ppt/slideMasters/slideMaster44.xml" ContentType="application/vnd.openxmlformats-officedocument.presentationml.slideMaster+xml"/>
  <Override PartName="/ppt/slides/slide44.xml" ContentType="application/vnd.openxmlformats-officedocument.presentationml.slide+xml"/>
  <Override PartName="/ppt/slideMasters/slideMaster45.xml" ContentType="application/vnd.openxmlformats-officedocument.presentationml.slideMaster+xml"/>
  <Override PartName="/ppt/slides/slide45.xml" ContentType="application/vnd.openxmlformats-officedocument.presentationml.slide+xml"/>
  <Override PartName="/ppt/slideMasters/slideMaster46.xml" ContentType="application/vnd.openxmlformats-officedocument.presentationml.slideMaster+xml"/>
  <Override PartName="/ppt/slides/slide46.xml" ContentType="application/vnd.openxmlformats-officedocument.presentationml.slide+xml"/>
  <Override PartName="/ppt/slideMasters/slideMaster47.xml" ContentType="application/vnd.openxmlformats-officedocument.presentationml.slideMaster+xml"/>
  <Override PartName="/ppt/slides/slide47.xml" ContentType="application/vnd.openxmlformats-officedocument.presentationml.slide+xml"/>
  <Override PartName="/ppt/slideMasters/slideMaster48.xml" ContentType="application/vnd.openxmlformats-officedocument.presentationml.slideMaster+xml"/>
  <Override PartName="/ppt/slides/slide48.xml" ContentType="application/vnd.openxmlformats-officedocument.presentationml.slide+xml"/>
  <Override PartName="/ppt/slideMasters/slideMaster49.xml" ContentType="application/vnd.openxmlformats-officedocument.presentationml.slideMaster+xml"/>
  <Override PartName="/ppt/slides/slide49.xml" ContentType="application/vnd.openxmlformats-officedocument.presentationml.slide+xml"/>
  <Override PartName="/ppt/slideMasters/slideMaster50.xml" ContentType="application/vnd.openxmlformats-officedocument.presentationml.slideMaster+xml"/>
  <Override PartName="/ppt/slides/slide50.xml" ContentType="application/vnd.openxmlformats-officedocument.presentationml.slide+xml"/>
  <Override PartName="/ppt/slideMasters/slideMaster51.xml" ContentType="application/vnd.openxmlformats-officedocument.presentationml.slideMaster+xml"/>
  <Override PartName="/ppt/slides/slide51.xml" ContentType="application/vnd.openxmlformats-officedocument.presentationml.slide+xml"/>
  <Override PartName="/ppt/slideMasters/slideMaster52.xml" ContentType="application/vnd.openxmlformats-officedocument.presentationml.slideMaster+xml"/>
  <Override PartName="/ppt/slides/slide52.xml" ContentType="application/vnd.openxmlformats-officedocument.presentationml.slide+xml"/>
  <Override PartName="/ppt/slideMasters/slideMaster53.xml" ContentType="application/vnd.openxmlformats-officedocument.presentationml.slideMaster+xml"/>
  <Override PartName="/ppt/slides/slide53.xml" ContentType="application/vnd.openxmlformats-officedocument.presentationml.slide+xml"/>
  <Override PartName="/ppt/slideMasters/slideMaster54.xml" ContentType="application/vnd.openxmlformats-officedocument.presentationml.slideMaster+xml"/>
  <Override PartName="/ppt/slides/slide54.xml" ContentType="application/vnd.openxmlformats-officedocument.presentationml.slide+xml"/>
  <Override PartName="/ppt/slideMasters/slideMaster55.xml" ContentType="application/vnd.openxmlformats-officedocument.presentationml.slideMaster+xml"/>
  <Override PartName="/ppt/slides/slide55.xml" ContentType="application/vnd.openxmlformats-officedocument.presentationml.slide+xml"/>
  <Override PartName="/ppt/slideMasters/slideMaster56.xml" ContentType="application/vnd.openxmlformats-officedocument.presentationml.slideMaster+xml"/>
  <Override PartName="/ppt/slides/slide56.xml" ContentType="application/vnd.openxmlformats-officedocument.presentationml.slide+xml"/>
  <Override PartName="/ppt/slideMasters/slideMaster57.xml" ContentType="application/vnd.openxmlformats-officedocument.presentationml.slideMaster+xml"/>
  <Override PartName="/ppt/slides/slide57.xml" ContentType="application/vnd.openxmlformats-officedocument.presentationml.slide+xml"/>
  <Override PartName="/ppt/slideMasters/slideMaster58.xml" ContentType="application/vnd.openxmlformats-officedocument.presentationml.slideMaster+xml"/>
  <Override PartName="/ppt/slides/slide58.xml" ContentType="application/vnd.openxmlformats-officedocument.presentationml.slide+xml"/>
  <Override PartName="/ppt/slideMasters/slideMaster59.xml" ContentType="application/vnd.openxmlformats-officedocument.presentationml.slideMaster+xml"/>
  <Override PartName="/ppt/slides/slide59.xml" ContentType="application/vnd.openxmlformats-officedocument.presentationml.slide+xml"/>
  <Override PartName="/ppt/slideMasters/slideMaster60.xml" ContentType="application/vnd.openxmlformats-officedocument.presentationml.slideMaster+xml"/>
  <Override PartName="/ppt/slides/slide60.xml" ContentType="application/vnd.openxmlformats-officedocument.presentationml.slide+xml"/>
  <Override PartName="/ppt/slideMasters/slideMaster61.xml" ContentType="application/vnd.openxmlformats-officedocument.presentationml.slideMaster+xml"/>
  <Override PartName="/ppt/slides/slide61.xml" ContentType="application/vnd.openxmlformats-officedocument.presentationml.slide+xml"/>
  <Override PartName="/ppt/slideMasters/slideMaster62.xml" ContentType="application/vnd.openxmlformats-officedocument.presentationml.slideMaster+xml"/>
  <Override PartName="/ppt/slides/slide62.xml" ContentType="application/vnd.openxmlformats-officedocument.presentationml.slide+xml"/>
  <Override PartName="/ppt/slideMasters/slideMaster63.xml" ContentType="application/vnd.openxmlformats-officedocument.presentationml.slideMaster+xml"/>
  <Override PartName="/ppt/slides/slide63.xml" ContentType="application/vnd.openxmlformats-officedocument.presentationml.slide+xml"/>
  <Override PartName="/ppt/slideMasters/slideMaster64.xml" ContentType="application/vnd.openxmlformats-officedocument.presentationml.slideMaster+xml"/>
  <Override PartName="/ppt/slides/slide64.xml" ContentType="application/vnd.openxmlformats-officedocument.presentationml.slide+xml"/>
  <Override PartName="/ppt/slideMasters/slideMaster65.xml" ContentType="application/vnd.openxmlformats-officedocument.presentationml.slideMaster+xml"/>
  <Override PartName="/ppt/slides/slide65.xml" ContentType="application/vnd.openxmlformats-officedocument.presentationml.slide+xml"/>
  <Override PartName="/ppt/slideMasters/slideMaster66.xml" ContentType="application/vnd.openxmlformats-officedocument.presentationml.slideMaster+xml"/>
  <Override PartName="/ppt/slides/slide66.xml" ContentType="application/vnd.openxmlformats-officedocument.presentationml.slide+xml"/>
  <Override PartName="/ppt/slideMasters/slideMaster67.xml" ContentType="application/vnd.openxmlformats-officedocument.presentationml.slideMaster+xml"/>
  <Override PartName="/ppt/slides/slide67.xml" ContentType="application/vnd.openxmlformats-officedocument.presentationml.slide+xml"/>
  <Override PartName="/ppt/slideMasters/slideMaster68.xml" ContentType="application/vnd.openxmlformats-officedocument.presentationml.slideMaster+xml"/>
  <Override PartName="/ppt/slides/slide68.xml" ContentType="application/vnd.openxmlformats-officedocument.presentationml.slide+xml"/>
  <Override PartName="/ppt/slideMasters/slideMaster69.xml" ContentType="application/vnd.openxmlformats-officedocument.presentationml.slideMaster+xml"/>
  <Override PartName="/ppt/slides/slide69.xml" ContentType="application/vnd.openxmlformats-officedocument.presentationml.slide+xml"/>
  <Override PartName="/ppt/slideMasters/slideMaster70.xml" ContentType="application/vnd.openxmlformats-officedocument.presentationml.slideMaster+xml"/>
  <Override PartName="/ppt/slides/slide70.xml" ContentType="application/vnd.openxmlformats-officedocument.presentationml.slide+xml"/>
  <Override PartName="/ppt/slideMasters/slideMaster71.xml" ContentType="application/vnd.openxmlformats-officedocument.presentationml.slideMaster+xml"/>
  <Override PartName="/ppt/slides/slide71.xml" ContentType="application/vnd.openxmlformats-officedocument.presentationml.slide+xml"/>
  <Override PartName="/ppt/slideMasters/slideMaster72.xml" ContentType="application/vnd.openxmlformats-officedocument.presentationml.slideMaster+xml"/>
  <Override PartName="/ppt/slides/slide72.xml" ContentType="application/vnd.openxmlformats-officedocument.presentationml.slide+xml"/>
  <Override PartName="/ppt/slideMasters/slideMaster73.xml" ContentType="application/vnd.openxmlformats-officedocument.presentationml.slideMaster+xml"/>
  <Override PartName="/ppt/slides/slide73.xml" ContentType="application/vnd.openxmlformats-officedocument.presentationml.slide+xml"/>
  <Override PartName="/ppt/slideMasters/slideMaster74.xml" ContentType="application/vnd.openxmlformats-officedocument.presentationml.slideMaster+xml"/>
  <Override PartName="/ppt/slides/slide74.xml" ContentType="application/vnd.openxmlformats-officedocument.presentationml.slide+xml"/>
  <Override PartName="/ppt/slideMasters/slideMaster75.xml" ContentType="application/vnd.openxmlformats-officedocument.presentationml.slideMaster+xml"/>
  <Override PartName="/ppt/slides/slide75.xml" ContentType="application/vnd.openxmlformats-officedocument.presentationml.slide+xml"/>
  <Override PartName="/ppt/slideMasters/slideMaster76.xml" ContentType="application/vnd.openxmlformats-officedocument.presentationml.slideMaster+xml"/>
  <Override PartName="/ppt/slides/slide76.xml" ContentType="application/vnd.openxmlformats-officedocument.presentationml.slide+xml"/>
  <Override PartName="/ppt/slideMasters/slideMaster77.xml" ContentType="application/vnd.openxmlformats-officedocument.presentationml.slideMaster+xml"/>
  <Override PartName="/ppt/slides/slide77.xml" ContentType="application/vnd.openxmlformats-officedocument.presentationml.slide+xml"/>
  <Override PartName="/ppt/slideMasters/slideMaster78.xml" ContentType="application/vnd.openxmlformats-officedocument.presentationml.slideMaster+xml"/>
  <Override PartName="/ppt/slides/slide78.xml" ContentType="application/vnd.openxmlformats-officedocument.presentationml.slide+xml"/>
  <Override PartName="/ppt/slideMasters/slideMaster79.xml" ContentType="application/vnd.openxmlformats-officedocument.presentationml.slideMaster+xml"/>
  <Override PartName="/ppt/slides/slide79.xml" ContentType="application/vnd.openxmlformats-officedocument.presentationml.slide+xml"/>
  <Override PartName="/ppt/slideMasters/slideMaster80.xml" ContentType="application/vnd.openxmlformats-officedocument.presentationml.slideMaster+xml"/>
  <Override PartName="/ppt/slides/slide80.xml" ContentType="application/vnd.openxmlformats-officedocument.presentationml.slide+xml"/>
  <Override PartName="/ppt/slideMasters/slideMaster81.xml" ContentType="application/vnd.openxmlformats-officedocument.presentationml.slideMaster+xml"/>
  <Override PartName="/ppt/slides/slide81.xml" ContentType="application/vnd.openxmlformats-officedocument.presentationml.slide+xml"/>
  <Override PartName="/ppt/slideMasters/slideMaster82.xml" ContentType="application/vnd.openxmlformats-officedocument.presentationml.slideMaster+xml"/>
  <Override PartName="/ppt/slides/slide82.xml" ContentType="application/vnd.openxmlformats-officedocument.presentationml.slide+xml"/>
  <Override PartName="/ppt/slideMasters/slideMaster83.xml" ContentType="application/vnd.openxmlformats-officedocument.presentationml.slideMaster+xml"/>
  <Override PartName="/ppt/slides/slide83.xml" ContentType="application/vnd.openxmlformats-officedocument.presentationml.slide+xml"/>
  <Override PartName="/ppt/slideMasters/slideMaster84.xml" ContentType="application/vnd.openxmlformats-officedocument.presentationml.slideMaster+xml"/>
  <Override PartName="/ppt/slides/slide84.xml" ContentType="application/vnd.openxmlformats-officedocument.presentationml.slide+xml"/>
  <Override PartName="/ppt/slideMasters/slideMaster85.xml" ContentType="application/vnd.openxmlformats-officedocument.presentationml.slideMaster+xml"/>
  <Override PartName="/ppt/slides/slide85.xml" ContentType="application/vnd.openxmlformats-officedocument.presentationml.slide+xml"/>
  <Override PartName="/ppt/slideMasters/slideMaster86.xml" ContentType="application/vnd.openxmlformats-officedocument.presentationml.slideMaster+xml"/>
  <Override PartName="/ppt/slides/slide86.xml" ContentType="application/vnd.openxmlformats-officedocument.presentationml.slide+xml"/>
  <Override PartName="/ppt/slideMasters/slideMaster87.xml" ContentType="application/vnd.openxmlformats-officedocument.presentationml.slideMaster+xml"/>
  <Override PartName="/ppt/slides/slide87.xml" ContentType="application/vnd.openxmlformats-officedocument.presentationml.slide+xml"/>
  <Override PartName="/ppt/slideMasters/slideMaster88.xml" ContentType="application/vnd.openxmlformats-officedocument.presentationml.slideMaster+xml"/>
  <Override PartName="/ppt/slides/slide88.xml" ContentType="application/vnd.openxmlformats-officedocument.presentationml.slide+xml"/>
  <Override PartName="/ppt/slideMasters/slideMaster89.xml" ContentType="application/vnd.openxmlformats-officedocument.presentationml.slideMaster+xml"/>
  <Override PartName="/ppt/slides/slide89.xml" ContentType="application/vnd.openxmlformats-officedocument.presentationml.slide+xml"/>
  <Override PartName="/ppt/slideMasters/slideMaster90.xml" ContentType="application/vnd.openxmlformats-officedocument.presentationml.slideMaster+xml"/>
  <Override PartName="/ppt/slides/slide90.xml" ContentType="application/vnd.openxmlformats-officedocument.presentationml.slide+xml"/>
  <Override PartName="/ppt/slideMasters/slideMaster91.xml" ContentType="application/vnd.openxmlformats-officedocument.presentationml.slideMaster+xml"/>
  <Override PartName="/ppt/slides/slide91.xml" ContentType="application/vnd.openxmlformats-officedocument.presentationml.slide+xml"/>
  <Override PartName="/ppt/slideMasters/slideMaster92.xml" ContentType="application/vnd.openxmlformats-officedocument.presentationml.slideMaster+xml"/>
  <Override PartName="/ppt/slides/slide92.xml" ContentType="application/vnd.openxmlformats-officedocument.presentationml.slide+xml"/>
  <Override PartName="/ppt/slideMasters/slideMaster93.xml" ContentType="application/vnd.openxmlformats-officedocument.presentationml.slideMaster+xml"/>
  <Override PartName="/ppt/slides/slide93.xml" ContentType="application/vnd.openxmlformats-officedocument.presentationml.slide+xml"/>
  <Override PartName="/ppt/slideMasters/slideMaster94.xml" ContentType="application/vnd.openxmlformats-officedocument.presentationml.slideMaster+xml"/>
  <Override PartName="/ppt/slides/slide94.xml" ContentType="application/vnd.openxmlformats-officedocument.presentationml.slide+xml"/>
  <Override PartName="/ppt/slideMasters/slideMaster95.xml" ContentType="application/vnd.openxmlformats-officedocument.presentationml.slideMaster+xml"/>
  <Override PartName="/ppt/slides/slide95.xml" ContentType="application/vnd.openxmlformats-officedocument.presentationml.slide+xml"/>
  <Override PartName="/ppt/slideMasters/slideMaster96.xml" ContentType="application/vnd.openxmlformats-officedocument.presentationml.slideMaster+xml"/>
  <Override PartName="/ppt/slides/slide96.xml" ContentType="application/vnd.openxmlformats-officedocument.presentationml.slide+xml"/>
  <Override PartName="/ppt/slideMasters/slideMaster97.xml" ContentType="application/vnd.openxmlformats-officedocument.presentationml.slideMaster+xml"/>
  <Override PartName="/ppt/slides/slide97.xml" ContentType="application/vnd.openxmlformats-officedocument.presentationml.slide+xml"/>
  <Override PartName="/ppt/slideMasters/slideMaster98.xml" ContentType="application/vnd.openxmlformats-officedocument.presentationml.slideMaster+xml"/>
  <Override PartName="/ppt/slides/slide98.xml" ContentType="application/vnd.openxmlformats-officedocument.presentationml.slide+xml"/>
  <Override PartName="/ppt/slideMasters/slideMaster99.xml" ContentType="application/vnd.openxmlformats-officedocument.presentationml.slideMaster+xml"/>
  <Override PartName="/ppt/slides/slide99.xml" ContentType="application/vnd.openxmlformats-officedocument.presentationml.slide+xml"/>
  <Override PartName="/ppt/slideMasters/slideMaster100.xml" ContentType="application/vnd.openxmlformats-officedocument.presentationml.slideMaster+xml"/>
  <Override PartName="/ppt/slides/slide100.xml" ContentType="application/vnd.openxmlformats-officedocument.presentationml.slide+xml"/>
  <Override PartName="/ppt/slideMasters/slideMaster101.xml" ContentType="application/vnd.openxmlformats-officedocument.presentationml.slideMaster+xml"/>
  <Override PartName="/ppt/slides/slide101.xml" ContentType="application/vnd.openxmlformats-officedocument.presentationml.slide+xml"/>
  <Override PartName="/ppt/slideMasters/slideMaster102.xml" ContentType="application/vnd.openxmlformats-officedocument.presentationml.slideMaster+xml"/>
  <Override PartName="/ppt/slides/slide102.xml" ContentType="application/vnd.openxmlformats-officedocument.presentationml.slide+xml"/>
  <Override PartName="/ppt/slideMasters/slideMaster103.xml" ContentType="application/vnd.openxmlformats-officedocument.presentationml.slideMaster+xml"/>
  <Override PartName="/ppt/slides/slide103.xml" ContentType="application/vnd.openxmlformats-officedocument.presentationml.slide+xml"/>
  <Override PartName="/ppt/slideMasters/slideMaster104.xml" ContentType="application/vnd.openxmlformats-officedocument.presentationml.slideMaster+xml"/>
  <Override PartName="/ppt/slides/slide104.xml" ContentType="application/vnd.openxmlformats-officedocument.presentationml.slide+xml"/>
  <Override PartName="/ppt/slideMasters/slideMaster105.xml" ContentType="application/vnd.openxmlformats-officedocument.presentationml.slideMaster+xml"/>
  <Override PartName="/ppt/slides/slide105.xml" ContentType="application/vnd.openxmlformats-officedocument.presentationml.slide+xml"/>
  <Override PartName="/ppt/slideMasters/slideMaster106.xml" ContentType="application/vnd.openxmlformats-officedocument.presentationml.slideMaster+xml"/>
  <Override PartName="/ppt/slides/slide106.xml" ContentType="application/vnd.openxmlformats-officedocument.presentationml.slide+xml"/>
  <Override PartName="/ppt/slideMasters/slideMaster107.xml" ContentType="application/vnd.openxmlformats-officedocument.presentationml.slideMaster+xml"/>
  <Override PartName="/ppt/slides/slide107.xml" ContentType="application/vnd.openxmlformats-officedocument.presentationml.slide+xml"/>
  <Override PartName="/ppt/slideMasters/slideMaster108.xml" ContentType="application/vnd.openxmlformats-officedocument.presentationml.slideMaster+xml"/>
  <Override PartName="/ppt/slides/slide108.xml" ContentType="application/vnd.openxmlformats-officedocument.presentationml.slide+xml"/>
  <Override PartName="/ppt/slideMasters/slideMaster109.xml" ContentType="application/vnd.openxmlformats-officedocument.presentationml.slideMaster+xml"/>
  <Override PartName="/ppt/slides/slide109.xml" ContentType="application/vnd.openxmlformats-officedocument.presentationml.slide+xml"/>
  <Override PartName="/ppt/slideMasters/slideMaster110.xml" ContentType="application/vnd.openxmlformats-officedocument.presentationml.slideMaster+xml"/>
  <Override PartName="/ppt/slides/slide110.xml" ContentType="application/vnd.openxmlformats-officedocument.presentationml.slide+xml"/>
  <Override PartName="/ppt/slideMasters/slideMaster111.xml" ContentType="application/vnd.openxmlformats-officedocument.presentationml.slideMaster+xml"/>
  <Override PartName="/ppt/slides/slide111.xml" ContentType="application/vnd.openxmlformats-officedocument.presentationml.slide+xml"/>
  <Override PartName="/ppt/slideMasters/slideMaster112.xml" ContentType="application/vnd.openxmlformats-officedocument.presentationml.slideMaster+xml"/>
  <Override PartName="/ppt/slides/slide112.xml" ContentType="application/vnd.openxmlformats-officedocument.presentationml.slide+xml"/>
  <Override PartName="/ppt/slideMasters/slideMaster113.xml" ContentType="application/vnd.openxmlformats-officedocument.presentationml.slideMaster+xml"/>
  <Override PartName="/ppt/slides/slide113.xml" ContentType="application/vnd.openxmlformats-officedocument.presentationml.slide+xml"/>
  <Override PartName="/ppt/slideMasters/slideMaster114.xml" ContentType="application/vnd.openxmlformats-officedocument.presentationml.slideMaster+xml"/>
  <Override PartName="/ppt/slides/slide114.xml" ContentType="application/vnd.openxmlformats-officedocument.presentationml.slide+xml"/>
  <Override PartName="/ppt/slideMasters/slideMaster115.xml" ContentType="application/vnd.openxmlformats-officedocument.presentationml.slideMaster+xml"/>
  <Override PartName="/ppt/slides/slide115.xml" ContentType="application/vnd.openxmlformats-officedocument.presentationml.slide+xml"/>
  <Override PartName="/ppt/slideMasters/slideMaster116.xml" ContentType="application/vnd.openxmlformats-officedocument.presentationml.slideMaster+xml"/>
  <Override PartName="/ppt/slides/slide116.xml" ContentType="application/vnd.openxmlformats-officedocument.presentationml.slide+xml"/>
  <Override PartName="/ppt/slideMasters/slideMaster117.xml" ContentType="application/vnd.openxmlformats-officedocument.presentationml.slideMaster+xml"/>
  <Override PartName="/ppt/slides/slide117.xml" ContentType="application/vnd.openxmlformats-officedocument.presentationml.slide+xml"/>
  <Override PartName="/ppt/slideMasters/slideMaster118.xml" ContentType="application/vnd.openxmlformats-officedocument.presentationml.slideMaster+xml"/>
  <Override PartName="/ppt/slides/slide118.xml" ContentType="application/vnd.openxmlformats-officedocument.presentationml.slide+xml"/>
  <Override PartName="/ppt/slideMasters/slideMaster119.xml" ContentType="application/vnd.openxmlformats-officedocument.presentationml.slideMaster+xml"/>
  <Override PartName="/ppt/slides/slide119.xml" ContentType="application/vnd.openxmlformats-officedocument.presentationml.slide+xml"/>
  <Override PartName="/ppt/slideMasters/slideMaster120.xml" ContentType="application/vnd.openxmlformats-officedocument.presentationml.slideMaster+xml"/>
  <Override PartName="/ppt/slides/slide120.xml" ContentType="application/vnd.openxmlformats-officedocument.presentationml.slide+xml"/>
  <Override PartName="/ppt/slideMasters/slideMaster121.xml" ContentType="application/vnd.openxmlformats-officedocument.presentationml.slideMaster+xml"/>
  <Override PartName="/ppt/slides/slide121.xml" ContentType="application/vnd.openxmlformats-officedocument.presentationml.slide+xml"/>
  <Override PartName="/ppt/slideMasters/slideMaster122.xml" ContentType="application/vnd.openxmlformats-officedocument.presentationml.slideMaster+xml"/>
  <Override PartName="/ppt/slides/slide122.xml" ContentType="application/vnd.openxmlformats-officedocument.presentationml.slide+xml"/>
  <Override PartName="/ppt/slideMasters/slideMaster123.xml" ContentType="application/vnd.openxmlformats-officedocument.presentationml.slideMaster+xml"/>
  <Override PartName="/ppt/slides/slide123.xml" ContentType="application/vnd.openxmlformats-officedocument.presentationml.slide+xml"/>
  <Override PartName="/ppt/slideMasters/slideMaster124.xml" ContentType="application/vnd.openxmlformats-officedocument.presentationml.slideMaster+xml"/>
  <Override PartName="/ppt/slides/slide12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ppt/notesSlides/notesSlide47.xml" ContentType="application/vnd.openxmlformats-officedocument.presentationml.notesSlide+xml"/>
  <Override PartName="/ppt/notesSlides/notesSlide48.xml" ContentType="application/vnd.openxmlformats-officedocument.presentationml.notesSlide+xml"/>
  <Override PartName="/ppt/notesSlides/notesSlide49.xml" ContentType="application/vnd.openxmlformats-officedocument.presentationml.notesSlide+xml"/>
  <Override PartName="/ppt/notesSlides/notesSlide50.xml" ContentType="application/vnd.openxmlformats-officedocument.presentationml.notesSlide+xml"/>
  <Override PartName="/ppt/notesSlides/notesSlide51.xml" ContentType="application/vnd.openxmlformats-officedocument.presentationml.notesSlide+xml"/>
  <Override PartName="/ppt/notesSlides/notesSlide52.xml" ContentType="application/vnd.openxmlformats-officedocument.presentationml.notesSlide+xml"/>
  <Override PartName="/ppt/notesSlides/notesSlide53.xml" ContentType="application/vnd.openxmlformats-officedocument.presentationml.notesSlide+xml"/>
  <Override PartName="/ppt/notesSlides/notesSlide54.xml" ContentType="application/vnd.openxmlformats-officedocument.presentationml.notesSlide+xml"/>
  <Override PartName="/ppt/notesSlides/notesSlide55.xml" ContentType="application/vnd.openxmlformats-officedocument.presentationml.notesSlide+xml"/>
  <Override PartName="/ppt/notesSlides/notesSlide56.xml" ContentType="application/vnd.openxmlformats-officedocument.presentationml.notesSlide+xml"/>
  <Override PartName="/ppt/notesSlides/notesSlide57.xml" ContentType="application/vnd.openxmlformats-officedocument.presentationml.notesSlide+xml"/>
  <Override PartName="/ppt/notesSlides/notesSlide58.xml" ContentType="application/vnd.openxmlformats-officedocument.presentationml.notesSlide+xml"/>
  <Override PartName="/ppt/notesSlides/notesSlide59.xml" ContentType="application/vnd.openxmlformats-officedocument.presentationml.notesSlide+xml"/>
  <Override PartName="/ppt/notesSlides/notesSlide60.xml" ContentType="application/vnd.openxmlformats-officedocument.presentationml.notesSlide+xml"/>
  <Override PartName="/ppt/notesSlides/notesSlide61.xml" ContentType="application/vnd.openxmlformats-officedocument.presentationml.notesSlide+xml"/>
  <Override PartName="/ppt/notesSlides/notesSlide62.xml" ContentType="application/vnd.openxmlformats-officedocument.presentationml.notesSlide+xml"/>
  <Override PartName="/ppt/notesSlides/notesSlide63.xml" ContentType="application/vnd.openxmlformats-officedocument.presentationml.notesSlide+xml"/>
  <Override PartName="/ppt/notesSlides/notesSlide64.xml" ContentType="application/vnd.openxmlformats-officedocument.presentationml.notesSlide+xml"/>
  <Override PartName="/ppt/notesSlides/notesSlide65.xml" ContentType="application/vnd.openxmlformats-officedocument.presentationml.notesSlide+xml"/>
  <Override PartName="/ppt/notesSlides/notesSlide66.xml" ContentType="application/vnd.openxmlformats-officedocument.presentationml.notesSlide+xml"/>
  <Override PartName="/ppt/notesSlides/notesSlide67.xml" ContentType="application/vnd.openxmlformats-officedocument.presentationml.notesSlide+xml"/>
  <Override PartName="/ppt/notesSlides/notesSlide68.xml" ContentType="application/vnd.openxmlformats-officedocument.presentationml.notesSlide+xml"/>
  <Override PartName="/ppt/notesSlides/notesSlide69.xml" ContentType="application/vnd.openxmlformats-officedocument.presentationml.notesSlide+xml"/>
  <Override PartName="/ppt/notesSlides/notesSlide70.xml" ContentType="application/vnd.openxmlformats-officedocument.presentationml.notesSlide+xml"/>
  <Override PartName="/ppt/notesSlides/notesSlide71.xml" ContentType="application/vnd.openxmlformats-officedocument.presentationml.notesSlide+xml"/>
  <Override PartName="/ppt/notesSlides/notesSlide72.xml" ContentType="application/vnd.openxmlformats-officedocument.presentationml.notesSlide+xml"/>
  <Override PartName="/ppt/notesSlides/notesSlide73.xml" ContentType="application/vnd.openxmlformats-officedocument.presentationml.notesSlide+xml"/>
  <Override PartName="/ppt/notesSlides/notesSlide74.xml" ContentType="application/vnd.openxmlformats-officedocument.presentationml.notesSlide+xml"/>
  <Override PartName="/ppt/notesSlides/notesSlide75.xml" ContentType="application/vnd.openxmlformats-officedocument.presentationml.notesSlide+xml"/>
  <Override PartName="/ppt/notesSlides/notesSlide76.xml" ContentType="application/vnd.openxmlformats-officedocument.presentationml.notesSlide+xml"/>
  <Override PartName="/ppt/notesSlides/notesSlide77.xml" ContentType="application/vnd.openxmlformats-officedocument.presentationml.notesSlide+xml"/>
  <Override PartName="/ppt/notesSlides/notesSlide78.xml" ContentType="application/vnd.openxmlformats-officedocument.presentationml.notesSlide+xml"/>
  <Override PartName="/ppt/notesSlides/notesSlide79.xml" ContentType="application/vnd.openxmlformats-officedocument.presentationml.notesSlide+xml"/>
  <Override PartName="/ppt/notesSlides/notesSlide80.xml" ContentType="application/vnd.openxmlformats-officedocument.presentationml.notesSlide+xml"/>
  <Override PartName="/ppt/notesSlides/notesSlide81.xml" ContentType="application/vnd.openxmlformats-officedocument.presentationml.notesSlide+xml"/>
  <Override PartName="/ppt/notesSlides/notesSlide82.xml" ContentType="application/vnd.openxmlformats-officedocument.presentationml.notesSlide+xml"/>
  <Override PartName="/ppt/notesSlides/notesSlide83.xml" ContentType="application/vnd.openxmlformats-officedocument.presentationml.notesSlide+xml"/>
  <Override PartName="/ppt/notesSlides/notesSlide84.xml" ContentType="application/vnd.openxmlformats-officedocument.presentationml.notesSlide+xml"/>
  <Override PartName="/ppt/notesSlides/notesSlide85.xml" ContentType="application/vnd.openxmlformats-officedocument.presentationml.notesSlide+xml"/>
  <Override PartName="/ppt/notesSlides/notesSlide86.xml" ContentType="application/vnd.openxmlformats-officedocument.presentationml.notesSlide+xml"/>
  <Override PartName="/ppt/notesSlides/notesSlide87.xml" ContentType="application/vnd.openxmlformats-officedocument.presentationml.notesSlide+xml"/>
  <Override PartName="/ppt/notesSlides/notesSlide88.xml" ContentType="application/vnd.openxmlformats-officedocument.presentationml.notesSlide+xml"/>
  <Override PartName="/ppt/notesSlides/notesSlide89.xml" ContentType="application/vnd.openxmlformats-officedocument.presentationml.notesSlide+xml"/>
  <Override PartName="/ppt/notesSlides/notesSlide90.xml" ContentType="application/vnd.openxmlformats-officedocument.presentationml.notesSlide+xml"/>
  <Override PartName="/ppt/notesSlides/notesSlide91.xml" ContentType="application/vnd.openxmlformats-officedocument.presentationml.notesSlide+xml"/>
  <Override PartName="/ppt/notesSlides/notesSlide92.xml" ContentType="application/vnd.openxmlformats-officedocument.presentationml.notesSlide+xml"/>
  <Override PartName="/ppt/notesSlides/notesSlide93.xml" ContentType="application/vnd.openxmlformats-officedocument.presentationml.notesSlide+xml"/>
  <Override PartName="/ppt/notesSlides/notesSlide94.xml" ContentType="application/vnd.openxmlformats-officedocument.presentationml.notesSlide+xml"/>
  <Override PartName="/ppt/notesSlides/notesSlide95.xml" ContentType="application/vnd.openxmlformats-officedocument.presentationml.notesSlide+xml"/>
  <Override PartName="/ppt/notesSlides/notesSlide96.xml" ContentType="application/vnd.openxmlformats-officedocument.presentationml.notesSlide+xml"/>
  <Override PartName="/ppt/notesSlides/notesSlide97.xml" ContentType="application/vnd.openxmlformats-officedocument.presentationml.notesSlide+xml"/>
  <Override PartName="/ppt/notesSlides/notesSlide98.xml" ContentType="application/vnd.openxmlformats-officedocument.presentationml.notesSlide+xml"/>
  <Override PartName="/ppt/notesSlides/notesSlide99.xml" ContentType="application/vnd.openxmlformats-officedocument.presentationml.notesSlide+xml"/>
  <Override PartName="/ppt/notesSlides/notesSlide100.xml" ContentType="application/vnd.openxmlformats-officedocument.presentationml.notesSlide+xml"/>
  <Override PartName="/ppt/notesSlides/notesSlide101.xml" ContentType="application/vnd.openxmlformats-officedocument.presentationml.notesSlide+xml"/>
  <Override PartName="/ppt/notesSlides/notesSlide102.xml" ContentType="application/vnd.openxmlformats-officedocument.presentationml.notesSlide+xml"/>
  <Override PartName="/ppt/notesSlides/notesSlide103.xml" ContentType="application/vnd.openxmlformats-officedocument.presentationml.notesSlide+xml"/>
  <Override PartName="/ppt/notesSlides/notesSlide104.xml" ContentType="application/vnd.openxmlformats-officedocument.presentationml.notesSlide+xml"/>
  <Override PartName="/ppt/notesSlides/notesSlide105.xml" ContentType="application/vnd.openxmlformats-officedocument.presentationml.notesSlide+xml"/>
  <Override PartName="/ppt/notesSlides/notesSlide106.xml" ContentType="application/vnd.openxmlformats-officedocument.presentationml.notesSlide+xml"/>
  <Override PartName="/ppt/notesSlides/notesSlide107.xml" ContentType="application/vnd.openxmlformats-officedocument.presentationml.notesSlide+xml"/>
  <Override PartName="/ppt/notesSlides/notesSlide108.xml" ContentType="application/vnd.openxmlformats-officedocument.presentationml.notesSlide+xml"/>
  <Override PartName="/ppt/notesSlides/notesSlide109.xml" ContentType="application/vnd.openxmlformats-officedocument.presentationml.notesSlide+xml"/>
  <Override PartName="/ppt/notesSlides/notesSlide110.xml" ContentType="application/vnd.openxmlformats-officedocument.presentationml.notesSlide+xml"/>
  <Override PartName="/ppt/notesSlides/notesSlide111.xml" ContentType="application/vnd.openxmlformats-officedocument.presentationml.notesSlide+xml"/>
  <Override PartName="/ppt/notesSlides/notesSlide112.xml" ContentType="application/vnd.openxmlformats-officedocument.presentationml.notesSlide+xml"/>
  <Override PartName="/ppt/notesSlides/notesSlide113.xml" ContentType="application/vnd.openxmlformats-officedocument.presentationml.notesSlide+xml"/>
  <Override PartName="/ppt/notesSlides/notesSlide114.xml" ContentType="application/vnd.openxmlformats-officedocument.presentationml.notesSlide+xml"/>
  <Override PartName="/ppt/notesSlides/notesSlide115.xml" ContentType="application/vnd.openxmlformats-officedocument.presentationml.notesSlide+xml"/>
  <Override PartName="/ppt/notesSlides/notesSlide116.xml" ContentType="application/vnd.openxmlformats-officedocument.presentationml.notesSlide+xml"/>
  <Override PartName="/ppt/notesSlides/notesSlide117.xml" ContentType="application/vnd.openxmlformats-officedocument.presentationml.notesSlide+xml"/>
  <Override PartName="/ppt/notesSlides/notesSlide118.xml" ContentType="application/vnd.openxmlformats-officedocument.presentationml.notesSlide+xml"/>
  <Override PartName="/ppt/notesSlides/notesSlide119.xml" ContentType="application/vnd.openxmlformats-officedocument.presentationml.notesSlide+xml"/>
  <Override PartName="/ppt/notesSlides/notesSlide120.xml" ContentType="application/vnd.openxmlformats-officedocument.presentationml.notesSlide+xml"/>
  <Override PartName="/ppt/notesSlides/notesSlide121.xml" ContentType="application/vnd.openxmlformats-officedocument.presentationml.notesSlide+xml"/>
  <Override PartName="/ppt/notesSlides/notesSlide122.xml" ContentType="application/vnd.openxmlformats-officedocument.presentationml.notesSlide+xml"/>
  <Override PartName="/ppt/notesSlides/notesSlide123.xml" ContentType="application/vnd.openxmlformats-officedocument.presentationml.notesSlide+xml"/>
  <Override PartName="/ppt/notesSlides/notesSlide12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  <p:sldId id="318" r:id="rId64"/>
    <p:sldId id="319" r:id="rId65"/>
    <p:sldId id="320" r:id="rId66"/>
    <p:sldId id="321" r:id="rId67"/>
    <p:sldId id="322" r:id="rId68"/>
    <p:sldId id="323" r:id="rId69"/>
    <p:sldId id="324" r:id="rId70"/>
    <p:sldId id="325" r:id="rId71"/>
    <p:sldId id="326" r:id="rId72"/>
    <p:sldId id="327" r:id="rId73"/>
    <p:sldId id="328" r:id="rId74"/>
    <p:sldId id="329" r:id="rId75"/>
    <p:sldId id="330" r:id="rId76"/>
    <p:sldId id="331" r:id="rId77"/>
    <p:sldId id="332" r:id="rId78"/>
    <p:sldId id="333" r:id="rId79"/>
    <p:sldId id="334" r:id="rId80"/>
    <p:sldId id="335" r:id="rId81"/>
    <p:sldId id="336" r:id="rId82"/>
    <p:sldId id="337" r:id="rId83"/>
    <p:sldId id="338" r:id="rId84"/>
    <p:sldId id="339" r:id="rId85"/>
    <p:sldId id="340" r:id="rId86"/>
    <p:sldId id="341" r:id="rId87"/>
    <p:sldId id="342" r:id="rId88"/>
    <p:sldId id="343" r:id="rId89"/>
    <p:sldId id="344" r:id="rId90"/>
    <p:sldId id="345" r:id="rId91"/>
    <p:sldId id="346" r:id="rId92"/>
    <p:sldId id="347" r:id="rId93"/>
    <p:sldId id="348" r:id="rId94"/>
    <p:sldId id="349" r:id="rId95"/>
    <p:sldId id="350" r:id="rId96"/>
    <p:sldId id="351" r:id="rId97"/>
    <p:sldId id="352" r:id="rId98"/>
    <p:sldId id="353" r:id="rId99"/>
    <p:sldId id="354" r:id="rId100"/>
    <p:sldId id="355" r:id="rId101"/>
    <p:sldId id="356" r:id="rId102"/>
    <p:sldId id="357" r:id="rId103"/>
    <p:sldId id="358" r:id="rId104"/>
    <p:sldId id="359" r:id="rId105"/>
    <p:sldId id="360" r:id="rId106"/>
    <p:sldId id="361" r:id="rId107"/>
    <p:sldId id="362" r:id="rId108"/>
    <p:sldId id="363" r:id="rId109"/>
    <p:sldId id="364" r:id="rId110"/>
    <p:sldId id="365" r:id="rId111"/>
    <p:sldId id="366" r:id="rId112"/>
    <p:sldId id="367" r:id="rId113"/>
    <p:sldId id="368" r:id="rId114"/>
    <p:sldId id="369" r:id="rId115"/>
    <p:sldId id="370" r:id="rId116"/>
    <p:sldId id="371" r:id="rId117"/>
    <p:sldId id="372" r:id="rId118"/>
    <p:sldId id="373" r:id="rId119"/>
    <p:sldId id="374" r:id="rId120"/>
    <p:sldId id="375" r:id="rId121"/>
    <p:sldId id="376" r:id="rId122"/>
    <p:sldId id="377" r:id="rId123"/>
    <p:sldId id="378" r:id="rId124"/>
    <p:sldId id="379" r:id="rId125"/>
  </p:sldIdLst>
  <p:notesMasterIdLst>
    <p:notesMasterId r:id="rId126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slide" Target="slides/slide37.xml"/><Relationship Id="rId39" Type="http://schemas.openxmlformats.org/officeDocument/2006/relationships/slide" Target="slides/slide38.xml"/><Relationship Id="rId40" Type="http://schemas.openxmlformats.org/officeDocument/2006/relationships/slide" Target="slides/slide39.xml"/><Relationship Id="rId41" Type="http://schemas.openxmlformats.org/officeDocument/2006/relationships/slide" Target="slides/slide40.xml"/><Relationship Id="rId42" Type="http://schemas.openxmlformats.org/officeDocument/2006/relationships/slide" Target="slides/slide41.xml"/><Relationship Id="rId43" Type="http://schemas.openxmlformats.org/officeDocument/2006/relationships/slide" Target="slides/slide42.xml"/><Relationship Id="rId44" Type="http://schemas.openxmlformats.org/officeDocument/2006/relationships/slide" Target="slides/slide43.xml"/><Relationship Id="rId45" Type="http://schemas.openxmlformats.org/officeDocument/2006/relationships/slide" Target="slides/slide44.xml"/><Relationship Id="rId46" Type="http://schemas.openxmlformats.org/officeDocument/2006/relationships/slide" Target="slides/slide45.xml"/><Relationship Id="rId47" Type="http://schemas.openxmlformats.org/officeDocument/2006/relationships/slide" Target="slides/slide46.xml"/><Relationship Id="rId48" Type="http://schemas.openxmlformats.org/officeDocument/2006/relationships/slide" Target="slides/slide47.xml"/><Relationship Id="rId49" Type="http://schemas.openxmlformats.org/officeDocument/2006/relationships/slide" Target="slides/slide48.xml"/><Relationship Id="rId50" Type="http://schemas.openxmlformats.org/officeDocument/2006/relationships/slide" Target="slides/slide49.xml"/><Relationship Id="rId51" Type="http://schemas.openxmlformats.org/officeDocument/2006/relationships/slide" Target="slides/slide50.xml"/><Relationship Id="rId52" Type="http://schemas.openxmlformats.org/officeDocument/2006/relationships/slide" Target="slides/slide51.xml"/><Relationship Id="rId53" Type="http://schemas.openxmlformats.org/officeDocument/2006/relationships/slide" Target="slides/slide52.xml"/><Relationship Id="rId54" Type="http://schemas.openxmlformats.org/officeDocument/2006/relationships/slide" Target="slides/slide53.xml"/><Relationship Id="rId55" Type="http://schemas.openxmlformats.org/officeDocument/2006/relationships/slide" Target="slides/slide54.xml"/><Relationship Id="rId56" Type="http://schemas.openxmlformats.org/officeDocument/2006/relationships/slide" Target="slides/slide55.xml"/><Relationship Id="rId57" Type="http://schemas.openxmlformats.org/officeDocument/2006/relationships/slide" Target="slides/slide56.xml"/><Relationship Id="rId58" Type="http://schemas.openxmlformats.org/officeDocument/2006/relationships/slide" Target="slides/slide57.xml"/><Relationship Id="rId59" Type="http://schemas.openxmlformats.org/officeDocument/2006/relationships/slide" Target="slides/slide58.xml"/><Relationship Id="rId60" Type="http://schemas.openxmlformats.org/officeDocument/2006/relationships/slide" Target="slides/slide59.xml"/><Relationship Id="rId61" Type="http://schemas.openxmlformats.org/officeDocument/2006/relationships/slide" Target="slides/slide60.xml"/><Relationship Id="rId62" Type="http://schemas.openxmlformats.org/officeDocument/2006/relationships/slide" Target="slides/slide61.xml"/><Relationship Id="rId63" Type="http://schemas.openxmlformats.org/officeDocument/2006/relationships/slide" Target="slides/slide62.xml"/><Relationship Id="rId64" Type="http://schemas.openxmlformats.org/officeDocument/2006/relationships/slide" Target="slides/slide63.xml"/><Relationship Id="rId65" Type="http://schemas.openxmlformats.org/officeDocument/2006/relationships/slide" Target="slides/slide64.xml"/><Relationship Id="rId66" Type="http://schemas.openxmlformats.org/officeDocument/2006/relationships/slide" Target="slides/slide65.xml"/><Relationship Id="rId67" Type="http://schemas.openxmlformats.org/officeDocument/2006/relationships/slide" Target="slides/slide66.xml"/><Relationship Id="rId68" Type="http://schemas.openxmlformats.org/officeDocument/2006/relationships/slide" Target="slides/slide67.xml"/><Relationship Id="rId69" Type="http://schemas.openxmlformats.org/officeDocument/2006/relationships/slide" Target="slides/slide68.xml"/><Relationship Id="rId70" Type="http://schemas.openxmlformats.org/officeDocument/2006/relationships/slide" Target="slides/slide69.xml"/><Relationship Id="rId71" Type="http://schemas.openxmlformats.org/officeDocument/2006/relationships/slide" Target="slides/slide70.xml"/><Relationship Id="rId72" Type="http://schemas.openxmlformats.org/officeDocument/2006/relationships/slide" Target="slides/slide71.xml"/><Relationship Id="rId73" Type="http://schemas.openxmlformats.org/officeDocument/2006/relationships/slide" Target="slides/slide72.xml"/><Relationship Id="rId74" Type="http://schemas.openxmlformats.org/officeDocument/2006/relationships/slide" Target="slides/slide73.xml"/><Relationship Id="rId75" Type="http://schemas.openxmlformats.org/officeDocument/2006/relationships/slide" Target="slides/slide74.xml"/><Relationship Id="rId76" Type="http://schemas.openxmlformats.org/officeDocument/2006/relationships/slide" Target="slides/slide75.xml"/><Relationship Id="rId77" Type="http://schemas.openxmlformats.org/officeDocument/2006/relationships/slide" Target="slides/slide76.xml"/><Relationship Id="rId78" Type="http://schemas.openxmlformats.org/officeDocument/2006/relationships/slide" Target="slides/slide77.xml"/><Relationship Id="rId79" Type="http://schemas.openxmlformats.org/officeDocument/2006/relationships/slide" Target="slides/slide78.xml"/><Relationship Id="rId80" Type="http://schemas.openxmlformats.org/officeDocument/2006/relationships/slide" Target="slides/slide79.xml"/><Relationship Id="rId81" Type="http://schemas.openxmlformats.org/officeDocument/2006/relationships/slide" Target="slides/slide80.xml"/><Relationship Id="rId82" Type="http://schemas.openxmlformats.org/officeDocument/2006/relationships/slide" Target="slides/slide81.xml"/><Relationship Id="rId83" Type="http://schemas.openxmlformats.org/officeDocument/2006/relationships/slide" Target="slides/slide82.xml"/><Relationship Id="rId84" Type="http://schemas.openxmlformats.org/officeDocument/2006/relationships/slide" Target="slides/slide83.xml"/><Relationship Id="rId85" Type="http://schemas.openxmlformats.org/officeDocument/2006/relationships/slide" Target="slides/slide84.xml"/><Relationship Id="rId86" Type="http://schemas.openxmlformats.org/officeDocument/2006/relationships/slide" Target="slides/slide85.xml"/><Relationship Id="rId87" Type="http://schemas.openxmlformats.org/officeDocument/2006/relationships/slide" Target="slides/slide86.xml"/><Relationship Id="rId88" Type="http://schemas.openxmlformats.org/officeDocument/2006/relationships/slide" Target="slides/slide87.xml"/><Relationship Id="rId89" Type="http://schemas.openxmlformats.org/officeDocument/2006/relationships/slide" Target="slides/slide88.xml"/><Relationship Id="rId90" Type="http://schemas.openxmlformats.org/officeDocument/2006/relationships/slide" Target="slides/slide89.xml"/><Relationship Id="rId91" Type="http://schemas.openxmlformats.org/officeDocument/2006/relationships/slide" Target="slides/slide90.xml"/><Relationship Id="rId92" Type="http://schemas.openxmlformats.org/officeDocument/2006/relationships/slide" Target="slides/slide91.xml"/><Relationship Id="rId93" Type="http://schemas.openxmlformats.org/officeDocument/2006/relationships/slide" Target="slides/slide92.xml"/><Relationship Id="rId94" Type="http://schemas.openxmlformats.org/officeDocument/2006/relationships/slide" Target="slides/slide93.xml"/><Relationship Id="rId95" Type="http://schemas.openxmlformats.org/officeDocument/2006/relationships/slide" Target="slides/slide94.xml"/><Relationship Id="rId96" Type="http://schemas.openxmlformats.org/officeDocument/2006/relationships/slide" Target="slides/slide95.xml"/><Relationship Id="rId97" Type="http://schemas.openxmlformats.org/officeDocument/2006/relationships/slide" Target="slides/slide96.xml"/><Relationship Id="rId98" Type="http://schemas.openxmlformats.org/officeDocument/2006/relationships/slide" Target="slides/slide97.xml"/><Relationship Id="rId99" Type="http://schemas.openxmlformats.org/officeDocument/2006/relationships/slide" Target="slides/slide98.xml"/><Relationship Id="rId100" Type="http://schemas.openxmlformats.org/officeDocument/2006/relationships/slide" Target="slides/slide99.xml"/><Relationship Id="rId101" Type="http://schemas.openxmlformats.org/officeDocument/2006/relationships/slide" Target="slides/slide100.xml"/><Relationship Id="rId102" Type="http://schemas.openxmlformats.org/officeDocument/2006/relationships/slide" Target="slides/slide101.xml"/><Relationship Id="rId103" Type="http://schemas.openxmlformats.org/officeDocument/2006/relationships/slide" Target="slides/slide102.xml"/><Relationship Id="rId104" Type="http://schemas.openxmlformats.org/officeDocument/2006/relationships/slide" Target="slides/slide103.xml"/><Relationship Id="rId105" Type="http://schemas.openxmlformats.org/officeDocument/2006/relationships/slide" Target="slides/slide104.xml"/><Relationship Id="rId106" Type="http://schemas.openxmlformats.org/officeDocument/2006/relationships/slide" Target="slides/slide105.xml"/><Relationship Id="rId107" Type="http://schemas.openxmlformats.org/officeDocument/2006/relationships/slide" Target="slides/slide106.xml"/><Relationship Id="rId108" Type="http://schemas.openxmlformats.org/officeDocument/2006/relationships/slide" Target="slides/slide107.xml"/><Relationship Id="rId109" Type="http://schemas.openxmlformats.org/officeDocument/2006/relationships/slide" Target="slides/slide108.xml"/><Relationship Id="rId110" Type="http://schemas.openxmlformats.org/officeDocument/2006/relationships/slide" Target="slides/slide109.xml"/><Relationship Id="rId111" Type="http://schemas.openxmlformats.org/officeDocument/2006/relationships/slide" Target="slides/slide110.xml"/><Relationship Id="rId112" Type="http://schemas.openxmlformats.org/officeDocument/2006/relationships/slide" Target="slides/slide111.xml"/><Relationship Id="rId113" Type="http://schemas.openxmlformats.org/officeDocument/2006/relationships/slide" Target="slides/slide112.xml"/><Relationship Id="rId114" Type="http://schemas.openxmlformats.org/officeDocument/2006/relationships/slide" Target="slides/slide113.xml"/><Relationship Id="rId115" Type="http://schemas.openxmlformats.org/officeDocument/2006/relationships/slide" Target="slides/slide114.xml"/><Relationship Id="rId116" Type="http://schemas.openxmlformats.org/officeDocument/2006/relationships/slide" Target="slides/slide115.xml"/><Relationship Id="rId117" Type="http://schemas.openxmlformats.org/officeDocument/2006/relationships/slide" Target="slides/slide116.xml"/><Relationship Id="rId118" Type="http://schemas.openxmlformats.org/officeDocument/2006/relationships/slide" Target="slides/slide117.xml"/><Relationship Id="rId119" Type="http://schemas.openxmlformats.org/officeDocument/2006/relationships/slide" Target="slides/slide118.xml"/><Relationship Id="rId120" Type="http://schemas.openxmlformats.org/officeDocument/2006/relationships/slide" Target="slides/slide119.xml"/><Relationship Id="rId121" Type="http://schemas.openxmlformats.org/officeDocument/2006/relationships/slide" Target="slides/slide120.xml"/><Relationship Id="rId122" Type="http://schemas.openxmlformats.org/officeDocument/2006/relationships/slide" Target="slides/slide121.xml"/><Relationship Id="rId123" Type="http://schemas.openxmlformats.org/officeDocument/2006/relationships/slide" Target="slides/slide122.xml"/><Relationship Id="rId124" Type="http://schemas.openxmlformats.org/officeDocument/2006/relationships/slide" Target="slides/slide123.xml"/><Relationship Id="rId125" Type="http://schemas.openxmlformats.org/officeDocument/2006/relationships/slide" Target="slides/slide124.xml"/><Relationship Id="rId126" Type="http://schemas.openxmlformats.org/officeDocument/2006/relationships/notesMaster" Target="notesMasters/notesMaster1.xml"/><Relationship Id="rId127" Type="http://schemas.openxmlformats.org/officeDocument/2006/relationships/presProps" Target="presProps.xml"/><Relationship Id="rId128" Type="http://schemas.openxmlformats.org/officeDocument/2006/relationships/viewProps" Target="viewProps.xml"/><Relationship Id="rId129" Type="http://schemas.openxmlformats.org/officeDocument/2006/relationships/theme" Target="theme/theme1.xml"/><Relationship Id="rId13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_rels/notesSlide3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7.xml"/>
		</Relationships>
</file>

<file path=ppt/notesSlides/_rels/notesSlide3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8.xml"/>
		</Relationships>
</file>

<file path=ppt/notesSlides/_rels/notesSlide3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9.xml"/>
		</Relationships>
</file>

<file path=ppt/notesSlides/_rels/notesSlide4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0.xml"/>
		</Relationships>
</file>

<file path=ppt/notesSlides/_rels/notesSlide4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1.xml"/>
		</Relationships>
</file>

<file path=ppt/notesSlides/_rels/notesSlide4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2.xml"/>
		</Relationships>
</file>

<file path=ppt/notesSlides/_rels/notesSlide4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3.xml"/>
		</Relationships>
</file>

<file path=ppt/notesSlides/_rels/notesSlide4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4.xml"/>
		</Relationships>
</file>

<file path=ppt/notesSlides/_rels/notesSlide4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5.xml"/>
		</Relationships>
</file>

<file path=ppt/notesSlides/_rels/notesSlide4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6.xml"/>
		</Relationships>
</file>

<file path=ppt/notesSlides/_rels/notesSlide4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7.xml"/>
		</Relationships>
</file>

<file path=ppt/notesSlides/_rels/notesSlide4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8.xml"/>
		</Relationships>
</file>

<file path=ppt/notesSlides/_rels/notesSlide4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9.xml"/>
		</Relationships>
</file>

<file path=ppt/notesSlides/_rels/notesSlide5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0.xml"/>
		</Relationships>
</file>

<file path=ppt/notesSlides/_rels/notesSlide5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1.xml"/>
		</Relationships>
</file>

<file path=ppt/notesSlides/_rels/notesSlide5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2.xml"/>
		</Relationships>
</file>

<file path=ppt/notesSlides/_rels/notesSlide5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3.xml"/>
		</Relationships>
</file>

<file path=ppt/notesSlides/_rels/notesSlide5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4.xml"/>
		</Relationships>
</file>

<file path=ppt/notesSlides/_rels/notesSlide5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5.xml"/>
		</Relationships>
</file>

<file path=ppt/notesSlides/_rels/notesSlide5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6.xml"/>
		</Relationships>
</file>

<file path=ppt/notesSlides/_rels/notesSlide5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7.xml"/>
		</Relationships>
</file>

<file path=ppt/notesSlides/_rels/notesSlide5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8.xml"/>
		</Relationships>
</file>

<file path=ppt/notesSlides/_rels/notesSlide5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9.xml"/>
		</Relationships>
</file>

<file path=ppt/notesSlides/_rels/notesSlide6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0.xml"/>
		</Relationships>
</file>

<file path=ppt/notesSlides/_rels/notesSlide6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1.xml"/>
		</Relationships>
</file>

<file path=ppt/notesSlides/_rels/notesSlide6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2.xml"/>
		</Relationships>
</file>

<file path=ppt/notesSlides/_rels/notesSlide6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3.xml"/>
		</Relationships>
</file>

<file path=ppt/notesSlides/_rels/notesSlide6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4.xml"/>
		</Relationships>
</file>

<file path=ppt/notesSlides/_rels/notesSlide6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5.xml"/>
		</Relationships>
</file>

<file path=ppt/notesSlides/_rels/notesSlide6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6.xml"/>
		</Relationships>
</file>

<file path=ppt/notesSlides/_rels/notesSlide6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7.xml"/>
		</Relationships>
</file>

<file path=ppt/notesSlides/_rels/notesSlide6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8.xml"/>
		</Relationships>
</file>

<file path=ppt/notesSlides/_rels/notesSlide6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9.xml"/>
		</Relationships>
</file>

<file path=ppt/notesSlides/_rels/notesSlide7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0.xml"/>
		</Relationships>
</file>

<file path=ppt/notesSlides/_rels/notesSlide7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1.xml"/>
		</Relationships>
</file>

<file path=ppt/notesSlides/_rels/notesSlide7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2.xml"/>
		</Relationships>
</file>

<file path=ppt/notesSlides/_rels/notesSlide7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3.xml"/>
		</Relationships>
</file>

<file path=ppt/notesSlides/_rels/notesSlide7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4.xml"/>
		</Relationships>
</file>

<file path=ppt/notesSlides/_rels/notesSlide7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5.xml"/>
		</Relationships>
</file>

<file path=ppt/notesSlides/_rels/notesSlide7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6.xml"/>
		</Relationships>
</file>

<file path=ppt/notesSlides/_rels/notesSlide7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7.xml"/>
		</Relationships>
</file>

<file path=ppt/notesSlides/_rels/notesSlide7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8.xml"/>
		</Relationships>
</file>

<file path=ppt/notesSlides/_rels/notesSlide7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9.xml"/>
		</Relationships>
</file>

<file path=ppt/notesSlides/_rels/notesSlide8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0.xml"/>
		</Relationships>
</file>

<file path=ppt/notesSlides/_rels/notesSlide8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1.xml"/>
		</Relationships>
</file>

<file path=ppt/notesSlides/_rels/notesSlide8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2.xml"/>
		</Relationships>
</file>

<file path=ppt/notesSlides/_rels/notesSlide8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3.xml"/>
		</Relationships>
</file>

<file path=ppt/notesSlides/_rels/notesSlide8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4.xml"/>
		</Relationships>
</file>

<file path=ppt/notesSlides/_rels/notesSlide8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5.xml"/>
		</Relationships>
</file>

<file path=ppt/notesSlides/_rels/notesSlide8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6.xml"/>
		</Relationships>
</file>

<file path=ppt/notesSlides/_rels/notesSlide8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7.xml"/>
		</Relationships>
</file>

<file path=ppt/notesSlides/_rels/notesSlide8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8.xml"/>
		</Relationships>
</file>

<file path=ppt/notesSlides/_rels/notesSlide8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9.xml"/>
		</Relationships>
</file>

<file path=ppt/notesSlides/_rels/notesSlide9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0.xml"/>
		</Relationships>
</file>

<file path=ppt/notesSlides/_rels/notesSlide9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1.xml"/>
		</Relationships>
</file>

<file path=ppt/notesSlides/_rels/notesSlide9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2.xml"/>
		</Relationships>
</file>

<file path=ppt/notesSlides/_rels/notesSlide9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3.xml"/>
		</Relationships>
</file>

<file path=ppt/notesSlides/_rels/notesSlide9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4.xml"/>
		</Relationships>
</file>

<file path=ppt/notesSlides/_rels/notesSlide9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5.xml"/>
		</Relationships>
</file>

<file path=ppt/notesSlides/_rels/notesSlide9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6.xml"/>
		</Relationships>
</file>

<file path=ppt/notesSlides/_rels/notesSlide9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7.xml"/>
		</Relationships>
</file>

<file path=ppt/notesSlides/_rels/notesSlide9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8.xml"/>
		</Relationships>
</file>

<file path=ppt/notesSlides/_rels/notesSlide9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9.xml"/>
		</Relationships>
</file>

<file path=ppt/notesSlides/_rels/notesSlide10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0.xml"/>
		</Relationships>
</file>

<file path=ppt/notesSlides/_rels/notesSlide10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1.xml"/>
		</Relationships>
</file>

<file path=ppt/notesSlides/_rels/notesSlide10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2.xml"/>
		</Relationships>
</file>

<file path=ppt/notesSlides/_rels/notesSlide10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3.xml"/>
		</Relationships>
</file>

<file path=ppt/notesSlides/_rels/notesSlide10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4.xml"/>
		</Relationships>
</file>

<file path=ppt/notesSlides/_rels/notesSlide10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5.xml"/>
		</Relationships>
</file>

<file path=ppt/notesSlides/_rels/notesSlide10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6.xml"/>
		</Relationships>
</file>

<file path=ppt/notesSlides/_rels/notesSlide10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7.xml"/>
		</Relationships>
</file>

<file path=ppt/notesSlides/_rels/notesSlide10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8.xml"/>
		</Relationships>
</file>

<file path=ppt/notesSlides/_rels/notesSlide10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9.xml"/>
		</Relationships>
</file>

<file path=ppt/notesSlides/_rels/notesSlide1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0.xml"/>
		</Relationships>
</file>

<file path=ppt/notesSlides/_rels/notesSlide1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1.xml"/>
		</Relationships>
</file>

<file path=ppt/notesSlides/_rels/notesSlide1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2.xml"/>
		</Relationships>
</file>

<file path=ppt/notesSlides/_rels/notesSlide1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3.xml"/>
		</Relationships>
</file>

<file path=ppt/notesSlides/_rels/notesSlide1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4.xml"/>
		</Relationships>
</file>

<file path=ppt/notesSlides/_rels/notesSlide1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5.xml"/>
		</Relationships>
</file>

<file path=ppt/notesSlides/_rels/notesSlide1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6.xml"/>
		</Relationships>
</file>

<file path=ppt/notesSlides/_rels/notesSlide1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7.xml"/>
		</Relationships>
</file>

<file path=ppt/notesSlides/_rels/notesSlide1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8.xml"/>
		</Relationships>
</file>

<file path=ppt/notesSlides/_rels/notesSlide1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9.xml"/>
		</Relationships>
</file>

<file path=ppt/notesSlides/_rels/notesSlide1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0.xml"/>
		</Relationships>
</file>

<file path=ppt/notesSlides/_rels/notesSlide1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1.xml"/>
		</Relationships>
</file>

<file path=ppt/notesSlides/_rels/notesSlide1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2.xml"/>
		</Relationships>
</file>

<file path=ppt/notesSlides/_rels/notesSlide1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3.xml"/>
		</Relationships>
</file>

<file path=ppt/notesSlides/_rels/notesSlide1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4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لا نبدأ بحرف ساكن أبداً: الحرف الساكن (بسكون المصحف «ۡ») يحتاج قبله حرفاً متحركاً يستند إليه.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فتحة،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كسرة،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حرف متحرك + حرف ساكن = مقطع واحد ننطقه دفعة واحدة. هنا الحرف الأول عليه ضمة، ثم نقف على الحرف الساكن.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الدائرة الحمراء حرف ساكن: نقف عليه ولا نضيف حركة. وهذا الحرف من حروف القلقلة (قطب جد): إذا سكن نُخرجه بارتداد خفيف.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جملة قرآنية: ابحث عن الحروف الساكنة (علامة رأس الخاء) واقرأها بالوقوف عليها.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TrSnd" Type="http://schemas.openxmlformats.org/officeDocument/2006/relationships/audio" Target="../media/whoosh.wav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TrSnd" Type="http://schemas.openxmlformats.org/officeDocument/2006/relationships/audio" Target="../media/bubbles.wav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TrSnd" Type="http://schemas.openxmlformats.org/officeDocument/2006/relationships/audio" Target="../media/sparkle.wav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TrSnd" Type="http://schemas.openxmlformats.org/officeDocument/2006/relationships/audio" Target="../media/marimba.wav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TrSnd" Type="http://schemas.openxmlformats.org/officeDocument/2006/relationships/audio" Target="../media/harp.wav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TrSnd" Type="http://schemas.openxmlformats.org/officeDocument/2006/relationships/audio" Target="../media/chime.wav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TrSnd" Type="http://schemas.openxmlformats.org/officeDocument/2006/relationships/audio" Target="../media/whoosh.wav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TrSnd" Type="http://schemas.openxmlformats.org/officeDocument/2006/relationships/audio" Target="../media/bubbles.wav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TrSnd" Type="http://schemas.openxmlformats.org/officeDocument/2006/relationships/audio" Target="../media/sparkle.wav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TrSnd" Type="http://schemas.openxmlformats.org/officeDocument/2006/relationships/audio" Target="../media/marimba.wav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TrSnd" Type="http://schemas.openxmlformats.org/officeDocument/2006/relationships/audio" Target="../media/harp.wav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TrSnd" Type="http://schemas.openxmlformats.org/officeDocument/2006/relationships/audio" Target="../media/chime.wav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TrSnd" Type="http://schemas.openxmlformats.org/officeDocument/2006/relationships/audio" Target="../media/whoosh.wav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TrSnd" Type="http://schemas.openxmlformats.org/officeDocument/2006/relationships/audio" Target="../media/bubbles.wav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TrSnd" Type="http://schemas.openxmlformats.org/officeDocument/2006/relationships/audio" Target="../media/sparkle.wav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TrSnd" Type="http://schemas.openxmlformats.org/officeDocument/2006/relationships/audio" Target="../media/marimba.wav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TrSnd" Type="http://schemas.openxmlformats.org/officeDocument/2006/relationships/audio" Target="../media/harp.wav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TrSnd" Type="http://schemas.openxmlformats.org/officeDocument/2006/relationships/audio" Target="../media/chime.wav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TrSnd" Type="http://schemas.openxmlformats.org/officeDocument/2006/relationships/audio" Target="../media/whoosh.wav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TrSnd" Type="http://schemas.openxmlformats.org/officeDocument/2006/relationships/audio" Target="../media/bubbles.wav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TrSnd" Type="http://schemas.openxmlformats.org/officeDocument/2006/relationships/audio" Target="../media/sparkle.wav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TrSnd" Type="http://schemas.openxmlformats.org/officeDocument/2006/relationships/audio" Target="../media/marimba.wav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TrSnd" Type="http://schemas.openxmlformats.org/officeDocument/2006/relationships/audio" Target="../media/harp.wav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TrSnd" Type="http://schemas.openxmlformats.org/officeDocument/2006/relationships/audio" Target="../media/chime.wav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TrSnd" Type="http://schemas.openxmlformats.org/officeDocument/2006/relationships/audio" Target="../media/whoosh.wav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TrSnd" Type="http://schemas.openxmlformats.org/officeDocument/2006/relationships/audio" Target="../media/bubbles.wav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TrSnd" Type="http://schemas.openxmlformats.org/officeDocument/2006/relationships/audio" Target="../media/sparkle.wav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TrSnd" Type="http://schemas.openxmlformats.org/officeDocument/2006/relationships/audio" Target="../media/marimba.wav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TrSnd" Type="http://schemas.openxmlformats.org/officeDocument/2006/relationships/audio" Target="../media/harp.wav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Relationship Id="rIdTrSnd" Type="http://schemas.openxmlformats.org/officeDocument/2006/relationships/audio" Target="../media/chime.wav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TrSnd" Type="http://schemas.openxmlformats.org/officeDocument/2006/relationships/audio" Target="../media/whoosh.wav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Relationship Id="rIdTrSnd" Type="http://schemas.openxmlformats.org/officeDocument/2006/relationships/audio" Target="../media/bubbles.wav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Relationship Id="rIdTrSnd" Type="http://schemas.openxmlformats.org/officeDocument/2006/relationships/audio" Target="../media/sparkle.wav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Relationship Id="rIdTrSnd" Type="http://schemas.openxmlformats.org/officeDocument/2006/relationships/audio" Target="../media/marimba.wav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6.xml"/><Relationship Id="rIdTrSnd" Type="http://schemas.openxmlformats.org/officeDocument/2006/relationships/audio" Target="../media/harp.wav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7.xml"/><Relationship Id="rIdTrSnd" Type="http://schemas.openxmlformats.org/officeDocument/2006/relationships/audio" Target="../media/chime.wav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8.xml"/><Relationship Id="rIdTrSnd" Type="http://schemas.openxmlformats.org/officeDocument/2006/relationships/audio" Target="../media/whoosh.wav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9.xml"/><Relationship Id="rIdTrSnd" Type="http://schemas.openxmlformats.org/officeDocument/2006/relationships/audio" Target="../media/bubbles.wav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0.xml"/><Relationship Id="rIdTrSnd" Type="http://schemas.openxmlformats.org/officeDocument/2006/relationships/audio" Target="../media/sparkle.wav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1.xml"/><Relationship Id="rIdTrSnd" Type="http://schemas.openxmlformats.org/officeDocument/2006/relationships/audio" Target="../media/marimba.wav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2.xml"/><Relationship Id="rIdTrSnd" Type="http://schemas.openxmlformats.org/officeDocument/2006/relationships/audio" Target="../media/harp.wav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3.xml"/><Relationship Id="rIdTrSnd" Type="http://schemas.openxmlformats.org/officeDocument/2006/relationships/audio" Target="../media/chime.wav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4.xml"/><Relationship Id="rIdTrSnd" Type="http://schemas.openxmlformats.org/officeDocument/2006/relationships/audio" Target="../media/whoosh.wav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5.xml"/><Relationship Id="rIdTrSnd" Type="http://schemas.openxmlformats.org/officeDocument/2006/relationships/audio" Target="../media/bubbles.wav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6.xml"/><Relationship Id="rIdTrSnd" Type="http://schemas.openxmlformats.org/officeDocument/2006/relationships/audio" Target="../media/sparkle.wav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7.xml"/><Relationship Id="rIdTrSnd" Type="http://schemas.openxmlformats.org/officeDocument/2006/relationships/audio" Target="../media/marimba.wav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8.xml"/><Relationship Id="rIdTrSnd" Type="http://schemas.openxmlformats.org/officeDocument/2006/relationships/audio" Target="../media/harp.wav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9.xml"/><Relationship Id="rIdTrSnd" Type="http://schemas.openxmlformats.org/officeDocument/2006/relationships/audio" Target="../media/chime.wav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0.xml"/><Relationship Id="rIdTrSnd" Type="http://schemas.openxmlformats.org/officeDocument/2006/relationships/audio" Target="../media/whoosh.wav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1.xml"/><Relationship Id="rIdTrSnd" Type="http://schemas.openxmlformats.org/officeDocument/2006/relationships/audio" Target="../media/bubbles.wav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2.xml"/><Relationship Id="rIdTrSnd" Type="http://schemas.openxmlformats.org/officeDocument/2006/relationships/audio" Target="../media/sparkle.wav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3.xml"/><Relationship Id="rIdTrSnd" Type="http://schemas.openxmlformats.org/officeDocument/2006/relationships/audio" Target="../media/marimba.wav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4.xml"/><Relationship Id="rIdTrSnd" Type="http://schemas.openxmlformats.org/officeDocument/2006/relationships/audio" Target="../media/harp.wav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5.xml"/><Relationship Id="rIdTrSnd" Type="http://schemas.openxmlformats.org/officeDocument/2006/relationships/audio" Target="../media/chime.wav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6.xml"/><Relationship Id="rIdTrSnd" Type="http://schemas.openxmlformats.org/officeDocument/2006/relationships/audio" Target="../media/whoosh.wav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7.xml"/><Relationship Id="rIdTrSnd" Type="http://schemas.openxmlformats.org/officeDocument/2006/relationships/audio" Target="../media/bubbles.wav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8.xml"/><Relationship Id="rIdTrSnd" Type="http://schemas.openxmlformats.org/officeDocument/2006/relationships/audio" Target="../media/sparkle.wav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9.xml"/><Relationship Id="rIdTrSnd" Type="http://schemas.openxmlformats.org/officeDocument/2006/relationships/audio" Target="../media/marimba.wav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0.xml"/><Relationship Id="rIdTrSnd" Type="http://schemas.openxmlformats.org/officeDocument/2006/relationships/audio" Target="../media/harp.wav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1.xml"/><Relationship Id="rIdTrSnd" Type="http://schemas.openxmlformats.org/officeDocument/2006/relationships/audio" Target="../media/chime.wav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2.xml"/><Relationship Id="rIdTrSnd" Type="http://schemas.openxmlformats.org/officeDocument/2006/relationships/audio" Target="../media/whoosh.wav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3.xml"/><Relationship Id="rIdTrSnd" Type="http://schemas.openxmlformats.org/officeDocument/2006/relationships/audio" Target="../media/bubbles.wav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4.xml"/><Relationship Id="rIdTrSnd" Type="http://schemas.openxmlformats.org/officeDocument/2006/relationships/audio" Target="../media/sparkle.wav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5.xml"/><Relationship Id="rIdTrSnd" Type="http://schemas.openxmlformats.org/officeDocument/2006/relationships/audio" Target="../media/marimba.wav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6.xml"/><Relationship Id="rIdTrSnd" Type="http://schemas.openxmlformats.org/officeDocument/2006/relationships/audio" Target="../media/harp.wav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7.xml"/><Relationship Id="rIdTrSnd" Type="http://schemas.openxmlformats.org/officeDocument/2006/relationships/audio" Target="../media/chime.wav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8.xml"/><Relationship Id="rIdTrSnd" Type="http://schemas.openxmlformats.org/officeDocument/2006/relationships/audio" Target="../media/whoosh.wav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9.xml"/><Relationship Id="rIdTrSnd" Type="http://schemas.openxmlformats.org/officeDocument/2006/relationships/audio" Target="../media/bubbles.wav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0.xml"/><Relationship Id="rIdTrSnd" Type="http://schemas.openxmlformats.org/officeDocument/2006/relationships/audio" Target="../media/sparkle.wav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1.xml"/><Relationship Id="rIdTrSnd" Type="http://schemas.openxmlformats.org/officeDocument/2006/relationships/audio" Target="../media/marimba.wav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2.xml"/><Relationship Id="rIdTrSnd" Type="http://schemas.openxmlformats.org/officeDocument/2006/relationships/audio" Target="../media/harp.wav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3.xml"/><Relationship Id="rIdTrSnd" Type="http://schemas.openxmlformats.org/officeDocument/2006/relationships/audio" Target="../media/chime.wav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4.xml"/><Relationship Id="rIdTrSnd" Type="http://schemas.openxmlformats.org/officeDocument/2006/relationships/audio" Target="../media/whoosh.wav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5.xml"/><Relationship Id="rIdTrSnd" Type="http://schemas.openxmlformats.org/officeDocument/2006/relationships/audio" Target="../media/bubbles.wav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6.xml"/><Relationship Id="rIdTrSnd" Type="http://schemas.openxmlformats.org/officeDocument/2006/relationships/audio" Target="../media/sparkle.wav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7.xml"/><Relationship Id="rIdTrSnd" Type="http://schemas.openxmlformats.org/officeDocument/2006/relationships/audio" Target="../media/marimba.wav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8.xml"/><Relationship Id="rIdTrSnd" Type="http://schemas.openxmlformats.org/officeDocument/2006/relationships/audio" Target="../media/harp.wav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9.xml"/><Relationship Id="rIdTrSnd" Type="http://schemas.openxmlformats.org/officeDocument/2006/relationships/audio" Target="../media/chime.wav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0.xml"/><Relationship Id="rIdTrSnd" Type="http://schemas.openxmlformats.org/officeDocument/2006/relationships/audio" Target="../media/whoosh.wav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1.xml"/><Relationship Id="rIdTrSnd" Type="http://schemas.openxmlformats.org/officeDocument/2006/relationships/audio" Target="../media/bubbles.wav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2.xml"/><Relationship Id="rIdTrSnd" Type="http://schemas.openxmlformats.org/officeDocument/2006/relationships/audio" Target="../media/sparkle.wav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3.xml"/><Relationship Id="rIdTrSnd" Type="http://schemas.openxmlformats.org/officeDocument/2006/relationships/audio" Target="../media/marimba.wav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4.xml"/><Relationship Id="rIdTrSnd" Type="http://schemas.openxmlformats.org/officeDocument/2006/relationships/audio" Target="../media/harp.wav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5.xml"/><Relationship Id="rIdTrSnd" Type="http://schemas.openxmlformats.org/officeDocument/2006/relationships/audio" Target="../media/chime.wav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6.xml"/><Relationship Id="rIdTrSnd" Type="http://schemas.openxmlformats.org/officeDocument/2006/relationships/audio" Target="../media/whoosh.wav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7.xml"/><Relationship Id="rIdTrSnd" Type="http://schemas.openxmlformats.org/officeDocument/2006/relationships/audio" Target="../media/bubbles.wav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8.xml"/><Relationship Id="rIdTrSnd" Type="http://schemas.openxmlformats.org/officeDocument/2006/relationships/audio" Target="../media/sparkle.wav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9.xml"/><Relationship Id="rIdTrSnd" Type="http://schemas.openxmlformats.org/officeDocument/2006/relationships/audio" Target="../media/marimba.wav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0.xml"/><Relationship Id="rIdTrSnd" Type="http://schemas.openxmlformats.org/officeDocument/2006/relationships/audio" Target="../media/harp.wav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1.xml"/><Relationship Id="rIdTrSnd" Type="http://schemas.openxmlformats.org/officeDocument/2006/relationships/audio" Target="../media/chime.wav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2.xml"/><Relationship Id="rIdTrSnd" Type="http://schemas.openxmlformats.org/officeDocument/2006/relationships/audio" Target="../media/whoosh.wav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3.xml"/><Relationship Id="rIdTrSnd" Type="http://schemas.openxmlformats.org/officeDocument/2006/relationships/audio" Target="../media/bubbles.wav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4.xml"/><Relationship Id="rIdTrSnd" Type="http://schemas.openxmlformats.org/officeDocument/2006/relationships/audio" Target="../media/sparkle.wav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5.xml"/><Relationship Id="rIdTrSnd" Type="http://schemas.openxmlformats.org/officeDocument/2006/relationships/audio" Target="../media/marimba.wav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6.xml"/><Relationship Id="rIdTrSnd" Type="http://schemas.openxmlformats.org/officeDocument/2006/relationships/audio" Target="../media/harp.wav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7.xml"/><Relationship Id="rIdTrSnd" Type="http://schemas.openxmlformats.org/officeDocument/2006/relationships/audio" Target="../media/chime.wav"/></Relationships>
</file>

<file path=ppt/slides/_rels/slide9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8.xml"/><Relationship Id="rIdTrSnd" Type="http://schemas.openxmlformats.org/officeDocument/2006/relationships/audio" Target="../media/whoosh.wav"/></Relationships>
</file>

<file path=ppt/slides/_rels/slide9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9.xml"/><Relationship Id="rIdTrSnd" Type="http://schemas.openxmlformats.org/officeDocument/2006/relationships/audio" Target="../media/bubbles.wav"/></Relationships>
</file>

<file path=ppt/slides/_rels/slide10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0.xml"/><Relationship Id="rIdTrSnd" Type="http://schemas.openxmlformats.org/officeDocument/2006/relationships/audio" Target="../media/sparkle.wav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1.xml"/><Relationship Id="rIdTrSnd" Type="http://schemas.openxmlformats.org/officeDocument/2006/relationships/audio" Target="../media/marimba.wav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2.xml"/><Relationship Id="rIdTrSnd" Type="http://schemas.openxmlformats.org/officeDocument/2006/relationships/audio" Target="../media/harp.wav"/></Relationships>
</file>

<file path=ppt/slides/_rels/slide10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3.xml"/><Relationship Id="rIdTrSnd" Type="http://schemas.openxmlformats.org/officeDocument/2006/relationships/audio" Target="../media/chime.wav"/></Relationships>
</file>

<file path=ppt/slides/_rels/slide10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4.xml"/><Relationship Id="rIdTrSnd" Type="http://schemas.openxmlformats.org/officeDocument/2006/relationships/audio" Target="../media/whoosh.wav"/></Relationships>
</file>

<file path=ppt/slides/_rels/slide10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5.xml"/><Relationship Id="rIdTrSnd" Type="http://schemas.openxmlformats.org/officeDocument/2006/relationships/audio" Target="../media/bubbles.wav"/></Relationships>
</file>

<file path=ppt/slides/_rels/slide10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6.xml"/><Relationship Id="rIdTrSnd" Type="http://schemas.openxmlformats.org/officeDocument/2006/relationships/audio" Target="../media/sparkle.wav"/></Relationships>
</file>

<file path=ppt/slides/_rels/slide10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7.xml"/><Relationship Id="rIdTrSnd" Type="http://schemas.openxmlformats.org/officeDocument/2006/relationships/audio" Target="../media/marimba.wav"/></Relationships>
</file>

<file path=ppt/slides/_rels/slide10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8.xml"/><Relationship Id="rIdTrSnd" Type="http://schemas.openxmlformats.org/officeDocument/2006/relationships/audio" Target="../media/harp.wav"/></Relationships>
</file>

<file path=ppt/slides/_rels/slide10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9.xml"/><Relationship Id="rIdTrSnd" Type="http://schemas.openxmlformats.org/officeDocument/2006/relationships/audio" Target="../media/chime.wav"/></Relationships>
</file>

<file path=ppt/slides/_rels/slide1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0.xml"/><Relationship Id="rIdTrSnd" Type="http://schemas.openxmlformats.org/officeDocument/2006/relationships/audio" Target="../media/whoosh.wav"/></Relationships>
</file>

<file path=ppt/slides/_rels/slide1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1.xml"/><Relationship Id="rIdTrSnd" Type="http://schemas.openxmlformats.org/officeDocument/2006/relationships/audio" Target="../media/bubbles.wav"/></Relationships>
</file>

<file path=ppt/slides/_rels/slide1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2.xml"/><Relationship Id="rIdTrSnd" Type="http://schemas.openxmlformats.org/officeDocument/2006/relationships/audio" Target="../media/sparkle.wav"/></Relationships>
</file>

<file path=ppt/slides/_rels/slide1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3.xml"/><Relationship Id="rIdTrSnd" Type="http://schemas.openxmlformats.org/officeDocument/2006/relationships/audio" Target="../media/marimba.wav"/></Relationships>
</file>

<file path=ppt/slides/_rels/slide1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4.xml"/><Relationship Id="rIdTrSnd" Type="http://schemas.openxmlformats.org/officeDocument/2006/relationships/audio" Target="../media/harp.wav"/></Relationships>
</file>

<file path=ppt/slides/_rels/slide1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5.xml"/><Relationship Id="rIdTrSnd" Type="http://schemas.openxmlformats.org/officeDocument/2006/relationships/audio" Target="../media/chime.wav"/></Relationships>
</file>

<file path=ppt/slides/_rels/slide1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6.xml"/><Relationship Id="rIdTrSnd" Type="http://schemas.openxmlformats.org/officeDocument/2006/relationships/audio" Target="../media/whoosh.wav"/></Relationships>
</file>

<file path=ppt/slides/_rels/slide1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7.xml"/><Relationship Id="rIdTrSnd" Type="http://schemas.openxmlformats.org/officeDocument/2006/relationships/audio" Target="../media/bubbles.wav"/></Relationships>
</file>

<file path=ppt/slides/_rels/slide1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8.xml"/><Relationship Id="rIdTrSnd" Type="http://schemas.openxmlformats.org/officeDocument/2006/relationships/audio" Target="../media/sparkle.wav"/></Relationships>
</file>

<file path=ppt/slides/_rels/slide1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9.xml"/><Relationship Id="rIdTrSnd" Type="http://schemas.openxmlformats.org/officeDocument/2006/relationships/audio" Target="../media/marimba.wav"/></Relationships>
</file>

<file path=ppt/slides/_rels/slide1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0.xml"/><Relationship Id="rIdTrSnd" Type="http://schemas.openxmlformats.org/officeDocument/2006/relationships/audio" Target="../media/harp.wav"/></Relationships>
</file>

<file path=ppt/slides/_rels/slide1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1.xml"/><Relationship Id="rIdTrSnd" Type="http://schemas.openxmlformats.org/officeDocument/2006/relationships/audio" Target="../media/chime.wav"/></Relationships>
</file>

<file path=ppt/slides/_rels/slide1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2.xml"/><Relationship Id="rIdTrSnd" Type="http://schemas.openxmlformats.org/officeDocument/2006/relationships/audio" Target="../media/whoosh.wav"/></Relationships>
</file>

<file path=ppt/slides/_rels/slide1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3.xml"/><Relationship Id="rIdTrSnd" Type="http://schemas.openxmlformats.org/officeDocument/2006/relationships/audio" Target="../media/bubbles.wav"/></Relationships>
</file>

<file path=ppt/slides/_rels/slide1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4.xml"/><Relationship Id="rIdTrSnd" Type="http://schemas.openxmlformats.org/officeDocument/2006/relationships/audio" Target="../media/sparkle.wav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432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C9"/>
          </a:solidFill>
          <a:ln w="12700">
            <a:solidFill>
              <a:srgbClr val="52E0C9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D0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B8"/>
          </a:solidFill>
          <a:ln w="12700">
            <a:solidFill>
              <a:srgbClr val="DB70B8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7047"/>
          </a:solidFill>
          <a:ln w="12700">
            <a:solidFill>
              <a:srgbClr val="857047"/>
            </a:solidFill>
            <a:prstDash val="solid"/>
          </a:ln>
        </p:spPr>
      </p:sp>
      <p:sp>
        <p:nvSpPr>
          <p:cNvPr id="15" name="Panel 1"/>
          <p:cNvSpPr/>
          <p:nvPr/>
        </p:nvSpPr>
        <p:spPr>
          <a:xfrm>
            <a:off x="512064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E03131"/>
            </a:solidFill>
            <a:prstDash val="solid"/>
          </a:ln>
        </p:spPr>
      </p:sp>
      <p:sp>
        <p:nvSpPr>
          <p:cNvPr id="16" name="C1 W1 word"/>
          <p:cNvSpPr txBox="1"/>
          <p:nvPr/>
        </p:nvSpPr>
        <p:spPr>
          <a:xfrm>
            <a:off x="5120640" y="1241679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8400" dirty="0"/>
          </a:p>
        </p:txBody>
      </p:sp>
      <p:sp>
        <p:nvSpPr>
          <p:cNvPr id="17" name="C2 X wrong"/>
          <p:cNvSpPr/>
          <p:nvPr/>
        </p:nvSpPr>
        <p:spPr>
          <a:xfrm>
            <a:off x="6355080" y="3429000"/>
            <a:ext cx="640080" cy="640080"/>
          </a:xfrm>
          <a:prstGeom prst="mathMultiply">
            <a:avLst/>
          </a:prstGeom>
          <a:solidFill>
            <a:srgbClr val="E031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Panel 2"/>
          <p:cNvSpPr/>
          <p:nvPr/>
        </p:nvSpPr>
        <p:spPr>
          <a:xfrm>
            <a:off x="914400" y="1143000"/>
            <a:ext cx="3108960" cy="2103120"/>
          </a:xfrm>
          <a:prstGeom prst="roundRect">
            <a:avLst>
              <a:gd name="adj" fmla="val 13043"/>
            </a:avLst>
          </a:prstGeom>
          <a:solidFill>
            <a:srgbClr val="FFFFFF"/>
          </a:solidFill>
          <a:ln w="101600">
            <a:solidFill>
              <a:srgbClr val="2F9E44"/>
            </a:solidFill>
            <a:prstDash val="solid"/>
          </a:ln>
        </p:spPr>
      </p:sp>
      <p:sp>
        <p:nvSpPr>
          <p:cNvPr id="19" name="C3 W2 word"/>
          <p:cNvSpPr txBox="1"/>
          <p:nvPr/>
        </p:nvSpPr>
        <p:spPr>
          <a:xfrm>
            <a:off x="914400" y="1286726"/>
            <a:ext cx="3108960" cy="21031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أَفۡ</a:t>
            </a:r>
            <a:endParaRPr lang="ar-SA" sz="8400" dirty="0"/>
          </a:p>
        </p:txBody>
      </p:sp>
      <p:sp>
        <p:nvSpPr>
          <p:cNvPr id="20" name="C4 V tick a"/>
          <p:cNvSpPr/>
          <p:nvPr/>
        </p:nvSpPr>
        <p:spPr>
          <a:xfrm>
            <a:off x="2194560" y="3703320"/>
            <a:ext cx="201168" cy="274320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  <p:sp>
        <p:nvSpPr>
          <p:cNvPr id="21" name="C4 V tick b"/>
          <p:cNvSpPr/>
          <p:nvPr/>
        </p:nvSpPr>
        <p:spPr>
          <a:xfrm flipV="1">
            <a:off x="2395728" y="3447288"/>
            <a:ext cx="384048" cy="530352"/>
          </a:xfrm>
          <a:prstGeom prst="line">
            <a:avLst/>
          </a:prstGeom>
          <a:noFill/>
          <a:ln w="152400">
            <a:solidFill>
              <a:srgbClr val="2F9E44"/>
            </a:solidFill>
            <a:prstDash val="solid"/>
          </a:ln>
        </p:spPr>
      </p:sp>
    </p:spTree>
  </p:cSld>
  <p:clrMapOvr>
    <a:masterClrMapping/>
  </p:clrMapOvr>
  <p:transition spd="med">
    <p:cover dir="l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9" grpId="0" animBg="1"/>
      <p:bldP spid="20" grpId="0" animBg="1"/>
      <p:bldP spid="21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4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D3"/>
          </a:solidFill>
          <a:ln w="12700">
            <a:solidFill>
              <a:srgbClr val="D864D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C047D1"/>
          </a:solidFill>
          <a:ln w="12700">
            <a:solidFill>
              <a:srgbClr val="C0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83148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83148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9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947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أَفۡ</a:t>
            </a:r>
            <a:endParaRPr lang="ar-SA" sz="82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706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9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706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35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9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1554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إِفۡ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439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3B64"/>
          </a:solidFill>
          <a:ln w="12700">
            <a:solidFill>
              <a:srgbClr val="2B3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23479"/>
          </a:solidFill>
          <a:ln w="12700">
            <a:solidFill>
              <a:srgbClr val="42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8843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49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8843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4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9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76097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أُفۡ</a:t>
            </a:r>
            <a:endParaRPr lang="ar-SA" sz="74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C5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7450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8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7450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A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72604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فَأۡ</a:t>
            </a:r>
            <a:endParaRPr lang="ar-SA" sz="79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CF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CED5E"/>
          </a:solidFill>
          <a:ln w="12700">
            <a:solidFill>
              <a:srgbClr val="AC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0997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0997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4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43445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فِبۡ</a:t>
            </a:r>
            <a:endParaRPr lang="ar-SA" sz="9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8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A552E0"/>
          </a:solidFill>
          <a:ln w="12700">
            <a:solidFill>
              <a:srgbClr val="A5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EA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2DB70"/>
          </a:solidFill>
          <a:ln w="12700">
            <a:solidFill>
              <a:srgbClr val="D2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61"/>
          </a:solidFill>
          <a:ln w="12700">
            <a:solidFill>
              <a:srgbClr val="47856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8030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4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8030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54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4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4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66220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فُتۡ</a:t>
            </a:r>
            <a:endParaRPr lang="ar-SA" sz="87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D8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C064"/>
          </a:solidFill>
          <a:ln w="12700">
            <a:solidFill>
              <a:srgbClr val="D8C0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9E47"/>
          </a:solidFill>
          <a:ln w="12700">
            <a:solidFill>
              <a:srgbClr val="D19E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6593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2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6593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2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9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2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2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4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1058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فَثۡ</a:t>
            </a:r>
            <a:endParaRPr lang="ar-SA" sz="9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C5F7E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0997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0997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6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3684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فِجۡ</a:t>
            </a:r>
            <a:endParaRPr lang="ar-SA" sz="9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41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4A"/>
          </a:solidFill>
          <a:ln w="12700">
            <a:solidFill>
              <a:srgbClr val="642B4A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37"/>
          </a:solidFill>
          <a:ln w="12700">
            <a:solidFill>
              <a:srgbClr val="79343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80721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6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80721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56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D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6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4257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فُحۡ</a:t>
            </a:r>
            <a:endParaRPr lang="ar-SA" sz="75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E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6450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6450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935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فَخۡ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C5DC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CFED"/>
          </a:solidFill>
          <a:ln w="12700">
            <a:solidFill>
              <a:srgbClr val="5ECF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939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67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939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67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8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7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67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49343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فِدۡ</a:t>
            </a:r>
            <a:endParaRPr lang="ar-SA" sz="10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43141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8152"/>
          </a:solidFill>
          <a:ln w="12700">
            <a:solidFill>
              <a:srgbClr val="E081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E1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CA"/>
          </a:solidFill>
          <a:ln w="12700">
            <a:solidFill>
              <a:srgbClr val="70DBC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24785"/>
          </a:solidFill>
          <a:ln w="12700">
            <a:solidFill>
              <a:srgbClr val="52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81752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61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81752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61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61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61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66220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فُذۡ</a:t>
            </a:r>
            <a:endParaRPr lang="ar-SA" sz="87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C5F7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A3"/>
          </a:solidFill>
          <a:ln w="12700">
            <a:solidFill>
              <a:srgbClr val="64D8A3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7B"/>
          </a:solidFill>
          <a:ln w="12700">
            <a:solidFill>
              <a:srgbClr val="47D17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8736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67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8736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7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6845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فَرۡ</a:t>
            </a:r>
            <a:endParaRPr lang="ar-SA" sz="88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D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026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61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026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61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61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61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3403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فِزۡ</a:t>
            </a:r>
            <a:endParaRPr lang="ar-SA" sz="9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4335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8642B"/>
          </a:solidFill>
          <a:ln w="12700">
            <a:solidFill>
              <a:srgbClr val="58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487934"/>
          </a:solidFill>
          <a:ln w="12700">
            <a:solidFill>
              <a:srgbClr val="48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7927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9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7927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9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2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61877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فُسۡ</a:t>
            </a:r>
            <a:endParaRPr lang="ar-SA" sz="8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C5F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573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5736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4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4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A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832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فَشۡ</a:t>
            </a:r>
            <a:endParaRPr lang="ar-SA" sz="81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C5E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85EED"/>
          </a:solidFill>
          <a:ln w="12700">
            <a:solidFill>
              <a:srgbClr val="E8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6201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9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6201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9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B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44305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فِصۡ</a:t>
            </a:r>
            <a:endParaRPr lang="ar-SA" sz="8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27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5E"/>
          </a:solidFill>
          <a:ln w="12700">
            <a:solidFill>
              <a:srgbClr val="52E05E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C8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AF70DB"/>
          </a:solidFill>
          <a:ln w="12700">
            <a:solidFill>
              <a:srgbClr val="AF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4C"/>
          </a:solidFill>
          <a:ln w="12700">
            <a:solidFill>
              <a:srgbClr val="85474C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78863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7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78863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47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F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7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47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61956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فُضۡ</a:t>
            </a:r>
            <a:endParaRPr lang="ar-SA" sz="82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C5CB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8664D8"/>
          </a:solidFill>
          <a:ln w="12700">
            <a:solidFill>
              <a:srgbClr val="86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947D1"/>
          </a:solidFill>
          <a:ln w="12700">
            <a:solidFill>
              <a:srgbClr val="59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716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7165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3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1058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فَطۡ</a:t>
            </a:r>
            <a:endParaRPr lang="ar-SA" sz="93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CD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1434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3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1434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53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3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3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4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6910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فِظۡ</a:t>
            </a:r>
            <a:endParaRPr lang="ar-SA" sz="93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14432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62"/>
          </a:solidFill>
          <a:ln w="12700">
            <a:solidFill>
              <a:srgbClr val="2B6462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5979"/>
          </a:solidFill>
          <a:ln w="12700">
            <a:solidFill>
              <a:srgbClr val="3459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80514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5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80514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55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5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5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4257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فُعۡ</a:t>
            </a:r>
            <a:endParaRPr lang="ar-SA" sz="75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EA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70D65C"/>
          </a:solidFill>
          <a:ln w="12700">
            <a:solidFill>
              <a:srgbClr val="70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40CC33"/>
          </a:solidFill>
          <a:ln w="12700">
            <a:solidFill>
              <a:srgbClr val="40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6450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6450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5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2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909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فَغۡ</a:t>
            </a:r>
            <a:endParaRPr lang="ar-SA" sz="80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C45E"/>
          </a:solidFill>
          <a:ln w="12700">
            <a:solidFill>
              <a:srgbClr val="EDC4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915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915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343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343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3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7465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أَفۡبَ</a:t>
            </a:r>
            <a:endParaRPr lang="ar-SA" sz="6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1433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69E0"/>
          </a:solidFill>
          <a:ln w="12700">
            <a:solidFill>
              <a:srgbClr val="5269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AF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9470"/>
          </a:solidFill>
          <a:ln w="12700">
            <a:solidFill>
              <a:srgbClr val="DB94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5C8547"/>
          </a:solidFill>
          <a:ln w="12700">
            <a:solidFill>
              <a:srgbClr val="5C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546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3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546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6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061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061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3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7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0736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بِفۡتَ</a:t>
            </a:r>
            <a:endParaRPr lang="ar-SA" sz="66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7C5D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964"/>
          </a:solidFill>
          <a:ln w="12700">
            <a:solidFill>
              <a:srgbClr val="D869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58"/>
          </a:solidFill>
          <a:ln w="12700">
            <a:solidFill>
              <a:srgbClr val="D14758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271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2713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292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292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8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874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تُفۡثَ</a:t>
            </a:r>
            <a:endParaRPr lang="ar-SA" sz="6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C9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292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2923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11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11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3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596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ثَفۡجَ</a:t>
            </a:r>
            <a:endParaRPr lang="ar-SA" sz="70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1E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542B64"/>
          </a:solidFill>
          <a:ln w="12700">
            <a:solidFill>
              <a:srgbClr val="54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6B"/>
          </a:solidFill>
          <a:ln w="12700">
            <a:solidFill>
              <a:srgbClr val="79346B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205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2052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B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11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1104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3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59136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جِفۡحَ</a:t>
            </a:r>
            <a:endParaRPr lang="ar-SA" sz="71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7DE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320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3200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53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53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9136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حُفۡخَ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C5F7E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A0"/>
          </a:solidFill>
          <a:ln w="12700">
            <a:solidFill>
              <a:srgbClr val="5EEDA0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53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3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5337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99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9926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3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6E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918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خَفۡدَ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4314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8D"/>
          </a:solidFill>
          <a:ln w="12700">
            <a:solidFill>
              <a:srgbClr val="E0528D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95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7A"/>
          </a:solidFill>
          <a:ln w="12700">
            <a:solidFill>
              <a:srgbClr val="70DB7A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6B85"/>
          </a:solidFill>
          <a:ln w="12700">
            <a:solidFill>
              <a:srgbClr val="476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044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3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0449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415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3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415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3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7181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دِفۡذَ</a:t>
            </a:r>
            <a:endParaRPr lang="ar-SA" sz="75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E4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7CD864"/>
          </a:solidFill>
          <a:ln w="12700">
            <a:solidFill>
              <a:srgbClr val="7C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AD147"/>
          </a:solidFill>
          <a:ln w="12700">
            <a:solidFill>
              <a:srgbClr val="7A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9625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96255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A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88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88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B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9922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ذُفۡرَ</a:t>
            </a:r>
            <a:endParaRPr lang="ar-SA" sz="73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C5D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88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885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9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71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7118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3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977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رَفۡزَ</a:t>
            </a:r>
            <a:endParaRPr lang="ar-SA" sz="7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43141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452B"/>
          </a:solidFill>
          <a:ln w="12700">
            <a:solidFill>
              <a:srgbClr val="6445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7734"/>
          </a:solidFill>
          <a:ln w="12700">
            <a:solidFill>
              <a:srgbClr val="7977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7850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7850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D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48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48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3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61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352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زِفۡسَ</a:t>
            </a:r>
            <a:endParaRPr lang="ar-SA" sz="58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C5F7D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AD"/>
          </a:solidFill>
          <a:ln w="12700">
            <a:solidFill>
              <a:srgbClr val="D65CAD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8C"/>
          </a:solidFill>
          <a:ln w="12700">
            <a:solidFill>
              <a:srgbClr val="CC338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5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583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902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902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553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سُفۡشَ</a:t>
            </a:r>
            <a:endParaRPr lang="ar-SA" sz="5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E0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7D5EED"/>
          </a:solidFill>
          <a:ln w="12700">
            <a:solidFill>
              <a:srgbClr val="7D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02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3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02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7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336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3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336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3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4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5549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شَفۡصَ</a:t>
            </a:r>
            <a:endParaRPr lang="ar-SA" sz="5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433B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B0E052"/>
          </a:solidFill>
          <a:ln w="12700">
            <a:solidFill>
              <a:srgbClr val="B0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9D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82DB"/>
          </a:solidFill>
          <a:ln w="12700">
            <a:solidFill>
              <a:srgbClr val="708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7A"/>
          </a:solidFill>
          <a:ln w="12700">
            <a:solidFill>
              <a:srgbClr val="85477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7395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3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7395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3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43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76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3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7600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3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553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صِفۡضَ</a:t>
            </a:r>
            <a:endParaRPr lang="ar-SA" sz="51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C5F0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99D8"/>
          </a:solidFill>
          <a:ln w="12700">
            <a:solidFill>
              <a:srgbClr val="6499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9DD1"/>
          </a:solidFill>
          <a:ln w="12700">
            <a:solidFill>
              <a:srgbClr val="479D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969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9696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3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1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1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9C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817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ضُفۡطَ</a:t>
            </a:r>
            <a:endParaRPr lang="ar-SA" sz="57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7C5E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941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3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941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3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941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3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94132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3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B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823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طَفۡظَ</a:t>
            </a:r>
            <a:endParaRPr lang="ar-SA" sz="58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21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37"/>
          </a:solidFill>
          <a:ln w="12700">
            <a:solidFill>
              <a:srgbClr val="2B643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66"/>
          </a:solidFill>
          <a:ln w="12700">
            <a:solidFill>
              <a:srgbClr val="347966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52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3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6526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3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6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8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843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3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8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5936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ظِفۡعَ</a:t>
            </a:r>
            <a:endParaRPr lang="ar-SA" sz="68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C5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93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3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939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3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70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3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70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3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B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9136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عُفۡغَ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F7D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64"/>
          </a:solidFill>
          <a:ln w="12700">
            <a:solidFill>
              <a:srgbClr val="ED5E64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70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3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7076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3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3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361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33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A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915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3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9156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3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3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78941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غَفۡأَ</a:t>
            </a:r>
            <a:endParaRPr lang="ar-SA" sz="71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14433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D4E0"/>
          </a:solidFill>
          <a:ln w="12700">
            <a:solidFill>
              <a:srgbClr val="52D4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B6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9C"/>
          </a:solidFill>
          <a:ln w="12700">
            <a:solidFill>
              <a:srgbClr val="DB709C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8047"/>
          </a:solidFill>
          <a:ln w="12700">
            <a:solidFill>
              <a:srgbClr val="8580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706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49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706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9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5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1554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إِفۡ</a:t>
            </a:r>
            <a:endParaRPr lang="ar-SA" sz="73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F1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B6"/>
          </a:solidFill>
          <a:ln w="12700">
            <a:solidFill>
              <a:srgbClr val="D864B6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BF"/>
          </a:solidFill>
          <a:ln w="12700">
            <a:solidFill>
              <a:srgbClr val="D147B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5098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4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5098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7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0472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بُفۡ</a:t>
            </a:r>
            <a:endParaRPr lang="ar-SA" sz="9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E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7047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49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7047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9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61294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تَفۡ</a:t>
            </a:r>
            <a:endParaRPr lang="ar-SA" sz="93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142D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2D64"/>
          </a:solidFill>
          <a:ln w="12700">
            <a:solidFill>
              <a:srgbClr val="2B2D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43479"/>
          </a:solidFill>
          <a:ln w="12700">
            <a:solidFill>
              <a:srgbClr val="54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9884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49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9884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7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9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A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60715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ثِفۡ</a:t>
            </a:r>
            <a:endParaRPr lang="ar-SA" sz="9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7">
    <p:bg>
      <p:bgPr>
        <a:solidFill>
          <a:srgbClr val="F7C5D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C2"/>
          </a:solidFill>
          <a:ln w="12700">
            <a:solidFill>
              <a:srgbClr val="5CD6C2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BF"/>
          </a:solidFill>
          <a:ln w="12700">
            <a:solidFill>
              <a:srgbClr val="33CCBF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9456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4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9456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A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D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0301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جُفۡ</a:t>
            </a:r>
            <a:endParaRPr lang="ar-SA" sz="84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8">
    <p:bg>
      <p:bgPr>
        <a:solidFill>
          <a:srgbClr val="C5F7C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87ED5E"/>
          </a:solidFill>
          <a:ln w="12700">
            <a:solidFill>
              <a:srgbClr val="87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6344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49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6344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D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9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60728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حَفۡ</a:t>
            </a:r>
            <a:endParaRPr lang="ar-SA" sz="84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9">
    <p:bg>
      <p:bgPr>
        <a:solidFill>
          <a:srgbClr val="24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CA52E0"/>
          </a:solidFill>
          <a:ln w="12700">
            <a:solidFill>
              <a:srgbClr val="CA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D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B7DB70"/>
          </a:solidFill>
          <a:ln w="12700">
            <a:solidFill>
              <a:srgbClr val="B7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71"/>
          </a:solidFill>
          <a:ln w="12700">
            <a:solidFill>
              <a:srgbClr val="478571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48908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49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48908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C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9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2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60257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خِفۡ</a:t>
            </a:r>
            <a:endParaRPr lang="ar-SA" sz="84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0">
    <p:bg>
      <p:bgPr>
        <a:solidFill>
          <a:srgbClr val="F7E4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3D864"/>
          </a:solidFill>
          <a:ln w="12700">
            <a:solidFill>
              <a:srgbClr val="D3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C147"/>
          </a:solidFill>
          <a:ln w="12700">
            <a:solidFill>
              <a:srgbClr val="D1C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2555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4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2555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68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5668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دُفۡ</a:t>
            </a:r>
            <a:endParaRPr lang="ar-SA" sz="87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1">
    <p:bg>
      <p:bgPr>
        <a:solidFill>
          <a:srgbClr val="C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75729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49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75729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3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9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7F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65668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ذَفۡ</a:t>
            </a:r>
            <a:endParaRPr lang="ar-SA" sz="87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2">
    <p:bg>
      <p:bgPr>
        <a:solidFill>
          <a:srgbClr val="431439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3B"/>
          </a:solidFill>
          <a:ln w="12700">
            <a:solidFill>
              <a:srgbClr val="642B3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4334"/>
          </a:solidFill>
          <a:ln w="12700">
            <a:solidFill>
              <a:srgbClr val="7943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4570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49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45703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4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9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4048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رِفۡ</a:t>
            </a:r>
            <a:endParaRPr lang="ar-SA" sz="76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3">
    <p:bg>
      <p:bgPr>
        <a:solidFill>
          <a:srgbClr val="DE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8386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4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8386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1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A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1509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زُفۡ</a:t>
            </a:r>
            <a:endParaRPr lang="ar-SA" sz="83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4">
    <p:bg>
      <p:bgPr>
        <a:solidFill>
          <a:srgbClr val="C5CF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B3"/>
          </a:solidFill>
          <a:ln w="12700">
            <a:solidFill>
              <a:srgbClr val="C653B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ABED"/>
          </a:solidFill>
          <a:ln w="12700">
            <a:solidFill>
              <a:srgbClr val="5EAB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839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9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839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5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9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602886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سَفۡ</a:t>
            </a:r>
            <a:endParaRPr lang="ar-SA" sz="77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5">
    <p:bg>
      <p:bgPr>
        <a:solidFill>
          <a:srgbClr val="4318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A652"/>
          </a:solidFill>
          <a:ln w="12700">
            <a:solidFill>
              <a:srgbClr val="E0A6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9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2DB"/>
          </a:solidFill>
          <a:ln w="12700">
            <a:solidFill>
              <a:srgbClr val="70D2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614785"/>
          </a:solidFill>
          <a:ln w="12700">
            <a:solidFill>
              <a:srgbClr val="61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410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9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410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9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9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F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8663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شِفۡ</a:t>
            </a:r>
            <a:endParaRPr lang="ar-SA" sz="77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6">
    <p:bg>
      <p:bgPr>
        <a:solidFill>
          <a:srgbClr val="C5F7D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C1"/>
          </a:solidFill>
          <a:ln w="12700">
            <a:solidFill>
              <a:srgbClr val="64D8C1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9E"/>
          </a:solidFill>
          <a:ln w="12700">
            <a:solidFill>
              <a:srgbClr val="47D19E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281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281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9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5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0225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صُفۡ</a:t>
            </a:r>
            <a:endParaRPr lang="ar-SA" sz="76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7">
    <p:bg>
      <p:bgPr>
        <a:solidFill>
          <a:srgbClr val="E7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599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9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599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0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9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5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60225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ضَفۡ</a:t>
            </a:r>
            <a:endParaRPr lang="ar-SA" sz="76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8">
    <p:bg>
      <p:bgPr>
        <a:solidFill>
          <a:srgbClr val="4342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49642B"/>
          </a:solidFill>
          <a:ln w="12700">
            <a:solidFill>
              <a:srgbClr val="49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67934"/>
          </a:solidFill>
          <a:ln w="12700">
            <a:solidFill>
              <a:srgbClr val="36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439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49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439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49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2C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9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49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5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8705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طِفۡ</a:t>
            </a:r>
            <a:endParaRPr lang="ar-SA" sz="7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9">
    <p:bg>
      <p:bgPr>
        <a:solidFill>
          <a:srgbClr val="C5E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855C"/>
          </a:solidFill>
          <a:ln w="12700">
            <a:solidFill>
              <a:srgbClr val="D685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7333"/>
          </a:solidFill>
          <a:ln w="12700">
            <a:solidFill>
              <a:srgbClr val="CC73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80979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49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80979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49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4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9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49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AD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6331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ظُفۡ</a:t>
            </a:r>
            <a:endParaRPr lang="ar-SA" sz="78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0">
    <p:bg>
      <p:bgPr>
        <a:solidFill>
          <a:srgbClr val="F7C5D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CE"/>
          </a:solidFill>
          <a:ln w="12700">
            <a:solidFill>
              <a:srgbClr val="ED5EC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892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49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892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49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8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9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49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60791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عَفۡ</a:t>
            </a:r>
            <a:endParaRPr lang="ar-SA" sz="85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1">
    <p:bg>
      <p:bgPr>
        <a:solidFill>
          <a:srgbClr val="1B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82"/>
          </a:solidFill>
          <a:ln w="12700">
            <a:solidFill>
              <a:srgbClr val="52E08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E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CA70DB"/>
          </a:solidFill>
          <a:ln w="12700">
            <a:solidFill>
              <a:srgbClr val="C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5247"/>
          </a:solidFill>
          <a:ln w="12700">
            <a:solidFill>
              <a:srgbClr val="8552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51490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49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51490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9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7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60429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غِفۡ</a:t>
            </a:r>
            <a:endParaRPr lang="ar-SA" sz="87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2">
    <p:bg>
      <p:bgPr>
        <a:solidFill>
          <a:srgbClr val="CC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A464D8"/>
          </a:solidFill>
          <a:ln w="12700">
            <a:solidFill>
              <a:srgbClr val="A4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7C47D1"/>
          </a:solidFill>
          <a:ln w="12700">
            <a:solidFill>
              <a:srgbClr val="7C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805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8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80591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8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1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58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81759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أۡ</a:t>
            </a:r>
            <a:endParaRPr lang="ar-SA" sz="58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9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72604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قَأۡ</a:t>
            </a:r>
            <a:endParaRPr lang="ar-SA" sz="79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3">
    <p:bg>
      <p:bgPr>
        <a:solidFill>
          <a:srgbClr val="F7DA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66"/>
          </a:solidFill>
          <a:ln w="12700">
            <a:solidFill>
              <a:srgbClr val="66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6A"/>
          </a:solidFill>
          <a:ln w="12700">
            <a:solidFill>
              <a:srgbClr val="40BF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2502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6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2502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56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D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6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1945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بۡ</a:t>
            </a:r>
            <a:endParaRPr lang="ar-SA" sz="56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3B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34455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قِبۡ</a:t>
            </a:r>
            <a:endParaRPr lang="ar-SA" sz="93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4">
    <p:bg>
      <p:bgPr>
        <a:solidFill>
          <a:srgbClr val="1443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5864"/>
          </a:solidFill>
          <a:ln w="12700">
            <a:solidFill>
              <a:srgbClr val="2B58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4879"/>
          </a:solidFill>
          <a:ln w="12700">
            <a:solidFill>
              <a:srgbClr val="3448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71564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4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71564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4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854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تۡ</a:t>
            </a:r>
            <a:endParaRPr lang="ar-SA" sz="54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3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66220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قُتۡ</a:t>
            </a:r>
            <a:endParaRPr lang="ar-SA" sz="87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5">
    <p:bg>
      <p:bgPr>
        <a:solidFill>
          <a:srgbClr val="F7C5F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8173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2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8173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2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2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2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2201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ثۡ</a:t>
            </a:r>
            <a:endParaRPr lang="ar-SA" sz="52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8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1058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قَثۡ</a:t>
            </a:r>
            <a:endParaRPr lang="ar-SA" sz="93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6">
    <p:bg>
      <p:bgPr>
        <a:solidFill>
          <a:srgbClr val="E8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C68C"/>
          </a:solidFill>
          <a:ln w="12700">
            <a:solidFill>
              <a:srgbClr val="53C68C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E85E"/>
          </a:solidFill>
          <a:ln w="12700">
            <a:solidFill>
              <a:srgbClr val="EDE8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2502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6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2502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56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C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6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جۡ</a:t>
            </a:r>
            <a:endParaRPr lang="ar-SA" sz="56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3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36841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قِجۡ</a:t>
            </a:r>
            <a:endParaRPr lang="ar-SA" sz="9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7">
    <p:bg>
      <p:bgPr>
        <a:solidFill>
          <a:srgbClr val="1427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F52E0"/>
          </a:solidFill>
          <a:ln w="12700">
            <a:solidFill>
              <a:srgbClr val="5F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9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B070"/>
          </a:solidFill>
          <a:ln w="12700">
            <a:solidFill>
              <a:srgbClr val="DBB0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C8547"/>
          </a:solidFill>
          <a:ln w="12700">
            <a:solidFill>
              <a:srgbClr val="4C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71653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6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71653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56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90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6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57713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حۡ</a:t>
            </a:r>
            <a:endParaRPr lang="ar-SA" sz="56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4257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قُحۡ</a:t>
            </a:r>
            <a:endParaRPr lang="ar-SA" sz="75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8">
    <p:bg>
      <p:bgPr>
        <a:solidFill>
          <a:srgbClr val="F7C5C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8764"/>
          </a:solidFill>
          <a:ln w="12700">
            <a:solidFill>
              <a:srgbClr val="D887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5A47"/>
          </a:solidFill>
          <a:ln w="12700">
            <a:solidFill>
              <a:srgbClr val="D15A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8192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8192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C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5277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خۡ</a:t>
            </a:r>
            <a:endParaRPr lang="ar-SA" sz="5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6C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9352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قَخۡ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9">
    <p:bg>
      <p:bgPr>
        <a:solidFill>
          <a:srgbClr val="C5F7C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49229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67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49229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67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B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67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65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دۡ</a:t>
            </a:r>
            <a:endParaRPr lang="ar-SA" sz="67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93439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0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قِدۡ</a:t>
            </a:r>
            <a:endParaRPr lang="ar-SA" sz="102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0">
    <p:bg>
      <p:bgPr>
        <a:solidFill>
          <a:srgbClr val="2A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22B64"/>
          </a:solidFill>
          <a:ln w="12700">
            <a:solidFill>
              <a:srgbClr val="62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59"/>
          </a:solidFill>
          <a:ln w="12700">
            <a:solidFill>
              <a:srgbClr val="79345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7187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61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7187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61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5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61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74625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ذۡ</a:t>
            </a:r>
            <a:endParaRPr lang="ar-SA" sz="61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4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66220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قُذۡ</a:t>
            </a:r>
            <a:endParaRPr lang="ar-SA" sz="87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1">
    <p:bg>
      <p:bgPr>
        <a:solidFill>
          <a:srgbClr val="F7EB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70D6"/>
          </a:solidFill>
          <a:ln w="12700">
            <a:solidFill>
              <a:srgbClr val="5C70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40CC"/>
          </a:solidFill>
          <a:ln w="12700">
            <a:solidFill>
              <a:srgbClr val="3340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7887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67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7887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67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1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67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59080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رۡ</a:t>
            </a:r>
            <a:endParaRPr lang="ar-SA" sz="67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9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6845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قَرۡ</a:t>
            </a:r>
            <a:endParaRPr lang="ar-SA" sz="88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2">
    <p:bg>
      <p:bgPr>
        <a:solidFill>
          <a:srgbClr val="C5F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C5"/>
          </a:solidFill>
          <a:ln w="12700">
            <a:solidFill>
              <a:srgbClr val="5EEDC5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1014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61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1014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61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F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61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67808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زۡ</a:t>
            </a:r>
            <a:endParaRPr lang="ar-SA" sz="61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91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3403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قِزۡ</a:t>
            </a:r>
            <a:endParaRPr lang="ar-SA" sz="92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3">
    <p:bg>
      <p:bgPr>
        <a:solidFill>
          <a:srgbClr val="43143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68"/>
          </a:solidFill>
          <a:ln w="12700">
            <a:solidFill>
              <a:srgbClr val="E05268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AF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95"/>
          </a:solidFill>
          <a:ln w="12700">
            <a:solidFill>
              <a:srgbClr val="70DB95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5B85"/>
          </a:solidFill>
          <a:ln w="12700">
            <a:solidFill>
              <a:srgbClr val="475B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71342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9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71342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49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6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49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169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سۡ</a:t>
            </a:r>
            <a:endParaRPr lang="ar-SA" sz="49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6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61877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قُسۡ</a:t>
            </a:r>
            <a:endParaRPr lang="ar-SA" sz="81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4">
    <p:bg>
      <p:bgPr>
        <a:solidFill>
          <a:srgbClr val="D7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6A"/>
          </a:solidFill>
          <a:ln w="12700">
            <a:solidFill>
              <a:srgbClr val="64D86A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57D147"/>
          </a:solidFill>
          <a:ln w="12700">
            <a:solidFill>
              <a:srgbClr val="57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8287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8287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4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8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4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0799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شۡ</a:t>
            </a:r>
            <a:endParaRPr lang="ar-SA" sz="4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8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8328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قَشۡ</a:t>
            </a:r>
            <a:endParaRPr lang="ar-SA" sz="81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5">
    <p:bg>
      <p:bgPr>
        <a:solidFill>
          <a:srgbClr val="C5C9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AA"/>
          </a:solidFill>
          <a:ln w="12700">
            <a:solidFill>
              <a:srgbClr val="CC66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6A"/>
          </a:solidFill>
          <a:ln w="12700">
            <a:solidFill>
              <a:srgbClr val="BF406A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4584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9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4584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CC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49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62505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صۡ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66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4305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قِصۡ</a:t>
            </a:r>
            <a:endParaRPr lang="ar-SA" sz="8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6">
    <p:bg>
      <p:bgPr>
        <a:solidFill>
          <a:srgbClr val="431E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542B"/>
          </a:solidFill>
          <a:ln w="12700">
            <a:solidFill>
              <a:srgbClr val="645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A7934"/>
          </a:solidFill>
          <a:ln w="12700">
            <a:solidFill>
              <a:srgbClr val="6A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71253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7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71253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47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B2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47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68805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ضۡ</a:t>
            </a:r>
            <a:endParaRPr lang="ar-SA" sz="47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3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61956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قُضۡ</a:t>
            </a:r>
            <a:endParaRPr lang="ar-SA" sz="8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7">
    <p:bg>
      <p:bgPr>
        <a:solidFill>
          <a:srgbClr val="C5F7D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809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6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8097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6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7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6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489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طۡ</a:t>
            </a:r>
            <a:endParaRPr lang="ar-SA" sz="56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4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610582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قَطۡ</a:t>
            </a:r>
            <a:endParaRPr lang="ar-SA" sz="93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8">
    <p:bg>
      <p:bgPr>
        <a:solidFill>
          <a:srgbClr val="ED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A15EED"/>
          </a:solidFill>
          <a:ln w="12700">
            <a:solidFill>
              <a:srgbClr val="A1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3394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3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3394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53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4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3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711160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ظۡ</a:t>
            </a:r>
            <a:endParaRPr lang="ar-SA" sz="53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6910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قِظۡ</a:t>
            </a:r>
            <a:endParaRPr lang="ar-SA" sz="9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9">
    <p:bg>
      <p:bgPr>
        <a:solidFill>
          <a:srgbClr val="3F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CE052"/>
          </a:solidFill>
          <a:ln w="12700">
            <a:solidFill>
              <a:srgbClr val="8C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9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A70DB"/>
          </a:solidFill>
          <a:ln w="12700">
            <a:solidFill>
              <a:srgbClr val="7A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6A"/>
          </a:solidFill>
          <a:ln w="12700">
            <a:solidFill>
              <a:srgbClr val="85476A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71608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5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71608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</a:t>
            </a:r>
            <a:endParaRPr lang="ar-SA" sz="55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37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5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60816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عۡ</a:t>
            </a:r>
            <a:endParaRPr lang="ar-SA" sz="55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97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4257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قُعۡ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0">
    <p:bg>
      <p:bgPr>
        <a:solidFill>
          <a:srgbClr val="C5E4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7BD8"/>
          </a:solidFill>
          <a:ln w="12700">
            <a:solidFill>
              <a:srgbClr val="647B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7AD1"/>
          </a:solidFill>
          <a:ln w="12700">
            <a:solidFill>
              <a:srgbClr val="477A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8192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1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8192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</a:t>
            </a:r>
            <a:endParaRPr lang="ar-SA" sz="51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6B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1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67965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غۡ</a:t>
            </a:r>
            <a:endParaRPr lang="ar-SA" sz="51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0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49098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قَغۡ</a:t>
            </a:r>
            <a:endParaRPr lang="ar-SA" sz="8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1">
    <p:bg>
      <p:bgPr>
        <a:solidFill>
          <a:srgbClr val="F7C5D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4584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49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45849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</a:t>
            </a:r>
            <a:endParaRPr lang="ar-SA" sz="49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49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74920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فۡ</a:t>
            </a:r>
            <a:endParaRPr lang="ar-SA" sz="49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88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9206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قِفۡ</a:t>
            </a:r>
            <a:endParaRPr lang="ar-SA" sz="9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2">
    <p:bg>
      <p:bgPr>
        <a:solidFill>
          <a:srgbClr val="15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46"/>
          </a:solidFill>
          <a:ln w="12700">
            <a:solidFill>
              <a:srgbClr val="2B6446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77"/>
          </a:solidFill>
          <a:ln w="12700">
            <a:solidFill>
              <a:srgbClr val="34797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2002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2002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6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67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بَ</a:t>
            </a:r>
            <a:endParaRPr lang="ar-SA" sz="37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6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74651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أَقۡبَ</a:t>
            </a:r>
            <a:endParaRPr lang="ar-SA" sz="67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3">
    <p:bg>
      <p:bgPr>
        <a:solidFill>
          <a:srgbClr val="D2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ADD65C"/>
          </a:solidFill>
          <a:ln w="12700">
            <a:solidFill>
              <a:srgbClr val="ADD6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8CCC33"/>
          </a:solidFill>
          <a:ln w="12700">
            <a:solidFill>
              <a:srgbClr val="8CCC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37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373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A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07248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37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8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0736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بِقۡتَ</a:t>
            </a:r>
            <a:endParaRPr lang="ar-SA" sz="66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4">
    <p:bg>
      <p:bgPr>
        <a:solidFill>
          <a:srgbClr val="F7E0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66C653"/>
          </a:solidFill>
          <a:ln w="12700">
            <a:solidFill>
              <a:srgbClr val="66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7E5E"/>
          </a:solidFill>
          <a:ln w="12700">
            <a:solidFill>
              <a:srgbClr val="ED7E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30743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7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7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7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4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874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6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تُقۡثَ</a:t>
            </a:r>
            <a:endParaRPr lang="ar-SA" sz="66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5">
    <p:bg>
      <p:bgPr>
        <a:solidFill>
          <a:srgbClr val="1443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AFE0"/>
          </a:solidFill>
          <a:ln w="12700">
            <a:solidFill>
              <a:srgbClr val="52AF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9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81"/>
          </a:solidFill>
          <a:ln w="12700">
            <a:solidFill>
              <a:srgbClr val="DB708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A8547"/>
          </a:solidFill>
          <a:ln w="12700">
            <a:solidFill>
              <a:srgbClr val="7A85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330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4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جَ</a:t>
            </a:r>
            <a:endParaRPr lang="ar-SA" sz="37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7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59613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ثَقۡجَ</a:t>
            </a:r>
            <a:endParaRPr lang="ar-SA" sz="70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6">
    <p:bg>
      <p:bgPr>
        <a:solidFill>
          <a:srgbClr val="F7C5F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6498"/>
          </a:solidFill>
          <a:ln w="12700">
            <a:solidFill>
              <a:srgbClr val="D8649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479C"/>
          </a:solidFill>
          <a:ln w="12700">
            <a:solidFill>
              <a:srgbClr val="D1479C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6990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6990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3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005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37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9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9136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جِقۡحَ</a:t>
            </a:r>
            <a:endParaRPr lang="ar-SA" sz="71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7">
    <p:bg>
      <p:bgPr>
        <a:solidFill>
          <a:srgbClr val="E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AACC"/>
          </a:solidFill>
          <a:ln w="12700">
            <a:solidFill>
              <a:srgbClr val="66AA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6ABF"/>
          </a:solidFill>
          <a:ln w="12700">
            <a:solidFill>
              <a:srgbClr val="406A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240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240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7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73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48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48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7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A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59136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حُقۡخَ</a:t>
            </a:r>
            <a:endParaRPr lang="ar-SA" sz="71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8">
    <p:bg>
      <p:bgPr>
        <a:solidFill>
          <a:srgbClr val="1421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72B64"/>
          </a:solidFill>
          <a:ln w="12700">
            <a:solidFill>
              <a:srgbClr val="372B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663479"/>
          </a:solidFill>
          <a:ln w="12700">
            <a:solidFill>
              <a:srgbClr val="6634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48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480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A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A7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99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9949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دَ</a:t>
            </a:r>
            <a:endParaRPr lang="ar-SA" sz="37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82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91811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خَقۡدَ</a:t>
            </a:r>
            <a:endParaRPr lang="ar-SA" sz="73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9">
    <p:bg>
      <p:bgPr>
        <a:solidFill>
          <a:srgbClr val="F7C6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ADD6"/>
          </a:solidFill>
          <a:ln w="12700">
            <a:solidFill>
              <a:srgbClr val="5CAD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8CCC"/>
          </a:solidFill>
          <a:ln w="12700">
            <a:solidFill>
              <a:srgbClr val="338C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93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9324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7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946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94695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37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5A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718195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دِقۡذَ</a:t>
            </a:r>
            <a:endParaRPr lang="ar-SA" sz="75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0">
    <p:bg>
      <p:bgPr>
        <a:solidFill>
          <a:srgbClr val="C5F7D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66C6"/>
          </a:solidFill>
          <a:ln w="12700">
            <a:solidFill>
              <a:srgbClr val="5366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63ED5E"/>
          </a:solidFill>
          <a:ln w="12700">
            <a:solidFill>
              <a:srgbClr val="63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9704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97044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A3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8205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8205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7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3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9922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ذُقۡرَ</a:t>
            </a:r>
            <a:endParaRPr lang="ar-SA" sz="73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1">
    <p:bg>
      <p:bgPr>
        <a:solidFill>
          <a:srgbClr val="30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52D3"/>
          </a:solidFill>
          <a:ln w="12700">
            <a:solidFill>
              <a:srgbClr val="E052D3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8CB6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CDB70"/>
          </a:solidFill>
          <a:ln w="12700">
            <a:solidFill>
              <a:srgbClr val="9CD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80"/>
          </a:solidFill>
          <a:ln w="12700">
            <a:solidFill>
              <a:srgbClr val="478580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8205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82055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6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6E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8680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86801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زَ</a:t>
            </a:r>
            <a:endParaRPr lang="ar-SA" sz="37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5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97768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رَقۡزَ</a:t>
            </a:r>
            <a:endParaRPr lang="ar-SA" sz="7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2">
    <p:bg>
      <p:bgPr>
        <a:solidFill>
          <a:srgbClr val="F7F1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B5D864"/>
          </a:solidFill>
          <a:ln w="12700">
            <a:solidFill>
              <a:srgbClr val="B5D8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BED147"/>
          </a:solidFill>
          <a:ln w="12700">
            <a:solidFill>
              <a:srgbClr val="BED1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71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7144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3A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160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1608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37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7A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352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زِقۡسَ</a:t>
            </a:r>
            <a:endParaRPr lang="ar-SA" sz="58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3">
    <p:bg>
      <p:bgPr>
        <a:solidFill>
          <a:srgbClr val="C5EE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66CC"/>
          </a:solidFill>
          <a:ln w="12700">
            <a:solidFill>
              <a:srgbClr val="AA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40BF"/>
          </a:solidFill>
          <a:ln w="12700">
            <a:solidFill>
              <a:srgbClr val="BF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395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3958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46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89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89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7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A2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6553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سُقۡشَ</a:t>
            </a:r>
            <a:endParaRPr lang="ar-SA" sz="5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4">
    <p:bg>
      <p:bgPr>
        <a:solidFill>
          <a:srgbClr val="43142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2D"/>
          </a:solidFill>
          <a:ln w="12700">
            <a:solidFill>
              <a:srgbClr val="642B2D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5534"/>
          </a:solidFill>
          <a:ln w="12700">
            <a:solidFill>
              <a:srgbClr val="7955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89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8939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D97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8259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8259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صَ</a:t>
            </a:r>
            <a:endParaRPr lang="ar-SA" sz="37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A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55496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شَقۡصَ</a:t>
            </a:r>
            <a:endParaRPr lang="ar-SA" sz="52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5">
    <p:bg>
      <p:bgPr>
        <a:solidFill>
          <a:srgbClr val="D1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C25CD6"/>
          </a:solidFill>
          <a:ln w="12700">
            <a:solidFill>
              <a:srgbClr val="C2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BF33CC"/>
          </a:solidFill>
          <a:ln w="12700">
            <a:solidFill>
              <a:srgbClr val="BF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720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72047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A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734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7341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37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2E7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65531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صِقۡضَ</a:t>
            </a:r>
            <a:endParaRPr lang="ar-SA" sz="5100" dirty="0"/>
          </a:p>
        </p:txBody>
      </p:sp>
    </p:spTree>
  </p:cSld>
  <p:clrMapOvr>
    <a:masterClrMapping/>
  </p:clrMapOvr>
  <p:transition spd="med">
    <p:circle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6">
    <p:bg>
      <p:bgPr>
        <a:solidFill>
          <a:srgbClr val="C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5366"/>
          </a:solidFill>
          <a:ln w="12700">
            <a:solidFill>
              <a:srgbClr val="C6536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86ED"/>
          </a:solidFill>
          <a:ln w="12700">
            <a:solidFill>
              <a:srgbClr val="5E86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21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2" name="C1 L1 letter"/>
          <p:cNvSpPr txBox="1"/>
          <p:nvPr/>
        </p:nvSpPr>
        <p:spPr>
          <a:xfrm>
            <a:off x="7269480" y="18969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3700" dirty="0"/>
          </a:p>
        </p:txBody>
      </p:sp>
      <p:sp>
        <p:nvSpPr>
          <p:cNvPr id="23" name="C2 M1 mark"/>
          <p:cNvSpPr txBox="1"/>
          <p:nvPr/>
        </p:nvSpPr>
        <p:spPr>
          <a:xfrm>
            <a:off x="7269480" y="1896910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</a:t>
            </a:r>
            <a:endParaRPr lang="ar-SA" sz="3700" dirty="0"/>
          </a:p>
        </p:txBody>
      </p:sp>
      <p:sp>
        <p:nvSpPr>
          <p:cNvPr id="24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C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6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7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CF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7 L3 letter"/>
          <p:cNvSpPr txBox="1"/>
          <p:nvPr/>
        </p:nvSpPr>
        <p:spPr>
          <a:xfrm>
            <a:off x="370332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700" dirty="0"/>
          </a:p>
        </p:txBody>
      </p:sp>
      <p:sp>
        <p:nvSpPr>
          <p:cNvPr id="29" name="C8 M3 mark"/>
          <p:cNvSpPr txBox="1"/>
          <p:nvPr/>
        </p:nvSpPr>
        <p:spPr>
          <a:xfrm>
            <a:off x="370332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700" dirty="0"/>
          </a:p>
        </p:txBody>
      </p:sp>
      <p:sp>
        <p:nvSpPr>
          <p:cNvPr id="30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54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1" name="C10 R result"/>
          <p:cNvSpPr txBox="1"/>
          <p:nvPr/>
        </p:nvSpPr>
        <p:spPr>
          <a:xfrm>
            <a:off x="502920" y="1681753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ضُقۡطَ</a:t>
            </a:r>
            <a:endParaRPr lang="ar-SA" sz="57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7">
    <p:bg>
      <p:bgPr>
        <a:solidFill>
          <a:srgbClr val="4324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CA52"/>
          </a:solidFill>
          <a:ln w="12700">
            <a:solidFill>
              <a:srgbClr val="E0CA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CFF2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B6DB"/>
          </a:solidFill>
          <a:ln w="12700">
            <a:solidFill>
              <a:srgbClr val="70B6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714785"/>
          </a:solidFill>
          <a:ln w="12700">
            <a:solidFill>
              <a:srgbClr val="7147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8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1 L1 letter"/>
          <p:cNvSpPr txBox="1"/>
          <p:nvPr/>
        </p:nvSpPr>
        <p:spPr>
          <a:xfrm>
            <a:off x="726948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3700" dirty="0"/>
          </a:p>
        </p:txBody>
      </p:sp>
      <p:sp>
        <p:nvSpPr>
          <p:cNvPr id="20" name="C2 M1 mark"/>
          <p:cNvSpPr txBox="1"/>
          <p:nvPr/>
        </p:nvSpPr>
        <p:spPr>
          <a:xfrm>
            <a:off x="726948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</a:t>
            </a:r>
            <a:endParaRPr lang="ar-SA" sz="3700" dirty="0"/>
          </a:p>
        </p:txBody>
      </p:sp>
      <p:sp>
        <p:nvSpPr>
          <p:cNvPr id="21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269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3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4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269B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7 L3 letter"/>
          <p:cNvSpPr txBox="1"/>
          <p:nvPr/>
        </p:nvSpPr>
        <p:spPr>
          <a:xfrm>
            <a:off x="370332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700" dirty="0"/>
          </a:p>
        </p:txBody>
      </p:sp>
      <p:sp>
        <p:nvSpPr>
          <p:cNvPr id="26" name="C8 M3 mark"/>
          <p:cNvSpPr txBox="1"/>
          <p:nvPr/>
        </p:nvSpPr>
        <p:spPr>
          <a:xfrm>
            <a:off x="3703320" y="1946655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ظَ</a:t>
            </a:r>
            <a:endParaRPr lang="ar-SA" sz="3700" dirty="0"/>
          </a:p>
        </p:txBody>
      </p:sp>
      <p:sp>
        <p:nvSpPr>
          <p:cNvPr id="27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30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C10 R result"/>
          <p:cNvSpPr txBox="1"/>
          <p:nvPr/>
        </p:nvSpPr>
        <p:spPr>
          <a:xfrm>
            <a:off x="502920" y="168238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طَقۡظَ</a:t>
            </a:r>
            <a:endParaRPr lang="ar-SA" sz="5800" dirty="0"/>
          </a:p>
        </p:txBody>
      </p:sp>
    </p:spTree>
  </p:cSld>
  <p:clrMapOvr>
    <a:masterClrMapping/>
  </p:clrMapOvr>
  <p:transition spd="med">
    <p:push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</p:bldLst>
  </p:timing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8">
    <p:bg>
      <p:bgPr>
        <a:solidFill>
          <a:srgbClr val="C5F7E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2D8"/>
          </a:solidFill>
          <a:ln w="12700">
            <a:solidFill>
              <a:srgbClr val="64D2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C2"/>
          </a:solidFill>
          <a:ln w="12700">
            <a:solidFill>
              <a:srgbClr val="47D1C2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613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613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26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266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182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182008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37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B85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593672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ظِقۡعَ</a:t>
            </a:r>
            <a:endParaRPr lang="ar-SA" sz="68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9">
    <p:bg>
      <p:bgPr>
        <a:solidFill>
          <a:srgbClr val="F3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AA66"/>
          </a:solidFill>
          <a:ln w="12700">
            <a:solidFill>
              <a:srgbClr val="CCAA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BF40"/>
          </a:solidFill>
          <a:ln w="12700">
            <a:solidFill>
              <a:srgbClr val="BF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7269480" y="18435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3700" dirty="0"/>
          </a:p>
        </p:txBody>
      </p:sp>
      <p:sp>
        <p:nvSpPr>
          <p:cNvPr id="16" name="C2 M1 mark"/>
          <p:cNvSpPr txBox="1"/>
          <p:nvPr/>
        </p:nvSpPr>
        <p:spPr>
          <a:xfrm>
            <a:off x="7269480" y="1843576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</a:t>
            </a:r>
            <a:endParaRPr lang="ar-SA" sz="3700" dirty="0"/>
          </a:p>
        </p:txBody>
      </p:sp>
      <p:sp>
        <p:nvSpPr>
          <p:cNvPr id="17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9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0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3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L3 letter"/>
          <p:cNvSpPr txBox="1"/>
          <p:nvPr/>
        </p:nvSpPr>
        <p:spPr>
          <a:xfrm>
            <a:off x="3703320" y="1867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700" dirty="0"/>
          </a:p>
        </p:txBody>
      </p:sp>
      <p:sp>
        <p:nvSpPr>
          <p:cNvPr id="22" name="C8 M3 mark"/>
          <p:cNvSpPr txBox="1"/>
          <p:nvPr/>
        </p:nvSpPr>
        <p:spPr>
          <a:xfrm>
            <a:off x="3703320" y="1867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700" dirty="0"/>
          </a:p>
        </p:txBody>
      </p:sp>
      <p:sp>
        <p:nvSpPr>
          <p:cNvPr id="23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2EB88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10 R result"/>
          <p:cNvSpPr txBox="1"/>
          <p:nvPr/>
        </p:nvSpPr>
        <p:spPr>
          <a:xfrm>
            <a:off x="502920" y="1591367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عُقۡغَ</a:t>
            </a:r>
            <a:endParaRPr lang="ar-SA" sz="7100" dirty="0"/>
          </a:p>
        </p:txBody>
      </p:sp>
    </p:spTree>
  </p:cSld>
  <p:clrMapOvr>
    <a:masterClrMapping/>
  </p:clrMapOvr>
  <p:transition spd="med">
    <p:pull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0">
    <p:bg>
      <p:bgPr>
        <a:solidFill>
          <a:srgbClr val="39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3B642B"/>
          </a:solidFill>
          <a:ln w="12700">
            <a:solidFill>
              <a:srgbClr val="3B64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7943"/>
          </a:solidFill>
          <a:ln w="12700">
            <a:solidFill>
              <a:srgbClr val="347943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5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6" name="C1 L1 letter"/>
          <p:cNvSpPr txBox="1"/>
          <p:nvPr/>
        </p:nvSpPr>
        <p:spPr>
          <a:xfrm>
            <a:off x="7269480" y="1867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3700" dirty="0"/>
          </a:p>
        </p:txBody>
      </p:sp>
      <p:sp>
        <p:nvSpPr>
          <p:cNvPr id="17" name="C2 M1 mark"/>
          <p:cNvSpPr txBox="1"/>
          <p:nvPr/>
        </p:nvSpPr>
        <p:spPr>
          <a:xfrm>
            <a:off x="7269480" y="1867541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</a:t>
            </a:r>
            <a:endParaRPr lang="ar-SA" sz="3700" dirty="0"/>
          </a:p>
        </p:txBody>
      </p:sp>
      <p:sp>
        <p:nvSpPr>
          <p:cNvPr id="18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4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20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21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4E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C7 L3 letter"/>
          <p:cNvSpPr txBox="1"/>
          <p:nvPr/>
        </p:nvSpPr>
        <p:spPr>
          <a:xfrm>
            <a:off x="3703320" y="19502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700" dirty="0"/>
          </a:p>
        </p:txBody>
      </p:sp>
      <p:sp>
        <p:nvSpPr>
          <p:cNvPr id="23" name="C8 M3 mark"/>
          <p:cNvSpPr txBox="1"/>
          <p:nvPr/>
        </p:nvSpPr>
        <p:spPr>
          <a:xfrm>
            <a:off x="3703320" y="1950244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فَ</a:t>
            </a:r>
            <a:endParaRPr lang="ar-SA" sz="3700" dirty="0"/>
          </a:p>
        </p:txBody>
      </p:sp>
      <p:sp>
        <p:nvSpPr>
          <p:cNvPr id="24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A8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C10 R result"/>
          <p:cNvSpPr txBox="1"/>
          <p:nvPr/>
        </p:nvSpPr>
        <p:spPr>
          <a:xfrm>
            <a:off x="502920" y="1683639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غَقۡفَ</a:t>
            </a:r>
            <a:endParaRPr lang="ar-SA" sz="6000" dirty="0"/>
          </a:p>
        </p:txBody>
      </p:sp>
    </p:spTree>
  </p:cSld>
  <p:clrMapOvr>
    <a:masterClrMapping/>
  </p:clrMapOvr>
  <p:transition spd="med">
    <p:fade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</p:bldLst>
  </p:timing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1">
    <p:bg>
      <p:bgPr>
        <a:solidFill>
          <a:srgbClr val="C5DD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C25C"/>
          </a:solidFill>
          <a:ln w="12700">
            <a:solidFill>
              <a:srgbClr val="D6C25C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BF33"/>
          </a:solidFill>
          <a:ln w="12700">
            <a:solidFill>
              <a:srgbClr val="CCBF3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726948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5486400" y="1897380"/>
            <a:ext cx="1325880" cy="132588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Circle 3"/>
          <p:cNvSpPr/>
          <p:nvPr/>
        </p:nvSpPr>
        <p:spPr>
          <a:xfrm>
            <a:off x="3703320" y="1897380"/>
            <a:ext cx="1325880" cy="132588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2FB57A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502920" y="1645920"/>
            <a:ext cx="2423160" cy="1828800"/>
          </a:xfrm>
          <a:prstGeom prst="roundRect">
            <a:avLst>
              <a:gd name="adj" fmla="val 15000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7269480" y="18434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3700" dirty="0"/>
          </a:p>
        </p:txBody>
      </p:sp>
      <p:sp>
        <p:nvSpPr>
          <p:cNvPr id="15" name="C2 M1 mark"/>
          <p:cNvSpPr txBox="1"/>
          <p:nvPr/>
        </p:nvSpPr>
        <p:spPr>
          <a:xfrm>
            <a:off x="7269480" y="1843422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</a:t>
            </a:r>
            <a:endParaRPr lang="ar-SA" sz="3700" dirty="0"/>
          </a:p>
        </p:txBody>
      </p:sp>
      <p:sp>
        <p:nvSpPr>
          <p:cNvPr id="16" name="C3 P1 plus"/>
          <p:cNvSpPr/>
          <p:nvPr/>
        </p:nvSpPr>
        <p:spPr>
          <a:xfrm>
            <a:off x="6876288" y="2395728"/>
            <a:ext cx="329184" cy="329184"/>
          </a:xfrm>
          <a:prstGeom prst="mathPlus">
            <a:avLst/>
          </a:prstGeom>
          <a:solidFill>
            <a:srgbClr val="D98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3700" dirty="0"/>
          </a:p>
        </p:txBody>
      </p:sp>
      <p:sp>
        <p:nvSpPr>
          <p:cNvPr id="18" name="C5 M2 mark"/>
          <p:cNvSpPr txBox="1"/>
          <p:nvPr/>
        </p:nvSpPr>
        <p:spPr>
          <a:xfrm>
            <a:off x="5486400" y="1911477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3700" dirty="0"/>
          </a:p>
        </p:txBody>
      </p:sp>
      <p:sp>
        <p:nvSpPr>
          <p:cNvPr id="19" name="C6 P2 plus"/>
          <p:cNvSpPr/>
          <p:nvPr/>
        </p:nvSpPr>
        <p:spPr>
          <a:xfrm>
            <a:off x="5093208" y="2395728"/>
            <a:ext cx="329184" cy="329184"/>
          </a:xfrm>
          <a:prstGeom prst="mathPlus">
            <a:avLst/>
          </a:prstGeom>
          <a:solidFill>
            <a:srgbClr val="D982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L3 letter"/>
          <p:cNvSpPr txBox="1"/>
          <p:nvPr/>
        </p:nvSpPr>
        <p:spPr>
          <a:xfrm>
            <a:off x="3703320" y="2002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</a:t>
            </a:r>
            <a:endParaRPr lang="ar-SA" sz="3700" dirty="0"/>
          </a:p>
        </p:txBody>
      </p:sp>
      <p:sp>
        <p:nvSpPr>
          <p:cNvPr id="21" name="C8 M3 mark"/>
          <p:cNvSpPr txBox="1"/>
          <p:nvPr/>
        </p:nvSpPr>
        <p:spPr>
          <a:xfrm>
            <a:off x="3703320" y="2002979"/>
            <a:ext cx="1325880" cy="13258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3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</a:t>
            </a:r>
            <a:endParaRPr lang="ar-SA" sz="3700" dirty="0"/>
          </a:p>
        </p:txBody>
      </p:sp>
      <p:sp>
        <p:nvSpPr>
          <p:cNvPr id="22" name="C9 A arrow"/>
          <p:cNvSpPr/>
          <p:nvPr/>
        </p:nvSpPr>
        <p:spPr>
          <a:xfrm>
            <a:off x="3040380" y="2304288"/>
            <a:ext cx="548640" cy="512064"/>
          </a:xfrm>
          <a:prstGeom prst="leftArrow">
            <a:avLst/>
          </a:prstGeom>
          <a:solidFill>
            <a:srgbClr val="9F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C10 R result"/>
          <p:cNvSpPr txBox="1"/>
          <p:nvPr/>
        </p:nvSpPr>
        <p:spPr>
          <a:xfrm>
            <a:off x="502920" y="1770810"/>
            <a:ext cx="2423160" cy="18288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69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فِقۡأَ</a:t>
            </a:r>
            <a:endParaRPr lang="ar-SA" sz="6900" dirty="0"/>
          </a:p>
        </p:txBody>
      </p:sp>
    </p:spTree>
  </p:cSld>
  <p:clrMapOvr>
    <a:masterClrMapping/>
  </p:clrMapOvr>
  <p:transition spd="med">
    <p:cover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</p:bldLst>
  </p:timing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2">
    <p:bg>
      <p:bgPr>
        <a:solidFill>
          <a:srgbClr val="F7C5C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B3C653"/>
          </a:solidFill>
          <a:ln w="12700">
            <a:solidFill>
              <a:srgbClr val="B3C6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ED5EAA"/>
          </a:solidFill>
          <a:ln w="12700">
            <a:solidFill>
              <a:srgbClr val="ED5EAA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5825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ا</a:t>
            </a:r>
            <a:endParaRPr lang="ar-SA" sz="54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5825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</a:t>
            </a:r>
            <a:endParaRPr lang="ar-SA" sz="54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B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4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4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77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471847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77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إِقۡ</a:t>
            </a:r>
            <a:endParaRPr lang="ar-SA" sz="7700" dirty="0"/>
          </a:p>
        </p:txBody>
      </p:sp>
    </p:spTree>
  </p:cSld>
  <p:clrMapOvr>
    <a:masterClrMapping/>
  </p:clrMapOvr>
  <p:transition spd="med">
    <p:zoom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3">
    <p:bg>
      <p:bgPr>
        <a:solidFill>
          <a:srgbClr val="14431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52E0A7"/>
          </a:solidFill>
          <a:ln w="12700">
            <a:solidFill>
              <a:srgbClr val="52E0A7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E8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70D1"/>
          </a:solidFill>
          <a:ln w="12700">
            <a:solidFill>
              <a:srgbClr val="DB70D1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6247"/>
          </a:solidFill>
          <a:ln w="12700">
            <a:solidFill>
              <a:srgbClr val="856247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4683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</a:t>
            </a:r>
            <a:endParaRPr lang="ar-SA" sz="54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4683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</a:t>
            </a:r>
            <a:endParaRPr lang="ar-SA" sz="54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C7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4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4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4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0482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بُقۡ</a:t>
            </a:r>
            <a:endParaRPr lang="ar-SA" sz="9200" dirty="0"/>
          </a:p>
        </p:txBody>
      </p:sp>
    </p:spTree>
  </p:cSld>
  <p:clrMapOvr>
    <a:masterClrMapping/>
  </p:clrMapOvr>
  <p:transition spd="med">
    <p:wheel spokes="4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0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4">
    <p:bg>
      <p:bgPr>
        <a:solidFill>
          <a:srgbClr val="D8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C264D8"/>
          </a:solidFill>
          <a:ln w="12700">
            <a:solidFill>
              <a:srgbClr val="C2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9F47D1"/>
          </a:solidFill>
          <a:ln w="12700">
            <a:solidFill>
              <a:srgbClr val="9F47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0604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</a:t>
            </a:r>
            <a:endParaRPr lang="ar-SA" sz="54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0604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</a:t>
            </a:r>
            <a:endParaRPr lang="ar-SA" sz="5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93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4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3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0482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تَقۡ</a:t>
            </a:r>
            <a:endParaRPr lang="ar-SA" sz="9200" dirty="0"/>
          </a:p>
        </p:txBody>
      </p:sp>
    </p:spTree>
  </p:cSld>
  <p:clrMapOvr>
    <a:masterClrMapping/>
  </p:clrMapOvr>
  <p:transition spd="med">
    <p:wipe dir="l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5">
    <p:bg>
      <p:bgPr>
        <a:solidFill>
          <a:srgbClr val="F7E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CCAA"/>
          </a:solidFill>
          <a:ln w="12700">
            <a:solidFill>
              <a:srgbClr val="66CCAA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40BFBF"/>
          </a:solidFill>
          <a:ln w="12700">
            <a:solidFill>
              <a:srgbClr val="40BF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58937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</a:t>
            </a:r>
            <a:endParaRPr lang="ar-SA" sz="54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58937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5F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4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5E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0482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ثِقۡ</a:t>
            </a:r>
            <a:endParaRPr lang="ar-SA" sz="9200" dirty="0"/>
          </a:p>
        </p:txBody>
      </p:sp>
    </p:spTree>
  </p:cSld>
  <p:clrMapOvr>
    <a:masterClrMapping/>
  </p:clrMapOvr>
  <p:transition spd="med">
    <p:circle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0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6">
    <p:bg>
      <p:bgPr>
        <a:solidFill>
          <a:srgbClr val="14434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4964"/>
          </a:solidFill>
          <a:ln w="12700">
            <a:solidFill>
              <a:srgbClr val="2B496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3679"/>
          </a:solidFill>
          <a:ln w="12700">
            <a:solidFill>
              <a:srgbClr val="343679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58465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</a:t>
            </a:r>
            <a:endParaRPr lang="ar-SA" sz="54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58465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4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4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86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0482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جُقۡ</a:t>
            </a:r>
            <a:endParaRPr lang="ar-SA" sz="92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0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7">
    <p:bg>
      <p:bgPr>
        <a:solidFill>
          <a:srgbClr val="F7C5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5CD685"/>
          </a:solidFill>
          <a:ln w="12700">
            <a:solidFill>
              <a:srgbClr val="5CD685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33CC73"/>
          </a:solidFill>
          <a:ln w="12700">
            <a:solidFill>
              <a:srgbClr val="33CC73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503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</a:t>
            </a:r>
            <a:endParaRPr lang="ar-SA" sz="54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50365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</a:t>
            </a:r>
            <a:endParaRPr lang="ar-SA" sz="5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5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4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A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0482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حَقۡ</a:t>
            </a:r>
            <a:endParaRPr lang="ar-SA" sz="9200" dirty="0"/>
          </a:p>
        </p:txBody>
      </p:sp>
    </p:spTree>
  </p:cSld>
  <p:clrMapOvr>
    <a:masterClrMapping/>
  </p:clrMapOvr>
  <p:transition spd="med">
    <p:push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0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8">
    <p:bg>
      <p:bgPr>
        <a:solidFill>
          <a:srgbClr val="DB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53B3C6"/>
          </a:solidFill>
          <a:ln w="12700">
            <a:solidFill>
              <a:srgbClr val="53B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DED5E"/>
          </a:solidFill>
          <a:ln w="12700">
            <a:solidFill>
              <a:srgbClr val="CDED5E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4684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</a:t>
            </a:r>
            <a:endParaRPr lang="ar-SA" sz="54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46841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</a:t>
            </a:r>
            <a:endParaRPr lang="ar-SA" sz="54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8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4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4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9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0482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خِقۡ</a:t>
            </a:r>
            <a:endParaRPr lang="ar-SA" sz="92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0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9">
    <p:bg>
      <p:bgPr>
        <a:solidFill>
          <a:srgbClr val="141B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8352E0"/>
          </a:solidFill>
          <a:ln w="12700">
            <a:solidFill>
              <a:srgbClr val="8352E0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E38CF2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DBCB70"/>
          </a:solidFill>
          <a:ln w="12700">
            <a:solidFill>
              <a:srgbClr val="DBCB7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8552"/>
          </a:solidFill>
          <a:ln w="12700">
            <a:solidFill>
              <a:srgbClr val="478552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72901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</a:t>
            </a:r>
            <a:endParaRPr lang="ar-SA" sz="54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72901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</a:t>
            </a:r>
            <a:endParaRPr lang="ar-SA" sz="54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BE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4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4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71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8877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دُقۡ</a:t>
            </a:r>
            <a:endParaRPr lang="ar-SA" sz="9000" dirty="0"/>
          </a:p>
        </p:txBody>
      </p:sp>
    </p:spTree>
  </p:cSld>
  <p:clrMapOvr>
    <a:masterClrMapping/>
  </p:clrMapOvr>
  <p:transition spd="med">
    <p:pull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0">
    <p:bg>
      <p:bgPr>
        <a:solidFill>
          <a:srgbClr val="F7CC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D8A564"/>
          </a:solidFill>
          <a:ln w="12700">
            <a:solidFill>
              <a:srgbClr val="D8A564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D17D47"/>
          </a:solidFill>
          <a:ln w="12700">
            <a:solidFill>
              <a:srgbClr val="D17D47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76399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</a:t>
            </a:r>
            <a:endParaRPr lang="ar-SA" sz="54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76399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</a:t>
            </a:r>
            <a:endParaRPr lang="ar-SA" sz="5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C0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4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49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88770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ذَقۡ</a:t>
            </a:r>
            <a:endParaRPr lang="ar-SA" sz="9000" dirty="0"/>
          </a:p>
        </p:txBody>
      </p:sp>
    </p:spTree>
  </p:cSld>
  <p:clrMapOvr>
    <a:masterClrMapping/>
  </p:clrMapOvr>
  <p:transition spd="med">
    <p:fade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1">
    <p:bg>
      <p:bgPr>
        <a:solidFill>
          <a:srgbClr val="C5F7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6666CC"/>
          </a:solidFill>
          <a:ln w="12700">
            <a:solidFill>
              <a:srgbClr val="6666CC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40BF"/>
          </a:solidFill>
          <a:ln w="12700">
            <a:solidFill>
              <a:srgbClr val="6A40BF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43309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</a:t>
            </a:r>
            <a:endParaRPr lang="ar-SA" sz="54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43309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8C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4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3B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496568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رِقۡ</a:t>
            </a:r>
            <a:endParaRPr lang="ar-SA" sz="8000" dirty="0"/>
          </a:p>
        </p:txBody>
      </p:sp>
    </p:spTree>
  </p:cSld>
  <p:clrMapOvr>
    <a:masterClrMapping/>
  </p:clrMapOvr>
  <p:transition spd="med">
    <p:cover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2">
    <p:bg>
      <p:bgPr>
        <a:solidFill>
          <a:srgbClr val="36144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2B57"/>
          </a:solidFill>
          <a:ln w="12700">
            <a:solidFill>
              <a:srgbClr val="642B57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793447"/>
          </a:solidFill>
          <a:ln w="12700">
            <a:solidFill>
              <a:srgbClr val="793447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6830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</a:t>
            </a:r>
            <a:endParaRPr lang="ar-SA" sz="54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68306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5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4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4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64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571244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8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زُقۡ</a:t>
            </a:r>
            <a:endParaRPr lang="ar-SA" sz="8800" dirty="0"/>
          </a:p>
        </p:txBody>
      </p:sp>
    </p:spTree>
  </p:cSld>
  <p:clrMapOvr>
    <a:masterClrMapping/>
  </p:clrMapOvr>
  <p:transition spd="med">
    <p:zoom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3">
    <p:bg>
      <p:bgPr>
        <a:solidFill>
          <a:srgbClr val="F6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855CD6"/>
          </a:solidFill>
          <a:ln w="12700">
            <a:solidFill>
              <a:srgbClr val="855CD6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7333CC"/>
          </a:solidFill>
          <a:ln w="12700">
            <a:solidFill>
              <a:srgbClr val="7333CC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7299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</a:t>
            </a:r>
            <a:endParaRPr lang="ar-SA" sz="54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7299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</a:t>
            </a:r>
            <a:endParaRPr lang="ar-SA" sz="5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9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4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8C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0914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سَقۡ</a:t>
            </a:r>
            <a:endParaRPr lang="ar-SA" sz="8400" dirty="0"/>
          </a:p>
        </p:txBody>
      </p:sp>
    </p:spTree>
  </p:cSld>
  <p:clrMapOvr>
    <a:masterClrMapping/>
  </p:clrMapOvr>
  <p:transition spd="med">
    <p:wheel spokes="4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4">
    <p:bg>
      <p:bgPr>
        <a:solidFill>
          <a:srgbClr val="C5E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8C53C6"/>
          </a:solidFill>
          <a:ln w="12700">
            <a:solidFill>
              <a:srgbClr val="8C53C6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5EEDE9"/>
          </a:solidFill>
          <a:ln w="12700">
            <a:solidFill>
              <a:srgbClr val="5EEDE9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52568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</a:t>
            </a:r>
            <a:endParaRPr lang="ar-SA" sz="54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525687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</a:t>
            </a:r>
            <a:endParaRPr lang="ar-SA" sz="54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5D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4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4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B4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0914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شِقۡ</a:t>
            </a:r>
            <a:endParaRPr lang="ar-SA" sz="8400" dirty="0"/>
          </a:p>
        </p:txBody>
      </p:sp>
    </p:spTree>
  </p:cSld>
  <p:clrMapOvr>
    <a:masterClrMapping/>
  </p:clrMapOvr>
  <p:transition spd="med">
    <p:wipe dir="l"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5">
    <p:bg>
      <p:bgPr>
        <a:solidFill>
          <a:srgbClr val="43142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E06052"/>
          </a:solidFill>
          <a:ln w="12700">
            <a:solidFill>
              <a:srgbClr val="E06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F2C98C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70DBB0"/>
          </a:solidFill>
          <a:ln w="12700">
            <a:solidFill>
              <a:srgbClr val="70DBB0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474C85"/>
          </a:solidFill>
          <a:ln w="12700">
            <a:solidFill>
              <a:srgbClr val="474C85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621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</a:t>
            </a:r>
            <a:endParaRPr lang="ar-SA" sz="54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62168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</a:t>
            </a:r>
            <a:endParaRPr lang="ar-SA" sz="54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9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4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4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93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50968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صُقۡ</a:t>
            </a:r>
            <a:endParaRPr lang="ar-SA" sz="8300" dirty="0"/>
          </a:p>
        </p:txBody>
      </p:sp>
    </p:spTree>
  </p:cSld>
  <p:clrMapOvr>
    <a:masterClrMapping/>
  </p:clrMapOvr>
  <p:transition spd="med">
    <p:circle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6">
    <p:bg>
      <p:bgPr>
        <a:solidFill>
          <a:srgbClr val="CAF7C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4D888"/>
          </a:solidFill>
          <a:ln w="12700">
            <a:solidFill>
              <a:srgbClr val="64D88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D15B"/>
          </a:solidFill>
          <a:ln w="12700">
            <a:solidFill>
              <a:srgbClr val="47D15B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6566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</a:t>
            </a:r>
            <a:endParaRPr lang="ar-SA" sz="54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65666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</a:t>
            </a:r>
            <a:endParaRPr lang="ar-SA" sz="5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C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4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6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0968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3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ضَقۡ</a:t>
            </a:r>
            <a:endParaRPr lang="ar-SA" sz="8300" dirty="0"/>
          </a:p>
        </p:txBody>
      </p:sp>
    </p:spTree>
  </p:cSld>
  <p:clrMapOvr>
    <a:masterClrMapping/>
  </p:clrMapOvr>
  <p:transition spd="med">
    <p:randomBar dir="vert"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7">
    <p:bg>
      <p:bgPr>
        <a:solidFill>
          <a:srgbClr val="CEC5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CC6666"/>
          </a:solidFill>
          <a:ln w="12700">
            <a:solidFill>
              <a:srgbClr val="CC66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BF6A40"/>
          </a:solidFill>
          <a:ln w="12700">
            <a:solidFill>
              <a:srgbClr val="BF6A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2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3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4" name="C1 L1 letter"/>
          <p:cNvSpPr txBox="1"/>
          <p:nvPr/>
        </p:nvSpPr>
        <p:spPr>
          <a:xfrm>
            <a:off x="6720840" y="163909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</a:t>
            </a:r>
            <a:endParaRPr lang="ar-SA" sz="5400" dirty="0"/>
          </a:p>
        </p:txBody>
      </p:sp>
      <p:sp>
        <p:nvSpPr>
          <p:cNvPr id="15" name="C2 M1 mark"/>
          <p:cNvSpPr txBox="1"/>
          <p:nvPr/>
        </p:nvSpPr>
        <p:spPr>
          <a:xfrm>
            <a:off x="6720840" y="163909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</a:t>
            </a:r>
            <a:endParaRPr lang="ar-SA" sz="5400" dirty="0"/>
          </a:p>
        </p:txBody>
      </p:sp>
      <p:sp>
        <p:nvSpPr>
          <p:cNvPr id="16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B8D926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L2 letter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400" dirty="0"/>
          </a:p>
        </p:txBody>
      </p:sp>
      <p:sp>
        <p:nvSpPr>
          <p:cNvPr id="18" name="C5 M2 mark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400" dirty="0"/>
          </a:p>
        </p:txBody>
      </p:sp>
      <p:sp>
        <p:nvSpPr>
          <p:cNvPr id="19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3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C7 R result"/>
          <p:cNvSpPr txBox="1"/>
          <p:nvPr/>
        </p:nvSpPr>
        <p:spPr>
          <a:xfrm>
            <a:off x="685800" y="150860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5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طِقۡ</a:t>
            </a:r>
            <a:endParaRPr lang="ar-SA" sz="8500" dirty="0"/>
          </a:p>
        </p:txBody>
      </p:sp>
    </p:spTree>
  </p:cSld>
  <p:clrMapOvr>
    <a:masterClrMapping/>
  </p:clrMapOvr>
  <p:transition spd="med">
    <p:push dir="l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slides/slide1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8">
    <p:bg>
      <p:bgPr>
        <a:solidFill>
          <a:srgbClr val="432A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64622B"/>
          </a:solidFill>
          <a:ln w="12700">
            <a:solidFill>
              <a:srgbClr val="64622B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597934"/>
          </a:solidFill>
          <a:ln w="12700">
            <a:solidFill>
              <a:srgbClr val="597934"/>
            </a:solidFill>
            <a:prstDash val="solid"/>
          </a:ln>
        </p:spPr>
      </p:sp>
      <p:sp>
        <p:nvSpPr>
          <p:cNvPr id="12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3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4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5" name="C1 L1 letter"/>
          <p:cNvSpPr txBox="1"/>
          <p:nvPr/>
        </p:nvSpPr>
        <p:spPr>
          <a:xfrm>
            <a:off x="6720840" y="182184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</a:t>
            </a:r>
            <a:endParaRPr lang="ar-SA" sz="5400" dirty="0"/>
          </a:p>
        </p:txBody>
      </p:sp>
      <p:sp>
        <p:nvSpPr>
          <p:cNvPr id="16" name="C2 M1 mark"/>
          <p:cNvSpPr txBox="1"/>
          <p:nvPr/>
        </p:nvSpPr>
        <p:spPr>
          <a:xfrm>
            <a:off x="6720840" y="1821848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</a:t>
            </a:r>
            <a:endParaRPr lang="ar-SA" sz="5400" dirty="0"/>
          </a:p>
        </p:txBody>
      </p:sp>
      <p:sp>
        <p:nvSpPr>
          <p:cNvPr id="17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84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L2 letter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400" dirty="0"/>
          </a:p>
        </p:txBody>
      </p:sp>
      <p:sp>
        <p:nvSpPr>
          <p:cNvPr id="19" name="C5 M2 mark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400" dirty="0"/>
          </a:p>
        </p:txBody>
      </p:sp>
      <p:sp>
        <p:nvSpPr>
          <p:cNvPr id="20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412E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7 R result"/>
          <p:cNvSpPr txBox="1"/>
          <p:nvPr/>
        </p:nvSpPr>
        <p:spPr>
          <a:xfrm>
            <a:off x="685800" y="1615301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ظُقۡ</a:t>
            </a:r>
            <a:endParaRPr lang="ar-SA" sz="8000" dirty="0"/>
          </a:p>
        </p:txBody>
      </p:sp>
    </p:spTree>
  </p:cSld>
  <p:clrMapOvr>
    <a:masterClrMapping/>
  </p:clrMapOvr>
  <p:transition spd="med">
    <p:split orient="vert" dir="out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</p:bldLst>
  </p:timing>
</p:sld>
</file>

<file path=ppt/slides/slide1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9">
    <p:bg>
      <p:bgPr>
        <a:solidFill>
          <a:srgbClr val="C5F7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wave back"/>
          <p:cNvSpPr/>
          <p:nvPr/>
        </p:nvSpPr>
        <p:spPr>
          <a:xfrm>
            <a:off x="-182880" y="4389120"/>
            <a:ext cx="9509760" cy="548640"/>
          </a:xfrm>
          <a:prstGeom prst="wave">
            <a:avLst/>
          </a:prstGeom>
          <a:solidFill>
            <a:srgbClr val="D65C70"/>
          </a:solidFill>
          <a:ln w="12700">
            <a:solidFill>
              <a:srgbClr val="D65C70"/>
            </a:solidFill>
            <a:prstDash val="solid"/>
          </a:ln>
        </p:spPr>
      </p:sp>
      <p:sp>
        <p:nvSpPr>
          <p:cNvPr id="3" name="Deco sea floor"/>
          <p:cNvSpPr/>
          <p:nvPr/>
        </p:nvSpPr>
        <p:spPr>
          <a:xfrm>
            <a:off x="0" y="4709160"/>
            <a:ext cx="9144000" cy="457200"/>
          </a:xfrm>
          <a:prstGeom prst="rect">
            <a:avLst/>
          </a:prstGeom>
          <a:solidFill>
            <a:srgbClr val="CC3340"/>
          </a:solidFill>
          <a:ln w="12700">
            <a:solidFill>
              <a:srgbClr val="CC3340"/>
            </a:solidFill>
            <a:prstDash val="solid"/>
          </a:ln>
        </p:spPr>
      </p:sp>
      <p:sp>
        <p:nvSpPr>
          <p:cNvPr id="4" name="Deco bubble 0"/>
          <p:cNvSpPr/>
          <p:nvPr/>
        </p:nvSpPr>
        <p:spPr>
          <a:xfrm>
            <a:off x="365760" y="182880"/>
            <a:ext cx="411480" cy="4114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5" name="Deco bubble 1"/>
          <p:cNvSpPr/>
          <p:nvPr/>
        </p:nvSpPr>
        <p:spPr>
          <a:xfrm>
            <a:off x="914400" y="502920"/>
            <a:ext cx="256032" cy="256032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Deco bubble 2"/>
          <p:cNvSpPr/>
          <p:nvPr/>
        </p:nvSpPr>
        <p:spPr>
          <a:xfrm>
            <a:off x="8138160" y="137160"/>
            <a:ext cx="457200" cy="4572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Deco bubble 3"/>
          <p:cNvSpPr/>
          <p:nvPr/>
        </p:nvSpPr>
        <p:spPr>
          <a:xfrm>
            <a:off x="7680960" y="548640"/>
            <a:ext cx="228600" cy="22860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Deco bubble 4"/>
          <p:cNvSpPr/>
          <p:nvPr/>
        </p:nvSpPr>
        <p:spPr>
          <a:xfrm>
            <a:off x="8686800" y="566928"/>
            <a:ext cx="182880" cy="182880"/>
          </a:xfrm>
          <a:prstGeom prst="ellipse">
            <a:avLst/>
          </a:prstGeom>
          <a:solidFill>
            <a:srgbClr val="FFFFFF">
              <a:alpha val="55000"/>
            </a:srgbClr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Deco sun"/>
          <p:cNvSpPr/>
          <p:nvPr/>
        </p:nvSpPr>
        <p:spPr>
          <a:xfrm>
            <a:off x="4206240" y="109728"/>
            <a:ext cx="685800" cy="68580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0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1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2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3" name="C1 L1 letter"/>
          <p:cNvSpPr txBox="1"/>
          <p:nvPr/>
        </p:nvSpPr>
        <p:spPr>
          <a:xfrm>
            <a:off x="6720840" y="157882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</a:t>
            </a:r>
            <a:endParaRPr lang="ar-SA" sz="5400" dirty="0"/>
          </a:p>
        </p:txBody>
      </p:sp>
      <p:sp>
        <p:nvSpPr>
          <p:cNvPr id="14" name="C2 M1 mark"/>
          <p:cNvSpPr txBox="1"/>
          <p:nvPr/>
        </p:nvSpPr>
        <p:spPr>
          <a:xfrm>
            <a:off x="6720840" y="1578826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</a:t>
            </a:r>
            <a:endParaRPr lang="ar-SA" sz="5400" dirty="0"/>
          </a:p>
        </p:txBody>
      </p:sp>
      <p:sp>
        <p:nvSpPr>
          <p:cNvPr id="15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D92650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C4 L2 letter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400" dirty="0"/>
          </a:p>
        </p:txBody>
      </p:sp>
      <p:sp>
        <p:nvSpPr>
          <p:cNvPr id="17" name="C5 M2 mark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400" dirty="0"/>
          </a:p>
        </p:txBody>
      </p:sp>
      <p:sp>
        <p:nvSpPr>
          <p:cNvPr id="18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69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7 R result"/>
          <p:cNvSpPr txBox="1"/>
          <p:nvPr/>
        </p:nvSpPr>
        <p:spPr>
          <a:xfrm>
            <a:off x="685800" y="150482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عَقۡ</a:t>
            </a:r>
            <a:endParaRPr lang="ar-SA" sz="9200" dirty="0"/>
          </a:p>
        </p:txBody>
      </p:sp>
    </p:spTree>
  </p:cSld>
  <p:clrMapOvr>
    <a:masterClrMapping/>
  </p:clrMapOvr>
  <p:transition spd="med">
    <p:pull dir="l"/>
    <p:sndAc>
      <p:stSnd>
        <p:snd r:embed="rIdTrSnd" name="marimba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0">
    <p:bg>
      <p:bgPr>
        <a:solidFill>
          <a:srgbClr val="F7C5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grass"/>
          <p:cNvSpPr/>
          <p:nvPr/>
        </p:nvSpPr>
        <p:spPr>
          <a:xfrm>
            <a:off x="0" y="4617720"/>
            <a:ext cx="9144000" cy="548640"/>
          </a:xfrm>
          <a:prstGeom prst="rect">
            <a:avLst/>
          </a:prstGeom>
          <a:solidFill>
            <a:srgbClr val="C68C53"/>
          </a:solidFill>
          <a:ln w="12700">
            <a:solidFill>
              <a:srgbClr val="C68C53"/>
            </a:solidFill>
            <a:prstDash val="solid"/>
          </a:ln>
        </p:spPr>
      </p:sp>
      <p:sp>
        <p:nvSpPr>
          <p:cNvPr id="3" name="Deco stem 0"/>
          <p:cNvSpPr/>
          <p:nvPr/>
        </p:nvSpPr>
        <p:spPr>
          <a:xfrm>
            <a:off x="57607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4" name="Deco flower 0"/>
          <p:cNvSpPr/>
          <p:nvPr/>
        </p:nvSpPr>
        <p:spPr>
          <a:xfrm>
            <a:off x="457200" y="4370832"/>
            <a:ext cx="274320" cy="274320"/>
          </a:xfrm>
          <a:prstGeom prst="flowChartConnector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5" name="Deco stem 1"/>
          <p:cNvSpPr/>
          <p:nvPr/>
        </p:nvSpPr>
        <p:spPr>
          <a:xfrm>
            <a:off x="13990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6" name="Deco flower 1"/>
          <p:cNvSpPr/>
          <p:nvPr/>
        </p:nvSpPr>
        <p:spPr>
          <a:xfrm>
            <a:off x="1280160" y="4370832"/>
            <a:ext cx="274320" cy="274320"/>
          </a:xfrm>
          <a:prstGeom prst="flowChartConnector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7" name="Deco stem 2"/>
          <p:cNvSpPr/>
          <p:nvPr/>
        </p:nvSpPr>
        <p:spPr>
          <a:xfrm>
            <a:off x="22219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8" name="Deco flower 2"/>
          <p:cNvSpPr/>
          <p:nvPr/>
        </p:nvSpPr>
        <p:spPr>
          <a:xfrm>
            <a:off x="2103120" y="4370832"/>
            <a:ext cx="274320" cy="274320"/>
          </a:xfrm>
          <a:prstGeom prst="flowChartConnector">
            <a:avLst/>
          </a:prstGeom>
          <a:solidFill>
            <a:srgbClr val="B892FF"/>
          </a:solidFill>
          <a:ln w="12700">
            <a:solidFill>
              <a:srgbClr val="B892FF"/>
            </a:solidFill>
            <a:prstDash val="solid"/>
          </a:ln>
        </p:spPr>
      </p:sp>
      <p:sp>
        <p:nvSpPr>
          <p:cNvPr id="9" name="Deco stem 3"/>
          <p:cNvSpPr/>
          <p:nvPr/>
        </p:nvSpPr>
        <p:spPr>
          <a:xfrm>
            <a:off x="688543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6766560" y="4370832"/>
            <a:ext cx="274320" cy="274320"/>
          </a:xfrm>
          <a:prstGeom prst="flowChartConnector">
            <a:avLst/>
          </a:prstGeom>
          <a:solidFill>
            <a:srgbClr val="FF6F91"/>
          </a:solidFill>
          <a:ln w="12700">
            <a:solidFill>
              <a:srgbClr val="FF6F91"/>
            </a:solidFill>
            <a:prstDash val="solid"/>
          </a:ln>
        </p:spPr>
      </p:sp>
      <p:sp>
        <p:nvSpPr>
          <p:cNvPr id="11" name="Deco stem 4"/>
          <p:cNvSpPr/>
          <p:nvPr/>
        </p:nvSpPr>
        <p:spPr>
          <a:xfrm>
            <a:off x="770839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2" name="Deco flower 4"/>
          <p:cNvSpPr/>
          <p:nvPr/>
        </p:nvSpPr>
        <p:spPr>
          <a:xfrm>
            <a:off x="7589520" y="4370832"/>
            <a:ext cx="274320" cy="274320"/>
          </a:xfrm>
          <a:prstGeom prst="flowChartConnector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13" name="Deco stem 5"/>
          <p:cNvSpPr/>
          <p:nvPr/>
        </p:nvSpPr>
        <p:spPr>
          <a:xfrm>
            <a:off x="8439912" y="4736592"/>
            <a:ext cx="36576" cy="365760"/>
          </a:xfrm>
          <a:prstGeom prst="ellipse">
            <a:avLst/>
          </a:prstGeom>
          <a:solidFill>
            <a:srgbClr val="3C8D40"/>
          </a:solidFill>
          <a:ln w="12700">
            <a:solidFill>
              <a:srgbClr val="3C8D40"/>
            </a:solidFill>
            <a:prstDash val="solid"/>
          </a:ln>
        </p:spPr>
      </p:sp>
      <p:sp>
        <p:nvSpPr>
          <p:cNvPr id="14" name="Deco flower 5"/>
          <p:cNvSpPr/>
          <p:nvPr/>
        </p:nvSpPr>
        <p:spPr>
          <a:xfrm>
            <a:off x="8321040" y="4370832"/>
            <a:ext cx="274320" cy="274320"/>
          </a:xfrm>
          <a:prstGeom prst="flowChartConnector">
            <a:avLst/>
          </a:prstGeom>
          <a:solidFill>
            <a:srgbClr val="7EC8FF"/>
          </a:solidFill>
          <a:ln w="12700">
            <a:solidFill>
              <a:srgbClr val="7EC8FF"/>
            </a:solidFill>
            <a:prstDash val="solid"/>
          </a:ln>
        </p:spPr>
      </p:sp>
      <p:sp>
        <p:nvSpPr>
          <p:cNvPr id="15" name="Deco heart"/>
          <p:cNvSpPr/>
          <p:nvPr/>
        </p:nvSpPr>
        <p:spPr>
          <a:xfrm>
            <a:off x="411480" y="228600"/>
            <a:ext cx="457200" cy="411480"/>
          </a:xfrm>
          <a:prstGeom prst="heart">
            <a:avLst/>
          </a:prstGeom>
          <a:solidFill>
            <a:srgbClr val="C65EED"/>
          </a:solidFill>
          <a:ln w="12700">
            <a:solidFill>
              <a:srgbClr val="C65EED"/>
            </a:solidFill>
            <a:prstDash val="solid"/>
          </a:ln>
        </p:spPr>
      </p:sp>
      <p:sp>
        <p:nvSpPr>
          <p:cNvPr id="16" name="Deco cloud"/>
          <p:cNvSpPr/>
          <p:nvPr/>
        </p:nvSpPr>
        <p:spPr>
          <a:xfrm>
            <a:off x="713232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Deco friend"/>
          <p:cNvSpPr/>
          <p:nvPr/>
        </p:nvSpPr>
        <p:spPr>
          <a:xfrm>
            <a:off x="6309360" y="182880"/>
            <a:ext cx="548640" cy="548640"/>
          </a:xfrm>
          <a:prstGeom prst="smileyFace">
            <a:avLst/>
          </a:prstGeom>
          <a:solidFill>
            <a:srgbClr val="FFD166"/>
          </a:solidFill>
          <a:ln w="12700">
            <a:solidFill>
              <a:srgbClr val="FFD166"/>
            </a:solidFill>
            <a:prstDash val="solid"/>
          </a:ln>
        </p:spPr>
      </p:sp>
      <p:sp>
        <p:nvSpPr>
          <p:cNvPr id="18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9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20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1" name="C1 L1 letter"/>
          <p:cNvSpPr txBox="1"/>
          <p:nvPr/>
        </p:nvSpPr>
        <p:spPr>
          <a:xfrm>
            <a:off x="6720840" y="149687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</a:t>
            </a:r>
            <a:endParaRPr lang="ar-SA" sz="5400" dirty="0"/>
          </a:p>
        </p:txBody>
      </p:sp>
      <p:sp>
        <p:nvSpPr>
          <p:cNvPr id="22" name="C2 M1 mark"/>
          <p:cNvSpPr txBox="1"/>
          <p:nvPr/>
        </p:nvSpPr>
        <p:spPr>
          <a:xfrm>
            <a:off x="6720840" y="1496873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</a:t>
            </a:r>
            <a:endParaRPr lang="ar-SA" sz="5400" dirty="0"/>
          </a:p>
        </p:txBody>
      </p:sp>
      <p:sp>
        <p:nvSpPr>
          <p:cNvPr id="23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26D931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4 L2 letter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400" dirty="0"/>
          </a:p>
        </p:txBody>
      </p:sp>
      <p:sp>
        <p:nvSpPr>
          <p:cNvPr id="25" name="C5 M2 mark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400" dirty="0"/>
          </a:p>
        </p:txBody>
      </p:sp>
      <p:sp>
        <p:nvSpPr>
          <p:cNvPr id="26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2EB892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C7 R result"/>
          <p:cNvSpPr txBox="1"/>
          <p:nvPr/>
        </p:nvSpPr>
        <p:spPr>
          <a:xfrm>
            <a:off x="685800" y="150482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92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غِقۡ</a:t>
            </a:r>
            <a:endParaRPr lang="ar-SA" sz="9200" dirty="0"/>
          </a:p>
        </p:txBody>
      </p:sp>
    </p:spTree>
  </p:cSld>
  <p:clrMapOvr>
    <a:masterClrMapping/>
  </p:clrMapOvr>
  <p:transition spd="med">
    <p:fade/>
    <p:sndAc>
      <p:stSnd>
        <p:snd r:embed="rIdTrSnd" name="harp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1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1">
    <p:bg>
      <p:bgPr>
        <a:solidFill>
          <a:srgbClr val="33431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planet"/>
          <p:cNvSpPr/>
          <p:nvPr/>
        </p:nvSpPr>
        <p:spPr>
          <a:xfrm>
            <a:off x="7680960" y="91440"/>
            <a:ext cx="731520" cy="731520"/>
          </a:xfrm>
          <a:prstGeom prst="ellipse">
            <a:avLst/>
          </a:prstGeom>
          <a:solidFill>
            <a:srgbClr val="67E052"/>
          </a:solidFill>
          <a:ln w="12700">
            <a:solidFill>
              <a:srgbClr val="67E052"/>
            </a:solidFill>
            <a:prstDash val="solid"/>
          </a:ln>
        </p:spPr>
      </p:sp>
      <p:sp>
        <p:nvSpPr>
          <p:cNvPr id="3" name="Deco planet ring"/>
          <p:cNvSpPr/>
          <p:nvPr/>
        </p:nvSpPr>
        <p:spPr>
          <a:xfrm>
            <a:off x="7452360" y="384048"/>
            <a:ext cx="1188720" cy="164592"/>
          </a:xfrm>
          <a:prstGeom prst="ellipse">
            <a:avLst/>
          </a:prstGeom>
          <a:solidFill>
            <a:srgbClr val="FFFFFF">
              <a:alpha val="0"/>
            </a:srgbClr>
          </a:solidFill>
          <a:ln w="25400">
            <a:solidFill>
              <a:srgbClr val="8CF2B0"/>
            </a:solidFill>
            <a:prstDash val="solid"/>
          </a:ln>
        </p:spPr>
      </p:sp>
      <p:sp>
        <p:nvSpPr>
          <p:cNvPr id="4" name="Deco small planet"/>
          <p:cNvSpPr/>
          <p:nvPr/>
        </p:nvSpPr>
        <p:spPr>
          <a:xfrm>
            <a:off x="274320" y="182880"/>
            <a:ext cx="502920" cy="502920"/>
          </a:xfrm>
          <a:prstGeom prst="ellipse">
            <a:avLst/>
          </a:prstGeom>
          <a:solidFill>
            <a:srgbClr val="9670DB"/>
          </a:solidFill>
          <a:ln w="12700">
            <a:solidFill>
              <a:srgbClr val="9670DB"/>
            </a:solidFill>
            <a:prstDash val="solid"/>
          </a:ln>
        </p:spPr>
      </p:sp>
      <p:sp>
        <p:nvSpPr>
          <p:cNvPr id="5" name="Deco star 0"/>
          <p:cNvSpPr/>
          <p:nvPr/>
        </p:nvSpPr>
        <p:spPr>
          <a:xfrm>
            <a:off x="1371600" y="27432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6" name="Deco star 1"/>
          <p:cNvSpPr/>
          <p:nvPr/>
        </p:nvSpPr>
        <p:spPr>
          <a:xfrm>
            <a:off x="2468880" y="91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Deco star 2"/>
          <p:cNvSpPr/>
          <p:nvPr/>
        </p:nvSpPr>
        <p:spPr>
          <a:xfrm>
            <a:off x="3840480" y="50292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Deco star 3"/>
          <p:cNvSpPr/>
          <p:nvPr/>
        </p:nvSpPr>
        <p:spPr>
          <a:xfrm>
            <a:off x="5120640" y="137160"/>
            <a:ext cx="256032" cy="256032"/>
          </a:xfrm>
          <a:prstGeom prst="star4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9" name="Deco star 4"/>
          <p:cNvSpPr/>
          <p:nvPr/>
        </p:nvSpPr>
        <p:spPr>
          <a:xfrm>
            <a:off x="6583680" y="4572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Deco star 5"/>
          <p:cNvSpPr/>
          <p:nvPr/>
        </p:nvSpPr>
        <p:spPr>
          <a:xfrm>
            <a:off x="1097280" y="457200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Deco star 6"/>
          <p:cNvSpPr/>
          <p:nvPr/>
        </p:nvSpPr>
        <p:spPr>
          <a:xfrm>
            <a:off x="2743200" y="4754880"/>
            <a:ext cx="256032" cy="256032"/>
          </a:xfrm>
          <a:prstGeom prst="star5">
            <a:avLst/>
          </a:prstGeom>
          <a:solidFill>
            <a:srgbClr val="FFE066"/>
          </a:solidFill>
          <a:ln w="12700">
            <a:solidFill>
              <a:srgbClr val="FFE066"/>
            </a:solidFill>
            <a:prstDash val="solid"/>
          </a:ln>
        </p:spPr>
      </p:sp>
      <p:sp>
        <p:nvSpPr>
          <p:cNvPr id="12" name="Deco star 7"/>
          <p:cNvSpPr/>
          <p:nvPr/>
        </p:nvSpPr>
        <p:spPr>
          <a:xfrm>
            <a:off x="6217920" y="4663440"/>
            <a:ext cx="256032" cy="256032"/>
          </a:xfrm>
          <a:prstGeom prst="star4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Deco star 8"/>
          <p:cNvSpPr/>
          <p:nvPr/>
        </p:nvSpPr>
        <p:spPr>
          <a:xfrm>
            <a:off x="8138160" y="4572000"/>
            <a:ext cx="256032" cy="256032"/>
          </a:xfrm>
          <a:prstGeom prst="star5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Deco moon surface"/>
          <p:cNvSpPr/>
          <p:nvPr/>
        </p:nvSpPr>
        <p:spPr>
          <a:xfrm>
            <a:off x="3200400" y="4709160"/>
            <a:ext cx="2743200" cy="1097280"/>
          </a:xfrm>
          <a:prstGeom prst="ellipse">
            <a:avLst/>
          </a:prstGeom>
          <a:solidFill>
            <a:srgbClr val="85475B"/>
          </a:solidFill>
          <a:ln w="12700">
            <a:solidFill>
              <a:srgbClr val="85475B"/>
            </a:solidFill>
            <a:prstDash val="solid"/>
          </a:ln>
        </p:spPr>
      </p:sp>
      <p:sp>
        <p:nvSpPr>
          <p:cNvPr id="15" name="Circle 1"/>
          <p:cNvSpPr/>
          <p:nvPr/>
        </p:nvSpPr>
        <p:spPr>
          <a:xfrm>
            <a:off x="6720840" y="1691640"/>
            <a:ext cx="1737360" cy="1737360"/>
          </a:xfrm>
          <a:prstGeom prst="ellipse">
            <a:avLst/>
          </a:prstGeom>
          <a:solidFill>
            <a:srgbClr val="FFFFFF"/>
          </a:solidFill>
          <a:ln w="101600">
            <a:solidFill>
              <a:srgbClr val="E8604C"/>
            </a:solidFill>
            <a:prstDash val="solid"/>
          </a:ln>
        </p:spPr>
      </p:sp>
      <p:sp>
        <p:nvSpPr>
          <p:cNvPr id="16" name="Circle 2"/>
          <p:cNvSpPr/>
          <p:nvPr/>
        </p:nvSpPr>
        <p:spPr>
          <a:xfrm>
            <a:off x="4343400" y="1691640"/>
            <a:ext cx="1737360" cy="1737360"/>
          </a:xfrm>
          <a:prstGeom prst="ellipse">
            <a:avLst/>
          </a:prstGeom>
          <a:solidFill>
            <a:srgbClr val="FFFFFF"/>
          </a:solidFill>
          <a:ln w="127000">
            <a:solidFill>
              <a:srgbClr val="E03131"/>
            </a:solidFill>
            <a:prstDash val="solid"/>
          </a:ln>
        </p:spPr>
      </p:sp>
      <p:sp>
        <p:nvSpPr>
          <p:cNvPr id="17" name="Result panel"/>
          <p:cNvSpPr/>
          <p:nvPr/>
        </p:nvSpPr>
        <p:spPr>
          <a:xfrm>
            <a:off x="685800" y="1554480"/>
            <a:ext cx="2743200" cy="2011680"/>
          </a:xfrm>
          <a:prstGeom prst="roundRect">
            <a:avLst>
              <a:gd name="adj" fmla="val 13636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1 L1 letter"/>
          <p:cNvSpPr txBox="1"/>
          <p:nvPr/>
        </p:nvSpPr>
        <p:spPr>
          <a:xfrm>
            <a:off x="6720840" y="18030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</a:t>
            </a:r>
            <a:endParaRPr lang="ar-SA" sz="5400" dirty="0"/>
          </a:p>
        </p:txBody>
      </p:sp>
      <p:sp>
        <p:nvSpPr>
          <p:cNvPr id="19" name="C2 M1 mark"/>
          <p:cNvSpPr txBox="1"/>
          <p:nvPr/>
        </p:nvSpPr>
        <p:spPr>
          <a:xfrm>
            <a:off x="6720840" y="1803082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</a:t>
            </a:r>
            <a:endParaRPr lang="ar-SA" sz="5400" dirty="0"/>
          </a:p>
        </p:txBody>
      </p:sp>
      <p:sp>
        <p:nvSpPr>
          <p:cNvPr id="20" name="C3 P1 plus"/>
          <p:cNvSpPr/>
          <p:nvPr/>
        </p:nvSpPr>
        <p:spPr>
          <a:xfrm>
            <a:off x="6195060" y="2354580"/>
            <a:ext cx="411480" cy="411480"/>
          </a:xfrm>
          <a:prstGeom prst="mathPlus">
            <a:avLst/>
          </a:prstGeom>
          <a:solidFill>
            <a:srgbClr val="6526D9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C4 L2 letter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</a:t>
            </a:r>
            <a:endParaRPr lang="ar-SA" sz="5400" dirty="0"/>
          </a:p>
        </p:txBody>
      </p:sp>
      <p:sp>
        <p:nvSpPr>
          <p:cNvPr id="22" name="C5 M2 mark"/>
          <p:cNvSpPr txBox="1"/>
          <p:nvPr/>
        </p:nvSpPr>
        <p:spPr>
          <a:xfrm>
            <a:off x="4343400" y="1712214"/>
            <a:ext cx="1737360" cy="173736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5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قۡ</a:t>
            </a:r>
            <a:endParaRPr lang="ar-SA" sz="5400" dirty="0"/>
          </a:p>
        </p:txBody>
      </p:sp>
      <p:sp>
        <p:nvSpPr>
          <p:cNvPr id="23" name="C6 A arrow"/>
          <p:cNvSpPr/>
          <p:nvPr/>
        </p:nvSpPr>
        <p:spPr>
          <a:xfrm>
            <a:off x="3566160" y="2304288"/>
            <a:ext cx="640080" cy="512064"/>
          </a:xfrm>
          <a:prstGeom prst="leftArrow">
            <a:avLst/>
          </a:prstGeom>
          <a:solidFill>
            <a:srgbClr val="B82EB5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C7 R result"/>
          <p:cNvSpPr txBox="1"/>
          <p:nvPr/>
        </p:nvSpPr>
        <p:spPr>
          <a:xfrm>
            <a:off x="685800" y="1603343"/>
            <a:ext cx="2743200" cy="201168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8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فُقۡ</a:t>
            </a:r>
            <a:endParaRPr lang="ar-SA" sz="8100" dirty="0"/>
          </a:p>
        </p:txBody>
      </p:sp>
    </p:spTree>
  </p:cSld>
  <p:clrMapOvr>
    <a:masterClrMapping/>
  </p:clrMapOvr>
  <p:transition spd="med">
    <p:cover dir="l"/>
    <p:sndAc>
      <p:stSnd>
        <p:snd r:embed="rIdTrSnd" name="chim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3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3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</p:bldLst>
  </p:timing>
</p:sld>
</file>

<file path=ppt/slides/slide1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2">
    <p:bg>
      <p:bgPr>
        <a:solidFill>
          <a:srgbClr val="C5D7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sun low"/>
          <p:cNvSpPr/>
          <p:nvPr/>
        </p:nvSpPr>
        <p:spPr>
          <a:xfrm>
            <a:off x="3566160" y="4343400"/>
            <a:ext cx="2011680" cy="2011680"/>
          </a:xfrm>
          <a:prstGeom prst="ellipse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3" name="Deco dune left"/>
          <p:cNvSpPr/>
          <p:nvPr/>
        </p:nvSpPr>
        <p:spPr>
          <a:xfrm>
            <a:off x="-1097280" y="4572000"/>
            <a:ext cx="4572000" cy="1280160"/>
          </a:xfrm>
          <a:prstGeom prst="ellipse">
            <a:avLst/>
          </a:prstGeom>
          <a:solidFill>
            <a:srgbClr val="6B64D8"/>
          </a:solidFill>
          <a:ln w="12700">
            <a:solidFill>
              <a:srgbClr val="6B64D8"/>
            </a:solidFill>
            <a:prstDash val="solid"/>
          </a:ln>
        </p:spPr>
      </p:sp>
      <p:sp>
        <p:nvSpPr>
          <p:cNvPr id="4" name="Deco dune right"/>
          <p:cNvSpPr/>
          <p:nvPr/>
        </p:nvSpPr>
        <p:spPr>
          <a:xfrm>
            <a:off x="5303520" y="4617720"/>
            <a:ext cx="5120640" cy="1280160"/>
          </a:xfrm>
          <a:prstGeom prst="ellipse">
            <a:avLst/>
          </a:prstGeom>
          <a:solidFill>
            <a:srgbClr val="4756D1"/>
          </a:solidFill>
          <a:ln w="12700">
            <a:solidFill>
              <a:srgbClr val="4756D1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320040" y="137160"/>
            <a:ext cx="1371600" cy="59436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right"/>
          <p:cNvSpPr/>
          <p:nvPr/>
        </p:nvSpPr>
        <p:spPr>
          <a:xfrm>
            <a:off x="7223760" y="182880"/>
            <a:ext cx="1280160" cy="548640"/>
          </a:xfrm>
          <a:prstGeom prst="cloud">
            <a:avLst/>
          </a:prstGeom>
          <a:solidFill>
            <a:srgbClr val="FFF3E8"/>
          </a:solidFill>
          <a:ln w="12700">
            <a:solidFill>
              <a:srgbClr val="FFF3E8"/>
            </a:solidFill>
            <a:prstDash val="solid"/>
          </a:ln>
        </p:spPr>
      </p:sp>
      <p:sp>
        <p:nvSpPr>
          <p:cNvPr id="7" name="Deco bird 0"/>
          <p:cNvSpPr/>
          <p:nvPr/>
        </p:nvSpPr>
        <p:spPr>
          <a:xfrm rot="5400000">
            <a:off x="2926080" y="32004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8" name="Deco bird 1"/>
          <p:cNvSpPr/>
          <p:nvPr/>
        </p:nvSpPr>
        <p:spPr>
          <a:xfrm rot="5400000">
            <a:off x="3291840" y="22860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9" name="Deco bird 2"/>
          <p:cNvSpPr/>
          <p:nvPr/>
        </p:nvSpPr>
        <p:spPr>
          <a:xfrm rot="5400000">
            <a:off x="5394960" y="365760"/>
            <a:ext cx="274320" cy="128016"/>
          </a:xfrm>
          <a:prstGeom prst="chevron">
            <a:avLst/>
          </a:prstGeom>
          <a:solidFill>
            <a:srgbClr val="6B4A3A"/>
          </a:solidFill>
          <a:ln w="12700">
            <a:solidFill>
              <a:srgbClr val="6B4A3A"/>
            </a:solidFill>
            <a:prstDash val="solid"/>
          </a:ln>
        </p:spPr>
      </p:sp>
      <p:sp>
        <p:nvSpPr>
          <p:cNvPr id="10" name="C1 W1 pill"/>
          <p:cNvSpPr/>
          <p:nvPr/>
        </p:nvSpPr>
        <p:spPr>
          <a:xfrm>
            <a:off x="6937634" y="896112"/>
            <a:ext cx="160350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6B36E2"/>
            </a:solidFill>
            <a:prstDash val="solid"/>
          </a:ln>
        </p:spPr>
      </p:sp>
      <p:sp>
        <p:nvSpPr>
          <p:cNvPr id="11" name="C1 W1 word"/>
          <p:cNvSpPr txBox="1"/>
          <p:nvPr/>
        </p:nvSpPr>
        <p:spPr>
          <a:xfrm>
            <a:off x="6937634" y="896112"/>
            <a:ext cx="160350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قَدۡ</a:t>
            </a:r>
            <a:endParaRPr lang="ar-SA" sz="4400" dirty="0"/>
          </a:p>
        </p:txBody>
      </p:sp>
      <p:sp>
        <p:nvSpPr>
          <p:cNvPr id="12" name="C2 W2 pill"/>
          <p:cNvSpPr/>
          <p:nvPr/>
        </p:nvSpPr>
        <p:spPr>
          <a:xfrm>
            <a:off x="4578872" y="896112"/>
            <a:ext cx="203872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6B36"/>
            </a:solidFill>
            <a:prstDash val="solid"/>
          </a:ln>
        </p:spPr>
      </p:sp>
      <p:sp>
        <p:nvSpPr>
          <p:cNvPr id="13" name="C2 W2 word"/>
          <p:cNvSpPr txBox="1"/>
          <p:nvPr/>
        </p:nvSpPr>
        <p:spPr>
          <a:xfrm>
            <a:off x="4578872" y="896112"/>
            <a:ext cx="203872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أَفۡلَحَ</a:t>
            </a:r>
            <a:endParaRPr lang="ar-SA" sz="4400" dirty="0"/>
          </a:p>
        </p:txBody>
      </p:sp>
      <p:sp>
        <p:nvSpPr>
          <p:cNvPr id="14" name="C3 W3 pill"/>
          <p:cNvSpPr/>
          <p:nvPr/>
        </p:nvSpPr>
        <p:spPr>
          <a:xfrm>
            <a:off x="602864" y="896112"/>
            <a:ext cx="3655968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6B"/>
            </a:solidFill>
            <a:prstDash val="solid"/>
          </a:ln>
        </p:spPr>
      </p:sp>
      <p:sp>
        <p:nvSpPr>
          <p:cNvPr id="15" name="C3 W3 word"/>
          <p:cNvSpPr txBox="1"/>
          <p:nvPr/>
        </p:nvSpPr>
        <p:spPr>
          <a:xfrm>
            <a:off x="602864" y="896112"/>
            <a:ext cx="3655968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ٱلۡمُؤۡمِنُونَ</a:t>
            </a:r>
            <a:endParaRPr lang="ar-SA" sz="4400" dirty="0"/>
          </a:p>
        </p:txBody>
      </p:sp>
      <p:sp>
        <p:nvSpPr>
          <p:cNvPr id="16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8DB82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C4 S panel"/>
          <p:cNvSpPr/>
          <p:nvPr/>
        </p:nvSpPr>
        <p:spPr>
          <a:xfrm>
            <a:off x="1398655" y="2834640"/>
            <a:ext cx="6346689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8" name="C4 S sentence"/>
          <p:cNvSpPr txBox="1"/>
          <p:nvPr/>
        </p:nvSpPr>
        <p:spPr>
          <a:xfrm>
            <a:off x="1398655" y="2834640"/>
            <a:ext cx="6346689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4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قَدۡ أَفۡلَحَ ٱلۡمُؤۡمِنُونَ</a:t>
            </a:r>
            <a:endParaRPr lang="ar-SA" sz="4400" dirty="0"/>
          </a:p>
        </p:txBody>
      </p:sp>
    </p:spTree>
  </p:cSld>
  <p:clrMapOvr>
    <a:masterClrMapping/>
  </p:clrMapOvr>
  <p:transition spd="med">
    <p:zoom/>
    <p:sndAc>
      <p:stSnd>
        <p:snd r:embed="rIdTrSnd" name="whoosh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1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3">
    <p:bg>
      <p:bgPr>
        <a:solidFill>
          <a:srgbClr val="F7C5C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hill left"/>
          <p:cNvSpPr/>
          <p:nvPr/>
        </p:nvSpPr>
        <p:spPr>
          <a:xfrm>
            <a:off x="-914400" y="4434840"/>
            <a:ext cx="4754880" cy="1463040"/>
          </a:xfrm>
          <a:prstGeom prst="ellipse">
            <a:avLst/>
          </a:prstGeom>
          <a:solidFill>
            <a:srgbClr val="AACC66"/>
          </a:solidFill>
          <a:ln w="12700">
            <a:solidFill>
              <a:srgbClr val="AACC66"/>
            </a:solidFill>
            <a:prstDash val="solid"/>
          </a:ln>
        </p:spPr>
      </p:sp>
      <p:sp>
        <p:nvSpPr>
          <p:cNvPr id="3" name="Deco hill right"/>
          <p:cNvSpPr/>
          <p:nvPr/>
        </p:nvSpPr>
        <p:spPr>
          <a:xfrm>
            <a:off x="4023360" y="4526280"/>
            <a:ext cx="5852160" cy="1463040"/>
          </a:xfrm>
          <a:prstGeom prst="ellipse">
            <a:avLst/>
          </a:prstGeom>
          <a:solidFill>
            <a:srgbClr val="6ABF40"/>
          </a:solidFill>
          <a:ln w="12700">
            <a:solidFill>
              <a:srgbClr val="6ABF40"/>
            </a:solidFill>
            <a:prstDash val="solid"/>
          </a:ln>
        </p:spPr>
      </p:sp>
      <p:sp>
        <p:nvSpPr>
          <p:cNvPr id="4" name="Deco sun"/>
          <p:cNvSpPr/>
          <p:nvPr/>
        </p:nvSpPr>
        <p:spPr>
          <a:xfrm>
            <a:off x="274320" y="91440"/>
            <a:ext cx="731520" cy="731520"/>
          </a:xfrm>
          <a:prstGeom prst="sun">
            <a:avLst/>
          </a:prstGeom>
          <a:solidFill>
            <a:srgbClr val="FFD23F"/>
          </a:solidFill>
          <a:ln w="12700">
            <a:solidFill>
              <a:srgbClr val="FFD23F"/>
            </a:solidFill>
            <a:prstDash val="solid"/>
          </a:ln>
        </p:spPr>
      </p:sp>
      <p:sp>
        <p:nvSpPr>
          <p:cNvPr id="5" name="Deco cloud"/>
          <p:cNvSpPr/>
          <p:nvPr/>
        </p:nvSpPr>
        <p:spPr>
          <a:xfrm>
            <a:off x="6858000" y="109728"/>
            <a:ext cx="1463040" cy="640080"/>
          </a:xfrm>
          <a:prstGeom prst="clou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" name="Deco cloud small"/>
          <p:cNvSpPr/>
          <p:nvPr/>
        </p:nvSpPr>
        <p:spPr>
          <a:xfrm>
            <a:off x="7863840" y="457200"/>
            <a:ext cx="822960" cy="365760"/>
          </a:xfrm>
          <a:prstGeom prst="cloud">
            <a:avLst/>
          </a:prstGeom>
          <a:solidFill>
            <a:srgbClr val="F4FAFF"/>
          </a:solidFill>
          <a:ln w="12700">
            <a:solidFill>
              <a:srgbClr val="F4FAFF"/>
            </a:solidFill>
            <a:prstDash val="solid"/>
          </a:ln>
        </p:spPr>
      </p:sp>
      <p:sp>
        <p:nvSpPr>
          <p:cNvPr id="7" name="Deco flower 0"/>
          <p:cNvSpPr/>
          <p:nvPr/>
        </p:nvSpPr>
        <p:spPr>
          <a:xfrm>
            <a:off x="128016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8" name="Deco flower 1"/>
          <p:cNvSpPr/>
          <p:nvPr/>
        </p:nvSpPr>
        <p:spPr>
          <a:xfrm>
            <a:off x="1828800" y="4526280"/>
            <a:ext cx="292608" cy="292608"/>
          </a:xfrm>
          <a:prstGeom prst="star5">
            <a:avLst/>
          </a:prstGeom>
          <a:solidFill>
            <a:srgbClr val="FFB347"/>
          </a:solidFill>
          <a:ln w="12700">
            <a:solidFill>
              <a:srgbClr val="FFB347"/>
            </a:solidFill>
            <a:prstDash val="solid"/>
          </a:ln>
        </p:spPr>
      </p:sp>
      <p:sp>
        <p:nvSpPr>
          <p:cNvPr id="9" name="Deco flower 2"/>
          <p:cNvSpPr/>
          <p:nvPr/>
        </p:nvSpPr>
        <p:spPr>
          <a:xfrm>
            <a:off x="7315200" y="4526280"/>
            <a:ext cx="292608" cy="292608"/>
          </a:xfrm>
          <a:prstGeom prst="star5">
            <a:avLst/>
          </a:prstGeom>
          <a:solidFill>
            <a:srgbClr val="8E5BD0"/>
          </a:solidFill>
          <a:ln w="12700">
            <a:solidFill>
              <a:srgbClr val="8E5BD0"/>
            </a:solidFill>
            <a:prstDash val="solid"/>
          </a:ln>
        </p:spPr>
      </p:sp>
      <p:sp>
        <p:nvSpPr>
          <p:cNvPr id="10" name="Deco flower 3"/>
          <p:cNvSpPr/>
          <p:nvPr/>
        </p:nvSpPr>
        <p:spPr>
          <a:xfrm>
            <a:off x="7955280" y="4526280"/>
            <a:ext cx="292608" cy="292608"/>
          </a:xfrm>
          <a:prstGeom prst="star5">
            <a:avLst/>
          </a:prstGeom>
          <a:solidFill>
            <a:srgbClr val="FF7A90"/>
          </a:solidFill>
          <a:ln w="12700">
            <a:solidFill>
              <a:srgbClr val="FF7A90"/>
            </a:solidFill>
            <a:prstDash val="solid"/>
          </a:ln>
        </p:spPr>
      </p:sp>
      <p:sp>
        <p:nvSpPr>
          <p:cNvPr id="11" name="C1 W1 pill"/>
          <p:cNvSpPr/>
          <p:nvPr/>
        </p:nvSpPr>
        <p:spPr>
          <a:xfrm>
            <a:off x="5374405" y="896112"/>
            <a:ext cx="230114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9D36"/>
            </a:solidFill>
            <a:prstDash val="solid"/>
          </a:ln>
        </p:spPr>
      </p:sp>
      <p:sp>
        <p:nvSpPr>
          <p:cNvPr id="12" name="C1 W1 word"/>
          <p:cNvSpPr txBox="1"/>
          <p:nvPr/>
        </p:nvSpPr>
        <p:spPr>
          <a:xfrm>
            <a:off x="5374405" y="896112"/>
            <a:ext cx="230114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ٱقۡرَأۡ</a:t>
            </a:r>
            <a:endParaRPr lang="ar-SA" sz="4000" dirty="0"/>
          </a:p>
        </p:txBody>
      </p:sp>
      <p:sp>
        <p:nvSpPr>
          <p:cNvPr id="13" name="C2 W2 pill"/>
          <p:cNvSpPr/>
          <p:nvPr/>
        </p:nvSpPr>
        <p:spPr>
          <a:xfrm>
            <a:off x="3341390" y="896112"/>
            <a:ext cx="171297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9D"/>
            </a:solidFill>
            <a:prstDash val="solid"/>
          </a:ln>
        </p:spPr>
      </p:sp>
      <p:sp>
        <p:nvSpPr>
          <p:cNvPr id="14" name="C2 W2 word"/>
          <p:cNvSpPr txBox="1"/>
          <p:nvPr/>
        </p:nvSpPr>
        <p:spPr>
          <a:xfrm>
            <a:off x="3341390" y="896112"/>
            <a:ext cx="171297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بِٱسۡمِ</a:t>
            </a:r>
            <a:endParaRPr lang="ar-SA" sz="4000" dirty="0"/>
          </a:p>
        </p:txBody>
      </p:sp>
      <p:sp>
        <p:nvSpPr>
          <p:cNvPr id="15" name="C3 W3 pill"/>
          <p:cNvSpPr/>
          <p:nvPr/>
        </p:nvSpPr>
        <p:spPr>
          <a:xfrm>
            <a:off x="1468450" y="896112"/>
            <a:ext cx="1552899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9D36E2"/>
            </a:solidFill>
            <a:prstDash val="solid"/>
          </a:ln>
        </p:spPr>
      </p:sp>
      <p:sp>
        <p:nvSpPr>
          <p:cNvPr id="16" name="C3 W3 word"/>
          <p:cNvSpPr txBox="1"/>
          <p:nvPr/>
        </p:nvSpPr>
        <p:spPr>
          <a:xfrm>
            <a:off x="1468450" y="896112"/>
            <a:ext cx="1552899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0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رَبِّكَ</a:t>
            </a:r>
            <a:endParaRPr lang="ar-SA" sz="4000" dirty="0"/>
          </a:p>
        </p:txBody>
      </p:sp>
      <p:sp>
        <p:nvSpPr>
          <p:cNvPr id="17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2E65B8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C4 S panel"/>
          <p:cNvSpPr/>
          <p:nvPr/>
        </p:nvSpPr>
        <p:spPr>
          <a:xfrm>
            <a:off x="2313333" y="2834640"/>
            <a:ext cx="4517334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19" name="C4 S sentence"/>
          <p:cNvSpPr txBox="1"/>
          <p:nvPr/>
        </p:nvSpPr>
        <p:spPr>
          <a:xfrm>
            <a:off x="2313333" y="2834640"/>
            <a:ext cx="4517334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ٱقۡرَأۡ بِٱسۡمِ رَبِّكَ</a:t>
            </a:r>
            <a:endParaRPr lang="ar-SA" sz="4100" dirty="0"/>
          </a:p>
        </p:txBody>
      </p:sp>
    </p:spTree>
  </p:cSld>
  <p:clrMapOvr>
    <a:masterClrMapping/>
  </p:clrMapOvr>
  <p:transition spd="med">
    <p:wheel spokes="4"/>
    <p:sndAc>
      <p:stSnd>
        <p:snd r:embed="rIdTrSnd" name="bubbles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</p:bldLst>
  </p:timing>
</p:sld>
</file>

<file path=ppt/slides/slide1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4">
    <p:bg>
      <p:bgPr>
        <a:solidFill>
          <a:srgbClr val="14431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eco moon"/>
          <p:cNvSpPr/>
          <p:nvPr/>
        </p:nvSpPr>
        <p:spPr>
          <a:xfrm>
            <a:off x="365760" y="91440"/>
            <a:ext cx="502920" cy="731520"/>
          </a:xfrm>
          <a:prstGeom prst="moon">
            <a:avLst/>
          </a:prstGeom>
          <a:solidFill>
            <a:srgbClr val="FFE88A"/>
          </a:solidFill>
          <a:ln w="12700">
            <a:solidFill>
              <a:srgbClr val="FFE88A"/>
            </a:solidFill>
            <a:prstDash val="solid"/>
          </a:ln>
        </p:spPr>
      </p:sp>
      <p:sp>
        <p:nvSpPr>
          <p:cNvPr id="3" name="Deco star 0"/>
          <p:cNvSpPr/>
          <p:nvPr/>
        </p:nvSpPr>
        <p:spPr>
          <a:xfrm>
            <a:off x="1280160" y="18288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4" name="Deco star 1"/>
          <p:cNvSpPr/>
          <p:nvPr/>
        </p:nvSpPr>
        <p:spPr>
          <a:xfrm>
            <a:off x="2194560" y="50292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5" name="Deco star 2"/>
          <p:cNvSpPr/>
          <p:nvPr/>
        </p:nvSpPr>
        <p:spPr>
          <a:xfrm>
            <a:off x="3291840" y="137160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6" name="Deco star 3"/>
          <p:cNvSpPr/>
          <p:nvPr/>
        </p:nvSpPr>
        <p:spPr>
          <a:xfrm>
            <a:off x="5760720" y="457200"/>
            <a:ext cx="365760" cy="36576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7" name="Deco star 4"/>
          <p:cNvSpPr/>
          <p:nvPr/>
        </p:nvSpPr>
        <p:spPr>
          <a:xfrm>
            <a:off x="6766560" y="109728"/>
            <a:ext cx="274320" cy="27432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8" name="Deco star 5"/>
          <p:cNvSpPr/>
          <p:nvPr/>
        </p:nvSpPr>
        <p:spPr>
          <a:xfrm>
            <a:off x="7772400" y="411480"/>
            <a:ext cx="274320" cy="274320"/>
          </a:xfrm>
          <a:prstGeom prst="star4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9" name="Deco star 6"/>
          <p:cNvSpPr/>
          <p:nvPr/>
        </p:nvSpPr>
        <p:spPr>
          <a:xfrm>
            <a:off x="8503920" y="137160"/>
            <a:ext cx="365760" cy="365760"/>
          </a:xfrm>
          <a:prstGeom prst="star5">
            <a:avLst/>
          </a:prstGeom>
          <a:solidFill>
            <a:srgbClr val="FFF3A3"/>
          </a:solidFill>
          <a:ln w="12700">
            <a:solidFill>
              <a:srgbClr val="FFF3A3"/>
            </a:solidFill>
            <a:prstDash val="solid"/>
          </a:ln>
        </p:spPr>
      </p:sp>
      <p:sp>
        <p:nvSpPr>
          <p:cNvPr id="10" name="Deco hill left"/>
          <p:cNvSpPr/>
          <p:nvPr/>
        </p:nvSpPr>
        <p:spPr>
          <a:xfrm>
            <a:off x="-914400" y="4480560"/>
            <a:ext cx="4937760" cy="1463040"/>
          </a:xfrm>
          <a:prstGeom prst="ellipse">
            <a:avLst/>
          </a:prstGeom>
          <a:solidFill>
            <a:srgbClr val="2B6454"/>
          </a:solidFill>
          <a:ln w="12700">
            <a:solidFill>
              <a:srgbClr val="2B6454"/>
            </a:solidFill>
            <a:prstDash val="solid"/>
          </a:ln>
        </p:spPr>
      </p:sp>
      <p:sp>
        <p:nvSpPr>
          <p:cNvPr id="11" name="Deco hill right"/>
          <p:cNvSpPr/>
          <p:nvPr/>
        </p:nvSpPr>
        <p:spPr>
          <a:xfrm>
            <a:off x="4206240" y="4572000"/>
            <a:ext cx="5669280" cy="1463040"/>
          </a:xfrm>
          <a:prstGeom prst="ellipse">
            <a:avLst/>
          </a:prstGeom>
          <a:solidFill>
            <a:srgbClr val="346A79"/>
          </a:solidFill>
          <a:ln w="12700">
            <a:solidFill>
              <a:srgbClr val="346A79"/>
            </a:solidFill>
            <a:prstDash val="solid"/>
          </a:ln>
        </p:spPr>
      </p:sp>
      <p:sp>
        <p:nvSpPr>
          <p:cNvPr id="12" name="C1 W1 pill"/>
          <p:cNvSpPr/>
          <p:nvPr/>
        </p:nvSpPr>
        <p:spPr>
          <a:xfrm>
            <a:off x="6307247" y="896112"/>
            <a:ext cx="138434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36E2D0"/>
            </a:solidFill>
            <a:prstDash val="solid"/>
          </a:ln>
        </p:spPr>
      </p:sp>
      <p:sp>
        <p:nvSpPr>
          <p:cNvPr id="13" name="C1 W1 word"/>
          <p:cNvSpPr txBox="1"/>
          <p:nvPr/>
        </p:nvSpPr>
        <p:spPr>
          <a:xfrm>
            <a:off x="6307247" y="896112"/>
            <a:ext cx="138434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فِي</a:t>
            </a:r>
            <a:endParaRPr lang="ar-SA" sz="4100" dirty="0"/>
          </a:p>
        </p:txBody>
      </p:sp>
      <p:sp>
        <p:nvSpPr>
          <p:cNvPr id="14" name="C2 W2 pill"/>
          <p:cNvSpPr/>
          <p:nvPr/>
        </p:nvSpPr>
        <p:spPr>
          <a:xfrm>
            <a:off x="3910445" y="896112"/>
            <a:ext cx="2076762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D036E2"/>
            </a:solidFill>
            <a:prstDash val="solid"/>
          </a:ln>
        </p:spPr>
      </p:sp>
      <p:sp>
        <p:nvSpPr>
          <p:cNvPr id="15" name="C2 W2 word"/>
          <p:cNvSpPr txBox="1"/>
          <p:nvPr/>
        </p:nvSpPr>
        <p:spPr>
          <a:xfrm>
            <a:off x="3910445" y="896112"/>
            <a:ext cx="2076762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مَقۡعَدِ</a:t>
            </a:r>
            <a:endParaRPr lang="ar-SA" sz="4100" dirty="0"/>
          </a:p>
        </p:txBody>
      </p:sp>
      <p:sp>
        <p:nvSpPr>
          <p:cNvPr id="16" name="C3 W3 pill"/>
          <p:cNvSpPr/>
          <p:nvPr/>
        </p:nvSpPr>
        <p:spPr>
          <a:xfrm>
            <a:off x="1452411" y="896112"/>
            <a:ext cx="2137995" cy="1371600"/>
          </a:xfrm>
          <a:prstGeom prst="roundRect">
            <a:avLst>
              <a:gd name="adj" fmla="val 26667"/>
            </a:avLst>
          </a:prstGeom>
          <a:solidFill>
            <a:srgbClr val="FFFFFF"/>
          </a:solidFill>
          <a:ln w="76200">
            <a:solidFill>
              <a:srgbClr val="E2D036"/>
            </a:solidFill>
            <a:prstDash val="solid"/>
          </a:ln>
        </p:spPr>
      </p:sp>
      <p:sp>
        <p:nvSpPr>
          <p:cNvPr id="17" name="C3 W3 word"/>
          <p:cNvSpPr txBox="1"/>
          <p:nvPr/>
        </p:nvSpPr>
        <p:spPr>
          <a:xfrm>
            <a:off x="1452411" y="896112"/>
            <a:ext cx="2137995" cy="137160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صِدۡقٍ</a:t>
            </a:r>
            <a:endParaRPr lang="ar-SA" sz="4100" dirty="0"/>
          </a:p>
        </p:txBody>
      </p:sp>
      <p:sp>
        <p:nvSpPr>
          <p:cNvPr id="18" name="C4 A arrow"/>
          <p:cNvSpPr/>
          <p:nvPr/>
        </p:nvSpPr>
        <p:spPr>
          <a:xfrm>
            <a:off x="4297680" y="2340864"/>
            <a:ext cx="548640" cy="457200"/>
          </a:xfrm>
          <a:prstGeom prst="downArrow">
            <a:avLst/>
          </a:prstGeom>
          <a:solidFill>
            <a:srgbClr val="B82E3D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C4 S panel"/>
          <p:cNvSpPr/>
          <p:nvPr/>
        </p:nvSpPr>
        <p:spPr>
          <a:xfrm>
            <a:off x="2232947" y="2834640"/>
            <a:ext cx="4678105" cy="1417320"/>
          </a:xfrm>
          <a:prstGeom prst="roundRect">
            <a:avLst>
              <a:gd name="adj" fmla="val 22581"/>
            </a:avLst>
          </a:prstGeom>
          <a:solidFill>
            <a:srgbClr val="FFFBE3"/>
          </a:solidFill>
          <a:ln w="76200">
            <a:solidFill>
              <a:srgbClr val="F2B134"/>
            </a:solidFill>
            <a:prstDash val="solid"/>
          </a:ln>
        </p:spPr>
      </p:sp>
      <p:sp>
        <p:nvSpPr>
          <p:cNvPr id="20" name="C4 S sentence"/>
          <p:cNvSpPr txBox="1"/>
          <p:nvPr/>
        </p:nvSpPr>
        <p:spPr>
          <a:xfrm>
            <a:off x="2232947" y="2834640"/>
            <a:ext cx="4678105" cy="141732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4100" dirty="0">
                <a:solidFill>
                  <a:srgbClr val="16213E"/>
                </a:solidFill>
                <a:latin typeface="Traditional Arabic" pitchFamily="34" charset="0"/>
                <a:ea typeface="Traditional Arabic" pitchFamily="34" charset="-122"/>
                <a:cs typeface="Traditional Arabic" pitchFamily="34" charset="-120"/>
              </a:rPr>
              <a:t>فِي مَقۡعَدِ صِدۡقٍ</a:t>
            </a:r>
            <a:endParaRPr lang="ar-SA" sz="4100" dirty="0"/>
          </a:p>
        </p:txBody>
      </p:sp>
    </p:spTree>
  </p:cSld>
  <p:clrMapOvr>
    <a:masterClrMapping/>
  </p:clrMapOvr>
  <p:transition spd="med">
    <p:wipe dir="l"/>
    <p:sndAc>
      <p:stSnd>
        <p:snd r:embed="rIdTrSnd" name="sparkle.wav"/>
      </p:stSnd>
    </p:sndAc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3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3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3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5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124</Slides>
  <Notes>124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124</vt:i4>
      </vt:variant>
    </vt:vector>
  </HeadingPairs>
  <TitlesOfParts>
    <vt:vector size="127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  <vt:lpstr>Slide 37</vt:lpstr>
      <vt:lpstr>Slide 38</vt:lpstr>
      <vt:lpstr>Slide 39</vt:lpstr>
      <vt:lpstr>Slide 40</vt:lpstr>
      <vt:lpstr>Slide 41</vt:lpstr>
      <vt:lpstr>Slide 42</vt:lpstr>
      <vt:lpstr>Slide 43</vt:lpstr>
      <vt:lpstr>Slide 44</vt:lpstr>
      <vt:lpstr>Slide 45</vt:lpstr>
      <vt:lpstr>Slide 46</vt:lpstr>
      <vt:lpstr>Slide 47</vt:lpstr>
      <vt:lpstr>Slide 48</vt:lpstr>
      <vt:lpstr>Slide 49</vt:lpstr>
      <vt:lpstr>Slide 50</vt:lpstr>
      <vt:lpstr>Slide 51</vt:lpstr>
      <vt:lpstr>Slide 52</vt:lpstr>
      <vt:lpstr>Slide 53</vt:lpstr>
      <vt:lpstr>Slide 54</vt:lpstr>
      <vt:lpstr>Slide 55</vt:lpstr>
      <vt:lpstr>Slide 56</vt:lpstr>
      <vt:lpstr>Slide 57</vt:lpstr>
      <vt:lpstr>Slide 58</vt:lpstr>
      <vt:lpstr>Slide 59</vt:lpstr>
      <vt:lpstr>Slide 60</vt:lpstr>
      <vt:lpstr>Slide 61</vt:lpstr>
      <vt:lpstr>Slide 62</vt:lpstr>
      <vt:lpstr>Slide 63</vt:lpstr>
      <vt:lpstr>Slide 64</vt:lpstr>
      <vt:lpstr>Slide 65</vt:lpstr>
      <vt:lpstr>Slide 66</vt:lpstr>
      <vt:lpstr>Slide 67</vt:lpstr>
      <vt:lpstr>Slide 68</vt:lpstr>
      <vt:lpstr>Slide 69</vt:lpstr>
      <vt:lpstr>Slide 70</vt:lpstr>
      <vt:lpstr>Slide 71</vt:lpstr>
      <vt:lpstr>Slide 72</vt:lpstr>
      <vt:lpstr>Slide 73</vt:lpstr>
      <vt:lpstr>Slide 74</vt:lpstr>
      <vt:lpstr>Slide 75</vt:lpstr>
      <vt:lpstr>Slide 76</vt:lpstr>
      <vt:lpstr>Slide 77</vt:lpstr>
      <vt:lpstr>Slide 78</vt:lpstr>
      <vt:lpstr>Slide 79</vt:lpstr>
      <vt:lpstr>Slide 80</vt:lpstr>
      <vt:lpstr>Slide 81</vt:lpstr>
      <vt:lpstr>Slide 82</vt:lpstr>
      <vt:lpstr>Slide 83</vt:lpstr>
      <vt:lpstr>Slide 84</vt:lpstr>
      <vt:lpstr>Slide 85</vt:lpstr>
      <vt:lpstr>Slide 86</vt:lpstr>
      <vt:lpstr>Slide 87</vt:lpstr>
      <vt:lpstr>Slide 88</vt:lpstr>
      <vt:lpstr>Slide 89</vt:lpstr>
      <vt:lpstr>Slide 90</vt:lpstr>
      <vt:lpstr>Slide 91</vt:lpstr>
      <vt:lpstr>Slide 92</vt:lpstr>
      <vt:lpstr>Slide 93</vt:lpstr>
      <vt:lpstr>Slide 94</vt:lpstr>
      <vt:lpstr>Slide 95</vt:lpstr>
      <vt:lpstr>Slide 96</vt:lpstr>
      <vt:lpstr>Slide 97</vt:lpstr>
      <vt:lpstr>Slide 98</vt:lpstr>
      <vt:lpstr>Slide 99</vt:lpstr>
      <vt:lpstr>Slide 100</vt:lpstr>
      <vt:lpstr>Slide 101</vt:lpstr>
      <vt:lpstr>Slide 102</vt:lpstr>
      <vt:lpstr>Slide 103</vt:lpstr>
      <vt:lpstr>Slide 104</vt:lpstr>
      <vt:lpstr>Slide 105</vt:lpstr>
      <vt:lpstr>Slide 106</vt:lpstr>
      <vt:lpstr>Slide 107</vt:lpstr>
      <vt:lpstr>Slide 108</vt:lpstr>
      <vt:lpstr>Slide 109</vt:lpstr>
      <vt:lpstr>Slide 110</vt:lpstr>
      <vt:lpstr>Slide 111</vt:lpstr>
      <vt:lpstr>Slide 112</vt:lpstr>
      <vt:lpstr>Slide 113</vt:lpstr>
      <vt:lpstr>Slide 114</vt:lpstr>
      <vt:lpstr>Slide 115</vt:lpstr>
      <vt:lpstr>Slide 116</vt:lpstr>
      <vt:lpstr>Slide 117</vt:lpstr>
      <vt:lpstr>Slide 118</vt:lpstr>
      <vt:lpstr>Slide 119</vt:lpstr>
      <vt:lpstr>Slide 120</vt:lpstr>
      <vt:lpstr>Slide 121</vt:lpstr>
      <vt:lpstr>Slide 122</vt:lpstr>
      <vt:lpstr>Slide 123</vt:lpstr>
      <vt:lpstr>Slide 124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Sukun 11-fa-qaf</dc:title>
  <dc:subject>PptxGenJS Presentation</dc:subject>
  <dc:creator>PptxGenJS</dc:creator>
  <cp:lastModifiedBy>PptxGenJS</cp:lastModifiedBy>
  <cp:revision>1</cp:revision>
  <dcterms:created xsi:type="dcterms:W3CDTF">2026-10-21T19:08:31Z</dcterms:created>
  <dcterms:modified xsi:type="dcterms:W3CDTF">2026-10-21T19:08:31Z</dcterms:modified>
</cp:coreProperties>
</file>