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notesMaster" Target="notesMasters/notesMaster1.xml"/><Relationship Id="rId439" Type="http://schemas.openxmlformats.org/officeDocument/2006/relationships/presProps" Target="presProps.xml"/><Relationship Id="rId440" Type="http://schemas.openxmlformats.org/officeDocument/2006/relationships/viewProps" Target="viewProps.xml"/><Relationship Id="rId441" Type="http://schemas.openxmlformats.org/officeDocument/2006/relationships/theme" Target="theme/theme1.xml"/><Relationship Id="rId4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hamza-alif the fathatan sits on the alif itself, so no second alif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FATHATAN NEEDS AN ALIF. With fathatan (ــً) we always write a silent alif after the letter. We do not read the alif as its own sound - it is the seat that carries the sound 'an' (ba + an = ban). The grey circle and the crossed-out sign show that this alif is silent. Exceptions to teach later: the letter ة (taa marbuta) and a hamza-alif at the end do not take an extra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whoosh.wav"/><Relationship Id="rIdSnd6" Type="http://schemas.openxmlformats.org/officeDocument/2006/relationships/audio" Target="../media/win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whoosh.wav"/><Relationship Id="rIdSnd8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9" name="S05 B silent sign"/>
          <p:cNvSpPr/>
          <p:nvPr/>
        </p:nvSpPr>
        <p:spPr>
          <a:xfrm>
            <a:off x="5020056" y="1197864"/>
            <a:ext cx="384048" cy="384048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9AA0B5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  <p:sp>
        <p:nvSpPr>
          <p:cNvPr id="23" name="S08 B silent sign"/>
          <p:cNvSpPr/>
          <p:nvPr/>
        </p:nvSpPr>
        <p:spPr>
          <a:xfrm>
            <a:off x="4169664" y="1463040"/>
            <a:ext cx="347472" cy="347472"/>
          </a:xfrm>
          <a:prstGeom prst="noSmoking">
            <a:avLst/>
          </a:prstGeom>
          <a:solidFill>
            <a:srgbClr val="9AA0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436</Slides>
  <Notes>436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436</vt:i4>
      </vt:variant>
    </vt:vector>
  </HeadingPairs>
  <TitlesOfParts>
    <vt:vector size="4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Tanween-1-Fathatan</dc:title>
  <dc:subject>PptxGenJS Presentation</dc:subject>
  <dc:creator>PptxGenJS</dc:creator>
  <cp:lastModifiedBy>PptxGenJS</cp:lastModifiedBy>
  <cp:revision>1</cp:revision>
  <dcterms:created xsi:type="dcterms:W3CDTF">2026-10-10T05:12:19Z</dcterms:created>
  <dcterms:modified xsi:type="dcterms:W3CDTF">2026-10-10T05:12:19Z</dcterms:modified>
</cp:coreProperties>
</file>